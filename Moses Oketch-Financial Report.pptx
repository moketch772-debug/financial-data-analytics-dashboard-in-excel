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Ex1.xml" ContentType="application/vnd.ms-office.chartex+xml"/>
  <Override PartName="/ppt/charts/style2.xml" ContentType="application/vnd.ms-office.chartstyle+xml"/>
  <Override PartName="/ppt/charts/colors2.xml" ContentType="application/vnd.ms-office.chartcolorstyl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charts/chart7.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7" r:id="rId1"/>
  </p:sldMasterIdLst>
  <p:sldIdLst>
    <p:sldId id="256" r:id="rId2"/>
    <p:sldId id="257" r:id="rId3"/>
    <p:sldId id="258" r:id="rId4"/>
    <p:sldId id="259" r:id="rId5"/>
    <p:sldId id="260" r:id="rId6"/>
    <p:sldId id="261" r:id="rId7"/>
    <p:sldId id="262" r:id="rId8"/>
    <p:sldId id="263" r:id="rId9"/>
    <p:sldId id="266" r:id="rId10"/>
    <p:sldId id="264" r:id="rId11"/>
    <p:sldId id="265" r:id="rId12"/>
    <p:sldId id="267"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MOSES\Desktop\Moses%20Oketch-Financial%20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MOSES\Desktop\Moses%20Oketch-Financial%20Analysis.xlsx" TargetMode="External"/><Relationship Id="rId2" Type="http://schemas.microsoft.com/office/2011/relationships/chartColorStyle" Target="colors3.xml"/><Relationship Id="rId1" Type="http://schemas.microsoft.com/office/2011/relationships/chartStyle" Target="style3.xml"/></Relationships>
</file>

<file path=ppt/charts/_rels/chart3.xml.rels><?xml version="1.0" encoding="UTF-8" standalone="yes"?>
<Relationships xmlns="http://schemas.openxmlformats.org/package/2006/relationships"><Relationship Id="rId3" Type="http://schemas.openxmlformats.org/officeDocument/2006/relationships/oleObject" Target="file:///C:\Users\MOSES\Desktop\Moses%20Oketch-Financial%20Analysis.xlsx" TargetMode="External"/><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oleObject" Target="file:///C:\Users\MOSES\Desktop\Moses%20Oketch-Financial%20Analysis.xlsx" TargetMode="External"/><Relationship Id="rId2" Type="http://schemas.microsoft.com/office/2011/relationships/chartColorStyle" Target="colors5.xml"/><Relationship Id="rId1" Type="http://schemas.microsoft.com/office/2011/relationships/chartStyle" Target="style5.xml"/></Relationships>
</file>

<file path=ppt/charts/_rels/chart5.xml.rels><?xml version="1.0" encoding="UTF-8" standalone="yes"?>
<Relationships xmlns="http://schemas.openxmlformats.org/package/2006/relationships"><Relationship Id="rId3" Type="http://schemas.openxmlformats.org/officeDocument/2006/relationships/oleObject" Target="file:///C:\Users\MOSES\Desktop\Moses%20Oketch-Financial%20Analysis.xlsx" TargetMode="External"/><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oleObject" Target="file:///C:\Users\MOSES\Desktop\Moses%20Oketch-Financial%20Analysis.xlsx" TargetMode="External"/><Relationship Id="rId2" Type="http://schemas.microsoft.com/office/2011/relationships/chartColorStyle" Target="colors7.xml"/><Relationship Id="rId1" Type="http://schemas.microsoft.com/office/2011/relationships/chartStyle" Target="style7.xml"/></Relationships>
</file>

<file path=ppt/charts/_rels/chart7.xml.rels><?xml version="1.0" encoding="UTF-8" standalone="yes"?>
<Relationships xmlns="http://schemas.openxmlformats.org/package/2006/relationships"><Relationship Id="rId3" Type="http://schemas.openxmlformats.org/officeDocument/2006/relationships/oleObject" Target="file:///C:\Users\MOSES\Desktop\Moses%20Oketch-Financial%20Analysis.xlsx" TargetMode="External"/><Relationship Id="rId2" Type="http://schemas.microsoft.com/office/2011/relationships/chartColorStyle" Target="colors8.xml"/><Relationship Id="rId1" Type="http://schemas.microsoft.com/office/2011/relationships/chartStyle" Target="style8.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MOSES\Desktop\Moses%20Oketch-Financial%20Analysi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[Moses Oketch-Financial Analysis.xlsx]Profits by Product!PivotTable1</c:name>
    <c:fmtId val="9"/>
  </c:pivotSource>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US" dirty="0"/>
              <a:t>Profits by Product</a:t>
            </a:r>
          </a:p>
        </c:rich>
      </c:tx>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'Profits by Product'!$B$2</c:f>
              <c:strCache>
                <c:ptCount val="1"/>
                <c:pt idx="0">
                  <c:v>Total</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'Profits by Product'!$A$3:$A$9</c:f>
              <c:strCache>
                <c:ptCount val="6"/>
                <c:pt idx="0">
                  <c:v>Paseo</c:v>
                </c:pt>
                <c:pt idx="1">
                  <c:v>Montana</c:v>
                </c:pt>
                <c:pt idx="2">
                  <c:v>Carretera</c:v>
                </c:pt>
                <c:pt idx="3">
                  <c:v>Velo</c:v>
                </c:pt>
                <c:pt idx="4">
                  <c:v>VTT</c:v>
                </c:pt>
                <c:pt idx="5">
                  <c:v>Amarilla</c:v>
                </c:pt>
              </c:strCache>
            </c:strRef>
          </c:cat>
          <c:val>
            <c:numRef>
              <c:f>'Profits by Product'!$B$3:$B$9</c:f>
              <c:numCache>
                <c:formatCode>_(* #,##0.00_);_(* \(#,##0.00\);_(* "-"??_);_(@_)</c:formatCode>
                <c:ptCount val="6"/>
                <c:pt idx="0">
                  <c:v>29628748.95000001</c:v>
                </c:pt>
                <c:pt idx="1">
                  <c:v>14580511.879999997</c:v>
                </c:pt>
                <c:pt idx="2">
                  <c:v>13374769.885000004</c:v>
                </c:pt>
                <c:pt idx="3">
                  <c:v>-1240880.5349999997</c:v>
                </c:pt>
                <c:pt idx="4">
                  <c:v>-21171998.98</c:v>
                </c:pt>
                <c:pt idx="5">
                  <c:v>-22103815.939999998</c:v>
                </c:pt>
              </c:numCache>
            </c:numRef>
          </c:val>
          <c:extLst>
            <c:ext xmlns:c16="http://schemas.microsoft.com/office/drawing/2014/chart" uri="{C3380CC4-5D6E-409C-BE32-E72D297353CC}">
              <c16:uniqueId val="{00000000-7A09-4B71-878B-86BB8B2EF1DF}"/>
            </c:ext>
          </c:extLst>
        </c:ser>
        <c:dLbls>
          <c:dLblPos val="inEnd"/>
          <c:showLegendKey val="0"/>
          <c:showVal val="1"/>
          <c:showCatName val="0"/>
          <c:showSerName val="0"/>
          <c:showPercent val="0"/>
          <c:showBubbleSize val="0"/>
        </c:dLbls>
        <c:gapWidth val="164"/>
        <c:overlap val="-22"/>
        <c:axId val="264466847"/>
        <c:axId val="264461023"/>
      </c:barChart>
      <c:catAx>
        <c:axId val="264466847"/>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64461023"/>
        <c:crosses val="autoZero"/>
        <c:auto val="1"/>
        <c:lblAlgn val="ctr"/>
        <c:lblOffset val="100"/>
        <c:noMultiLvlLbl val="0"/>
      </c:catAx>
      <c:valAx>
        <c:axId val="264461023"/>
        <c:scaling>
          <c:orientation val="minMax"/>
        </c:scaling>
        <c:delete val="0"/>
        <c:axPos val="l"/>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6446684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[Moses Oketch-Financial Analysis.xlsx]CoGs per Product!PivotTable13</c:name>
    <c:fmtId val="6"/>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dirty="0"/>
              <a:t>COGs by Product</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5400">
            <a:solidFill>
              <a:schemeClr val="lt1"/>
            </a:solidFill>
          </a:ln>
          <a:effectLst/>
          <a:sp3d contourW="25400">
            <a:contourClr>
              <a:schemeClr val="lt1"/>
            </a:contourClr>
          </a:sp3d>
        </c:spPr>
      </c:pivotFmt>
      <c:pivotFmt>
        <c:idx val="2"/>
        <c:spPr>
          <a:solidFill>
            <a:schemeClr val="accent1"/>
          </a:solidFill>
          <a:ln w="25400">
            <a:solidFill>
              <a:schemeClr val="lt1"/>
            </a:solidFill>
          </a:ln>
          <a:effectLst/>
          <a:sp3d contourW="25400">
            <a:contourClr>
              <a:schemeClr val="lt1"/>
            </a:contourClr>
          </a:sp3d>
        </c:spPr>
      </c:pivotFmt>
      <c:pivotFmt>
        <c:idx val="3"/>
        <c:spPr>
          <a:solidFill>
            <a:schemeClr val="accent1"/>
          </a:solidFill>
          <a:ln w="25400">
            <a:solidFill>
              <a:schemeClr val="lt1"/>
            </a:solidFill>
          </a:ln>
          <a:effectLst/>
          <a:sp3d contourW="25400">
            <a:contourClr>
              <a:schemeClr val="lt1"/>
            </a:contourClr>
          </a:sp3d>
        </c:spPr>
      </c:pivotFmt>
      <c:pivotFmt>
        <c:idx val="4"/>
        <c:spPr>
          <a:solidFill>
            <a:schemeClr val="accent1"/>
          </a:solidFill>
          <a:ln w="25400">
            <a:solidFill>
              <a:schemeClr val="lt1"/>
            </a:solidFill>
          </a:ln>
          <a:effectLst/>
          <a:sp3d contourW="25400">
            <a:contourClr>
              <a:schemeClr val="lt1"/>
            </a:contourClr>
          </a:sp3d>
        </c:spPr>
      </c:pivotFmt>
      <c:pivotFmt>
        <c:idx val="5"/>
        <c:spPr>
          <a:solidFill>
            <a:schemeClr val="accent1"/>
          </a:solidFill>
          <a:ln w="25400">
            <a:solidFill>
              <a:schemeClr val="lt1"/>
            </a:solidFill>
          </a:ln>
          <a:effectLst/>
          <a:sp3d contourW="25400">
            <a:contourClr>
              <a:schemeClr val="lt1"/>
            </a:contourClr>
          </a:sp3d>
        </c:spPr>
      </c:pivotFmt>
      <c:pivotFmt>
        <c:idx val="6"/>
        <c:spPr>
          <a:solidFill>
            <a:schemeClr val="accent1"/>
          </a:solidFill>
          <a:ln w="25400">
            <a:solidFill>
              <a:schemeClr val="lt1"/>
            </a:solidFill>
          </a:ln>
          <a:effectLst/>
          <a:sp3d contourW="25400">
            <a:contourClr>
              <a:schemeClr val="lt1"/>
            </a:contourClr>
          </a:sp3d>
        </c:spPr>
      </c:pivotFmt>
      <c:pivotFmt>
        <c:idx val="7"/>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5400">
            <a:solidFill>
              <a:schemeClr val="lt1"/>
            </a:solidFill>
          </a:ln>
          <a:effectLst/>
          <a:sp3d contourW="25400">
            <a:contourClr>
              <a:schemeClr val="lt1"/>
            </a:contourClr>
          </a:sp3d>
        </c:spPr>
      </c:pivotFmt>
      <c:pivotFmt>
        <c:idx val="9"/>
        <c:spPr>
          <a:solidFill>
            <a:schemeClr val="accent1"/>
          </a:solidFill>
          <a:ln w="25400">
            <a:solidFill>
              <a:schemeClr val="lt1"/>
            </a:solidFill>
          </a:ln>
          <a:effectLst/>
          <a:sp3d contourW="25400">
            <a:contourClr>
              <a:schemeClr val="lt1"/>
            </a:contourClr>
          </a:sp3d>
        </c:spPr>
      </c:pivotFmt>
      <c:pivotFmt>
        <c:idx val="10"/>
        <c:spPr>
          <a:solidFill>
            <a:schemeClr val="accent1"/>
          </a:solidFill>
          <a:ln w="25400">
            <a:solidFill>
              <a:schemeClr val="lt1"/>
            </a:solidFill>
          </a:ln>
          <a:effectLst/>
          <a:sp3d contourW="25400">
            <a:contourClr>
              <a:schemeClr val="lt1"/>
            </a:contourClr>
          </a:sp3d>
        </c:spPr>
      </c:pivotFmt>
      <c:pivotFmt>
        <c:idx val="11"/>
        <c:spPr>
          <a:solidFill>
            <a:schemeClr val="accent1"/>
          </a:solidFill>
          <a:ln w="25400">
            <a:solidFill>
              <a:schemeClr val="lt1"/>
            </a:solidFill>
          </a:ln>
          <a:effectLst/>
          <a:sp3d contourW="25400">
            <a:contourClr>
              <a:schemeClr val="lt1"/>
            </a:contourClr>
          </a:sp3d>
        </c:spPr>
      </c:pivotFmt>
      <c:pivotFmt>
        <c:idx val="12"/>
        <c:spPr>
          <a:solidFill>
            <a:schemeClr val="accent1"/>
          </a:solidFill>
          <a:ln w="25400">
            <a:solidFill>
              <a:schemeClr val="lt1"/>
            </a:solidFill>
          </a:ln>
          <a:effectLst/>
          <a:sp3d contourW="25400">
            <a:contourClr>
              <a:schemeClr val="lt1"/>
            </a:contourClr>
          </a:sp3d>
        </c:spPr>
      </c:pivotFmt>
      <c:pivotFmt>
        <c:idx val="13"/>
        <c:spPr>
          <a:solidFill>
            <a:schemeClr val="accent1"/>
          </a:solidFill>
          <a:ln w="25400">
            <a:solidFill>
              <a:schemeClr val="lt1"/>
            </a:solidFill>
          </a:ln>
          <a:effectLst/>
          <a:sp3d contourW="25400">
            <a:contourClr>
              <a:schemeClr val="lt1"/>
            </a:contourClr>
          </a:sp3d>
        </c:spPr>
      </c:pivotFmt>
      <c:pivotFmt>
        <c:idx val="14"/>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5400">
            <a:solidFill>
              <a:schemeClr val="lt1"/>
            </a:solidFill>
          </a:ln>
          <a:effectLst/>
          <a:sp3d contourW="25400">
            <a:contourClr>
              <a:schemeClr val="lt1"/>
            </a:contourClr>
          </a:sp3d>
        </c:spPr>
      </c:pivotFmt>
      <c:pivotFmt>
        <c:idx val="16"/>
        <c:spPr>
          <a:solidFill>
            <a:schemeClr val="accent1"/>
          </a:solidFill>
          <a:ln w="25400">
            <a:solidFill>
              <a:schemeClr val="lt1"/>
            </a:solidFill>
          </a:ln>
          <a:effectLst/>
          <a:sp3d contourW="25400">
            <a:contourClr>
              <a:schemeClr val="lt1"/>
            </a:contourClr>
          </a:sp3d>
        </c:spPr>
      </c:pivotFmt>
      <c:pivotFmt>
        <c:idx val="17"/>
        <c:spPr>
          <a:solidFill>
            <a:schemeClr val="accent1"/>
          </a:solidFill>
          <a:ln w="25400">
            <a:solidFill>
              <a:schemeClr val="lt1"/>
            </a:solidFill>
          </a:ln>
          <a:effectLst/>
          <a:sp3d contourW="25400">
            <a:contourClr>
              <a:schemeClr val="lt1"/>
            </a:contourClr>
          </a:sp3d>
        </c:spPr>
      </c:pivotFmt>
      <c:pivotFmt>
        <c:idx val="18"/>
        <c:spPr>
          <a:solidFill>
            <a:schemeClr val="accent1"/>
          </a:solidFill>
          <a:ln w="25400">
            <a:solidFill>
              <a:schemeClr val="lt1"/>
            </a:solidFill>
          </a:ln>
          <a:effectLst/>
          <a:sp3d contourW="25400">
            <a:contourClr>
              <a:schemeClr val="lt1"/>
            </a:contourClr>
          </a:sp3d>
        </c:spPr>
      </c:pivotFmt>
      <c:pivotFmt>
        <c:idx val="19"/>
        <c:spPr>
          <a:solidFill>
            <a:schemeClr val="accent1"/>
          </a:solidFill>
          <a:ln w="25400">
            <a:solidFill>
              <a:schemeClr val="lt1"/>
            </a:solidFill>
          </a:ln>
          <a:effectLst/>
          <a:sp3d contourW="25400">
            <a:contourClr>
              <a:schemeClr val="lt1"/>
            </a:contourClr>
          </a:sp3d>
        </c:spPr>
      </c:pivotFmt>
      <c:pivotFmt>
        <c:idx val="20"/>
        <c:spPr>
          <a:solidFill>
            <a:schemeClr val="accent1"/>
          </a:solidFill>
          <a:ln w="25400">
            <a:solidFill>
              <a:schemeClr val="lt1"/>
            </a:solidFill>
          </a:ln>
          <a:effectLst/>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'CoGs per Product'!$B$1</c:f>
              <c:strCache>
                <c:ptCount val="1"/>
                <c:pt idx="0">
                  <c:v>Total</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972E-40A5-8108-9DAA8C834E62}"/>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972E-40A5-8108-9DAA8C834E62}"/>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972E-40A5-8108-9DAA8C834E62}"/>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972E-40A5-8108-9DAA8C834E62}"/>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972E-40A5-8108-9DAA8C834E62}"/>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B-972E-40A5-8108-9DAA8C834E6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'CoGs per Product'!$A$2:$A$8</c:f>
              <c:strCache>
                <c:ptCount val="6"/>
                <c:pt idx="0">
                  <c:v>VTT</c:v>
                </c:pt>
                <c:pt idx="1">
                  <c:v>Velo</c:v>
                </c:pt>
                <c:pt idx="2">
                  <c:v>Paseo</c:v>
                </c:pt>
                <c:pt idx="3">
                  <c:v>Montana</c:v>
                </c:pt>
                <c:pt idx="4">
                  <c:v>Carretera</c:v>
                </c:pt>
                <c:pt idx="5">
                  <c:v>Amarilla</c:v>
                </c:pt>
              </c:strCache>
            </c:strRef>
          </c:cat>
          <c:val>
            <c:numRef>
              <c:f>'CoGs per Product'!$B$2:$B$8</c:f>
              <c:numCache>
                <c:formatCode>0.00%</c:formatCode>
                <c:ptCount val="6"/>
                <c:pt idx="0">
                  <c:v>0.39463349421800642</c:v>
                </c:pt>
                <c:pt idx="1">
                  <c:v>0.18467099445499258</c:v>
                </c:pt>
                <c:pt idx="2">
                  <c:v>3.2047210051931549E-2</c:v>
                </c:pt>
                <c:pt idx="3">
                  <c:v>7.1417517826405374E-3</c:v>
                </c:pt>
                <c:pt idx="4">
                  <c:v>4.1739695753623745E-3</c:v>
                </c:pt>
                <c:pt idx="5">
                  <c:v>0.37733257991706654</c:v>
                </c:pt>
              </c:numCache>
            </c:numRef>
          </c:val>
          <c:extLst>
            <c:ext xmlns:c16="http://schemas.microsoft.com/office/drawing/2014/chart" uri="{C3380CC4-5D6E-409C-BE32-E72D297353CC}">
              <c16:uniqueId val="{0000000C-972E-40A5-8108-9DAA8C834E62}"/>
            </c:ext>
          </c:extLst>
        </c:ser>
        <c:dLbls>
          <c:dLblPos val="bestFit"/>
          <c:showLegendKey val="0"/>
          <c:showVal val="1"/>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[Moses Oketch-Financial Analysis.xlsx]Sales vs COGs by Country!PivotTable9</c:name>
    <c:fmtId val="24"/>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dirty="0"/>
              <a:t>Sales Vs COGs by Country</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'Sales vs COGs by Country'!$B$2</c:f>
              <c:strCache>
                <c:ptCount val="1"/>
                <c:pt idx="0">
                  <c:v>Total COGS</c:v>
                </c:pt>
              </c:strCache>
            </c:strRef>
          </c:tx>
          <c:spPr>
            <a:solidFill>
              <a:schemeClr val="accent1"/>
            </a:solidFill>
            <a:ln>
              <a:noFill/>
            </a:ln>
            <a:effectLst/>
          </c:spPr>
          <c:invertIfNegative val="0"/>
          <c:cat>
            <c:strRef>
              <c:f>'Sales vs COGs by Country'!$A$3:$A$8</c:f>
              <c:strCache>
                <c:ptCount val="5"/>
                <c:pt idx="0">
                  <c:v>Mexico</c:v>
                </c:pt>
                <c:pt idx="1">
                  <c:v>Germany</c:v>
                </c:pt>
                <c:pt idx="2">
                  <c:v>France</c:v>
                </c:pt>
                <c:pt idx="3">
                  <c:v>Canada</c:v>
                </c:pt>
                <c:pt idx="4">
                  <c:v>United States of America</c:v>
                </c:pt>
              </c:strCache>
            </c:strRef>
          </c:cat>
          <c:val>
            <c:numRef>
              <c:f>'Sales vs COGs by Country'!$B$3:$B$8</c:f>
              <c:numCache>
                <c:formatCode>_(* #,##0.00_);_(* \(#,##0.00\);_(* "-"??_);_(@_)</c:formatCode>
                <c:ptCount val="5"/>
                <c:pt idx="0">
                  <c:v>17973272</c:v>
                </c:pt>
                <c:pt idx="1">
                  <c:v>20232867</c:v>
                </c:pt>
                <c:pt idx="2">
                  <c:v>21974188</c:v>
                </c:pt>
                <c:pt idx="3">
                  <c:v>22851894.5</c:v>
                </c:pt>
                <c:pt idx="4">
                  <c:v>22511911.5</c:v>
                </c:pt>
              </c:numCache>
            </c:numRef>
          </c:val>
          <c:extLst>
            <c:ext xmlns:c16="http://schemas.microsoft.com/office/drawing/2014/chart" uri="{C3380CC4-5D6E-409C-BE32-E72D297353CC}">
              <c16:uniqueId val="{00000000-C799-4F80-A3D7-E10E65A93EF3}"/>
            </c:ext>
          </c:extLst>
        </c:ser>
        <c:ser>
          <c:idx val="1"/>
          <c:order val="1"/>
          <c:tx>
            <c:strRef>
              <c:f>'Sales vs COGs by Country'!$C$2</c:f>
              <c:strCache>
                <c:ptCount val="1"/>
                <c:pt idx="0">
                  <c:v>Sum of  Sales</c:v>
                </c:pt>
              </c:strCache>
            </c:strRef>
          </c:tx>
          <c:spPr>
            <a:solidFill>
              <a:schemeClr val="accent2"/>
            </a:solidFill>
            <a:ln>
              <a:noFill/>
            </a:ln>
            <a:effectLst/>
          </c:spPr>
          <c:invertIfNegative val="0"/>
          <c:cat>
            <c:strRef>
              <c:f>'Sales vs COGs by Country'!$A$3:$A$8</c:f>
              <c:strCache>
                <c:ptCount val="5"/>
                <c:pt idx="0">
                  <c:v>Mexico</c:v>
                </c:pt>
                <c:pt idx="1">
                  <c:v>Germany</c:v>
                </c:pt>
                <c:pt idx="2">
                  <c:v>France</c:v>
                </c:pt>
                <c:pt idx="3">
                  <c:v>Canada</c:v>
                </c:pt>
                <c:pt idx="4">
                  <c:v>United States of America</c:v>
                </c:pt>
              </c:strCache>
            </c:strRef>
          </c:cat>
          <c:val>
            <c:numRef>
              <c:f>'Sales vs COGs by Country'!$C$3:$C$8</c:f>
              <c:numCache>
                <c:formatCode>_(* #,##0.00_);_(* \(#,##0.00\);_(* "-"??_);_(@_)</c:formatCode>
                <c:ptCount val="5"/>
                <c:pt idx="0">
                  <c:v>20949352.109999999</c:v>
                </c:pt>
                <c:pt idx="1">
                  <c:v>23486800.820000011</c:v>
                </c:pt>
                <c:pt idx="2">
                  <c:v>24283522.280000009</c:v>
                </c:pt>
                <c:pt idx="3">
                  <c:v>24887654.885000005</c:v>
                </c:pt>
                <c:pt idx="4">
                  <c:v>25004138.165000014</c:v>
                </c:pt>
              </c:numCache>
            </c:numRef>
          </c:val>
          <c:extLst>
            <c:ext xmlns:c16="http://schemas.microsoft.com/office/drawing/2014/chart" uri="{C3380CC4-5D6E-409C-BE32-E72D297353CC}">
              <c16:uniqueId val="{00000001-C799-4F80-A3D7-E10E65A93EF3}"/>
            </c:ext>
          </c:extLst>
        </c:ser>
        <c:dLbls>
          <c:showLegendKey val="0"/>
          <c:showVal val="0"/>
          <c:showCatName val="0"/>
          <c:showSerName val="0"/>
          <c:showPercent val="0"/>
          <c:showBubbleSize val="0"/>
        </c:dLbls>
        <c:gapWidth val="182"/>
        <c:axId val="1324011471"/>
        <c:axId val="1324023951"/>
      </c:barChart>
      <c:catAx>
        <c:axId val="132401147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4023951"/>
        <c:crosses val="autoZero"/>
        <c:auto val="1"/>
        <c:lblAlgn val="ctr"/>
        <c:lblOffset val="100"/>
        <c:noMultiLvlLbl val="0"/>
      </c:catAx>
      <c:valAx>
        <c:axId val="1324023951"/>
        <c:scaling>
          <c:orientation val="minMax"/>
        </c:scaling>
        <c:delete val="0"/>
        <c:axPos val="b"/>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401147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[Moses Oketch-Financial Analysis.xlsx]COGsvsSalesvsProfitper Segment!PivotTable10</c:name>
    <c:fmtId val="9"/>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dirty="0"/>
              <a:t>CoGs vs Sales Vs Profit per Segment</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'COGsvsSalesvsProfitper Segment'!$B$1</c:f>
              <c:strCache>
                <c:ptCount val="1"/>
                <c:pt idx="0">
                  <c:v>Sum of Cogs</c:v>
                </c:pt>
              </c:strCache>
            </c:strRef>
          </c:tx>
          <c:spPr>
            <a:solidFill>
              <a:schemeClr val="accent1"/>
            </a:solidFill>
            <a:ln>
              <a:noFill/>
            </a:ln>
            <a:effectLst/>
          </c:spPr>
          <c:invertIfNegative val="0"/>
          <c:cat>
            <c:strRef>
              <c:f>'COGsvsSalesvsProfitper Segment'!$A$2:$A$7</c:f>
              <c:strCache>
                <c:ptCount val="5"/>
                <c:pt idx="0">
                  <c:v>Channel Partners</c:v>
                </c:pt>
                <c:pt idx="1">
                  <c:v>Midmarket</c:v>
                </c:pt>
                <c:pt idx="2">
                  <c:v>Enterprise</c:v>
                </c:pt>
                <c:pt idx="3">
                  <c:v>small business</c:v>
                </c:pt>
                <c:pt idx="4">
                  <c:v>Government</c:v>
                </c:pt>
              </c:strCache>
            </c:strRef>
          </c:cat>
          <c:val>
            <c:numRef>
              <c:f>'COGsvsSalesvsProfitper Segment'!$B$2:$B$7</c:f>
              <c:numCache>
                <c:formatCode>_(* #,##0.00_);_(* \(#,##0.00\);_(* "-"??_);_(@_)</c:formatCode>
                <c:ptCount val="5"/>
                <c:pt idx="0">
                  <c:v>16325933</c:v>
                </c:pt>
                <c:pt idx="1">
                  <c:v>13500475</c:v>
                </c:pt>
                <c:pt idx="2">
                  <c:v>15240688</c:v>
                </c:pt>
                <c:pt idx="3">
                  <c:v>16154712.5</c:v>
                </c:pt>
                <c:pt idx="4">
                  <c:v>44322324.5</c:v>
                </c:pt>
              </c:numCache>
            </c:numRef>
          </c:val>
          <c:extLst>
            <c:ext xmlns:c16="http://schemas.microsoft.com/office/drawing/2014/chart" uri="{C3380CC4-5D6E-409C-BE32-E72D297353CC}">
              <c16:uniqueId val="{00000000-EF5D-4FF4-ABA4-3DDD70EF387D}"/>
            </c:ext>
          </c:extLst>
        </c:ser>
        <c:ser>
          <c:idx val="1"/>
          <c:order val="1"/>
          <c:tx>
            <c:strRef>
              <c:f>'COGsvsSalesvsProfitper Segment'!$C$1</c:f>
              <c:strCache>
                <c:ptCount val="1"/>
                <c:pt idx="0">
                  <c:v>Sum of  Sales</c:v>
                </c:pt>
              </c:strCache>
            </c:strRef>
          </c:tx>
          <c:spPr>
            <a:solidFill>
              <a:schemeClr val="accent2"/>
            </a:solidFill>
            <a:ln>
              <a:noFill/>
            </a:ln>
            <a:effectLst/>
          </c:spPr>
          <c:invertIfNegative val="0"/>
          <c:cat>
            <c:strRef>
              <c:f>'COGsvsSalesvsProfitper Segment'!$A$2:$A$7</c:f>
              <c:strCache>
                <c:ptCount val="5"/>
                <c:pt idx="0">
                  <c:v>Channel Partners</c:v>
                </c:pt>
                <c:pt idx="1">
                  <c:v>Midmarket</c:v>
                </c:pt>
                <c:pt idx="2">
                  <c:v>Enterprise</c:v>
                </c:pt>
                <c:pt idx="3">
                  <c:v>small business</c:v>
                </c:pt>
                <c:pt idx="4">
                  <c:v>Government</c:v>
                </c:pt>
              </c:strCache>
            </c:strRef>
          </c:cat>
          <c:val>
            <c:numRef>
              <c:f>'COGsvsSalesvsProfitper Segment'!$C$2:$C$7</c:f>
              <c:numCache>
                <c:formatCode>_(* #,##0.00_);_(* \(#,##0.00\);_(* "-"??_);_(@_)</c:formatCode>
                <c:ptCount val="5"/>
                <c:pt idx="0">
                  <c:v>1756361.6399999994</c:v>
                </c:pt>
                <c:pt idx="1">
                  <c:v>2349213.0750000002</c:v>
                </c:pt>
                <c:pt idx="2">
                  <c:v>19611694.375</c:v>
                </c:pt>
                <c:pt idx="3">
                  <c:v>42427918.5</c:v>
                </c:pt>
                <c:pt idx="4">
                  <c:v>52466280.670000039</c:v>
                </c:pt>
              </c:numCache>
            </c:numRef>
          </c:val>
          <c:extLst>
            <c:ext xmlns:c16="http://schemas.microsoft.com/office/drawing/2014/chart" uri="{C3380CC4-5D6E-409C-BE32-E72D297353CC}">
              <c16:uniqueId val="{00000001-EF5D-4FF4-ABA4-3DDD70EF387D}"/>
            </c:ext>
          </c:extLst>
        </c:ser>
        <c:ser>
          <c:idx val="2"/>
          <c:order val="2"/>
          <c:tx>
            <c:strRef>
              <c:f>'COGsvsSalesvsProfitper Segment'!$D$1</c:f>
              <c:strCache>
                <c:ptCount val="1"/>
                <c:pt idx="0">
                  <c:v>Sum of Profit</c:v>
                </c:pt>
              </c:strCache>
            </c:strRef>
          </c:tx>
          <c:spPr>
            <a:solidFill>
              <a:schemeClr val="accent3"/>
            </a:solidFill>
            <a:ln>
              <a:noFill/>
            </a:ln>
            <a:effectLst/>
          </c:spPr>
          <c:invertIfNegative val="0"/>
          <c:cat>
            <c:strRef>
              <c:f>'COGsvsSalesvsProfitper Segment'!$A$2:$A$7</c:f>
              <c:strCache>
                <c:ptCount val="5"/>
                <c:pt idx="0">
                  <c:v>Channel Partners</c:v>
                </c:pt>
                <c:pt idx="1">
                  <c:v>Midmarket</c:v>
                </c:pt>
                <c:pt idx="2">
                  <c:v>Enterprise</c:v>
                </c:pt>
                <c:pt idx="3">
                  <c:v>small business</c:v>
                </c:pt>
                <c:pt idx="4">
                  <c:v>Government</c:v>
                </c:pt>
              </c:strCache>
            </c:strRef>
          </c:cat>
          <c:val>
            <c:numRef>
              <c:f>'COGsvsSalesvsProfitper Segment'!$D$2:$D$7</c:f>
              <c:numCache>
                <c:formatCode>_(* #,##0.00_);_(* \(#,##0.00\);_(* "-"??_);_(@_)</c:formatCode>
                <c:ptCount val="5"/>
                <c:pt idx="0">
                  <c:v>-14569571.359999998</c:v>
                </c:pt>
                <c:pt idx="1">
                  <c:v>-11151261.925000003</c:v>
                </c:pt>
                <c:pt idx="2">
                  <c:v>4371006.375</c:v>
                </c:pt>
                <c:pt idx="3">
                  <c:v>26273206</c:v>
                </c:pt>
                <c:pt idx="4">
                  <c:v>8143956.1699999906</c:v>
                </c:pt>
              </c:numCache>
            </c:numRef>
          </c:val>
          <c:extLst>
            <c:ext xmlns:c16="http://schemas.microsoft.com/office/drawing/2014/chart" uri="{C3380CC4-5D6E-409C-BE32-E72D297353CC}">
              <c16:uniqueId val="{00000002-EF5D-4FF4-ABA4-3DDD70EF387D}"/>
            </c:ext>
          </c:extLst>
        </c:ser>
        <c:dLbls>
          <c:showLegendKey val="0"/>
          <c:showVal val="0"/>
          <c:showCatName val="0"/>
          <c:showSerName val="0"/>
          <c:showPercent val="0"/>
          <c:showBubbleSize val="0"/>
        </c:dLbls>
        <c:gapWidth val="150"/>
        <c:overlap val="100"/>
        <c:axId val="318328271"/>
        <c:axId val="318328687"/>
      </c:barChart>
      <c:catAx>
        <c:axId val="31832827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8328687"/>
        <c:crosses val="autoZero"/>
        <c:auto val="1"/>
        <c:lblAlgn val="ctr"/>
        <c:lblOffset val="100"/>
        <c:noMultiLvlLbl val="0"/>
      </c:catAx>
      <c:valAx>
        <c:axId val="318328687"/>
        <c:scaling>
          <c:orientation val="minMax"/>
        </c:scaling>
        <c:delete val="0"/>
        <c:axPos val="b"/>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832827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[Moses Oketch-Financial Analysis.xlsx]Discount analysis!PivotTable9</c:name>
    <c:fmtId val="6"/>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dirty="0"/>
              <a:t>Discount vs Profit by Product</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tint val="96000"/>
                  <a:lumMod val="102000"/>
                </a:schemeClr>
              </a:gs>
              <a:gs pos="100000">
                <a:schemeClr val="accent1">
                  <a:shade val="88000"/>
                  <a:lumMod val="94000"/>
                </a:schemeClr>
              </a:gs>
            </a:gsLst>
            <a:path path="circle">
              <a:fillToRect l="50000" t="100000" r="100000" b="50000"/>
            </a:path>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tint val="96000"/>
                  <a:lumMod val="102000"/>
                </a:schemeClr>
              </a:gs>
              <a:gs pos="100000">
                <a:schemeClr val="accent1">
                  <a:shade val="88000"/>
                  <a:lumMod val="94000"/>
                </a:schemeClr>
              </a:gs>
            </a:gsLst>
            <a:path path="circle">
              <a:fillToRect l="50000" t="100000" r="100000" b="50000"/>
            </a:path>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25400" h="127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'Discount analysis'!$B$1</c:f>
              <c:strCache>
                <c:ptCount val="1"/>
                <c:pt idx="0">
                  <c:v>Sum of Profit</c:v>
                </c:pt>
              </c:strCache>
            </c:strRef>
          </c:tx>
          <c:spPr>
            <a:ln w="34925" cap="rnd">
              <a:solidFill>
                <a:schemeClr val="accent1"/>
              </a:solidFill>
              <a:round/>
            </a:ln>
            <a:effectLst>
              <a:outerShdw blurRad="38100" dist="25400" dir="5400000" rotWithShape="0">
                <a:srgbClr val="000000">
                  <a:alpha val="64000"/>
                </a:srgbClr>
              </a:outerShdw>
            </a:effectLst>
          </c:spPr>
          <c:marker>
            <c:symbol val="circle"/>
            <c:size val="6"/>
            <c:spPr>
              <a:gradFill rotWithShape="1">
                <a:gsLst>
                  <a:gs pos="0">
                    <a:schemeClr val="accent1">
                      <a:tint val="96000"/>
                      <a:lumMod val="102000"/>
                    </a:schemeClr>
                  </a:gs>
                  <a:gs pos="100000">
                    <a:schemeClr val="accent1">
                      <a:shade val="88000"/>
                      <a:lumMod val="94000"/>
                    </a:schemeClr>
                  </a:gs>
                </a:gsLst>
                <a:path path="circle">
                  <a:fillToRect l="50000" t="100000" r="100000" b="50000"/>
                </a:path>
              </a:gradFill>
              <a:ln w="9525">
                <a:solidFill>
                  <a:schemeClr val="accent1"/>
                </a:solidFill>
                <a:round/>
              </a:ln>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c:spPr>
          </c:marker>
          <c:cat>
            <c:strRef>
              <c:f>'Discount analysis'!$A$2:$A$8</c:f>
              <c:strCache>
                <c:ptCount val="6"/>
                <c:pt idx="0">
                  <c:v>Paseo</c:v>
                </c:pt>
                <c:pt idx="1">
                  <c:v>Montana</c:v>
                </c:pt>
                <c:pt idx="2">
                  <c:v>Carretera</c:v>
                </c:pt>
                <c:pt idx="3">
                  <c:v>Velo</c:v>
                </c:pt>
                <c:pt idx="4">
                  <c:v>VTT</c:v>
                </c:pt>
                <c:pt idx="5">
                  <c:v>Amarilla</c:v>
                </c:pt>
              </c:strCache>
            </c:strRef>
          </c:cat>
          <c:val>
            <c:numRef>
              <c:f>'Discount analysis'!$B$2:$B$8</c:f>
              <c:numCache>
                <c:formatCode>_(* #,##0.00_);_(* \(#,##0.00\);_(* "-"??_);_(@_)</c:formatCode>
                <c:ptCount val="6"/>
                <c:pt idx="0">
                  <c:v>29628748.95000001</c:v>
                </c:pt>
                <c:pt idx="1">
                  <c:v>14580511.879999997</c:v>
                </c:pt>
                <c:pt idx="2">
                  <c:v>13374769.885000004</c:v>
                </c:pt>
                <c:pt idx="3">
                  <c:v>-1240880.5349999997</c:v>
                </c:pt>
                <c:pt idx="4">
                  <c:v>-21171998.98</c:v>
                </c:pt>
                <c:pt idx="5">
                  <c:v>-22103815.939999998</c:v>
                </c:pt>
              </c:numCache>
            </c:numRef>
          </c:val>
          <c:smooth val="0"/>
          <c:extLst>
            <c:ext xmlns:c16="http://schemas.microsoft.com/office/drawing/2014/chart" uri="{C3380CC4-5D6E-409C-BE32-E72D297353CC}">
              <c16:uniqueId val="{00000000-1214-4E3F-82DC-DD77DF211A2E}"/>
            </c:ext>
          </c:extLst>
        </c:ser>
        <c:ser>
          <c:idx val="1"/>
          <c:order val="1"/>
          <c:tx>
            <c:strRef>
              <c:f>'Discount analysis'!$C$1</c:f>
              <c:strCache>
                <c:ptCount val="1"/>
                <c:pt idx="0">
                  <c:v>Sum of Discounts</c:v>
                </c:pt>
              </c:strCache>
            </c:strRef>
          </c:tx>
          <c:spPr>
            <a:ln w="34925" cap="rnd">
              <a:solidFill>
                <a:schemeClr val="accent2"/>
              </a:solidFill>
              <a:round/>
            </a:ln>
            <a:effectLst>
              <a:outerShdw blurRad="38100" dist="25400" dir="5400000" rotWithShape="0">
                <a:srgbClr val="000000">
                  <a:alpha val="64000"/>
                </a:srgbClr>
              </a:outerShdw>
            </a:effectLst>
          </c:spPr>
          <c:marker>
            <c:symbol val="circle"/>
            <c:size val="6"/>
            <c:spPr>
              <a:gradFill rotWithShape="1">
                <a:gsLst>
                  <a:gs pos="0">
                    <a:schemeClr val="accent2">
                      <a:tint val="96000"/>
                      <a:lumMod val="102000"/>
                    </a:schemeClr>
                  </a:gs>
                  <a:gs pos="100000">
                    <a:schemeClr val="accent2">
                      <a:shade val="88000"/>
                      <a:lumMod val="94000"/>
                    </a:schemeClr>
                  </a:gs>
                </a:gsLst>
                <a:path path="circle">
                  <a:fillToRect l="50000" t="100000" r="100000" b="50000"/>
                </a:path>
              </a:gradFill>
              <a:ln w="9525">
                <a:solidFill>
                  <a:schemeClr val="accent2"/>
                </a:solidFill>
                <a:round/>
              </a:ln>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c:spPr>
          </c:marker>
          <c:cat>
            <c:strRef>
              <c:f>'Discount analysis'!$A$2:$A$8</c:f>
              <c:strCache>
                <c:ptCount val="6"/>
                <c:pt idx="0">
                  <c:v>Paseo</c:v>
                </c:pt>
                <c:pt idx="1">
                  <c:v>Montana</c:v>
                </c:pt>
                <c:pt idx="2">
                  <c:v>Carretera</c:v>
                </c:pt>
                <c:pt idx="3">
                  <c:v>Velo</c:v>
                </c:pt>
                <c:pt idx="4">
                  <c:v>VTT</c:v>
                </c:pt>
                <c:pt idx="5">
                  <c:v>Amarilla</c:v>
                </c:pt>
              </c:strCache>
            </c:strRef>
          </c:cat>
          <c:val>
            <c:numRef>
              <c:f>'Discount analysis'!$C$2:$C$8</c:f>
              <c:numCache>
                <c:formatCode>_(* #,##0.00_);_(* \(#,##0.00\);_(* "-"??_);_(@_)</c:formatCode>
                <c:ptCount val="6"/>
                <c:pt idx="0">
                  <c:v>2600518.0500000003</c:v>
                </c:pt>
                <c:pt idx="1">
                  <c:v>1159032.6200000001</c:v>
                </c:pt>
                <c:pt idx="2">
                  <c:v>1122212.615</c:v>
                </c:pt>
                <c:pt idx="3">
                  <c:v>1576709.0350000004</c:v>
                </c:pt>
                <c:pt idx="4">
                  <c:v>1456612.4799999995</c:v>
                </c:pt>
                <c:pt idx="5">
                  <c:v>1290163.4400000002</c:v>
                </c:pt>
              </c:numCache>
            </c:numRef>
          </c:val>
          <c:smooth val="0"/>
          <c:extLst>
            <c:ext xmlns:c16="http://schemas.microsoft.com/office/drawing/2014/chart" uri="{C3380CC4-5D6E-409C-BE32-E72D297353CC}">
              <c16:uniqueId val="{00000001-1214-4E3F-82DC-DD77DF211A2E}"/>
            </c:ext>
          </c:extLst>
        </c:ser>
        <c:dLbls>
          <c:showLegendKey val="0"/>
          <c:showVal val="0"/>
          <c:showCatName val="0"/>
          <c:showSerName val="0"/>
          <c:showPercent val="0"/>
          <c:showBubbleSize val="0"/>
        </c:dLbls>
        <c:marker val="1"/>
        <c:smooth val="0"/>
        <c:axId val="1406998927"/>
        <c:axId val="1406984367"/>
      </c:lineChart>
      <c:catAx>
        <c:axId val="1406998927"/>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6984367"/>
        <c:crosses val="autoZero"/>
        <c:auto val="1"/>
        <c:lblAlgn val="ctr"/>
        <c:lblOffset val="100"/>
        <c:noMultiLvlLbl val="0"/>
      </c:catAx>
      <c:valAx>
        <c:axId val="1406984367"/>
        <c:scaling>
          <c:orientation val="minMax"/>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699892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[Moses Oketch-Financial Analysis.xlsx]Sales Trend!PivotTable11</c:name>
    <c:fmtId val="8"/>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dirty="0"/>
              <a:t>Sales Trend over Time</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'Sales Trend'!$B$1</c:f>
              <c:strCache>
                <c:ptCount val="1"/>
                <c:pt idx="0">
                  <c:v>Total</c:v>
                </c:pt>
              </c:strCache>
            </c:strRef>
          </c:tx>
          <c:spPr>
            <a:ln w="28575" cap="rnd">
              <a:solidFill>
                <a:schemeClr val="accent1"/>
              </a:solidFill>
              <a:round/>
            </a:ln>
            <a:effectLst/>
          </c:spPr>
          <c:marker>
            <c:symbol val="none"/>
          </c:marker>
          <c:cat>
            <c:strRef>
              <c:f>'Sales Trend'!$A$2:$A$14</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'Sales Trend'!$B$2:$B$14</c:f>
              <c:numCache>
                <c:formatCode>_(* #,##0.00_);_(* \(#,##0.00\);_(* "-"??_);_(@_)</c:formatCode>
                <c:ptCount val="12"/>
                <c:pt idx="0">
                  <c:v>6607761.6800000006</c:v>
                </c:pt>
                <c:pt idx="1">
                  <c:v>7297531.3900000006</c:v>
                </c:pt>
                <c:pt idx="2">
                  <c:v>5586859.8699999992</c:v>
                </c:pt>
                <c:pt idx="3">
                  <c:v>6964775.0700000003</c:v>
                </c:pt>
                <c:pt idx="4">
                  <c:v>6210211.0600000005</c:v>
                </c:pt>
                <c:pt idx="5">
                  <c:v>9429703.8199999966</c:v>
                </c:pt>
                <c:pt idx="6">
                  <c:v>8102920.1800000016</c:v>
                </c:pt>
                <c:pt idx="7">
                  <c:v>5838930.4199999999</c:v>
                </c:pt>
                <c:pt idx="8">
                  <c:v>10882697.270000003</c:v>
                </c:pt>
                <c:pt idx="9">
                  <c:v>21671431.020000018</c:v>
                </c:pt>
                <c:pt idx="10">
                  <c:v>12651417.499999998</c:v>
                </c:pt>
                <c:pt idx="11">
                  <c:v>17367228.980000004</c:v>
                </c:pt>
              </c:numCache>
            </c:numRef>
          </c:val>
          <c:smooth val="0"/>
          <c:extLst>
            <c:ext xmlns:c16="http://schemas.microsoft.com/office/drawing/2014/chart" uri="{C3380CC4-5D6E-409C-BE32-E72D297353CC}">
              <c16:uniqueId val="{00000000-FE26-432B-98C2-6905E8F40EBB}"/>
            </c:ext>
          </c:extLst>
        </c:ser>
        <c:dLbls>
          <c:showLegendKey val="0"/>
          <c:showVal val="0"/>
          <c:showCatName val="0"/>
          <c:showSerName val="0"/>
          <c:showPercent val="0"/>
          <c:showBubbleSize val="0"/>
        </c:dLbls>
        <c:smooth val="0"/>
        <c:axId val="318323279"/>
        <c:axId val="318303727"/>
      </c:lineChart>
      <c:catAx>
        <c:axId val="318323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8303727"/>
        <c:crosses val="autoZero"/>
        <c:auto val="1"/>
        <c:lblAlgn val="ctr"/>
        <c:lblOffset val="100"/>
        <c:noMultiLvlLbl val="0"/>
      </c:catAx>
      <c:valAx>
        <c:axId val="318303727"/>
        <c:scaling>
          <c:orientation val="minMax"/>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832327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dirty="0"/>
              <a:t>Unit Sold Vs Profit per Product</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'Profit margin'!$B$11</c:f>
              <c:strCache>
                <c:ptCount val="1"/>
                <c:pt idx="0">
                  <c:v>Sum of Units Sold</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'Profit margin'!$A$12:$A$17</c:f>
              <c:strCache>
                <c:ptCount val="6"/>
                <c:pt idx="0">
                  <c:v>Paseo</c:v>
                </c:pt>
                <c:pt idx="1">
                  <c:v>VTT</c:v>
                </c:pt>
                <c:pt idx="2">
                  <c:v>Velo</c:v>
                </c:pt>
                <c:pt idx="3">
                  <c:v>Amarilla</c:v>
                </c:pt>
                <c:pt idx="4">
                  <c:v>Montana</c:v>
                </c:pt>
                <c:pt idx="5">
                  <c:v>Carretera</c:v>
                </c:pt>
              </c:strCache>
            </c:strRef>
          </c:xVal>
          <c:yVal>
            <c:numRef>
              <c:f>'Profit margin'!$B$12:$B$17</c:f>
              <c:numCache>
                <c:formatCode>0%</c:formatCode>
                <c:ptCount val="6"/>
                <c:pt idx="0">
                  <c:v>0.30252816752128497</c:v>
                </c:pt>
                <c:pt idx="1">
                  <c:v>0.1490148411107623</c:v>
                </c:pt>
                <c:pt idx="2">
                  <c:v>0.14527571837576908</c:v>
                </c:pt>
                <c:pt idx="3">
                  <c:v>0.13700188633174215</c:v>
                </c:pt>
                <c:pt idx="4">
                  <c:v>0.13483738997516195</c:v>
                </c:pt>
                <c:pt idx="5">
                  <c:v>0.13134199668527954</c:v>
                </c:pt>
              </c:numCache>
            </c:numRef>
          </c:yVal>
          <c:smooth val="1"/>
          <c:extLst>
            <c:ext xmlns:c16="http://schemas.microsoft.com/office/drawing/2014/chart" uri="{C3380CC4-5D6E-409C-BE32-E72D297353CC}">
              <c16:uniqueId val="{00000000-C006-4D40-88B0-8FD8562B1FBB}"/>
            </c:ext>
          </c:extLst>
        </c:ser>
        <c:ser>
          <c:idx val="1"/>
          <c:order val="1"/>
          <c:tx>
            <c:strRef>
              <c:f>'Profit margin'!$C$11</c:f>
              <c:strCache>
                <c:ptCount val="1"/>
                <c:pt idx="0">
                  <c:v>Sum of Profit Margin</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'Profit margin'!$A$12:$A$17</c:f>
              <c:strCache>
                <c:ptCount val="6"/>
                <c:pt idx="0">
                  <c:v>Paseo</c:v>
                </c:pt>
                <c:pt idx="1">
                  <c:v>VTT</c:v>
                </c:pt>
                <c:pt idx="2">
                  <c:v>Velo</c:v>
                </c:pt>
                <c:pt idx="3">
                  <c:v>Amarilla</c:v>
                </c:pt>
                <c:pt idx="4">
                  <c:v>Montana</c:v>
                </c:pt>
                <c:pt idx="5">
                  <c:v>Carretera</c:v>
                </c:pt>
              </c:strCache>
            </c:strRef>
          </c:xVal>
          <c:yVal>
            <c:numRef>
              <c:f>'Profit margin'!$C$12:$C$17</c:f>
              <c:numCache>
                <c:formatCode>0%</c:formatCode>
                <c:ptCount val="6"/>
                <c:pt idx="0">
                  <c:v>0.89753778284317831</c:v>
                </c:pt>
                <c:pt idx="1">
                  <c:v>-1.0338268210748267</c:v>
                </c:pt>
                <c:pt idx="2">
                  <c:v>-6.7993232426434708E-2</c:v>
                </c:pt>
                <c:pt idx="3">
                  <c:v>-1.2472934378841336</c:v>
                </c:pt>
                <c:pt idx="4">
                  <c:v>0.95084412782426309</c:v>
                </c:pt>
                <c:pt idx="5">
                  <c:v>0.96811232846440465</c:v>
                </c:pt>
              </c:numCache>
            </c:numRef>
          </c:yVal>
          <c:smooth val="1"/>
          <c:extLst>
            <c:ext xmlns:c16="http://schemas.microsoft.com/office/drawing/2014/chart" uri="{C3380CC4-5D6E-409C-BE32-E72D297353CC}">
              <c16:uniqueId val="{00000001-C006-4D40-88B0-8FD8562B1FBB}"/>
            </c:ext>
          </c:extLst>
        </c:ser>
        <c:dLbls>
          <c:dLblPos val="t"/>
          <c:showLegendKey val="0"/>
          <c:showVal val="1"/>
          <c:showCatName val="0"/>
          <c:showSerName val="0"/>
          <c:showPercent val="0"/>
          <c:showBubbleSize val="0"/>
        </c:dLbls>
        <c:axId val="399617487"/>
        <c:axId val="399613743"/>
      </c:scatterChart>
      <c:valAx>
        <c:axId val="399617487"/>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9613743"/>
        <c:crosses val="autoZero"/>
        <c:crossBetween val="midCat"/>
      </c:valAx>
      <c:valAx>
        <c:axId val="39961374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9617487"/>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'Profits by Country'!$A$11:$A$15</cx:f>
        <cx:nf>'Profits by Country'!$A$10</cx:nf>
        <cx:lvl ptCount="5" name="Row Labels">
          <cx:pt idx="0">Germany</cx:pt>
          <cx:pt idx="1">Mexico</cx:pt>
          <cx:pt idx="2">United States of America</cx:pt>
          <cx:pt idx="3">France</cx:pt>
          <cx:pt idx="4">Canada</cx:pt>
        </cx:lvl>
      </cx:strDim>
      <cx:numDim type="colorVal">
        <cx:f>'Profits by Country'!$B$11:$B$15</cx:f>
        <cx:lvl ptCount="5" formatCode="_(* #,##0.00_);_(* \(#,##0.00\);_(* &quot;-&quot;??_);_(@_)">
          <cx:pt idx="0">3253933.8200000003</cx:pt>
          <cx:pt idx="1">2976080.1099999999</cx:pt>
          <cx:pt idx="2">2492226.6649999982</cx:pt>
          <cx:pt idx="3">2309334.2800000003</cx:pt>
          <cx:pt idx="4">2035760.3850000012</cx:pt>
        </cx:lvl>
      </cx:numDim>
    </cx:data>
  </cx:chartData>
  <cx:chart>
    <cx:title pos="t" align="ctr" overlay="0">
      <cx:tx>
        <cx:txData>
          <cx:v>Profits by Country</cx:v>
        </cx:txData>
      </cx:tx>
      <cx:txPr>
        <a:bodyPr spcFirstLastPara="1" vertOverflow="ellipsis" horzOverflow="overflow" wrap="square" lIns="0" tIns="0" rIns="0" bIns="0" anchor="ctr" anchorCtr="1"/>
        <a:lstStyle/>
        <a:p>
          <a:pPr algn="ctr" rtl="0">
            <a:defRPr b="1">
              <a:solidFill>
                <a:schemeClr val="bg1"/>
              </a:solidFill>
            </a:defRPr>
          </a:pPr>
          <a:r>
            <a:rPr lang="en-US" sz="1400" b="1" i="0" u="none" strike="noStrike" baseline="0" dirty="0">
              <a:solidFill>
                <a:schemeClr val="bg1"/>
              </a:solidFill>
              <a:latin typeface="Arial"/>
              <a:cs typeface="Arial"/>
            </a:rPr>
            <a:t>Profits by Country</a:t>
          </a:r>
        </a:p>
      </cx:txPr>
    </cx:title>
    <cx:plotArea>
      <cx:plotAreaRegion>
        <cx:series layoutId="regionMap" uniqueId="{D9175C7A-E016-4FFA-924D-BF2797EBE6A9}">
          <cx:tx>
            <cx:txData>
              <cx:f>'Profits by Country'!$B$10</cx:f>
              <cx:v>Sum of Profit</cx:v>
            </cx:txData>
          </cx:tx>
          <cx:dataId val="0"/>
          <cx:layoutPr>
            <cx:geography cultureLanguage="en-US" cultureRegion="US" attribution="Powered by Bing">
              <cx:geoCache provider="{E9337A44-BEBE-4D9F-B70C-5C5E7DAFC167}">
                <cx:binary>7HtZc9w4lvVfqfDzRxdWAujo6ogmM1ObZdmWt6oXhizJALiABLgCv35uWna1pap2zcRMRL988gMj
CZIA7nruufDfb7e/3bb3N+GnrWvd+Lfb7ZdnZpqGv/3883hr7rub8Xlnb0M/9p+n57d993P/+bO9
vf/5Ltys1umfCcLs51tzE6b77dk//g5f0/f9i/72ZrK9ez3fh/jmfpzbafzB2J8O/XTbz246vq7h
S788O7kP3Y2Lz366d5Od4ts43P/y7NEzz376+emX/jDrTy0sbJrv4F2OnyOFlRQ5Ul/+xLOf2t7p
r8MYPacSSSSkRF/+8LepX9508Pp/Yz1fVnNzdxfux/Gnr9fvXny0+O/u27EvH/Ze9seF7vZfdvbz
Y9n+4+9PbsBen9z5TvxPBfNXQ0+lf3m/2dv+mwT+98In9LmilCsq+COpZxiR5xyp/Pjv23QPAv/r
Jfy5vL+990Tc324/lfblx/+8tMsbd3N38237/3tp5yBTQZXMEX+wZfJY6Cp/niOJkeTk9/EHN3sQ
/V+v589F/+29J6L/dvup6Mt//udF/87Z6f7up+vpZroff+o///TP7j7Y2/9DZVAFBk65YFQ8CJs+
UYZ6jrCkOVXsIS6xb4bwoIxHK/w29Gc28uc6efL6E9U8GX2qoXfX/3kNHcKNu73/0cb/Z3mAgfET
JpEijxMAec64pCKX4kENSn2b80EPf72OP1fAt/eeSP7b7aciP7z5z4v8iVX8X2Xg/+8J/z5h/45c
djfTzf4L5PkuZ/949IvdAQx78uqPkNODSs/ufnkGVv47jDp+4OtbDzb/T6f79vdY+PXx+5tx+uUZ
Yc8RYCkqJWdKIpbDh9b74wjGz3NBRK44yzk8I2HE9WEyvzzL2HPK+NHBCFGMYswhM439/GUMy+cI
IBhCGOXyOER/B5iv+jbq3v0uhq+/f3Jz96q3bhp/eZYDsBgeHjuuE6AchWkQAY+miCKswNuH25s3
AGLhafz/eoMmypg4iJpM6CS0SXVt0Q2zndsTSVv0qqsWfh1HW/NdvaXpbMsUz0riVbzTWS7m0hnZ
3fhIqSjmsdk+hmTWq8iX7LfJMtLvyGrWD6EWnpXjVK8v2ZQbedHOU+hKppacFbgL2e3CMhMKldVq
K+bOubr0meCqCHVsh7JtZnVd820OhSASbaVkfVz2i1ScnlSr1OoDspkTRcIze9vzBoUDa0z1WTdI
d7tGd1vc43ZeVYnG1r6Psfb93mYWZhB2qN8K7lZRqozzfte3bYuKrZrnercEtNW7jTeSlZyS3pdy
8GgprcPTe7ZavZ0Pa+O6/TgK2xRe91xNhdjWVV9mTWhPBHJLv+3WKIfUFWtGarvvBlq7z9+Z3J9o
EvLfY0VywnPYOuTHnAOGPI5/p8h1GBKJeX5mkRNXDRLrh6ra1FD+eJan5qKkEpJIhRnlmEKJ8HgW
1bppXgi+WpeG0l3WM9+dhn4ezemik7WvfjxbztDjXWGAZoSCVcKEXAEwxo/nc11qqsrOn/JchXbn
adN+dEp0N1apsT9NNuvNueod8Xsx5sSVJDfKF1tMYd2bzQ4Xvd6oK9Jk1l/rIJnZGVCaH+/baZa4
/6h1VO5kaLF+tTVzPxeTniQ6kVOs5AWNeFqLfBzjVpC8AtvTmwq0oJ62sbBh285p2Bwuqq41deE6
PVwqbLLpFZ1w/0GyaGkhl4muu8SE3KekGS7bzG9qN6eVd4VeLZZvq5UOomgDo90+iUTDAckh7Nhs
x1RswxSG0zbQNZ4Lmy/DLhs6ig+87uc71BnxMYJtNSUPsk6Fi2wxp6NF+emcQhxOveWZPOG85feT
NPx85cNqdmszN6mom8wuatr7cUtb3BE/bMMylz2JtStrg/lVEDGzRUhkG4uhSd2nxqfECu0n2xXj
lmfLjtFhEycKdfzV5tyozm1u6VrQBCIoatM0nya9aHfIl9zKMhHRoJ3guPIlZ33niwpRcoONjms5
N13EZZ4Fy4rRZFV3aGPjyJuUMFOlbI1YQRz9/HKk3chf5FO3jCVa1up85JVWhWnnRl0E0kpSJsXm
D4aqriliEIMrewnrPGcDTXXJwftfpNW03VkdsvltaLnVRaYVI4fUNvRDWsgoiyrMWSxJLfNpb7pR
9GXDOnPclWxCsY1+nc6nTIIocq6260FXxJZGD9QWaJ4QKyJ1cjvZMLO8WJe6Gksv/dqB6UQtzqlr
xIt+aju3M5Ru2ZmZmtrsdBrscFL73AylcAbZsl49cvsZ16gufG/x+0Yv/n7Vsbk3TM6pWDLIHeCN
Kffngw7dWSDZzMtGjkO+g9CXTifExQup7LIWKaC2HBN/SWri3PlgQ40PktbNefIbQ+UYE/9AZdre
rZkczju0Tvthm9b7TZD5gwUpkp1goR5KnjPb7/RKG1K0qZu7cuCMjfuWLOFVLpsoy7VNzu1XF2tS
4FkuZjcRLq8mnNhtDjL+0GaZ5hdyUMqWJOBGljHGJTtJOpis4H6eeFlZDdpoiZVih2wfhiIQt15H
NHbzYaCyMwVrop1Lq53bVWheQ9nKaJvDtAp5NuXJf24hwLii7t2Kd37i4V2S2Yb3jpLwFptmu+fz
Skmx0nw84xvO9IniIvAyQj68By02YldFvY6FajIz7GVcerbzMa9e962h9WmdhsUUqkvZWPax3VKh
czuF3UJ6+UmSub3MYtzwxZwG+XmjPL9akR7uTeqHsM885W6HQttm4FvBmqJdW5fKnNLmnUlzuBRD
2j7PHQS9Ysu66uPQLb4uwDys3Gk8QJhKeCXXio3DmzhEeAyciOqCzMrGXbSDuNKoIXrX6jWIQzuJ
zB1kHPSt02z4QE0TTTGJNDVlyEirdknSaS35UoH9JdnZ05GmBR961Ks3lXSoK5ywCAS2bDMsNzLk
d65C/l0F6bEpsoZV93nieV3khJK86FWLYsnaRb6YCO3lfOs210xl5n3dFRWYKzyzjp18YUjev0bj
NtjC+M2HU9V2aKaF1on1J7R3DUkXFUmTLM089X2REM+Wcz9j3hdtRny240RxUkB4EKJgnRIXTRtT
ViQWhtckDqsrKYSBZScdsVdJ8HUo8z7Tl1tttdgPiue/NRp18jSLrbu3uab8kGsT3wWfVXmBZeZI
aWSwp5MbR1fQvKndrtc1keHEjXR4qeIyi10+OovaIsSIT9pGD125+j4fzg0FLLCrTNPr3VrZpIvZ
SPR+HSd8Hyov73jHQapT1OaKcpJ93JaagJFXmf1c60hTUeWtn8/XplO8FKNnsfBy7MCF5MznsuvN
/NkRgtlOZ3buD7JjKBQsbhvoqiKb37fMj3MhrfWuWFKVxmLd/FYXuM0ZKZYqr2KxKAXR38bk3ppB
Z7ehVuxXlabpKuVGfOhDQLeuqipfKDMOgHpokhH8VDq7a0e8TiUOaOG7QSMfCwlyH0sRqvpDLbKM
lbnS3O7Ysqx9SVFdoYL0Hfd7yxj9ZPKOkIKTuAKEi8QXPkPTVQXh15W6nQBjMVMzdMG7nr/XaLLX
E9h7KKvIm9ehIRD3hxZVV9uk2nWnpjmZIrNbhnemaddfB73wtpyzZPpdXKtkdqwbunO+gXcVUhmm
d5AEm1drPc6QdKLqeWkbM73CCbDkTuW4ve2oG0KBASZ99svsPjaLru5kg9qxyGstP8plBuVjl6F8
Z6pOTwURfX7XGj4CityGyAqqJkf2bbPlb1No85tJz/rXbgKnK9w4NbpAzeinA0c1MgXRyWylzTJE
CysVYJllccvHzlX5R6CMEz8o0yiRpaJt/NZeNOs6rH1hre4BHiyo/9zhKDAksZG83MDLfusHQW+5
WKdUGMi3SyHyZPSu7qhvdl3biOXFIEUbIKevJrwapao/LlAEuGKwTX3a4RTbHVv97M/EYlxTbn5p
x4Oo5qbdq0YuqRyrRri9qWQzlBX37VyQwSb8gtMtiRMxtdl0odI4DB+iphUrt8xmy5vNOLWUel3d
Nc9oRV6u2bj505ClCSzSMbIFqDb6VLGtXDib8FIOeeD4k6u8XuoCER25KxXASwBmuY+OzyeNr0n0
xUyEYgMsA+n0obEAKc89H7pYQUaXujGF0ytfD7NboFwouiYk+8lyY9hp1C3dyr6vKv6iHXBOVsB8
RNQaUONSda+yPK5DLDOAEaSkLefGFW3bNPVadoBaM1rmrSXZq5jm1LyQs8oqXW5oTOaOBN5mh86x
WrxqguH5HXQBYD+yctayfRshMp4huSDlCmy2Bs1lWp0iJVGyt4ehImHY9X6DXXArI5QyjV2iOBnF
7O27USXD213tZT2/T9Gn/p2dTUcO7dig6u1cd5zioqHJ5geAIiScajXWfi54FyR5bQ3NiSiw4CF/
YxMUH7q0ZgPsXay1gCyaOVjtbmtSY4YCImQ/vothmpUvR5MjiI86S2KPkWbjZWZ64144H5b1chRe
TH0xZLIRdWE2KHzPKhY8upo9403ZYU7X18OwVOSajIPML7ugW1JGGpf3KksQ03BTsbxoYgfwRq6p
K3FVM/phNVv8POIwdiVqwiKhyPOkPXWarh9HPMzVnm9qufB5tLIYm2oFeEIDZEMnx+xtBth6K1yN
Ur63VVdjAHgT0S/qXIwIAmVMqOxVs550mFBaDnIlH00ig9+FcWb41BvWpr3sEx/OFDeKnOPVG1R6
Y0O/FxSED/ZV5RCjJjFC0cpiskXqtn6+8lNLzX6q6qXZxwCQfGe7jA3nNe203ddq0J97DBV9YaRT
dQF0QHiDeGfTaRx5R/asQgDtI26nV5uksLL+ol46zSB1iwo2ki0WyoSVAQz2lenojkvWvlkxn29J
rehdgrpXf8yQtx/bIejXQDhUTaH7pZmKnI5hK9OyrXcELaR+VfUMAjYnRvgCTHyOsPV+3nc5huzt
wLTvA5iEKXC22VMZUlqKJkgOxQSKLVTekoftbDFifrcxOr3nkAXrIibvbNEuNhdFb8f1tez7sS7Y
liNyYkbayjKDatcWK3L8CteikTuktH6LQt79mgAu5YWCDJHttnqg7cGbzIALGZ0+JVFLXQybaX3R
jxXwCAvaLDsjvJa3vhL6dZXbrdrVQ2pikYemg7pMUQRJqe5EBS6Ct+nwpcj9SmJ9rdwfOJnbfojB
avO17/f7z39cfmsmfmlW/ev+sXP4r19Xw727nsL9/XR5Mzx98jjf74/CdF/nP5JVj378gTX7N7zY
Q4Py3wz+90gzwoCE+Pe02Z/yp0dW6st7D/xZlufPlaA05wLIf2ABEPS/vhJoAvo3mCgkFeVAokn5
O4Em8HPKmYBuAZGYAIfxlTwD7kxRwrFSmAhgFYDb/rbBR3oClvBPGBcKLYnvKJfjjJhAUw7TI41H
gRZ5TE60uA4Orw2/l7iCaLcnAxuytkQDuNh7zuehuWFZ4OPB+ThGBqXPxiGDZ32FPmkXmMug1obK
4lwZHuddozLnT1coOMbLlndDFou+2fjwiTdTvfU7kFVb01ILwfC92Po4v2nNJtobIB+H6pZC1s5f
QtXhB1p02I6wFDbw0F0ZjKbV7XTLQzMAyuZd9wKL6GHJugNMcEEAytSfs3Hp4Z3vVPonQjryh//i
F4HvhA4CA8AMrBSoj6AntJTAHQQ7IPzuq7V3tT+dOtay05YtYxCnadSTXctkh9Z+BrRmSfXgXA9N
3z+ZHgNT+nh+IaighFEgOnMMi3mso1RTOeYot3c1bmhjy6mnnEKhpkjm60PYVh2mXTCTZoAPWZYG
92plNI6kxCzlKz0HttKNTdH3ngb8UnHpYezHMgIT/n6NAlFKmQQTyoHHOJrl4zVuxmbEBJrdAfWx
IAIMgNDCH1rJJooKF6Yc6hGOqunsx/M+0c1xXqaYIARINgVNnSfzDnPsRZ9Reacj2FxeLGhox4+G
VcRpyOx2tleugmMRE6DDnkAR9+Ppj1zhd6YB0wsmMZPAcXNJwIceb1vzxWZoM/QuE63wtOQryvkN
OFI2nfXJivalzXCPL2nj43zdjAgBhh+NbUEo/9OVAP+eAw8P9CmCDuORhfyOOzXCVG0dUbhj+Qou
d4g4T7g58LDOI9tbCRDjtzCDCHwx5kLkv/UoLkHtF9ujYf0LrTymWJlAnORMci5z4HMJcMqPFzPl
FtVAe1W3lUqOh5PeD10V90CHjSqeRBk2MJEf7x8/iWQwp0IMvAQclUI4lU8EoFWquRqm7BMAFNFl
p9tkjg4BgMTAsYx5rVlipe3GSIZiU1DQe4CZyMzX3ZDXsXQZDu5adaYLbud5H8ibbrFu/PTjZR7j
6fcGcyylGEOMA9LE4C1PYsm8VjIgn7ZPW5gCGAGaGwT6QdtKeVZsgS7Z9UAaf3Saae2PFzvo+S/0
8wdhYZwLBu2SXEkGfZqny5CejFMc8/6Ta3kGMbyG6JXWYoloivyCVhzi/qjn0Nx0NXcQUcPQBcxP
ZVZnC7QIAHR9ifzRwFvOpna5YFsz9N1fhBX81MHwUUiC5MDYg4bz/El+2ujqBuUS/TRWJM+6fT2N
Qzu/8mmyQIiuPnpYXCa6Bcb66Ls+7mSTYnYNzYTqbATGvdZllxKKF53xbqoKp1BeTeXMUda+yTul
AXATqjYIiSSrI3bnKKkWvtrYavX+L9wUH9n+7w2A5Fgej8AgDAQZ9AOeRAywTOeh5B1+E7znNS+H
49kNoJCrWalQ4gQllimq+BA925nB2PwlnAy4kjC0rRPN/QGYvr/2IfY0ihNAG1BQKgyY/+i7T6yz
2Zqxq0w//DYE8CK/pyP0jC4JNjRe0HGOIA5VLW1630FtEqF8NQGKAgCgZM3faJ+q7DR0rE7vgZEe
85fS5keAsLGla9VJMwPREXf9SBWYUFwEX94MoW7S+9TmzdoUqIUakZQWpA8K6p0ycJMCGk3vZbdt
oDvK6wiXMSFocewGPtLxAP27o+6aTVsAGP7L9ErqLK6F7LcaPtEDeICVQ2/tiA2mgXfNzTbmzg8H
tQS8XDPap+lFCE0VoNjtAunKTFfddqoZJNdfnXQVe7+gBYORCakBZyze9QBRfhwbnkZNkL5AQsAR
ESag/4WfmAatotNYDe1vCXdj0MVGkBiA1Orrvj2js18hUPx4xqfRiAiIRQRD3sYAc/4w4xjQaNaO
rr/SNB+NcZ3ZMfyRUTSQvPPFA4tY1TSBEa5knkZ9KSCwgJ3+eBlHOPvIKaB1C9U35Ao4pgQnNuiT
nSe6zD5Tefe+Y66baDH1M8/ue288RCPTjA7vQyV6+2oBegMizmB4r/daTmTpCynE2i4FFLf+oq1k
fr3RANR5Ma44X95MMgP61/O09RdgRMBB1YhVdgAmMsdHZzcI7LBfDKCLs6pupqPnL4zTKwL5fogF
bQLdlpMf7/hpXJMUEhTADdg17JZCTfA4QzZ5ZdzqR/EOWDcEIJaHQADELulotwxAFjs1GOhMaAQ2
isJFT1+QbZYPR5Omc72S6rragPNtoZNtUxdO7UDoMUT6NCJ88O0yjPYk8diA11Vrd8TUOMoOvFNg
D2704y2RJ5FNAgKSkDYhqoEGMUZPQrWn0Onsa0feyclQ8K1p0McFTBmdj677xY/hlFqEtVXAvICL
Q6w8hpQweEg0mcEA4/HGj7d634zNTatqwU7t2h7l4OPa5y8rv8FTwOYctxh1l4+HJhOBHgYZFjqW
EfIFbPcvtvYEZcLWFKaMYHAVxBngvcfamrYGi3bu4zuql2OkmoIH00ptsv3thGRDXBGn3qf3grhj
fuyyHg4EnG551+q4T8AlTPqgaDav7wClBhDHKmoK1keXBNHE2UyBibG1HY7RbYaweWrJsEJYmwCR
wIQW+FT4BTUWBlEAFQKimCYBfdqSt3MNLgEMTQ2/HuRzDIUNnPb4vbB99ZCivj9m8cRHJcAFQFcC
WltQdqI/QF28JpbH3Gdvl070EB0e4C0xcluaEipLo91fhYUn6eg4JfToEUGQlhA01p+kI1T3gFqh
Wfd2nDFYyBSnCQwKcj/Ih9UD6/m+WrMeGrt5SyMIvF0qB5AFgh5IaQ0bEEgiH2VVH6qJSQgG4JDL
mwCHhSEDdBk4/rQ5SFRf1ab96kCUWysd+Ap40VEdutmOishqi+GiYq2WN6jvelgJbxrITU0+HevU
H0ubKfo4JsLmj0kAggTGDFDQ08oG4OCYabTFt8bEvK2KaW4o8M8rquqXOYE+UNx7E/JBFscjOLUp
QvDWn6N2phsvBkA72UXQwLtdQsdB0NKv/aZvkW3R6VrNLN8Bqd23d6xuU3jT9XkH58ITbtcrtmC0
pZ2sneJD6QE/jvNhXblcXgZvqq0v8g51+AVFAaudc0Hhst6mOVRFv0mfgAV1SwBWW2/NAs6wwEGG
2ELPj9esPiiCZ3adt1NkukQbntf5ZFCrwRXgt0pPZ5MRgMxKkdo1JShrwRSHs62J1Vz4cajzw6KE
Bsqvy7b0ds17Yt/PrNXVjrKJ4DJCfdoD76WnUe2UJWtTat7qU0HotPM9WqHxphxCJ3jFhhx0NkqD
9kPTd+wdnPjRTfZO9Wjb3m7TRqfLbJxc9gYyhpjvgDrOoekq4CgAEL59j834Wm3QbD+pLLAbh9Qz
2fXQXe0pMdAlSqOXn3BXS3dnyNAv2w5MJfp7NU/rikro4Yy4Pp0q57ncQR3A2/yk6rImf6mwyJrm
ZMkHMrbmHmhSOoGUN0xlYJeJ9guYdAJqeDCvaY6mHO2dY8MgzmZVWdO+cHxrvN7Xi57W5cUKRwus
PVSsW2f+pnKE+rO8ZkbLA9hKToHDXRKCtN6O0q6q0BnL/QQNn5DqeLbqMTP2ZLUdZJuyUSscW9ot
g535xz6bcz6egXGsWVWucKQB+IV5ANSloPNH5ZZftUQIuEwPNzNrWxhDCqr6UKZ+ZP5Tmr0iy3md
h0GTU7xlmRBlrHkzi5PN1RgOc3G2HPMiNEktbAdamZBUbrYqwn8AKGsgp7m+grbFOohXdZXVa3sQ
Dc3IcNbMUcnlKq8pt6rwSh05CREmbpr3QldVli4Ya0eQVBY9hOxLiNre8Avo1wTRvsDWW9y+quu1
ltV+rSEQ6D0cXqCwdghZxyVBn79FZI+gs2r9Dg0NnNDZuQll3H0kmjiYr6tbpd7NWnpfBii9QbLQ
4rSQQUqcm+NHYP0AWQrv1RHTMzPC7svBYEfzQ23Wo8RoOzVw6UczZdeuE8eQz5ZJSzjwtU49GECC
Zml+MqnQwXNwFuG4VTPxBOLztYA/yCVjBbO1BkOR6bA9qgcPzBD+AbfbUc6OqRq4pGzOAqgic400
7N57KGj8IVg4uyDKVUIDzpcWDuLMGWiQzX5+P9Vutg7klcFhgBMzJ4a3SwmsNizFgqaHdJ2DZcEM
FIb8pyrbjgaWh+yoeR4zuNeq7iiaZcHwKKRYOGUCa1jcCNOWX/cTAqX+ExBuBu5xOEeTXzecVYqW
bFVAABWDMBhk8dV6oCWs4JOizo6bq6b4RRgzWE0ov2JcxRM//qIjby4psiG7/irq7OHxb0J+eA6Y
AtJcCjJ0sABoi5rlU2NzOH9yYh0ctdouPUnw33EKTai26BoKcN2rgj8oqk/LBKYGlfcc9JnDKlYc
mj9mifmV6uYepLSQroVHyAAcWyiB5qgWVTQoHkGv7uBMAPiogFb0J/UgwX4AD4K49rAnQyzUaOXQ
u3zFp3GWx+ocPaj2wTzyqmlBPnDoBd7Yc9EeN7/lEZofB43DcRrDDBxUK2PvkTDvUmbZPJ3DTulR
vA+GlOY4wyphk8evYBtGeA8OxlOwrnEyx6U/CDRLa4IffUt7JvYZ4q6pzxLhYhtO9JFEQvsVevvg
06rWR+ZjXEG/dhHEf8K5dmA+IwfECpsPC4Ddq/H4H0zgg2Q5XtiiJVxah47u0CV+XL+b4ZjD+m5u
davtwWkJ3zWeYk1PmxF6x9MFfbAVW49qEidfRa7qJcByNmimwkcgA/QweQ09YsjzC/YpR+8AudVy
2Q0+m5yFM5i6gsl5bXoomaZ2AG6zBcIAKBtQk5nPBJzbA3eeIb/CvSbOeS0PDYDFLZ5TNbb/xcyX
LceNa1v+Sv8Ab5AgOD02h0wpJaVml6QXhOWBA0gCBAgS4Nf3ouV7u+yKcPV564qKUkQ5reQAbOy9
JisuZir8YSj6jPbDkjNdAzYMssDg8808afxA0xj152Ey+K8bVuB2kQ+iy4NWgqT9GYwWAyiwqg7f
DgWaWD7FI4MAoGJu29f+mqGUdwcbTgQVJlXQl6VVP+CIHSrrjSyDVCjDUWVf/dh2qDd1LwTnFz/h
5G7uG9UdTNNj3v3iqKZheCG7Bo/jGP7YM5NIezwwzVbOtk9hk4p1fp5CCGbji/nj1m1WazwiiOw2
jjvikCBFVbz5AarcrOj++AIr91UDvGpf4h/4aar5iicQGLLf79y2BD8UFjg+P7VAH7287TfgyuCq
+QiVbdO6eLgJZaDwidgF+wy7REZjXX2ALFsQ9YqBtpwUI5c1mzb8ju0DemMYy4EaThHlgChZwDH6
DgNmp7GYoaXFHDrweN9PM8SXAOFrns4olSFEJjjztEOl6SBBi/eHZ9pwhwqIgWJgvOv6EUz+lXI9
7vJ1RXvGvNPKtFLtOQu7HaQUBsfdTcJZGM/3FDCWY5VlneeaQ7zKqNcloIsAMuMEIFD8RuswwEiO
wzDDy988uuGu4nHYj40hYvtyUxCiYfF9PMluFkCiw9Zvw+W0btHAknu+mdV7VGimgSpscsriN9Rb
rC9vlRueAIQp+z0wOXoo/hgvd5Sqh1xqxwKyQazyLc5cMwXv1PZxf47jSTp2gFpaz953aEI7yyqc
aNAQ5LoH/u1B/Rgk6hMQyZXPT349dXUNPYULG/uwgoIPp6/Z0i4TedUsBTRxVNwsQ1Z4ZNP800YN
oSI3OB0shv0ggEItT6CuNoHBKh86CAkW/E8vgQRkBTNly5938vEuJ9kBIC6iKHT7bf0oN32/7PUv
c/VeTdD975u31cP+ifEHes86sv+/KPA9fMLVbv8gC4FODBUm953baHsmsZWh0Z3ZeZtdIKsOG3Xf
ldmw/8nPJYueEpUIirz9jz4g+L2cenWhrFNQngdE+emdaZIaihfwwgDswamzjFyu07jvcigQdjhQ
gyfCD4q2bL6cNh/rm/rgH87ALfcr5y2YxrefXxSpDEfahKXiPX5MbGPbbQnPu1Eaes8/Chb/ABqn
NNjBaK+fdhBSq1hRWg71MAkGHVtsvEfTRhL3PK9g8ZZTS+q9jWuoxXckS79flvmx4TzBcY7kLILi
E60M2WnGclztviYTthHe5lGjx2Gomq7Hbjx8PBDgwHvR4yk8VCjvOvC6q4aEPYTHfx6vfhvogeWg
PmAFExS3OPgHrNzM4BCAV5PHRogYV53UtcVuWAXK7OTRfQf1C4CXJl/aab/2P3/9Prj+DQTevz7e
uRo/i6IA3//bYKuMFd6qE0BVH6WxAwaMq8AcgJ3056/6DUDHbvLhRsN3AbLCf3+YJ/7GC60pn1KG
VvK/14jPrRDFJBmlt0kGzgoVGTJd/DBthzcsqKJ4ZT+L45+v5VcIAQ5FrJ8Uepc0Bh2OdU5+hVHY
EhLAt139mIFVi9/aKNibVK3TJKw2gdb5357zP7+QZBmAgzjNCMDF3Xj6d1KMN8oPoLxkD5MdcVDU
HCf+ZeI4ytzPnf3nGwx+1frvdwjsFjrkgKQkAB312xfavqP1OPfxw8+KsTYQoTa5i0MXRQdLdboc
Osk2dW/W0HXlYMa9nocKpcHTG8V59C9X9OtKxxVhlILXAdQoXDqA6H4DGl3me2viwumh/9hUK/o6
7HFrOENdb9Ol3ecEahx2ZhbicEBrAa0JfkB4MpmtWCZM9odoCEUEQwlKiytQ6id8HPuDBefWhZgn
i/WDz5IfZfbPN/H7a8SLo37owxICSDaAF+m31xg300yst5wbzffKtP1ohKSORnPvvNTQ6//8+yIf
L3L/J47j355ZYtGNwKZizj+PPVs3UCr7ApUVomTd1v8RtBb5gPwDmNGxMUJs1X+Ug3BlQKKXtjt/
HEtokve3kfAe+2LU035g/PkGf60/wGcz0E8UOxB6FApE8zc8c3WbbdUW8Ytk9BSH/HYYkvANWqHm
X7fgP78Kry4Fg5dSTPrJ76VuYGRwpo7ri49WZImAjmAdkWnAjz/f1U8pxv8trBGwQnxVBoHMD2I+
/Z0u9H3wMknb6KPaiN/oikR2VyMYnxIjvuttBIdeCF0DW83yAZrZIM7nqJ6D4QqnNSQ4dSG4BPJz
TSiwh906FtW1uHDoDSJxZrblgXUF5Mcabco0DRiDVEfoOFVDbzYyF77wYz2UqYoAtV2HNhBhfJd9
8Hk8xjAS3rJxCCZ7w+tmySCZMXCVBMBEOkg1LjBoJO1Q9l4n8Sp+NiiJh7/W5PyjrUCHnuKwiH+U
sY9Rg68+SvcKOSRKN0bDvQ1YF+KhoRUkxZwwEoMPoMWKTXIOdb83c95HbyNBjmK3+zINoEfjeoYk
FspdlUEBHcuk7wwUbB+Qx4Rjs8l/NjI/Oigwayue7wZPCIpEMi1AljBb8JhUMhX4yoFjqlhOPtiK
ti56O2jMU8Dz+65/DtH2ZuE5djPErJdd7Hs7GKAXBZwVtqN9DstWp8MJemf4BpYHIDAJWAaYV+ZU
sMIzol6h4p926yK5y6ZMJmtVTzEEfU+Ry5ZNPIFv2Bkt9IA+ic9i1iARnloJtLkuIUKCnODQqCkI
Ogg10XR+dxg9dXqKYruStyCybk7PgM2YvB+zrOOk6kbtQRItUTjsXMALCS69GoXDuy1XS2BYyn0P
yMRSoDULInhBqGPrNc/0DCcU6Oi1xTSdpQq8aNv4+kj9fl7fY3+AfaFkFA33mA/JOKiXEciLB4H7
B+X2sxZN4MPr+Bp2hgQDx9j0MTHoon/0WQC+9z7RjfN+6Hwsjf5HNzgmPcfIpjIoYmQOQ2A8BKhk
tUhwGYTD/LJyb8meUMRF+ijHzOsPQxvVUd7U9foYuTbqYMFY2bGlS3jR+uF2OSi7XADJEA+Jiklh
oRI9J+3cQyNKF/XEsKgvaB0JnWP3Ne+dkv1LDe9LabOAYRbtw/mIYReQEhl3+4z/Jji247jK+Dpe
WwmHTtPg7fqeOkCiS6tOtOZ26/rZr9CVz1Xq/LDHio2HL400j7AKyCtFvfoKnqq5ijQgaGhf6otF
mKxssjW9T2QzgdeX7ddWT6zsYQnIHYXhJmLZdEo3MhwcG8ECj3AB4VenbixoNyaHFb/yMsU89q4g
cD0S17CvU8b7I7dBD6lq1kWHpvPFo6TA5vMeEI3OvVDUz6vd0s+9N0YY5c3wtKakrXz4VE/Uz5o2
F54XXlPAdAc16/Gb7hJ2D/CwhV5pDrOvAagezDOBDB6gVW2gknajVwV6mB/0QgE4oBSU8PaZE2St
jkPsvKYFSzLWpC/tQjIH7W5svmhCu6ASRs4Yc9qhgS8ijNJv6RwlQ+kxT51gwhBRSYO5u7dLCK09
uPqrSM/BVLC0EZ/9Tstrm8CtoONgX6Es2jnUellPFu3sjZ/w5RLot3dqediQMkX1+xqs625c3NIA
RhDoCl9XOa3fJs+zBWmD7bPWnSBQFEjIB7dNY+U2vexzKKaUKeW2cnuKTT3BQgAt7tkFCQoxRqpi
WcM+PMH538uTspM6EGnIVdQPNgfS+yla3RffMHamAbbPos1cAlqEH6G2sNOUkRNhRZN5PMuGqlcn
LXoyH/R2rXPDoYHgRdLWEVTgJqSfwUyLPCT9eBQACnLiD/O9DUZ+rxsHpxGf5/p5atz0oqwcSD5Z
YwsWKNnlHa4PjGsKzA0bzzZbQW263mVEN30xbkv3uRvkBsueP3waRTvlUi7BfQYS4VISlRZG+exE
25F+1mlsrzvg/QtoB2rwpWzOmfEmTKSmvo5TT0BsHPDss/LQ1JQp+rMujzo93cVrzA8o9HFcZO2W
XMDR2NxBpwNtB+wQz0SM8rgYGxw7ucSfVcieV8zJz9s0bOlxkjDldNNQf3N4IMdmToyp0AY6KHyz
iOWKTmBsOVwhfrMsl3HG5XFCHxrkdaKz52ycs/fQyvCpU0y8L9uyfTNY4OWSCHJDISw4+jgpSjik
5kf0l/DKreNy7SnN3zZfjMewDxiUWYCTz43zKc4yi4rkd20KPCji8UUCYqaQeuyOPDLqGdquENe/
QKvuj+Ghg9b7FbjcdJeNjboIINd+HAa1XdUwBlQ2QcnFGDy055H680kZut6Nmqknlab0S8gXFAcy
ueVM3YDNA0zrNghncwXfxnrZrjYUwG3S8cjigZYYj6GwBOyRXW6eYteMNep+I2nznAI6eZ22dH7C
gV9fYLMlN1sAgy2O+vbQZzBigOEOwmIesr5MNzeGWO9qPGy1J+44IPi72go5FVCG+Ae1dtOrnA2t
MVxv27WCR/QKQiXI271BPNUhzO+o2YOtQmjKLwJwfsUiN3qbLnUIZF55Xz0Gi5d/7SK6tVnhBote
t0wMIO30mkfhksyVLxTvZ8jGJbtePVnfAWXpzx5146d+Vp/xd2oAvXBx6gEdTGeS7myzDvLLSAYt
zMySvBmPmbXom9W/gdTHPLdkWaZjQ/qQFlkTJFeUCZUeYLods9PQpLB+WE3hAwXfXabZBtV6t83Z
kg8hG8/CA99/5bwpwbOOYedU11O2gOgJrArWyxEe7tvQUu8+GbMWTjirGlE1mVQPXd0uQwXK1zVX
Q8tFW3pqjCBCZCzwjsmi9fbg0lGZ5ri3Hn6ZTVb0cBstUqw1P3HM5KovggSdSxENhi03QEs6XYQm
qJ/WZBOuEH4fX0Oux4JyDdAiXs0YxGEFaDH9wenpKTlHMRqneoSs6GKZ4+QUEeuP3dMWOkaW3NnJ
z8yJoNj5l3B4L+449W5UZbPoyDxmXs07KHDqPlO5guOm54VHYddtQ6hmcgKrxr1wgbcdVwyaXeEn
E/Gv16yzcJPDipLcJD3KaQmB3FYKIFsnJCW0RRwk/DR7zurutndenG0hHv/o26EETjPwXaUlSTTc
zjPt0rl0cRf3BAC7FtgPKejNwgSODBUNTN9cwyXRxbBQAOYtttnClBcODsRPYjp+MbY0ElUNovCG
t4BJy8629iKEmTwt49RvEkBinQouea0k6EgTJS4nK9jveCbz2YM3OSmGjlGdJ5SHgOKA2X0KpKe+
Lhlak1BJR46wNQVhVS8NMaRAC9d4ogA3DynamidN/OA8KhI0ZgbG2r5AJZ3xAeHDU9d+QRGa0rhq
ZC/zqJ4Cm1VwTgRJU0liRRTdBN4Sm2eQuQO7gAuJfq6X5W2D1+y5buRbnckIto9pHR5XaDsqljJ1
9HF4+CgSsQL9lWxXvSP9WcE6c1galRVykpvME8g0ZT4M0fCoxj4ulYpdbtKWor4u8/Blrtl2SJDn
gGAGy27AMKZ+EVi9TuWGw4beZboJH+FrUqpsF2A9WA9YMDn0cOvXQEh+L6dRp5VOkvpai1E8mknP
dWUsDF+XQI3rJPcGm10OoptKMk79gU8sehy5H1TZ3IgrziLvhnBLr4gEaSlqDfIaZhXkYhC2fB5N
Yo6bJaTP/QSHMIwsy6QrmMvEGfrBdb6UamV5pld4VSZedwWN9SLzLBgY3AMQRJpLHePmKgeQ+3Fj
qv3KwHtPxw78WqmwKWENdlydccrj8G9j3pdth/4Cl8AecOq0B5NkcWFG2XyC/TV4A/JmDxDtZEfh
Z8MhkUl353W+KpYhbl78cXjudzdijcHtkBDWvYqVwMQVhUK8hj5TJ0NCZmGet11atABHT0wS3HTt
A+Fu7VJg2A1vkQxgTssatF94EyZvnNXBCw/C9XoBc1tGchKXISDjTwDfCd9rmpV52PnTTcxYiL4V
xXFfhPQL5fsw7MZhP7Ut0e9iSb226uMWRCjAZBFfjtHYikKr1s7gmjYBsDBZuwAWPdQROKLaLrrp
pSbvTQMLfk56XEPe9UmTFkj2mArAX1gTjZPR5RDDPljODYScCr0Wr0+DFPNfElNbU3AZhv4bDt51
DzJJ1+XCm3lczrLzLtopIs+7buAQbAs3cNV68jaKbPdullTieMDkeRCGQQ0lWBReg7pTV9JBVJKr
Gi3NtdVGvnMy27bQgBmXvF16+2VGUIU6YlNiTjMSKObXBazVkoORW6qxW8ITQOoakqnWbmjmIRv9
RiEhZYchaeYr6jC/5R7akbns2eRFlTcN0Pz62xJ9mnXfvyZysQXXoS5735v8s1mT4BHsWppBFYQe
Lo9nxCgcVzRVJ1S/ca3s1MByOdkMrSdUHJ44h80aeIVhuxLPDX4kKyUXOAygSMEiKmgzwMnLl0O9
xKBSBl50HE2aqvYxdoGhd2oJeupwZNvLqM3Ib4kIVl1iqmAcJS2LxSYLFZi6d0fPJ91Ib2MTsjTn
wdSGn3vIRr2xWLzUduwAwoxb/4Y3IhbIgvGwM2UOc/CgTZHgwI1c2YC/SvvcQM1NXTkujg38yqWM
hAhHMBjA5F2/AB0KYRitTWYOyki45eqa093Pja0CGgVunHBU+WJh+J4PNXq18dI0xhu+60nbJaqQ
jNEOYxVN4NoemU/AvRwlhFLzWCpHPb+764zkeA/Ug1zKdFAygwNYIHPH7X8bvCzx8Rx1N7oyk42N
XiKwTM3jB1jryZ1wmPtsh0ZJwKy82mOAwAtAL7DzINiHW/K1hlnQxkfoqjfstynQWftqkA/iwQSb
AujyMNmybo1xRKAcz58M3HcTDPxoKO3Z7zLf0cLU2kz8uIHdwtvCkdeJ7j1MYZ8dyggpK268Cg1u
b8sRaEmILiB6CQf2GM6RbOMqhlC1DU++MZMT0CG1M3oczA71dJAy7VCPvVmUHCqkGwIxF1p3maFi
uqxFE5XSYzsng3MSKOwCJLUtIKky/UqrerS07Su5QnGTATsYRXq9ofVLK+b1MazO88IyafKAThmt
EreF9Ajeb/gkU9M/e1DXwK4tYD7LEcNitwpqk+GrP3J0WVC/N4pXItYZLNiIokhsvpEJ5OMWG/dD
ZX/K2nq5i6COvQAO3F4Ln4UFJ7G56QLnhkqGA8RaSwYiWHr9IzKP1uRyQguX5DCVwxhuR4QKHdXs
Q8Vod+c8zDkL/yo3H2ZMpujA4GpOqSnncHMPuvVWiwbB6yt0oJgQWSej6KhiOiNmYEjtu7cx62Qe
1OsUPKS85VGJINPxi/JBYOe6WzAajJu3YBpBHEhToZ1Q+sI0EV8Q82R3xAUdNQJ2YPGtD/BpLQx2
ZROkEOcgC2osmE+FqCgyOS4CLZLXfulpALs/I7UoACjCQZ27xOnzgDxGUxI/MvMLpA+QTeRKQmVX
QNMxLWiQAgJdEcCtc43Je8jphD78xoJws0jn4EmV8Lg/eTUiLjSE1zBXQFsH+/ZUEGc0Ih0iBAAl
3twc4VvAi0ls7eUhtHUXk+ynrjAAzN4R/qCwNlh2bzxf4D43eYBn1d45vOySZizNqg7aim8exEsA
DztZX3sow/oNw+Xa3CfdAAO6ho6pvUAHE58UTaL2HSUydMdwod2DWEN2A5lk/bVWAZ48vMkWcjVm
gIxsW2vhoPfX59RG5m5VfYNbgI0N7HAyCFTTBJEmlkfZQwD4MCmzTqyXAUCLtlyhjflrDSl8hBHX
9AKOcRh5VxU9TqwWh5mM/kusdJBnCXSIDQK9oNDXm8thOXLnAGawtiRGLzB19SME8oiEyZbLOlZQ
p+lxgxy0ZqvF5Wb9Lo3ANFzIMXHkAIYIPKsfwlhY1ku4oPQiiAQozCzh94fFW09oCkanb0IjzXVN
ggW23KiWyQFCCPm02mSG6ngecZdQAyRvVDXw4g5owG8nb+94dUrTMUdP7do85iyDHIVPbVPiQO+g
vAJccrcNQADyLZYyrvgCgV0Z+kNbbTC+A6GIIKeDbGSQ5RLK76tuxoowbYt1jtxrgmqxXNl5hFG+
n5b0QUewqOPromjCQNACBRqIuAkRj3GVNsg+gEyIuSFXAcuuPK8h765v+cl6Ut9Bq9cV0ICRz3DF
mBE8Q5K5oo10p4pkpUhcMavrNCKd0plVBiEtPeqvCvurLiAuOszxGn3yWCPtGcgVDwEGiAHJGXII
XtsMigcksAXqLKAw8atkjRyGgozA1TAxWL2rIeiaJx5ZtRY4N9HVoT9HhJCa0v25IVkmXAFDI6yM
ndN+CF8mqCzqfDH9a6gH8aL20JSmHYE9QlEJoVSNFKesV6+1h0wa9FbWKzx0HjfKwN6jgbu8jbXx
LlWHTV2qlie3M4JXTnM0weuhEn4NXCC58JiffgJi3CZYBnX8LskWVggU0g+LcuSSazGTolvSde/W
/AHSmREQT6J1imyZZozLLfPQOA1tZo9jRJb+AW7ZtoRpXJcKS50WUxiZCu1LcDU60UAbuAYvDXP2
JWNzkEttfFgnI14Nac++Q1bslzSi83OKdv8YUBa8CyjQX3z8lSj3LB4cJP8v8NykNxYk/1EuM3Zd
aj5DoDzfSeMjTCGdhR9gH2x3We0hj0MFdDjiPFAjxgwdlmkCcQr+9vU6EfVXB7CjTC0GFcQ0jcju
agLxyUt7+tg1IUXcHVD9SynHPakGSktEqH1xBui/qrgEHqTecUDxYSnBgcPF9IKJVgzyQVENm/3t
3DUTqrxO012bpCb4nyESsK4bJnANIBzFLXWQ0rjjSuDVIGUofDs3lz6SHrrtEkJuNz+z1q7Rl2ik
gl90Ih1mWiBwwYdXPl0iuioULw41Czgt6CO6LGhjv4TwLtjQNqa+awvFYyTiXRpngWLmMbHRgdJx
Td9iZECgqEyS97ZHHYsaH8kvywidQum5uK4haKHQWEGOjDYeqioHLzQ2DWTsNIIUtJHimz95LtEl
CE0I9SotV8cbMJZtzaEWQrzWLiLHGpxAg9RdvfnT/RKmM0aYNrSxUp9EurKlK0HEppj7YBlqbXfu
OqGNKPUap3FQ+TI0enpH/NkSuBy/RbauWAVFS5ZvErkAywWDTbJD3hjCf3AnNK79rD82tV2S6S/j
1RuJ8hZ5JvgzaOGT2F55s8bAfNU5zfoYgR5ZmiyHf6HnfjWIgPyDgTqDVxYkJ2R6ED78SuOOPmaO
zsrsi9/BRfKT9SYxj0A/KURDQO25psuIuIuBKoR1JKqHEQmxXD5O4TkcbfLc/SC6/nxdv7LLuCwE
9sawqyJmEeQhuKJfL6uNHKxJdZt85ciSQXs5fAg/Bp71WIieAF32L0Tlr5z8/o2wceNp7N5hUL57
xMDfZQkADdPZh1/i2/DxjcuHqgYBWgrUvE4aaiCCQ6yDB8tH24Gs/HgV/1Few5MY8O/vEQx/T2D4
f4x0OH4Te4ao/v1X/f+Y5uBDHvM/ppd/hKA+7vmk/+t/f/97LPSPMIf9r32EOYSILvXhdQdP7O/v
kJD/yXKI/wu+rDiG7R4SBSyy/05CJeS/ENVACNg+1Jf0R6wlmOSPlFREQ6RAxHepwW7xx6/7D9Ic
gsjH1/9NWQTHZpYi0sFPCbRF+0bb5UB/k/vQFkN3tCB2qo2DATZ8f4XNmWAfgaxJZvNKLAQcCNvD
cX/dhP7GpyKcbIIqXEdansNgi+l1PJhpKJUE11WgtDmvA87QbGdKO5PeQyWX1RA1b0CmHjilarkG
U96DUfBlpi7gdtrheFrXJ7LKYN7jo0yTlTA1rcsjZJ+EDTg9R5i1Ekj7TFnPiJb43AdBggSbfiA1
IEFIJOt7AI2bLaHQc/Gbr/ksM6QhZaQ+8s5C3pVvEw7O2zADxYAEtZGypVrVwOfnNZFxUkwgd21h
U7f1t4MYenXkI9KDHjHIRfyBtJsc3rWnk/uoHmP/PjKoESfMctqWoRUJbJAB+KLDsADIgbMICTxP
xiUi0jvMJngJ/Hns35GJJWHiSLN1oyWZmUAeY4yG9GYRs8IBhhk1cTeoPFG3lTNkFn4Eg9G21ucg
BebRFrg94V6jGVlAJxj+ZvktTBEA2mO6w9D8uW8En0rg4Yhdy+kWgC3LIzdqcsEhvgS4FzSdemui
pNXnNvbAjISxXL3LPZ81/Z4aPZuLADFT+hv0AoEALogICernGiSaRwCJpEGPSL14b2qLRoGTtiXS
BsV20dV4Jd8tsO2oRCcQeAcmoGZAACR45tBCgwkm+hYxPNB7Ic6oi2PcIGYq5LOluNgWDwLaSLN/
HoX8tjeLCM9LNmbbi2eyuQ0La1tj2eXSx4F+ozbQ7GUjjZ0+TbC+i7tkQuxin03HTbdPYRZRxIGF
/FMt+XxZr+itZ568UBdLwJycIZRkWV78tJYlg6b2x8K9B0IhADfaumzEum459Boe+jOo/fAgrIW3
AxR4+BdwaGZeJwJLzlVE1Jwj571d/RIhpF6Xp0ZSs1MkC2w1hYZR4Qni7REMH+3EoVu27Z55szzg
pXpL7jW+9TG9RVjGYdb0ULBzXI4NWl6Dg+vi14mFQQditoXGohiytfXPYB2Vf7d6GatZUacI0SgR
+AGkM4dBw5nr1rWtf0TGht3eY4qolj38iUfkzLtMbDDZSE7+SlhqXhETSKqJIjKvELMbwiNSC5cD
dhh7xUcJeD4TSrCxZOLFBG51usGUpOKTH7Q7mOQDc37wEB0EvqKZQdf80D1h485cUA+cstPLuxuy
bP2aUp0h0CuGj+7Ck/3a3kxOCvJd+T4XB1CvLTvF69R1VeM7YyC0Dk0/38K0JOYLZEwODzSkHS/Q
wLMAS2/iYbE5TCXUaOVX/pKAwKfJAjTNOE+8ekszNWUHFxwcZgal4yxh4DkFSYys1S3DQ83XFAhZ
mYE0g7Jpi5IDokO8as9oBf2JmC6ExaRIwSOZ6eHFMV53zR1chjBhYIK5Yts8IGY0EFCu1kyMYGxk
nZKKrGJ4WQaD5EynMg53kFruhBu8vgy7LkbEmKQIzOtxfr8YMmzfECkVXwVxC/GcAQgvSLpUtVjj
B/BcLxskzw9MRzS8bHHTyCxrgEOsRPPjwL24YkAuoaaYUD9xIV6K8d8XlwmcSMdNLGuFbFpc2eBp
/WozG6ORG7z2CyZe768RhohbeFMDGM008GMXuodoTPujhMPyODHjrkfSD081MOV7PfKQnFiivyNb
ZlY5A9N8mJAe8wr9t3jukjV1hT8H5DvCkkGKKBjFcs+lCSDRFjqbIZ2DnW/c0jwal/q7P4fJC5Du
uC+soXPROhtXaob76QQCJEECagogMIYe4rixYMqboUdWIxGEX8+wlAKGImy6BXWRVDFSMngV+Aoy
EURR2m9GLc+zipFOmqzL+EJHf3pCBSDITqMeYFa0+vzSgLb9mvZLdm6h+ijTaKzLcCTupleava1N
g8i+XswrhNs9mPSUrN0tNDTJPR6zvUQSBH/T0kCqECDa87CkuCnk6PlUlZgFlxZNcUiKEVoheSFJ
rP5acdjXpUQK4QQekdKH3kuhJgNl9DL6yXJTA8Q/+iygT3Gj1StYDHOAGiA+AEZoHyQgjWoCeg9E
2zu5FChEE8onyHOn80qzld067cGH0SFOOJTDukBhGTkwiyi2oZzhD56R3QeuYroAPumfQuC+zypo
3+kkx1Nga/BxOxPfr9EMokz+H/bObLluJLuiP2Q4MCfwiuHOlzNFUi8IiZQwj4n5671Q7bZLUluK
fvdLRUVUSSCBROLkOXuvbbLqVfMqzOEWqG3xhOxrDRZt7NAZgI5EFNwzWokufa3bPo2t7n7A8QzX
cCsFjEYv39JIihMeM+Vhkkse9FVd39LKSwI9V+I3mjA08Usxhi1ysu8F+rvZxxNBs6iBsX0/q3i6
j81SzyhuuAscysd4R484vRTr8D1Os1tXpEc0T9FbpOl3Ysrlo9m2SpilnfnC4RbiadrciKK/dlo7
HLOkSRVPqUv1e5SPNDm65Gx2jKa01kw+QZiEnhrLYK5K80h7gHJBylPrKqpXqpyb2XtUdNC0oiEp
rVP0NMPHpKuxfjD6SUffFrhIm3LYu3lWn+le7mjLMiAbEc81m0AjZyDXqCOy6f62kuZ8pshxDmyo
7qVcM2VfljFSFBPA/Oe27sb4A5vVJvMrqvYhL1QOvvTyViyqkAe9CP/OS5bWhnGitTE/WU6NiHBk
ht6gg4o7WKGORbF2KGOKkgdtVSf6k642foVcbzdIgJLlgH67CibMoOC1te9QY9KFvr5SftuoUTfO
YL8UtZK9lczGdxpudT9FAsFQQwJOMAB+HSJMpsGopmvu0bdgfxlAHleCiVUxK8wv7LTZCZcT8rzM
dEyaxXnlzVDoFyuGteeHH3RgG0W8qyk1P83g75RjgeQqCZiVCwZ0Wjr0+C+X5Z3Z7FB6+D3q/hbV
Wrtn7tu+WzMo0Rq0tA8KuPiMy7UE2KHaYxDZI8IGuL7uLpNChtliNphTmls9A4cXmo6ImMIwu1AY
nC9/9TguUZ/y88QZLJFpvVjQXOJdibzugu9u9txqQdMDQAK5gCK0naJNYxjligJGsdSB65mS/dSz
p3jazas+hHJktMdMpvObdG5MZlr59IEmsGJUmlZvTm7lr4symq8zwKkH5HD1poNZ8SCpi/PidLI/
YIeudvNQfyBvUA8YC4ogzlTn2mhVea1tznnCWYuPctKN/ZCb6iHJJxvfKth2vTbKW9BaSQCQeAhk
LNOHcTIr8JQKQIWpLJ+x7q8ICyztJRHNM16dghIZEnydreM33aINOhfiW81q2I9uIX3XchVQGoK+
Wj4+UCZIPqYpPR5sO5Zvy9a504FnHfGLxNcOxB2F3RzzrVWja17Lb2lhZQzF0t4NkJ63Dx1P0zhJ
9HiBHIbyxcRQhdxALfYjgOmvE5XkIVkgBXhS1/Jn5NvF3pQl6g64I59hqxVPMivpkXMSoTOhzIrY
93NDeSqqJbmltTOgcsry2osE8h+/6pEu57rqVtRm8wjqOdNhKVjDsVipL4C7qyKkG613aP4E7UMg
dHz886kYQugK9hEcPEVD1VXUDIpuHmlCdFlYlY4mGbZ32LQcZwUSHtFR28s+0p9LZr4ui7Ppg9qJ
B3irkW6+Knpnfbfspfiqt8N0TV3gNAKH/udFrxDHljJifpCpgKTR+DVfIP6VJw1jq2evEXKxZTXV
EHJsE7RK1473JWNb+Pb2GlPSybtCn8ybsZy7vabmLjpjxH8YEKybHgdd78uKViCa4LECaZJO3qAP
LQrEoUpPSBHBixZqx0o0OlGJYO6zIb8CkR18BD8SHcEkNlz2qHhOUjJRMfWiCCKRrBcTp5J6hZSQ
FkG1MDMIxKLpaJNag5MgK3a6cQeRP80rSALaY0nUnGcrE4ekdYyHVlEBada5mZ3GLkXz1VumfJ4a
laMHMl58+tJcLH8QWqIDRENV/TLI5cokCq+RpuRFQqGtJoclqdDAO4V1hxVW2bexab9b+qQaAILr
4c5hGz6aS55d5nKNvwoQs/TP1VgXYV7XXTiZFlDwfLHZtPK03uBC2QwRKCuQgaF4RHVnyHTcuWLI
3xiUUAQWdvcUz5JXsaZu9BJhqd9Npy9DpvbZkXaQ8RIPDErGTEvDus/G166W1e1gsj9pNrNo3bBL
tqo+UW6HdYhvJzo5qNT0uvgUGRnzVD4wi9+1S3KD13DAASWsEBd77VA8GOoNI2Nxgwxw+qJRUoZL
a5vvY10z/q8yCHpekUXdbcGmeISzbV4ASVRPleNWb6CJKKcbBmYQ1pu+eWgaV921VVGc4Xqpn+08
lgzUI/uo9p3SeHx+og+z6dsAJcb06BjddL9W0NY9erD0m+sk28YfvbbP7fTdVef4Uz7Wmb8gRr/2
dCIwQ5QRuuDWkA+aWa2HMe2Y8i6VyC44NJ1TL+uJiTDDwI1zempt5G0BzouXRNOiY9ePy+OCYf+b
3WcFmHpjOLc1S3FQ++jdim2Jyk8mN3Y55w8amyIfnhSesctp6T7R3YIFNssvtdu492mENEOfXRnC
3zpazOcuhV3GJxgWueY5/PqMVYv20WHs+Lnv2/KqNx0H7onJZlKmfMcV+PE3FqtY0a1DgQqYDSQ1
MmjVkIU/W1FUnm0FEWxmxFrYGvWjXClavBknImiXDOww+/fiYLZfgCUUUXrS4gHhGJa5joq2Kz6Z
q5xgX+KdZUMr6kBAuMzZv0tUn7EuX6qWABAo7gt8/3xgFA8IOF75E5Pt3sexXeMs5Gi2zVcTDtd0
T7ZYgZSH7ZCV0VM1MXrSCfEJBNLsL21Xm6+wsabnRltLyzdny9JDpE3OJ61azZHlhOqnH6zGPcOr
TbOva02gzyZuEpt3MTeOppm3807ljCf3lMofhUQ/C4lmuhsr04IX1zrfVScb3yRYEXlG6jxkt7Vm
0U9yKPQxCha4NLMu/8qkCqYGQGBe3FlPKy/H3v/ignA4yNmUjzQ+on2bEseBHDxWraNhtbnw1S5e
DtPcWaZHOkeq+CXswzIAjW2HTrZ01UmxzLryptadLhUopSxc6cAhuF0NY+dG0gnSurU+aIC3+yiv
swmILtW4L6im/ElESpAzZAHzv9AEqSE5zESzTL7UxjzfcTxdp5A1rpnHxp7GPpgdfbnQ2OlR9cUt
DVY+l4h5SQpCSK5qJiPupn2eOxMkc9VXdL3cuPZEmZbvQ69ZJ5kwnh4w/qXRgLQJC+67Khkcr8Rs
gKkz5sckS80LBaoR0J8S/lzq6g2SiuwenXm11yeDOJauEtdBMedHRMz5Db8pBzGlzN9stnrJkGHp
/E6WqFtNzchvFkdJQsZbTch3FdA3w5c4BAu1XNu+rQU6LHYVv84ghFh1lz3YdZT4qawKN0wWE9kT
R67iDolRLv05Qv571QQUGD/XygVKjjob4oT6ZFUB67gjfbe2X4oz3Y7YCfJUTzI/nXGFMs01FOMR
vUcd3ykR/OouZGVNZerpmEXtb2a5DtXXIYY4uMutDoh00COfJLvFhvb9KXXYPg4ItBMcKU6Uz9Fr
bw0oWVmFdqTs9XJM0PkDP0jifQF7wrqTHMbNYySgejG1mzjI9O7kRlhKxwW2tZpy1QQN/AWUhPN9
yvrM/Tw7MrJQsvVsTiGsOru7wEUXd5wczOwZ+okNtn/JUnk0awdDfzLUkXONONdG91ZkRPWOEegw
HdeJrXJHGAVXTUE3fMDtXpHsORnAa20zCaRYWTIYIIKTLbN0nINusFh6pIWREPx3JPqqcc/gqykO
GciOIeTaPby71dXCeBj7szklfbqbSj4zD+0kxnWXkhoQ7VXeJus6Sqdfz12eL+bBwlqeHOgPleJc
1Og197Dr6Uh6YNy16EFxLC6OsUVx0KkpZrynU7gwU3dl2d8tSs9k13DyBFu4g71nlydo6A691BXl
LksbtyTrxEDTZsPvqw8umOvoUqhzRZHMMUp9ppdus+1WGRkYnKLMycsFp8Q7JHFcd+1XGrX/IcXi
tOoMojrtl+WiTCu838z8glq4OUkVlKi/JOAaAyeS9QUnPDrTEqmss2OEhytRmTTVZoJe2ndyLqdL
NNj/EG8gzub15HRSHFYz2tuT0lEg9fbmHVnLPSgaFCq5S91RlvbXdBNHjmjvn2ljlAj+O6g6dA+P
Za5rZ5tYpmM0RHkQ6ZziETcpYaJ378hUU98Zhld4HwPBJXp7pf8qnqzS6W7HgvKCQApBdA3TrIlE
h+qjjebnmekl13JeOyTV6J1JHmrkSe/BTo12TufeHeuQqqvwiCYAYEP8ibfmeuZDh7D9pEheupWK
Y8wa1NItsS1Tj1mmN9cybJM42SezVA4CfQ8NP0ow9PheDvJdwuMLAaxsYTfrtItKdfE08iVCGuPa
nYU1xh/1mCSndGyS6GjJESFcqquIGC028MU03dABIPOFobezs8gcCPJcaouL/Gw01OsKN+iQFOKs
jDI+ZEaNRFhJlh34+gfpWF9SuxBYSNji72Mn0vajGudHezLlEYGi/oTgsPm+OHZyIzmUdcw0y+Ku
WB2+Xa3F/kV80lVDbPVmqhqGO6kXR2p8qOsNl/s8mSrnJgsFZsk7dY7Tdv4OZr72KkvyYttpPu4j
xKlfk2y8jOtcfCrAs7yMjYLMcW7EuxFl4iuSDFqW3NhXIak7Rpi9j2iOU0+btfFG04ol7BgR+Rtt
OSyNkVbTOG4D15jkq9oxd2qTvCDPW7I9Hhq8J107UTnpbvwAM6k5SDv9ZuYVWWftcmvQUPTyUTxr
VdIEWq6wVbepSiN0RAY5R9/NccrAe5TO19pysKrRHG/18mNpEFLDAm6CdbVeBtsg+wSwdpAgegmU
vo3Oo+iaO1HOXyjpFb8qRloevHge6XLxHSELiK812rFY4YZ7arCvJS+t1wDUQVuc3REQ0W8Y7gnB
Z1K9YtHuKlJXNMKU0qZ9zAFfV16azcUDKvh7bVgjDm0DKCLIC8dyiJXALKoZMaiqBShPNL8ycmQE
peJFrYtcOeKV3eeJbL6Mufqw9sbD0i/PCwQNuyJ5y+zrV9h+wP9L+5ASvXBoSexIMmN6q7R5vQK7
OUWIAEPm7xFZKo0Jt6Pqz+Pc1deSwKMT4BCOG9S1x1ZXOPcgMvS01NL2YInjm3RC1dg62rfW7Snn
QNBuLWCn82xskkdhdO9px/iqpcl1Ei3QIweaAywbZFq9W+zUlnorM909x0YzkHkMFcuOJ8hC9it7
6LjJEE+kBUXHNO9GH2SjPYYDmgemA5k89G59WgqdpB8053QXIerShNWsye/10biFtZRjK0FiWHKC
MqsTJ7cqCTTel2lfgPg/G1Fk3xg2y5YggfngorYP1rF4adSMb2oXac9qoZXM+hZUjL1bnURSUqVg
RwE0UD13sf0ad6zMPO3noDCwndhCeylBy/k8rO3EliGlSouFblgKGCzkBAsoSnuv8WMHOUpqVLx2
uacWAIaRVtbFrAblwwU/42l6nfrNRNwY6TTPTc4jnQFFOb5GH89rC6mf7DFDmAh762XNC2q/eZC7
VGCqWfMMvlRCDsLI/DDsMCig1iodv8kYtnFwzKx7Q8pp36fbRm7Em+GgXOIPDqLUGnqhoTtjb2Qf
bFjHddycsOGTcOdUF1zv7SetazRfxDSus2jmpXTa6iC0NOYbIZQZlpdlH4Z42HOaSTkW970ZMCBc
prCa0suAfPpEc5A9PBn8uSrk/ZJl1plnWH0jkSKiwVBxSFHT5NkcBnmZsiJ/SmqKDU8p5opfLUMZ
tzWHvys95fSm7HjWFzUNEM44NE0YHRFcgzZ8VY2B31dTJvPaNSzZozCtzzM95KPiYgTDZ5lgdJwF
wSNuglbH6Qb9cUsPDEpt/proirsGoLwi7AjjlBow5hSsBjpkEQR6SCFOM7Svl4hO6rle+FgC9SJc
SnMqn1Q9QYlOK81Xocx4Bnz3LzQwKKKVfM+RR7vqRl88ryhydsZasWjb9MNZrDigKXWvVe59r+QO
2xHUJt9c8zUASxoHmknu5JSbrmdi4h29DokoNUirB/iP39OsV7yScUQUyhRHANXSRvtvzS0zQG+I
Z+qWmIawbSW+xSSNqrbUbwnQnGgAmXI3pgNdodlAGVvbNlPmrpl2y6qzB2UEumGeXJZdokJArEyH
SZ6rFd+GtTplYi7ovMOITqWm3LJf23skrv0mTlaCzonUJ9s0CIdapvH6N4HBH6malm2B4IXQYAuY
lKaG3unHeT3eukkxqoX4F308cELbwYnSGPACV/79hX704f+lM0EVAD5BNRHhAPL58ULRZE25IAfG
7wzcUqfSTvX5vFirpga/v9Aml/lfCz64EVQQhtBMy9BUS/yCVolI7smaskpDUokmEdaj6IkvKt3o
baypHQNocBihY8tNnrTYtv5I1v2Rm/nX9f8iAJBoYcEZ+Rk4MLWOG9W2m4ZppeDhjWjDmpDeES6Y
YDBJjFOE27yin8jGqzoU2p26NnQazNaKAgbqSnLBy6O6V60fpPUPquf/627+VUr5fwes/JUlzGr8
v2U3+29d+aVa/hnC/c8/8A/BjWaRFSxUd2PmoArDGvZPwY31nw42Ot3lIau8O7SN/kdzY/GHWIW2
UCneNUgsyGD+W3Jjiv9kYQiQMuBENP689e8obn5SciEBAmwBjNnFg4+wxtjeur/JbVbeqMbo1xSL
RxTTSIcqPhGlhSchC1Je5+5qu9b8rkGZPf7tFv2LjePH10xsV+au6I5qWZZNgbMJgf52ZTHJPFPi
BCcNJ/0Ie5uqfm3tPhJ0kptlCDiowroZkBZ+I2KSjuDvL/8T6Wa7PpGHvOQG6eokpBg/MVJ6Uzay
sbOaubqoVQ9bvmn4ji3rfS1n9xkOVvHN1Bf630q+an7aN1q976Vq7n//g2z71v9uN3/9HGgpTR2O
HSNze9Nj/f0+NFMzraOCaiAvI3N8ciJqWk67mXLtoQ0NwVhb893vL/mTYHD71QVfQZskGMtgRf4k
GCSFrmjbTRSVZat1Vo08eTWNYToNUK3TP9znXxcY19p6djqHGRCKPy0wOU9zP6ibSgIebuo1crby
Y4HtooSIp8x7BDsqQ9FVql///V/StDmYk7oAUMXYbsLf1pesbBTzjYbRFB6CfQMcMMpOxqxsnrEY
q/Pvr/Yvfk3eY94fzidczvrpljZDbzhLbpRg/G3rPNKjx8bJp6mIsw+CJ9xjvt3q319zu3U/rRxX
INZD1sV9pez+8TekPTmAjd4OwaqlfrW0moeXsV/84TK/vqgcOC1yFRww+ypiqB8vMy5pOaDugSpf
FNZZlvIjw3g67FZOWsZIRAs69Y76ZKqqP2wRv65T2F/sndtXmK1TbHrcvz1CFHZQqpik+RMNWZU8
00R6EW76j5X+cfeHJ/hTStH2Im7SRyoauGr02H/eEAROwqrV9dofkUV9QrZjE7yhqQPVYjrIcG5s
E9EA3VcsjYNBMNSE1ho8ipiVsK0r4FLlhsT/w4/16z0Qqs4uSeWj8gHRfnp/ckeN6z5aCICBAbqc
1agEKNCTe3dN08T9w170ry5mgMJhY9jEvT9fbF1UlCSM4rDqT9a559i/h+yL/FuaU/P2767e7eNG
veywM5jkFf74cG12u4yFVPsAVN29kU2s3rIBuf+PkuX/TJ/6dfkKdKtwooiM0fja/HQDmSrM+AA2
AxRshmu2KMV+nSYrKNZ2gAROjuI7vJvyCS/vmP3h2r/u7RisuaTj8mnlY/PTHkQwbUxHht8xETpf
tyHFA6RDTYh9m+Dn/DowVPsTROrXXYHmqkmBzH7k/PrSMB2JIajapZ/o63ynrEVBPMnkBL9/er/s
d7aKJAGY6bY36Pzrj08PYMKaobS16IZqyp1jZtGVzFzzlKdD5M+m0zziE3Buf39R7cfSmFeUDUig
XDa2F5Wr/nQGqLc5r0HYMSRON3HPkRE7B6ApDX1QSAUHpWAKsh9zp+Coi82DOWBhxx9pVVYHqY6r
e8zAvIDRHTJt/cOj/uvd+GE35kHbwBg3eKX5az1j1LnbA9NG+WE19d7RKc/3HPRi5Fj6ln3JTPHc
z1VyRwot1IqM0zCWv5jXeM2/pQLfHUBoq61DxxjSP73Xv7wEQoXPRsWjb3sc5MYfH9c4p/TtjXL1
ey1zXphblp9XFy5TyMw/vV8z8nGvaaGwMKkTKQO1tZv1kJOn8CoKxBcLIulBHwTHfaRI+kmIaJpC
sxtEHMgC/ictHAKWPBSd9gxQbBgBaQJaxw7OzZqDpanyj7pjMdGYxTS2W2ann3YT0a142xRmmp5J
YjakJbxj18menW9jqVXzQUZ2hk+lbotp1yA7iDydHqQI6eUWp3hxh3QXb+8W3dOY/mky80O4A+oV
lGR3KuSNnQ40AyHkNBfvgq6nr05gvOmElUnsm9wTuvXKON/V+QprJ5kN5wwUdAtkbkaqr34tnfwt
s7P5JlWNuQ9/v6J/fi7s6tTxruDhQIrinz8+l5nU4aQcQfQqN4hcSxRiRWgGNZLM319n+1rwV/1t
faJo5u9Hxg9K0gDb9bNnI5uHDrZ64ni6mdrJF4XmCurDeamlr6spMTRrB8BopCsermqGPiTrjbso
xfDGZHpkltx3xgUhsnVjV3HDZMN2k7tVrrsiT8DE6Ypn6jZ632nKTJ9vWvSw5iUDI4MXLwmTcu39
tSoLJoBQhkQEQnI39ennVR8VeiZr1PhywotcN1MRIk9SvzCMPtRzm72qHVCNbWI2PQLvwrROqeUw
BXRU6ScN9BG5aGsW2G17v22J6Q7cq3mIItGAqEG6eoFCkPng3Oxun/UqXITeYerlIX8xTuwHIkgq
s4OWINDc+hgMJ5VYDkfcT01nAUtJ6IiRHw1EWlHp+bpK2+yVvLH3eKHnHabTDgHuoK2osNNjQ89u
/cJD13xT0j0J2mQu5F4x8CFglp2mbqfAyn5SNeF60Yq6XDY5QVT9woR0bJAo9fwUS6i1NEYP7uoo
J5VYmiCzaNRF6tI80IDNH3U9Kb+RayHRoCXE8JAZbknNj5ts3pMdezu4TWvsiREC36JK6X6nZYi9
tFEU6zUaK0xftbZi/cS0BVffkAYzHzEPd2oatfeaNRZHm3VCRHBknZTe2Nmd6+w6YzbO3Hz1plpM
VGSmku1TFPqGr2hW3+H3bs3+gI3kG/a+z0qWLBwlh8l97VhRD4kCkqpm7IF8JYUQXEya8darrXaY
XAdiXxF9sqpJv+twS5G5oX9oWVwhnnQcgrBWBil+vYzLjkQ0V/ViU+jXBafGGfCI9QBufpuzwGlk
1JGRB8HFuu8zbgfHRzJo6/vRGbT8BtTxO0bNR9Dpjjd0+rTsR4Q3BsaEYgXpZmifGjp68T6KdX2H
oU+915lrErlkgWOOCVWJ0/W9YzRK/hqQBrkF+Ta5MTwAqOkJEUfsH7nlmgecpeq9WYPfsFmIsGd0
l25MPnAHMwWVtFSU/qS5my6HbN8o8lNS/2goZU+JHvXoPqKuOKKpN5KAXpTc6xufJQTPXLzIuQe7
UuPHZ8eIYz4j9ImQxiEnKldFhU6I8n8gOvMaD/Z84pht83KnbyMOT5RD3WNEQgDKhslrB4N2InlK
mfUp45SKxQZjXadUx2WOZsRHTuNNbFwQAKYmIL4u3xF5r1nhOrrWB1HFa8ssp9eKQOJuu21qOUYe
RJmFBrYBYtya1jAFlkhLfO7C0YzN+3GmQal3yV1d9AjTmNIRHp48V3CGj8KNHxtm+vcw0tOPZLTL
Iwkvl6yXTy4sv4A4epap9YV++Zccc13moQEfP1PtfLgM330Iq+DtWvM1WxCZdJyZjggfISGNJXLG
+FZZ6uqs4i14yaL11prFBBElfdPWj65Kn53Y/YCSQbays5wWNb6yScWeGMZQ9JLQHg0Xi42jY5bm
WxwTjQ6E8lZTJHmmVrPLqvXZEP2MwGM+x/Z8reII8YxdP8eKZuwJsfo+LJgxHf3NtZqvapI+u9aE
e9OubR+7kuPLeP4CCQD9Ud4s79R3D7OxPjm0dXd4DWpPR1WGUp/UwBogipfJ+AKde18kzFo77QHr
ueMnfHgvdYmZGYWfp4/0rrs6wzxia7eFufCEVqTDSUaMNl4RLypq2jwNCLMJ8PgNTlTkd+WE44mE
LK6gWqfZTlTiPiDHlWVtkoyj4Low6htIAZkn2ggTi8HwduqNLW5D8SojQ9lOjsdcrRQIJFPPvCcD
8hqs1fGjbvAOOVWNhlv13X4qqYTTbw7J7keqN2JkOlxP0ss06yOn8Gi8jJicj76w+lerJ28q4j27
mBtsxKzyHVQ9fvRZcfFvjLdMcBUQI/r8aCpd72tl9UxE6HkVeHs7dztkxJhK0JEiLltRQDvXVYKI
ckH6SRSRATElRFTr5XnU5GuVRyfZMddJZ+TNijmEMKRqn86KC1sQdUvcpaCVRkfeFKJ4FsiY8BZr
Kg+mFE8t+s0AUMpzht9eseJ7pr/MOAxcR4U13YNAeo/tZfTZY4EatBYDSSWBchinuAjYESvs/thH
45JYT2kFrp7H16xp3omoPbVJ7pzcnkHTXFTfAWwmUD3K9DvHw8Q3i0iFK1knH320VueODOOdY7rF
o2n9Ne1oeSjglahulBUfboWTBsdAkMf5jmyDPVXzvpl0hOO2/k0vgXboGid/lI3pFVKKcwRT9ZBo
5gGt8SOkrEs/NA+VnLPXeW7v0XJZvpKIhVmH8w6ujrCZpDCOKwN8mktLFtop6Ayt7cKomDsP8cfN
yu78gGj0QbWIsneneW8jhTDBTYCqSTZnyjPeqCswCAbnbXyX5ckJSM5lncd7PWnZ6IbxRjfzm1w0
TxFQQs+iX3LIp/E7mYgQ7prlksQa+wa66VEfLG+KE0azivrdli7xeLB4jTNSFuhJ+nRGFmx7damT
pVlMF0fGeyI5mSjroziCMbg3KlY/0+SILIHtgZf9m4hHGYD33CtsOJB8qiS/UeOp9AhPgWFaVc8u
FCxONolndnJSmJTUA1Qo1Pu6tZoDGuvlppXLqe/cNTQG940NHOZ8un6OxjSVAEP4iBt2Rp2ixGTU
6OqVyALmYIXlQzEb7qeSRUnrgoER7imwAhFigRG+SrdiKk+IpfIr8pZGZgooMPaJs5nLFv6fPn3I
t7yKhthfIB7lFwxcws/X6kNNFTAkZuLunAHpvrk5dswESgmT3Yo62p9wHJBAeSEOm6aMbtde6TZf
4kk7j7E73+ZRPhysmFl+ZsgWda2CQMFOr0W5CJS70Q3a1AiHDCzdMj+qxRO574doWoJlbEKz1c4k
215FkoWq0/E1rqrBnyJm4W3e1gGRIeFYtB/pmLxDG0blw71N7PXJUmECoEYWx4mYbV+WiKvakl5V
x1A1gO+GunG19w1pUAoJADur0+82tqelPpKbEe3mVu5tQ/kUcWqbssHXdPOOSmOnuuvomXkT0NH4
AE11kml9XlVl36mIwZUh32JelF2cL7tROHd0lZ/VMvqAgrSzeiukcxRCsAnrWjxO4OjWTcexoncT
3Rq0xvRcY6NMBr6wG5jOxIqz6/Fn7AynuKN/WqC4R0ajk3Ppt0Zh0wNL0fqQXUrwkoZAPZMY7CcK
dsZAFVCSxIimA7KL2iPUZ59YIyb7qXtsgZp1itLsHPppnjVuBY9Sf1J7XD9iVi+Foj7osQAXTLvJ
npWzhjo4LNS8P9kLoNpqxFdWF/EZUgfOA2vlBvUKOGPFdj9jxTBwHyzd9imwQOQud8uSnVdm1rk9
jzdjVb+LxVJgc2TZpXaoyKmmX5yyvRPOhPx4tZODpae8NQ6f7hIija6kB/CCynPKqeSJpJyv9tDQ
LhLHUW0fHFt5suCv9ZIG4Wyb31OxZdusAFtHIT6rBEHhIW5KbxJ41AYDuYUDO2fLNaLEHt/odX8Z
epSiJGU1oV05T/ak6V6i6TuE/Ot+RkByckoD6qXzmCQKUkazvcczfS/AWd6ourXlf62fzUnB8tJg
dLeHBBmCeMA3Qt0goygs4+ZOQX/uywg/QGYLeLfDfsmIo3fRhDL0sLDgWeI2jdAdyhqgPeOW+7rN
vubdYHuLktzWTUG91c/F7Dmy/W5qxX0pEZfM9JE81W4+SZW4V5yLH7Ux3WNpRerpLMazovWIv8Cu
+EUUL1hX5Azrbb3thUVAlh6POwsbHVHIC6RKJ2mBuQ4XvWiujPfFqV0VQFCcegK+Vyk6WDaOK+tu
Pc/p+NbD+fOJa2GfoxxZ2UIvwk1BR5WaXR0I4H0Hujaf+t7tUVSlt2hjsRilp2lEk9QQdbJHs8NX
Z8HcqJCm4qNomDzNSXTo5RqOTX3tQsJ8ogDpLRidrPzUrvIgnJntjJ0FDb8IF8B7FxwcK0AcTApD
9QyK79tq4fpQY5lcVaddTgQ96rsy5THPtaaEBW6YqzG2OzWPjsmk7xkMKW9jxYXtQtmT4MUbBMBi
XxUIAx2GrXL5FI/9p9pNEact8VGIbs9uFqj9Rr+aDcS08r4eULjpTXsx1ih0raX38wVgstVQ5ORl
8jC44qnOZtO31u4O/dLrUrm37mAchlLVjp3DbVIcjJ/FMIVZLJ/NVXkmu009t059PznxA/ylh3KA
r5Ov6ZsKh9SA6eGtlnkZi3oGCP9f7J3Hjt3Klm1/pVB9XjBIBk2jOtubdDudTIdQyjDoPYPk179B
ZQJ1lMKTcPp1G1c4MrkNyYgVa805pnVqZHCa53ELLeh6NNGVVJxg2Kp3qsPQbJTeDijDXo/oQ+wR
gwm0FhG1xY0vS0usXb+YrnCB4H4bgmOchxf08JBXvTGlYxIegyrf2bl+xrzhb6JMbDE7740xBeWl
xY+uGpdntxIrZaLMI0q+CnC6MFhDxmOZnFlLICGcUa203NSJ1u4OzEwDCFjq4IkDY/cQmCFU4RoY
HKiSsYKbbSRJCEyZKf18IzMK6Hs3BiFGUCneHwShg7qucRhexqisf7TlwOJnNC0lY23H9o2VNSXd
rLhzDDRW9HzWUSmtb3RyoP5gRjkYptI3ne1GQLxHb3yu4HXdVrGPlBgrMfhwfDjWHWr6kM1aDJgO
SjvLtp20Uh9QH2l4G7PV/RbH5SPpu7246mXnPbpVp+4susqbPppuZyt8DHykZXT4X/BrO5va/8J6
V62T6cVu5ltN9Osqrq3k5EYTHlzM8AnKLNPsPo18QdxhrQ1gukQX6qjhIq28JxuQ69lyWEjUNZiB
x9ER0AN43/jB70MOz/gR76wIyT08mPXU6B6TtrwdVUbrYyqTa6IoUlzaYRu+SJWktyqptiWC43VS
mutwxjQx1c5L3fjeNrdCfcwYErO2l9rhH80SYh/37lo27DKNjk4zGVDbwh3L27JozkM/fEjjhQxW
m/1j41nET1fPHqEGi3WQVjiGrZdklAZnjhB7Z5TMZwxHVPqe+qBSiVJTQLo75Kwlq6yVzxluTzLu
o48WDgruuaqUq5TPBJPP3uCmRMI9oM1ZYXjufBoHgoNnVCt7o4ZGk/6DNqodjoZd38e9fdvNEHTV
aIVnxusvZLaU+win74OqjHy46se++MK5LHqpi8ZHP5jWuxFy1H1UWXR2Y8wUE7QqZgn6ngblZor8
E0Fh8904tCUcpmjaQ0tlPUsEJ6lEJVdmEckHHvAvbTPeoehob4ugwbHtB2UKi380njgI03HFnoGX
pGvmI9sikFw21kcMThHm0jm5Q944ndBNf5jNAlOX8O4iO/ngcB3OpVNACvaC+dlwYeLPFG3tFqCT
+YROmlAclaotMuv8KUAvTQGeywcRRXwEV6h5xbjvOHZ1sBmlq+8wTquvvu9hURrk8NxnErdD5zzX
ADvOKs6z2yRCiezLMbnO/HCglGCKjoLSRL07Ykmc4HY1A7KyCryFr9utqQRD/Hb8mnjtNZeFCZpu
vjBmBmIlqwuYBf2lUnSfeGJ2QFyRJgIbODMeKbZNXeXHAbjX0S+z/BAPYXUoKzk82eMUogMK3I+W
6IAFUESvKaXEDguTQEqA1zHF/rHFDLJF3C3QxkzWwS5cfz2MEwTYnhm7uaB9h1iRxWenJ1Kohh0P
IEnFaJZXnqSQafz2o570jwTRzQQNaptRK66z3rK2sbJt7BZI+fYT6v3yIWpMvII5turrrprpWNn2
YD45EgO4ZSE2XUVB8okmCRQ67WIsRgwgzlY8mvsA3tDaMKYeTXR/NxHAxhHRzY5DGpLKByUFASdu
GEyYVXsAf4oHLteiYXnPjCOqt+SmwUB7iiPHIPZPTeWudO0IUWAUPXhmKq8RrV8ZuZVvXFtmnzKy
Jz8VSBARkrZ6gZx55hdLpc0uoHH8fQleYUhAYPiqj+LmS0Awr3OVtCGpWkUIji6Ba/e1WjrNnJfq
ZFOGPYUKz07kEMSAtQElngz81UQtSLkI8NAl23rukUJufAgG4CRGx8CzboI+DFa9ww15mJqGToVB
15rnW8t+HeFk+DKbBEtyOJlVQMUNFyM8CRU35XEIO7BygFj84SQ6ETvfu04PPL0dST9Iteai+Yy3
ptEfSeFiLxBpZ0cvgVXE45U5d258xHJAEiqO7gwCePdzKgHgeNu3PF6rxPIrhNED1RvhFymNFNGb
Yo+x25ZH9gq35AjkRvGDmTvuS5RH7l3NgZ+I3p/jBDgQbXKkPJ0cCooCgqMZV/4FM3E4nBwMJjbY
VqIBD2WXdx9KN+OmKlKX3wCHZicdMG30BTRCPCM5KYtstbWaettGrQr8ZjzpZsryG7t2xrts6pNm
Z/emfVDD4AbrBv8X5yv6jvSzm3wyX/I6N9d5bvrl984yWud2GlyHjHWZO5JRmTSjTY2Eb9zByunr
A235fFiPiiyTLcPLPFixc4EQ8YYqSE92HHb+NqGrusHJvOG4vRezcZkcgCFsiC+55+1tS+8DXd2P
OtUfy4T2cyC+GmjHSZy+RQ25Ix7FpS9csdwEoj4MtJgvM+3Wjd8qceZqf1JUtWrovwOZmrepp+dP
bRZvHJ9u5NRi2ktnenecuOg3bBHraWTv8FEnkk1YRyytdg5YKo6anxuE5JB0XYOxUdSKHad42D2D
jXUqar7F2N0HQ38WUUeyijuQ2xaMEHCj+pZ/4uD0EemjHfTy2RQgcno5vvhIctekR3o492xADHOm
sPTWlncqea+rJPV8LjFtym2LTJF+XToEgMscEz3nRWeZ722I32Y1GBt32rfO4EN5raaRR8QlUOiq
98ziJXJ0RMpHEg/OqW51DqwxW8atO6GtRB+SNuZA78h0CepVHecCCDAcTzg3km6A/xVodOlPzhXB
b1O5rSv8ZNBJqrggMqF2vTNp7RDBAMEW+Y4bxm93SP9H8wwh3pC3+Lo894D8GY4FpoeAwzc8v2sx
RKZ71pVpl0cubzwfBJSmeROOHe/b83DDYZBiXnFAzYHjvKw7K71QMY/R42Kis69A/rIUuIPB/09L
Au7KNMuABMqqhXg4F+FVA/Sz241F0Kqdkk5lsrr4kb8C5l/aV8T6TPZDautGnAN8ldmBiI5ZH/xc
phXhEz+XCTCVff55IMwxvnNaO8mv05qxzgZ2Bd6xlV1FaDcDNzeN68CtIIfykzFKhuSKnkXnS7qZ
TX0bOQ0nLMtLp5Msc7ZEJ21vuYfnbtcMdmdsbYQK+rmHBbS1mxGLV2Co9pAbHAOzjPbGXWpWDcZA
GD/MfMABtcKHmkuid6OZXkbUnTdzVMRHZnE/Am/+wJbKIYsC/Fw39nTL4t2dcXedi8HPDrkK3D1y
hUX5oenlEB+9h5M5bxXi9HVrNBgtiaDeG4Wjj4qw61WzDN+nkbkW0IPe/tb7iUFUgwo/Ep7dos+t
HPUxb2Oldy3xzJgiKDqSAy1oasuh6eCsNJWiqIu5F2AF1+fMs2kEkdYT3OTQEw5W7LccusiN4RhS
hNuwTImD416mcs/bon1cxiq7nnS7j2OTBtzmtl98rY102vaNvIrCNH0ZIzFdDBFYl6GNNaZTP8XY
aMzRcTbNhx6M6sqQZrxDnuHSyMk8nHZZG66nOmh3RtRbp5glooYHOmGf67PvWWQkpLqF9YPVWJxq
aMg5fJJp1hz/ms8BF+1BMT75DO9Ab8wsaPEUgSDIwL6LlVkafKdTXFHNTrS35obIjrm1yTvCq3Xn
cVK987jv1oDLPuAWxjDFpNZ6yegiMDjzOqKvI2d6Shm0PqvULi+p8D7amsaOFrm/zcchvECfrcYt
wTx3eROarAwlUfFWUV37DYyZpuz8WzzV4OYn2tkrc8pSppMt2TQgNLK976bBi4ZCBChTl1dCF+2N
HZr9yqNDyelbWisSuVntavUs4B2fvap/aVIrI07XP3pxOF4R1eBu2DG6m6DzgD5HZcWEqam+eKTC
hhtRW9MWm8zSIyX4qtwxTbS3mazDeCM923npDRX1ayMAJLNt05w7DMTD9KX20kTjRzAsjv1JfEdQ
k/9ROVP3UWc+24RtXgx+0vUCaLvtbSZDFBjFfDKZHGMbZGR2oylFdq1RDN8cWbeXYlbtndH0p0R4
9I2Eqz08J8gIV7KB+bsimBMsVVrO9idV44Xo8EFs7XIqbqDnmIfGQwdASBNbMx7mBDgRjLeti1CH
OB5zVp9V6Po7A2NDuOqYazOCrSrWVb9HyFWN9IkVvikjtc5YQ929CFxrQQxYeq0riQwcnazgUfH9
jQUc7cE2C44DqDfhpsiAoZ4Krb3KLM7sHgZdPNDFvIOTUF/D2GpevCmxb5J0+N6bBazktp6PnGmi
tVcC/djAnTCPRV6Ox9qlEJVpIM8ippcVzqbcO7UGHNPNIVAay9Ofqraygk041NM1iBx5X0SayoO0
qu08F/4NDRww7CW5HXI+cH6Ld62Jm68yx3s0Icbj5BbdpWEqRvkalzvuf+QRgZns6iy2P7SCFBAw
PdI+RpI7EepY6d2HMQoAHwrBMWiGgEDlPjyQjEOHLg425DuUJx7ZY1qo+RNqOrraEb1HAuKai+GE
LX5GYFIrUmzShx5O7kctrehGpvHA3mwp+jiudYsX/jl1l/4qrsZk30sRb8wSbQFyPLUOKPA52y0U
uXi29yFJBndz1WeUGVnI/a+C76QStt/ytPieJdg7mrrvvwyJ5YGFdep2VfUoUL2253WY6THsHkm+
QxXka4sUM9TAJyioOz8TGOsFfNXaOIxhMeDMB5btjRKQkAY96BHWEoC/a8G4bBGSPOFa/io7ZCal
AU5hArMiC/OqBIjtUC6gFwwtyAVm7RKIIqy82xn5Ut8YsLjguUA4oU93hc+bRtQ8qnta4cUZhN09
BJLVQGiai9+G44TRM460kd2eytHkZpUTR+Yoh2Jxbps63gXDEJ3ReXRcCNZEXMNswDk9rGyYH3Bw
gnNnEd0O3MTrTLdIqUzYYr3z6JnJS45ebCd9EW0YCG6pvcRTJ/C0eXFyyoPpc9WKdksqn/hulOxH
sa1jZ01wy9PsVxoIcAyrik1gnnIY9746GSCjP4R5mNOw9KaYfyES1soBgjNeWA4GPf4mtZi6jHNm
cKwGE2Y8jm3VnSwgzueI7XnVqD49BHTTaMKP7S1wFxpKXkYkhpurs596xVoh1LzxMf1tgVhfQWky
9/QUOYRw7FoXvo3yLxjMNYFQ1SNgPORKLKrbIsvlrmQX3DmzlWyJHvQ2Fb2X60i49ILNnJZgDMBV
tF5wBl3NLkiu3L0ZetPVTI78kww5xOZ0Kj8arnGcJuNUTj3s3yEpyyu62GtoFZ/jXuZ3fS+Ds4u7
7UQkuDjUjdE+hb4jzk1t+ldlVNffaB6b59ioo7MgUnMVEraCXjkxb1F4GeGW9YypA2Myhj5RsZZd
kh9gUpGB6y81IwnJPKB2up2yIthZgCIxe6eyu+vdwrjxY8YWEQf/x8qo/LsQxekWhx2beTRjQRum
rLw3reqLb7fFVQtrqdy101AevKp0tzGmcTj4U/cSAElcZYiqSdfBS5bk1pkowb65htE33kdaMRme
czgN64FW78kYaDUuJSMToBJCER4VEAzeuKdnIk6ezoyVCvkERYMAKyFwrdilGagrdxwDqG3T5J9K
nJrLkLv8PLHSjAee6uChKdMsWmPVGTcKgvXEJNMgX21cohDjrNtOyNUOuTd1W7QJPG1gLJoPYUOJ
Se/DD5rNAM2/XdG5M4nEMpxTRE/FWtt97T05kWX+UP4UHLqGmmyYlGM+VdJtL9pxjKci7q1rIAbN
Cev3B3gT+fXIEetiJ5IkutAt7418wiRXRbl9dL26b2ijW4C8NcMxmG4DJ3tznK5p7WdbycEQBgBt
/PKYuQWrvDtEgv511AwOLtioWbtuZ4JDlFXxFc6C6reBNYdPqu7SHzaQdmYqBnuB7zNp6DqT26YN
cP6uSVwxAxLX4uTRqiYQFKjiiMpagBLUwKI9dy3QPhY0arZMzmjAODdqJL/QpNpu9ugnzAg5XTrM
uLrKO0NxWnjMNaufO6GMW4eG7d9iSsW/B9mzEc8OmgqKp8SNTn5RhGtO5K59sAoaDWaVEwo4KhKq
NwvpGfz5UIlpLZw++m6CoWEu6iHTqlR6suxCvNitrk8daLNqI+2RKYY9X1UL/izKhuK61Eb4wZrn
FzUWPhN5Zt+pZB3TcXyVpt54Y49mSnAOTl5Gg8sp2Sm/Ob4+dmYVQqRKrkuv/xRzk9NNHGPAOqUa
ECZJf1uPDnY/2Fx5vkZ1VdxKFFPRFhEaqx7V9kGEBukdVkxnqbfxekZWWO4FMeMAkaacPC0BkAsJ
kg9Ow/W+0saLd01d7Fsp9Vb1RXudJXDrmiw1GV9hUUCS7a4I++b+bySBnlOTHy0ODWt79L8GXoTI
ATHlPq8FkDVDRMegDEHDZV3dHGhHAfkJEUJw2DVIcBqjO75vdETo8c6kl45oT3U57GaMOIAPwAkZ
QEEKQ3XYrpliGOfAnPPHxdxWbNxc+4I/LK5nR8x3flDZdOUxLc4n1lVmtATyKCooml7MRx2GQauc
m8/fjnGXHNuooEbnz8xtyyLNADmvTTpmSFQ4kJB949p2s5EmoLIIYcmO9p/RryGw3mvGjDt8BsyH
PAcR1ig/g4/A6C2ogmBkSdj2eEU/zkWsD8KuMgoHvyCdoDWqj8TZM1DFUOp9bCQGdpQTU37dhTI5
a8Je2xVFH4Qnbn0Y+uawMYb2omxamm020QPti3I+xjRg/yq6/E1yiUrHNU28Wj5nX/+d/Lss+44g
UdLKf8rp8YJO5CDkLhgtGvOIehxKBNas5dTZeeFx0n73hWG9xyC4axsMMgGn4IMOw4w7diwQuLIa
jncBE0mqMcLR0tXc2b21qTJgTd9zcKmADPoy16/64f+z/f3F9mdjSvj/2/7WX4ov30jK/o5OopsW
19/y919df4a0/sPNDEET01OAYt1C+ouOqPuf/zaEg5HlDa7t2/9ZLBC+g6R9MUO41v8a/cR/XOTk
8JRdpHcYYP6Nz8/9lV3veFQRmFrxCknWEkTHvM4/vTT51FCyO370QbhRgSG6QvvEY2paOA2xSyNr
iZA5cfCsX4xRzswqY+C5xbhLq6qPnwkt0yUhuzL2CT7oaLMX+abvrJDhQ1SPOpmOA1sVkuLGnukt
EtrQs8euUx+RvnVw83TJTSZbtvZ4UrNc2xVTGox3CKKinnisbaIowYJVhN2A90UMBjX8vo2YApdI
tIjhHk75GFYpAnkE397FpgDyEauAAPW+UQuI8gmu8PLuELMvP5A4FThqh1Hhvc9IsO/ovrFRYMG3
Dkabht6DAaisRbtTh50pzjM28N7bpyG0T7nzBTK9/DoqEIF+Q4Ypeg0MR5cjHTynRyq8rkN/4OfX
NWX/cOUjxuJLIE415L+QigFPWSMqYey9ryth8haamp3FQJ4ZC5JP3d5c3j+UjsWfrhJ0aS//uBvR
R05RWfxX0ed3+Fe69n/+e3HQ/K/ie7nkHhWqE6D1FhLb/btL3gALRJ2jm+eZHlXkQaRywlmfzEQP
ELFrVbqd2lL6pZM+lhC2q/mBsb3ukgM4Nemmhz+/nV+17rwd6UnhS8vGZ+pKP3j3dggf6qxgHMOn
lnAFbo0xQewPEMLVS9p35WIxjfeDVnmlLgZCBHe4gpZWRPHfnBq/eleWN8Jj6QoHGwTuWn95Mv/5
KDCdiZO+ar0nr0xLmd/QkC6GZN80KYj3S8AFCTmc9tyPJCNbKbFcWAbrQXBrxZPv6GmHbnv5ZdBT
oNHn9pXsxK2XDJNt3OZU8GBO7A4A2vVYhnZ67eepcC9//jZ/tRbxIVz65t5i4GSibnvvnQNSBE6N
7nR6GpnCKHSkw2zzNTq9htmyV4iuSC0PwOSX49+ts7/6cHhxD2UyXlVuLWGZ+F1+/QYxNDrENdnR
kwtMYgofexjXXr3rWneJBUFevLy4FwPIoC1dNjlltWm0Q1Bf00tuC/uGXJqRJ0LFHHmAFQ2MIpmX
on5a7ovIUESNNGSsJsFt2SPGk3u3hxDYUD9DGfTWblOTc442cfYQzJcDcuRPBMSRzXFP9HfCU4xW
LUMhEUgwY8EOvXPKQ0YHOERiM1mlXB7cts14mxMqcX5yYFc96840ND3vKAcXwj8w4nhZk0DCu1x8
Ew4Cf7MZxpTSDLmRomNX1f3ybGPmn/gz//WnUAEtP5qqNl5aj4BYeUuLqIHfpC6Olo+HFYg/S+KA
534s26VmckohHPU1JLCRUy8VFGfjVekCi35hES34hot2ZqVm9NUqC0w8sGqxQQRrqqlYNUG+KN87
4XtVfJyQ4rneJamgnsX7okKlGF6qtC9c40v5ukCS71Jz8UZAZWP1aSDpgB9t43i25Acz9bsE3HRi
laBPktBCvoLAHiv0ssDOQ8df1fB/edc+ke98riCBpPvggCLiAnH4X94n0GNtPBBxxb26KaUXwVLD
v9PkglmrNmlwxlhYZbBCvcDsbVu12q5f3KQzuExvPypaNl/3dom04wePXVSO98yzWr2to7Qdor1E
Yd5Zj31ZLxc3lq5Isg/doH2f8YunRRKeUgWWmTfc9YHbny1zalljCsTnfKV/fix/2hZ/WXQ98PVQ
2S2TrZaH492joVzogiDFUQwx2mTOFM5zUAO5fV3zjJpBp7l1h3TmptFFIvilLGrIvtu3v2Ij+azp
7SR5Z1zwzy+btV1aDVexQy2iHwb6xnm7gQGeclcFylq+l4pTvbuXBEe2yJsJmJXOQyLGZUTGAA5i
vXzo0L908705ohy/1yMTYPeq9vB8ipmpWVV7/dl+3UAtG+T/dWl6ES/w+h/0b5f7u3y928Uwcdq7
SXxGblhEHWxvGkRFPnAfNBPNW+MOt3xmVi4FOjkSkKRedzsxWhOfGCdF0iNZNQKTJppR0fhStCBR
BgVo/+KII3rkJJFp7opE9ZZ3FcHJa7+a0tA8uAINDnssneS+MjYGp6DWPcnUiULgskyJinGfSxJM
3V0qYKiZW4nY2UpWf77S7wxVNI/AkGBOZv3DXcpK/O5KV7ljsybJ9MFzZ6c0d3k4TGm8ZqpmEpGU
SG/5ikLHyRMcAmNA7t3KJzRMyLM92ZpVmRBUoDr/cnfzIU2wqWHzMy284b8VenNcWZK0heZJdhZS
gy3H+uWXDChaGyBOGGR1z+Lrl6zXnYk//ysxQV417UdU/sr4upBWGZsFYuxtF7dWCSMT+XA2sLvk
Y9Fxnqwh8jjeteHjGTk2EdlO8V885++2aF9YeClNz7cRHXicoN59t6PUBt7Y2noQU0PixToeiE4F
VkouliC3CjWzrO2jZehOV/tmMgmmefzz5X1XrfAOeI4FKgzYHMvD/L5IaBpIVnOtHyjCUk9+WA6S
ctoZhP5yy6eenaKqVW7Tca2F7yxX1/Nyexr/lUOQfCWuIoAM3oADg/q3byLFDpHjbKseXtdGS7bL
gsyTz7a/60IilnIyRiz6vVecrSXlSKfype7989fxrtzgFIO0Gac2jjX88fiLf93xkxSgvnLtlgtC
nCwmS7ZqA9kOooHC8n/Av83b9JzQ/wG1/eeX/u1K8MJUOp6D+WX5Ft7VjfO0jH9TGlHKQM9b3LFY
eGwnRIca/PK2+NhFTwzN0UYGMT2TjC6z8i/fAKXzr/W0L+RCEsVdanF7ck3ffQfMsUoGXkH1UKqe
TtqN/fqAqaTg6h2yDjyk2Ptp2fC4vRUxeT4VerhSJQmuyAsKiVZuJyCAsmTjKaQ2jPuYLQ+I57Ih
OJX8+Zlef7BNIanao84mCPdrraCx+CtVV0Y3PsaGUYKq7cK8K40trmY3sI4Erzupe7aIfWUh1qHj
1i/S8JfCofHIpqYLaTmoeu6jwF/u4sqEdjydOCEhTlmhdKTo3CXKtHgrjIaX0gfLaM4vhru4Zldv
y38ycPe9tM28FDltQERKezXgiYnDfQrljk1DWHFkuzSlTQz2yC7auXwqSOxjj1nQvezxrztgaTZT
5xEIVKcdf5bSi+fNOmjLO32e5+WYuDNpt4XiAxmRWXpThGUnxuuQdirbUZdEfMadtDvONFcYGLC5
MQcMQ4bGBJiHQ7DSCHiGesNAYKTF6Gc9ncv1nLhG9cT3UrLTzvD04B1ynkx5C3TJFG+hfK1ZNHwu
mlDx3HkKV4pdxPzZbHWseHsC65b9qhrmJdM37mmYjaji5Mwx0PUbxQ+T46T4K9brUdXg6eJvvv0D
wWPNjVKw53KYpGZbvuCQvG1+NNU/5L5NrqCmPgydQ2rlBj+5M9Lsb3BdMKDWlAvUotUY8Av82eWO
agt3KbS60SW04JJV7PDmVkgiNqItBcGyV4vRMHg5Z4T52exmlCShQthbTJFMsXo7aTZ8HD0rnaJz
35dxh18KFG1Yb+O+pB4xuwDu8K5Flad/1KH3s3oXHbp+5LoldOKVn6ShCfK5GDoOU0YEMfGaDMDE
B2X6+mggwELuc+jm1K46cxVigPYNIicwVGEfjtqppkUXwzJXP3LOA/h7rQAiQHtxsm4evVMTBEvd
hrkCrP8h9yFRkxNMEgNrx7PhkD5Tn4yEbQlxKTxliuwGEa3Z78I2j+azW0YpMRw50VvB9MATg4gf
3lzohIHaQ/hHK77OLaee440RcpTNj8xhlufJ9LqO7xNVWC6HTTIQ7WivKdPADG0mmOe8EEEXy0Hh
7XTzdr1JLV7KIyJVlifDkd7yU952ZaM3lpU78CaDr+S1hP6XqyekAQvyDrupaUkoPL8u3HVWC0IW
SnX/un/QMaC0YwKRjxdJlDW7F5E2ivfugFfhHFl6A8/2n9/Db5sH4WBsG6RbQ8IAkPBuL61jr6Tf
bQwXE5HGeFFm6abXE/IoNKuFzVlnV5Azxbb255d1frW8L9mEAV4vxNKBT0QdpIFfP7tPUjO6d40O
0g7meXpplSqUQwJKMdTdU+7LHiGaR/cK3yLGDMHmkkTQBwliJ5Oy1bvBZLCwMMmHJGnBW+etdo4k
okSeuecutpMvHCyXtWAGxVmVt8HgNFxHcuREwMLdxJJKykbrApHQn9EBWBfAyT7KwYnMazav1Jjo
usC0Af4XAj9cimrN0Rud5Wv9GA1qpKh8e1st0aJs+04ilhUhM7DwNw/+ZFiYXMe6r8tsQyxDAg23
QUTlCHJZqOgTb5vM/gxFDnYlmUR/2Z9/fo3/OPLQCXNtAgLJBST2FRnEO4hBwsxAouBu7jGeMYbc
izyIg4TOklWBxtHOqFV7LWrVBmTbCFV75QKITid5DtKwm+enQCHziA66mnmotjlCH7/aLTHZGDtb
S9p8U2pOBN8Dm0fY4RwSZITeR5NsuIB1YqpE763KwSuyixSSF06ZnKhFRjI5FxKlLmxnZf7lqOcs
7ft/fm6LG8ulDQNogA4MUqJfby/h1lpHbtbfB8XsiuZLMkIR0DBX257Hyi4FL4qpBeUZB/B4spbr
WC5zMqDqjeU/dmSR8Hs0y5aGgCAhcH5m5mTyF8qKXIsEjXLIjI9WA7whNJuvPxhRXpI0J3ybI9P5
wECmGJA5bLKMnT04b2QxK4KDSojEYTBxu+RDW/Nld4WxbPrCxpHkfEdd6o6oSuaYdxJV1aga0uLo
ZOnTWJH5mm2xYjQOM3bNZk/8g7LEyGyS9GOgG5exIs8OOTbY7cHYMWAa8E7VbdCDn1lJtvUeLuY4
TctVrrpw/vnZOxi4O5bI3C3+chh7f17gnO1SnfLIm0D2fjv0JO0Yg+Lvg4vtxMNQfaRxko6XmUkV
S9pSGrJJgkuWfBsjUg/ezZ+XmvcrHA1nnL90FBE3st68P6+UNVvalOb+hYctm5/R0i9LKqY5j1vA
UtnAK3JOYun9169rS0sEMOoCBy34u9pYVtqNtTM7F9PBPv3sVPDey5W2cJJ1G9xJLCteRpDtX1uA
7zqAgKiYJoCIcoF/Lt3Ud0t6RnT12GiCAweoS6gzLBIpcPy/nQrYB5RVnkr0wDi8JpoelbyrM47G
cH3BQhDcUtZO4jXHUo01GcBWS7n5kU6Or7HU/Pk7ekfm4dRiLZRDk/mpC0KL3fDX5zQYzbyPHVtd
RvjxHMbhwC83gtO4rf+ZUithJm8ledg8JUNLa2xN+PeYfOWY3XOkeDvxhZUOcJ2ruENOtLHtyqj1
pqm85Yv+8/t917bn7XLclKbNtwuij4b5r28X20ziE/ol74CojiwkbqyWu2h07In/qn7uz7Fmgr2R
Vm/l095s4oi7LSWWhePfn9/Mbze2Zblw3ziML//z3s8Qlmqsgz82XAq3j3mWzN5Zalhbth6v1foz
dUQLVnh+/vPrit+/BcdzOHR6nuTR+q27EqAbnhtiKC6jVxODXTTD0uUuirEOU/DVcunSzkxYQStR
4pMxenkrbaPWXjaMLmhDqi4yAJfzC+Kxmbf91vjMK2R1ZDCAQl+K52EiaexGRAoxB0buvKQ+c0qd
yvjHnz/UT9bYLzvGAocib4d9cinL3j+ugcO4WQ7JcHlrfANBDlBDinry1Tb2ZreqDgM9Y4IDcATU
aXSIkevCyXDRqvKhIiQRfJquQT5krAaOh1nJfUxX8H6uHMJA1jS/MTCjOGrpEKxsZwQdsKtdFGTG
ysuVTOGCd46b2nunMzhjPA3469D6v9ZkFsZgvpHYUcuABgfqzzNGT8+h/QRgy5W0gL02icatN5lV
Zu8J1SCgCEOyaw6IiFNl+cGpr4fOeJjLLnO6l7fLMYNu4Xwz9wimaHW2RWlzSnRIaeDD4SfMmh0O
quVy0MjMuZvfWvbZqNgCNz2zOOKFkC2xp1xlNnzcZl2T0T3pPcdpH7oQGBZs6sYxys2qRPqLqAP4
ijegFvwbKvC33YZxLLge+ufSsn6/N12pIjzmaXcZClQOFjZgGtwvgDiCpXCr4uU7xCMfdsc2TuVf
F9/fX355KARSzqUjQUvk1wWCWitOmKZUl7eOsYNQmv0l7X2X149/ThKxB+B9WeOu46L/ZbO1fnsD
6Apt1wVC61BQ/PZsKkgYANTq4S5yo+XwmmTUb7Si7ahHFCJ1OI8BOgQq3v5c09nhAgJl5x7ZGkFd
cnZ7OwIbll7asz0LMr+J1XKZlhSvo5e3U9OEQ8B4CFvZmN6qI6wPPAo8jeVV3+6s3MmWUVIT9d3i
JPLIXydzwOyg1W86gcO4ApwesmrEKwjnCpfWnx/q3xYql5Yr9CbG0ozpxfvB+pi5qdUyI797W6I4
9YEnh4/+s3C36QrUL+mkWMNcdyFaridXFYt8r/nrOet9QQqFG2abz2TOs3yiuN9typAOM4mLdHzM
i86IsJcTvlO/6LTPWKoDn/vxzx/9txa44y0VgCedZRgZ0Cn99U7UhnQjDGARWqMwtu21MBmC2she
/x9n57VkNdK16StShFzKnG5XvqCAru6PEwV088l7KWWufp7cmfzTFBMwM0cEBbW3TJqV63U0CSkZ
W4RbXxY/xGNtIn2uB+tnravg89i0gvD/6MDFfjc5fzr1AU/yCFQ9CATz85aFHcC04S6RfUrjVK0k
m1d6bPf4/atCXBdoC1jc+tJZM8+kXvEdpBt/3WfY1vzySWTbonZeWkE8xmAXNDHG3FJvTy+UdYqZ
3mtYQPvtbvaQd/GhX+BT1oS+1QrV1gVoT+3MLByDjWrUwIc5eW1cFRFrDIkK8UNRH7JRYscR42me
ImQJoZY+9nEz2dsxtcJOnEbcJZnafZjPHC+bOa85LMulv7aThljVs45f47hIggvkJtJ3dY/016/7
bS3ApAe7h/eAkRw2BPab4TWjtLNj4JiP5gBfD+EkL21uy+RCB4AUAXQlTO/fFURqPfvfu6ZQaJoP
amczullsf6pB3G7LoyRsV3J87HjtvjVw3xDugUHVJfSc/yHw/B8oE7S1f/wyxoyLH3ToMY9cR7Xd
fxzSPoZRUcuW+j5rW9gqOBr6JMJA+e26oSHqwpdkaNQuMWUYuZA7RZJ32iFFOCZiVn90VdLyHwky
VJuBZw+r9VH3daTj4fxwTK44qUCTzl+Eg5Z64C37QfA5cGETimPBKsNpj66vOj9CIYsTgmEpRgvv
flqgNbqnWZLLIo5sjTuXEYFCWB+dEfxrQHmMIc7r4uQFXgCy2DsSFmuLDiI+h/pCrWxWNxaurvrl
JLXD6jkjL4MGcr0MNMAx0UBmwO1xhkGVBJ94jPlOja824EdDchFDirDtj0Y/iIVT0br9iX43Csnp
xXne9t4pP458u6+LMQjmyxSvwu8hCmMgvL+kdJW5AYz8+9GHqVNmPLN8rBUTJIs5MDUHp5cqFYR4
a7WRSer3oL4lqgflEoBeAIip7JbsCp9+sUquGt+0fi4fU8BUXtiueqj2XUYZsCfvKz+Ac35pJf5I
mGBSttLQy3CgS8KXBNA5+JxUkboUjIAEMFlJN4otybyDci9pIBLjgy9k8sHM49guA3rPTbmMWXfu
PW/3vOcZM5WO2OAa+f1455XODhkDWbi6vp1mKHQnJ66WOqGgndQrt1Z1y3RHlwIViE0vGd36WBJQ
SHkaqEKiFVBdzRCyqJR4MS7mW7N1TqbNJxqlBYMcsKJC1sBD9J1uZISOc4WI5LZMtpQfGpxoHWxE
Qfe5TdmtSNQFwNkpna1wTJ9s6UJMwK4hpbV+U5KZMofPnY2qO/uElKUeh1c3KBUjE+3fxNPowlks
2x1gLSPzjjgdNd6ryFf/Jr0t9o9T3k3OoylSIFZQMj2R39mLW6uI1/Sc4vQV5O8KDK24RmIGO371
N/P5ugX9a/HgYM6Sxaz2rs7coCA/zme+HTYQ3njvSammQ3TaIShZ+KPVIsXks2/aldLRmwJAjKMm
YxjWBjogxWTY4IcLcuzq1lW8Ejfo0j58tWCnROlfS8LQwfyREBsiPExjGnIIUHyPdKtOEKnTkGuR
LNhWEx4qP4PbcbeieOTpSnA/BSONvdoQDP8NKyOao6tI2IZyFmTW+10z9gQfwf/L5BgF/sFJ8tXp
z5mPo0+t/KlgQqSLVQKWAuTEHH04N3hAEUiSUEmSty5V17wiwJUC3AD4fdFUgO0ILOnr0VLPmw7/
fUDqpZseKsfx0P+aX9xclAeoVyZGrArYleHWn8hn8/lDeP4UYUfi4BL7pynjUq+TdXdZPVFLFKoW
ox4ijS7xMuzMuCSNBBnijRslilyDQQrhoDuWitDVsfzsIKg0RdxnXCU+9QVvpCXKqq0fBrUSZ1RT
myoeTQ1JpGVi5bipEN5ET421s27Td0Ew1QOjs4vlBEZj6kdDCsGMx9/796iUBGrkchsVSOVij88+
xiHHG5ITZgjI1W9oEWz8uuG2JLp47Ylr4SUaAM8wjFyUzdzMaAORdEcvSyDnHVAqBngA4GpJ4pY7
ir1q75qSAiYky+eKG8QMORIJO8wuk/n+1zOBXtjbnY1ODQsiBnXg2TYH+h9ngp9NAbXXlL7DDBsU
8czOhBHfhV2JJ3Ae6UbwiAAV1aKzV2BIz2Y2x23W1Sj6RxYzeOlRXwqsdu15nh/hWFvNJQlEwe/y
5FY6zR5Rb+TtDNmOtp5jQnGhIUvna65yxTtcNpR5PBvQw/Ul9CEAwYfBeIefxX6i2mZOQi7BAp97
ymsfeStV5HaWMx1HCFbzoD4EIygOqcr22em/+u5EMVb7NXKxMybbCgRvolCdzJD8WXT1IRUq9h7M
KILEjwSZqeaFtdg0gjhFX8lnHLS4xsJmtr9jpoCzH4gZKjHFCWMIsQ+RZQ2s5ZWsrhS3NfVwbEAv
m6DPKVdJiX2Z3U71+WwxQumyF5j2+4sHGFt+7BbIsXe6DFyJ4eOZ5IqgggUbKaXDfpmx+iOEyuAH
5QTFLD9uszWCGq+8hu5B162db6vbF6ulaBBRPQR5i6uTE/rtaZA154qW1KJsWQ/2Tj9jfkj3WhW3
YxGrWjEo8bB/8u1u42eEbVJGAFhfu2GmV4kTn8q6Gp0qxa2qIMOIYnZaXZtdKkQpl51oYVfxbRMn
TrwhzRyurSd9wSHm41zWhCiSpz3CleQ7bbsc1YNzxyT0DzVhvgMlrDKlQ5uMbI+48pZI2nR+J2yS
L+VNRApW5V6QsPo0j8laUr3vPFxTrmvTD29uYsIIX8q8XNGihnAQc+vikvSlOu1tuNG2m2b+zb0t
0nmJ05dcLl063LkF0V93Gcxk9vhun3HkfGBQEtlwsknH5LdZ/HtKgy22wM5lB0iLTV9up9YwvA4B
FtUus/pKX4082fTlwxYmDRfmtKyv7q15mBBTfBysIiAlJOPM7oi5PuyWqgbMr7v2POIb7PGPfn6s
AVzbd0k4AO3HFeHiOdLCoOO61qhWeOG0qh4z9Lcg7D6QyLAGwUkfYsKGvLKaIshniJm/tNWO9/CJ
46566xMyjRW625XCY4CU0rEiRLLIgbAWO8ybg+7mIiPapx87mmkl5ZRwB4VNBah35CNasL7xHkRK
wh/uVholM5MRJw+MwQ9dnzpWdyIuU82XVL+wNfDVINMn0bgDFypvhxkPFQI5Rz3WZknGKYIVoq8f
XH9H/LSd2jK9bkxmw6gwLuOROBPs0YusbBakC43eXPSkDxde8hEAw1nsewLtaoJ1rQ66QnsydyyW
oWtQHs0r7Ed8Bxu1JHEYLCfcxoKZyNbquowsTEvWA7aBbl3fsydjuoMTapHuSfRQdWxg602YpcBt
h9yuUSl1ruX32IZCM5fx88R5hDE5SaHeVxEF6KJeFt0gsrZe0acwForVsTwCcoRKtPCacN/bnZIk
OoPVSGmrprNB/9x9EyystBJVm9lhQQFmQi+sVuoNXIl3bDjI2MWptccqwTvhVHOPXIR5evtkjdxy
2vX2fLd3Y/QeJobA3Gtp1OU4ha86u8u15KgTeqP0acJlxsEoC0nEsM+tU8HxhJ+bSKQ/tTXkKE9G
342K7mOY8srsc+m4MEfP5Tyn4Xz/vXNNd5DrTiJLzcgyGRChPRhwok8ytTB5TeVsl7wO1viLXw4u
q5NbEpVzmIKtTyUetGPIU3VW3ICJZzDTbLEwg/TEIV+GnXbTgRi43Kned/w3jqQHR89lGeUB+Gve
lmoEe3T7RXiHIFXdIPRZG9LrgI88fzNzMtzB0F1Mdqts4Kcdhplq6Bc2O9ElxJ8ZgcOBSiCb73ox
w8qN8LRggpVbX7MUpNwtS4g+2Q+5jLvygazWsm/ek/2qFqzewWUMrSBnJ/7NVGYGtLECu5T1sZVu
UUWvGzEI0x2mVAlvyFxPrfc09woUromF0/gH875m0uFYmtC5+xyROBFaasHOQCSVbKKArj4Rs5vR
F3oyZLEq9Xq1TGoGGTGpaoAuzUDF86GNeyxWL3kPefVbutg0kZJcgVeEo9LIwGOfn2RDqvgCi+5C
jHCjGdMsz9eHzNLP36IiRcn7WJPvi7lEt3Lksc+4i9AMOuKjUCzLTUA8MJ/SyVxZiKYKFv9acTTs
v27x3kbYJ+lpYm5wisCbGDV2faVaVo1aFkZoD/1Xs8TQwGYCeDHZUnys3i6TalHfDGXI5+mbFbue
l4Bb1pSEUjdt8UpRs8jNLZvLlwEE0+a99MkZz8hhqtW0czTYUlWe+p4OaTEfMusNEnc69RYgO6n6
xSDX+ZAoPAKRpaKFmsNjX3bqjC9waaVST5EP8Lc2oHBgmhfExefHOUIZqNDhK5RY6hUQk0z2+OHa
T9o0urn783XUheEGQxtHbxr1F9eKJhYHMS+Kn2gA0MJNM8Znufr0vlxN/qjXVX1L0ZNYjPy0yjq2
/TCoJDMVhyD12wHo/v6ar9jFibuRVdNe711YPvBWzH2bQWQehpnZwm8V4j1qiCxaw4aRZW7fLMJx
yDT0DhOFWFCc0oU+PmUMhgNpSHoJRLI7V1Y8v8uii79mFjsbNxnTRd0+rFNnhdWjGGqcE2D640X9
jW4siyX2fDgs+RTZfRh89vkhtaxup/Qy8bwRg4uSpDEMcIVqdKT+rE7Cgs2DpkREC0wtunMV8WvJ
rF6Nm9J0/TwqeAczcxJI+UNGZJj5Z0b1wLnVbxNieZ4WTHdUK6PxPD5xEJX6I/ZzSGz0QP1k/eJJ
SKyfFbWUG/OiVU3UQURcIkgVl4ugj7MW/kpUmrh54NPd/VHNuWrZeEOkWjbjvqqRqzsIFBAjfzE9
g1R3hLqhUxv/nOeqTUWam+oe/vo88fY0AaQKCkC/2XaJhoKi+eNpIqsGDJWn1ntecrYZPMuqcC0w
8yl5NF9RoaiRM7oLbnuw7bDkL5CiqnH366v4EYkA+YZ87UacnuBih2wxqmX5r4SoQfW7yzTenwkt
UrxYjY7aFcUfUDw7ExW2Rv8JkPo97P9j75+vd6EacAgPHdgO7k+dSSmtta1J4nwmklThcyoclydt
IACaVNRdaV7bXEbcBLreJzmHteH/AjJ1VSvj360O2gxwlmEs+x6DHP3qjw8DgklIYSYKDqMM6Pqp
mjh6Lz16b6LCrONc44eEZ1XXtnQA4mVSizhmH5zLgW8U9cicweEPJmHxHtSZ8hd9PC6EcNOSUhEb
iytpNQ2vdNDZ4rD9ZW6jtJYfyrJRBzTDG81pKwb1OaUdtf0OdvjpqUPziEHJA/pfTMW3AZmhnVmB
b43uU+TVrBFmvSwzlgDOmld8vFgJs95wcb2u0rVGxiF/qVnx6xH4Y1OcIQBID9ZgB7aDCOsnzKWA
j9qPCMSfMoEJGcRfSWnNtnI9BO5Lfl1/m0WJcH79xT9NQGEHgeNxtKMt7tDj+vFtu1OERC325yeh
q6xwoJ1WPhgId/Z7+AymACRWNs78b6k+rP36Mt7ev+JWsKWTl0qQoP0TW2FeHDLL66V6Qn2ku5ZZ
wGughZ1TEjFBEBWcmvo66n/9zc6PklagV0XogNoPFAsqEL5taPQyT+H0JtZjVhP/RDI95m5EGkVF
32HSQXo4xGq4ngoWwURPNRjmqFebMJNWbeU+nuPJJ6zdCvjsv762t0MU4QXPQjClYwfQ5C1tIhh3
aABhYj+atorQ5Mppjjmk6SG6NCmLlEGDEIWrykH83yxS15Hw73XBBSqGrEImEGAtXL23iyS+jxGc
/uGxlKW/w83VzwTKpbQ/bOnU+/NpdiZ8IKsyUOWM4w2N84V4tKZMj3GPEIY2dIrUvbglGSbz3N8w
dN4O5cBxfRG5gQtsKfyfCDpsMxLCfhw+fRfF6YHakfzMa2qjgnNSlGO8+4RIFUqTs9eCy/z1KxM/
UpqAb12PBxWFTGUYUT9RmigFpOrmbk/F0FbszbIf22h4imVMMk26rlZANg9Z3hzrcLxWrQ0jbs4D
uOMVadMw7p+nUGxdedPtvd3+tyPJpfyS4diAl9YhGB0J1SLCSJDVwN8shYi3aQTHe3HclHWY1iZI
jg9li0831Xtfs4ajy7NDRTQ13dI2XeUEb76hx9t/hQcBQew7X8Os6biitnzkvKDUXA5WJMlPprZp
0TBjQtyT6AIMiyB7ZzxEZB5/b84GmEpaH3Fbx/fpiLAvHKRyjffGqDkAGShppiw3JT2zZW/hldam
2TzXN/idKapDGo1qJFdulmX2ORTUstjmC2+cpvuhz2CrnemCZPbrr9+e89MYQirEnIOQSyfL4ez5
43IYRqxwC0jhk+kSd/r2Kf04EMPdDuwkQge6VDEoHqGjPBOhqdhm4+q1JLUsZrWN2XupmPu7Pynq
oNbAmduugaXw91/d1F5OfR8Fye9AyLcYJLJ/6B2sHiiQIAm9Jax5SM5pANvDI4fBTuCal6YZHrQI
gTgdGQ2mUcvtjaVECEg5OY7qJS+ToWIw/eb5vq20gphYSKapF8A25FG/WUTsxKZ9xJh6XOoo2rM/
PTFMXXkHr8K3PkbU2RSaIcTo+i+XRYwBu8oi5vA5pSuhEs9r6NckxjVUCiFZHP1V6rdUrTrwQPeN
os+cob3xbmdBZRShrEys6fLre/iRHkF9BlMlQNYVIBIjUfQtXxczWTGEQG2P4W5NA8SAMam99GSt
9L3Ij/j/qQ5CGzKq8ECTQyXXdt48NTCTnjO5qB8NoGgq+F7X5/gI4Gh+6gOIzu5vuBlv3xfLmOCV
IVqCceb9VJ+XslfEjaV7zLMiZLGsOXwHn79/fxVCFH0fxqNC3hJHIhK//fXD/un7oYRHnriWo77v
iTd33uCsgiGfkz0YacTCoqbO1D+otmqSxjh29i7K4N+xlH66AF4zhCeUISi5bLaYHxeEgPZxgKXB
eA+T7roC+tdDttn8UmtSnTXGH649N2LIx/DPXz8AdYP/3nUjh9JMMRfYWOKfN7VyXTDQgUn6ULBA
7p+iaB6jSzYGCU0eLhrrr0vgIhb+zUR131ZFVILsBTFMJCpDxtyb+y6Fh79t3Q4PKIuyfn4O/a7d
XuN6KPY7A6Y3mGV4f07OoFBt5o067sKXV0eXPHEL1f/ui5mD6xhC1NvJBl9p+RGiUqtul0HrOQmo
XQpssmYMIcSyKbilx/ZIGLCvBF+gqooR8evH+raygh7LwIZkCveO6v/tIScRCaFXrkOWZiy9667r
5iVmS2zVZX+eyQMTxXftl9iASb7OiOikrc7YEBp/85LfLil4c1P34zzMVXEIfHsUWaopTj2i+/DO
VXQeTLgBtXRlp9uAv775n7+OlQv0DiEkpFhKuh/HdJELAYa5i3tsSUIaZQX2j9nJryQF7OT3vz/g
CuftNKJw4HDDIoZ1h42g5s1Xjli69TE14r0hABdXveKa1t3+Oo+LwtqUjl5WDxmmvsI5Dk0w+t2z
O097R0Cdjz3p8OCT/0kr1XQrjaBKpLDW6a2QSgkmXiV0mQyzqE2WWIVAoex6T8zMhP9RwKeqjWGD
l4EyLtkUhNUtozpzUKmosVsFtQLHsgTsBhEWtA66glc+fqUpXmKWCs4KSbJi+58yUFdxijRjqm0W
dUIoYAzSmm0TYmVfcl2HNmQOgWVK3BXB0aVLNRo6uSpNGVBqRmQDMYD4XCU9EN8RGRWsoFwDb7Kx
lEBvDxt1oShbVFtyQBvHl5hDQZs2grak7GZ1S8ol4rtEaiwC1aA3nbRE7GrCYYm8U2ANmEJxOfpE
QXIrlcGW1gGWlYPlp9MBL7BhC27GGkUOubf9juBcN2dsm/wNcSrASHDoFSkS+/f6YZnDilmOC60x
No0zAxa0q9fsr6bbQl9Tne7ca89H94Zprqk+8ZWDapOJvRU3CerAzTlqypw5CUZurB5m2EslVTZY
aOsvyuMjvzaZ/82zM8cCv/Fz/6WKGEloHOhwkkGp2pjdf6mQiVcbdhxAvmBZWaArE2mF3RxSLYGw
iKzXpqA3ml+Ha+O4PEALf2EKavgBQ3PpmFZxcE8a7RI/5HM4zp8KPCJgG4AviD0+6dIKOVBDIUYI
91iDh2IPQHxhMfg+jcIepf8XiE85eZoALkF/lnanOuQpxq3MlW3KQKxBPawUMj3ETHkIHEFj89xW
JZKcAz+igzmVBRavQ9ooXLWhpYD/P3ySVfy1a1SjCqzJe5eWAbrgk2nCm1aXq4Fz04ZOZmiJeHn6
UpVmtCD858HulzI79vtc7n/gI891eT3Jmt9qWJzYZWTFnolXwjF4gmDr8/w3zQzHfwUUl/M77HHq
zr2QIGVtr6G/r9b0DvWe8pshx0zBxsS57CSS8jHOSCakxoENQoC7gOJfIim6ok1Rrk6aWCN6DFbO
yoFDWdgV+IkeQnDH/WLIAKyGrAU3OIgGg3wJo3LCVd102Fl5Va9l0KuAKeDiLfDzP+vId4oXPawJ
wWTKlteJK2167Olpl5E7tmc52WoYarICpn7JftsRjCuJjNTMHn1ULxGFMjA1p7Nw3ULgRh3ia7Gf
OtzrwQhQ1Sn8wii6gqJc0uFs97WYaeFWWUrgWjEk8pm02ZSI+NHwOZs1Y7M1d6qHWLQFyMDsCiwb
aSYJkHi/6G6qnuolWeNkqYlBeudYL10G+8Mur1HL31VdOV15rPZVb2kek/EMGIpKyURKtiq+W6Mm
tHrZvUzjvopsVmJDXSWcaaaLj51Nar+uE9UF2JlxPSDOY/rY1W6YnVtP4PX5HeTQCFUQrarVOS97
xQukW6Oe0L6is4CdwJMhIkejaLtrkxnx4Guko+5nxVciGZVoTMwFFRZkjH6mBWRXnAZ4Tizw23WY
hrTaYVtkjgJZegeHyieRt8GO34xeKPMmiVhE67UVTMayzWyixxp8JHMf13YflkqvJ9uiP++Kdgwe
tqN/4BHG2z0kxZaQOYNk2rEZBZrDpF/N97F9XfVGngKLfAg3nkemV0qEGlyeEw2KjsQmq3aBYsoU
5qXhe0Mq0BQZnzR1bpp8MQasnIPr5qZbRwZr965nQLM86CYjYeZqCvpYRfBeyW1T1JCB3i/jsunH
pMIlteuIGX+NeyssEEw2HOKxXbQGpYlxIHzwvPUijhbap0rH6UAdIYkGUGf579rLK/r+P4PtKgBa
tn1k3sumVP/f040LbOPUA2h0RZlWNmPLvCDbXlXTwyU3Yc8/FONWwBUy25wfTtQ0S7Srfc30fsp2
urbLdV992z01NMiRBQB68igzAKtKbVE06XWlcyqYfJdZIdDWGU6isFtYDpPCOqnTAfT+6pJZ9eor
FwYbZYL+m6Mb+Kv+dl27wSdSBwfTwCcoUZHBSxZUbi6ZG9ZINKmKUBRqdQ4nztp5KiwCkh/74Aq1
dVMXfR5U9uOfKeByc5hpk1g4UgeRUVpXlVS7ugElOzALNkTT0l78lHJS2TlA3yhm5QwgXcmINfKr
GIQOc2eBEI9GXZLGTeldrAAOYHv0NYUdj0m1y/ndovYTesZ+RQjOVicpXp80AOfxPNs2ZjznSRPX
9bCNtQ+BqQTMdo9hEivAXd67M0xAfOL2Jj6mfYu6HMi09iyywIdWvV/eEBduFmRTOJqBTjNA9ezL
TZGgDD7bDGzcL+aESGLpprBjTUuKLUwNkGN16KBcmCzXGnfWRZXheCHRUXSjeEnVkonmUI0YEDPm
nWhcQaGFh59aZ8lWmRkwUGOy9eME/jy1p1yLdgbN6UlcTnOtSp+deGidl+I2bbgnkMBUVembT6Q+
5BPZ0VVvtM4mRfcz3LCul5w6Is3isdkKuKoRjJqZr/ej2I0BcS04wQAwenXSxdOgy0PYIWq1MMhv
qnF2rJvgvmjk1wzPPb9yHPtFWSzoglQ3qkZd2cI7JqXmKDMH13oifXdFamCRp+91V9TcF8QLK1Ku
QHo0z6mjTuOFnnOFIjj3B6AND24nmS0lzy6amr7NL7mdBP7XWr/sNoBr/joVuCLgZJDBMXzxAlsB
7p5M01F+SlLZiBZNghL8Y8Ko6GAcARThQDN6rOLapBcakqZDU1cQCXmmLiYjPtX00WDw2ygqCXcu
Qf+VHefRV4iPEbsUmoPmUF7w/vuRyIL2vb3kHrr3OgdKgPFWwqgF2b2u1maOQZvfh/kURfleBXem
WWGly1SSpo4xRRYc+kJeO1nskmVznCSL0XLcbIBcUHpNavQqwXhV34MRxCHc0oqEbXPRpnotV/LP
ywdMftW+ax6ykSCyQ6OHPSq6WbY+j5pChCCVQLMzh5CViAY/r9Kx+M+vz5NvexSYH+LlB5KCJSJ+
Nm8bjbsI1jZPm+q+rjrI2SpZ+FrP7wov3jSSZWQm/09fjFKIIzztGdr+AvDqbSuuKr2JaMM9uy+q
rI++EpZoh5D8OxxYcKLoCfxozg1bBcv8r7/4LRhCi58DbeSDm4F6+D+xYC0rwgyzbrJbPJK7yL+j
sTrhVh3jMQOFG4rDHEY3u0sADDyafc7Gqjn6+ebhZhOwpw7uY3ldWiYb55HyHYzAeene//oi3yK5
wLdRRBPbC2Gu2D9bHm2wXcKwk96NISZpOuJq7OIGwl7jgx2tXWVdsJ25+m8naxRGH9dJdl1301aY
vBGWUg+08geifIhChDQH15gUX9/18InUPn19VlcVvkN5ZTXVYRZDtWIxRKXqZecaOxf6uHq2iCsq
8OvbdK7tz3/1yMDOnQDlvEPCI6+CYOYf+xnEEFSMTeleJpHtVkTplDY+nnkxwVDY2E1YGvQ4TeXU
/sd9idckPWO2m7WENlx95AKPipvzYzg41ldnZlHBmOoKqBhbPMPHpr8JBfdQh/DAyQ/AB8Sajlm2
t8PTAJZNSmcdEkFeoJu1le6jWao5xBMEtxtOdss8kZjdcHIh0MC0rqFPKeDcl51EYBijYHDZ3NUe
8dX4ArVV1/TWEY7d7sibDksdkuKzYhTdE0mkXlnf0PQd3S8YjMJdOG+i9sLXck8EItvQt+axPCeS
vAL/oXcTyEM3+4zHwTNsrK3mAANTh3DMhtCMtriptrhJnghVUO10thprGU4QdLp4e96GMfI65NC5
6hoIK9pTaLQSw9Ptzh7Rvq0ngjJyqzybWkuMIzGrf25Eza2EC3kDzqzkymGU/slfbBujbU58RJBd
Svxv3PAmj0TFWr9siAEQWu+Tiv3O5TgCC1w5BrVGVBKUTuHf2O1kxU3KEaSnaVc2iPNOQz8tDLtd
G3EaNG2B41yg9LY25vBJrmPYp8eJiHNSD1gZYX3e1dgWzQNp8xSoBNn0MWYWL3CvipxozqIN7RG7
37krv8zZuthfqX7d6G7uBsdJj+WaYEt+7KA8gJwZ9059aMqjbOaFDGUyb+WjjDpln6S1CsbS1NQC
ZBkpU2N9bpN7qwTOU9mpaloiBJoJGbEWMZPCS4Un/9ETKS0a8L4sJM1mfgg2XM+G0+K1Ehu7IrKK
199MMWwgfuxD0wOmCczSjg21D2XgLTCGZK+BR9CJO9lmuScPMFnTtvjkQKvEF5OVMLkN8ccRoJsV
wcfkxuDb4Sbh7VJhhXpanTWnH0bulHPqsEd6XJapozc3O+knoq6wxYn9Ol2eXNLDxmO2+sG9zTOY
mczsl2l5D9mVPl55rOJpJK194N8y0qtKq31XlNjq3Fsdrlc3M7IIgjnbXH5JRqKkLp7IF1RwrjN8
wAYhV0Fmk10dhz0SG9qAwF3uAjic1YUAr7g79UkaTsd8WiGknhzShwkJi5vu2Qq3UB5s1D7hYa6z
5UScrtiJyY66E92ZNr5PBYoaPHWa8BHTABK9FtjEETdbhh+rZnae5sGXC8oUz/3sBHF+X61iDA50
iVT0Ykw67JQ7r2tNhFA5DV+CLOtfLcctnyvfWgnknHxIIOTP0TWS2H1lGJM+0q4CCyd009/z+Fh4
Qz3aj2hwrH9imXo3+BvWpw0xxBleM6FAYoxuuVfnbFsZa1BL/+NTgKnKYYQAglFXvD+qOCAS2Kpw
+8Ou/P0Cqu+3R+lU4zuZ9937xOuGpxTdzaXcJvFhiixSc2K7Jfi1U06GNA8eAPOaG/JDt5ND71ZZ
y4RPOA+ltyRaTp/sToj/bG6U/ZGM0/Cygc4/ptiP3VXjMJUHWIj+qc1bh3pp2c/BWviwnvZivbO9
iVRIuFDvWnd0zvsyFOey8F1sy2SXHiB2bf900VJ+7Gd/eV8TlnePSVn2vIQ2+dTWUPTnqh72BxRV
8Udct6p7J03E+wh2tE9YI25HsMWjBxvy6x+VmIc/YmztbmDcWEf6JMmtGGby4agm6iPtIsunaRr5
t74Mmo/dtBBJqzj4F2+T1peUBKTHuO3oeHBo/Agzm+iFbvBulrB1n8gOJ7V2l/u3ckjar2mQ481D
QPmpleVAUypxvjo4qN2G7VbeerlQ+b/W9BSkY3fjZFLeZQvxjl6yb/DJ86g4Embpv8epOFrP+Bw3
fIuTnC3Org9d52+HIoqGkAyiMvkvTOPXOGjnrw7b2w08xfhQYvSAyEuwHual/clnAT6rROZ35HeE
t96et9iTjdwAbWHxKaKYRzq/oLM9tVHbfJnrQpC23hftI0OTYwIhBcwTItIh/xKBakel85hiMPNl
zclQ7t0B9RfHnTvBcvLStjkSUvy0XvGY2ckJkcWXrFFR54vbwJ4XS0OnhHzfmJgaCUtYeuhQl6r5
yoJaeweXP4oDG09JbwlJ3mFzrf6vzQrni0CzelfO3cyake3lCxaF08vCZgMaPzY3MzZXh4g29McA
sqV7SOrWKcujlZPBnBJP1ZGVWqX1+B8nnJrnjGLtbC2gzgRkhXZ+SGnNndF/vhJDLxEFtH9muzvd
4Wj/txy914C+P97f5XqxZgKR99jtLxx8OuvOmfoyfqRXV99yY5V3pDzqnqkosvgCtJlIuAAuW3Jm
0d9ButaxvDZwYA+AVfYXGBRkP8SCiAC/s/5jpRPBVt2Q+82Bq6r+CfZG3BaZ5T+0+9Z/RrZm3Zcc
aZhc/vqU+t5yP+cjaZq0+OoTzhb9fxb2jgdnE8Ef2NT1L3XS2z6BkOV0CbYleHWdsR5OSWIN9+Ek
Qtz6KYi/WVmdbXAiuwmnDRcjsXMmxvypX70ZU5tk7E5dKcJGRTkmWfQXoH10dMdhwxyQJ3w/y9ol
hWuBmr4H4wfC1qzz7BZZfqGLYX9IQQIkAep1wg21rCWQeT8gx7deHDzgvrXexvIT594jWpQiP/Dg
7fsFP7Rz5M31J+SZdNnWPfqSeG36RwmlYTy0iqJy4CkQRBMX4lKsDq7seTJUN2kb5Z/9YB5vQ3Kv
vvoj/AE/mQg6HxZOh8FOKDuZXQlTE8ntBYO//p7UluaEyRZdML8kXj7v8n+iLuuPFL7RCwlDMfZw
fnpbRTuRM3IkPEi46UO9y+6hz7dnLvzvYgzqv/vdaQA/cQlsS4+1u/emM/RcEqIrMLr70p/iZ0RL
PnmCgvCZfknrg1jy7lQISzz63RqQ2Wd/xlvHf1jLFQ1g5U03S+woyjtz95QPXfXX7rsZ3t+iHeHe
TAStkSfyKcCDCCe1ssyfrdRyj2zC7YeGjODbILb2O3KD/Jtl25Jbn+8uTqH0rQ9ZJCXmfvQ9q8ta
EH94Q4hIVnzT7Hq6hIpRvJN0TWd4d5RnSL73qhGnJWMd0ZucdnMcxqki3TjN0WuZ46J2ltBdD2M7
Ylht46L4SR8Mk71kQeE8p9ue0VRmNA7R5WGQep5w/6vi41qly56/hghnqWOJml74L0J7WlFcqUOp
xvN2/GLm5mB3M8KpA00E8DkCaNL+z4TsPbKLTaNlJz7To+xHlXYXN6Lx/za9V6ALrECPZP9yHthm
Kfcn2DXpcDskwBu4U6UdSc3MuqB5Lup5kjMBzoRtnWfM/LKzNQ7k2FhWQ0PDSpot+mZjEZncY1nv
1IiYSko8i3yD5dIDvzcv/tInxV+TSNuJ6DbsdPIPmHkmjkNjtqxcoldDdxXBDfYHKSFCM5aymB0v
GOhvZ8K2rAjLm75sDxg/pOi0kqVg4zpgvqHkUOMK4mYQziKukOjNDpXOSXeMCN6CZkg8cbfFMF7y
evqG4XBJNOKEIEH8892Ezu2i8mkBX07vNztgikVh290kZQLITt+t3IMvFGRhfp6LZbZu4LWUzXvj
yl/vQOMtr4NAx1eNksQQ4MiiSTIeY5hJZ/wvZ1ZFs7G3RR0XVlGrVgy6C7THz7o0JpJNtdEMvACr
HznoAZVaP74YCzmj6IoTvwqCc+Kx+Q3P1FJ0yxcjZtLACaE4e10c98gat/QGh6+O79TAorVjIXin
+4MKBMG/6oqVGK4wNCTFX2WcK4oY3HElLdWQRKZ/ZuAYI7xqF1d5kmf2ogBhzTzX5wgjh9BCV6mF
YH3eqBYbpyDVurYX1CpYBWkNjMGQ9NWUXsS7bTRx2XQPDbIjHYWcIRhNmkotPtHq3GWhFNK6A+vz
SGSKQx5Ne8Ppexvcd4lsh/a/UxyEQ/HAuRgp2kGCANvd/Z4SwSGPLkLQDhULPvRMcp1Z0WDVPsIw
zLReKvpfzJ3HctzYuqVf5UTNUQ1vbtw6AyQyk0x6ymuCoCgKHhvePX1/OwFVS6y6pT496ogalCQy
DYDt/n+tbwna4tgcVVO2LkIHBQpF61BTwIE3+oAiA+J5hiX0uLlGRO1KN2Ydj5R7txboWq+zVZeL
vlkIO72IaclHOqeDbu8mIBxfALhHgpZl6JaWw9Njy/LiWTkrlQixe8lhHdSoL0gMAUuwjAvglaMm
mn4GtL9WWmtTnyZEH44y6GDxztXjYXX6DsQWo4ZWREb51i8N9kT49VYDzFZENtY+TCkq2YP6ruFd
b9P3sizNagqoRSgWWlJD7MkbSkD6klvXaWaSyPS96uicVeqblZaThSwb2lOsTemxGPFbs/cJs4Zw
vQQsJB/F1PF7YcsraQXS5yaTGScqG1NZ1ZTqhy/zSjDsFxomAkfRGEeFBM7U5jtQgJIb2aGfUeNd
knJywG1mTW4PuPFsuNv60Jvpz66HgTPKZHqxWvk5XLXp/QQXrP2y2TiFl+AY3pQVLVWphE8xtvXc
Ajw56xG8ZPbmAPLjPH1OmRbUtyoE34rZ2YvT4oC1dBg+c2pLnkpJGR7pl3ta9qjGeQ9yeDIa6vRE
Vqbm+3iJ0vw6sYG7HxrOY/bDOpd0Np19GmrnunpHyGXypFiYRkkqJuzueyV9HXRbm3EzYgyrLa4Y
EnlF9bxjotiMzpvHmvRx3p+EJh7Jsuplvx6MA542xBKFDZRn1R03jFrr8+hMmvcsYrbSXwhVlAf9
ZpWubYP2bI5Yq0BtqEpVB5Z72QjqKlPvHotZhMVTpYMoIzV87qdZ9WcToHJCRprsV2woolVjA8JY
fhwM7MNyJNkLRUzolGbFefDMdaqIhMOYd57fmyyrClmsd+eQZ4Hj4/Rx7YxqrYi4UubKhl/OmMi1
f7Cu2BlCKyaucjLlaq+7Z4e8QUGFvxxDVXaNVj3TOkdvy/zs0LCpvGw2XloL3UaBzZtkgIfNu4wz
SOpc1jaQPpMpihsFMqs+BRHiauvtOpUBJpbOuq0bvvad27WAooJHRF4wrrr9omvlD/bnVkdIaA+q
rtVsT91LfkRtmuVIrQbocv3dBt9pCgwzwg9XfSeFH+kZXB8TymZy+RF1Jb/8iiIm8UAuP5tng3j0
SdAMGfRiIvFknYht5AKMdizCUvaD3l46Y5IBFEcceKiauV3r89Ktbbc0GaV4wSB8a3lvDzMs+8tp
pt0FDTSjAFywnxdZajsELJ+7XvWUYra4HOxczgSUBuWeZ+2gzpUnfUQlYgBR+1ouEpm9t/oGVg7j
d87qHMq+7oCLloVsXIUW633bTFDbzV6NfQLYPa9bN5GcbuwxlMtzsjoqHOGcGwLnDiT0hJ4ZrwTy
p4Cjx9Dqsfk9ox2aM8zBXLKhby7CpGyNfg80RuT5ifKnWzdHjYx3l360R6onxEqbqL/5CL0rU3Gt
OlRzhhPRrtJ1OIAWRWLfo0gAJ+RnRo6L92LriW3yYMNsZD8HXbTclWLRN+Jql5d51T23uSZ6/Y3R
mIVJYrU6zM540LRZIsBU0JBcmbWHLgZPekG+a+jYwMvuec728cE+LzlK3sqFFkkXG6iIA6i0RJ51
1punkS2xfFVohPICAkeQO4Dq3A0LkSFyrdSVlrkuXnTJbOzThvTT0khcoX2DWEoHxxjgDlFdoOcA
JncSkH35aMtZEmd26iK9zgWN5zwYFI6UAbIDMphuycTgaBpERjw5WbDlImxeLs+FW6G/S2Ed5R6y
2/NI3h7jdUCX8dAZ4U2UKNOCJgiOqqg/txpaqr0gDGaYA9rnJt9i2+mQci3vf1IojtF9IfHk/Hid
5WpRJASPduYhNSr2ttMmXCvVbOSsu3mYNxDA6olLVgUEeBQpyNouYNakUipnjbkUCIm+kSM0JdmZ
PyWTI5fZqjlTQFu6J1zCRklB5UCibFP0gTCQeFziM2S3N70Ru/Umk9j60JtMiManbLhvjr2N/rAB
35QW7ih2pZV1uulyKpwD3GbDVDm6PGQZyCrjVrDpIxyvTHFGYApmCeb3IlEs4LayNO8p0U9kEsit
gRpGNPw6BJNcotIGyESAScfuCFrbhNVY2S0Zoi4qzqgSC2KmztvoTVqIyZM0octBMRKnDb4T7QjD
4k5oa7xUzaaFD7baZNYVcfAwXllXCrYLPsFmmrbaQjarZ7KA6EOms5npzVOWWWfewLq1pQjTcANX
RaZo5paHbHtmmkqXjXjEPBJ304UN9Pyj64X0GI4J9qyzObxkO8auTA6bVUTm5qocZNt1Bf0tRwri
AjkMp7CTo1cdmU7Io23BeKjB1FQjsavr2kYpXWotZoqR494x1KUUyBaNFC7q9sxsJw9g/+cDSAsF
8nKb9pMVh7mJLMmVkEbb7Zg0g/FttaDEXEz/Yz2RRqKV+rQujTuu2brIb2OaPLj1u3MmJhZ9Be7N
mkP8DGtcCPWFmGhJBdgmbGX1m/PlJT9gSw8rVhHCptZxVnmDOxty1t16rOZMrE+DbZZXBAByRkfi
sZVLzjZlo0SSc3uvwnBDwrmawvMUrIkVrFxJBA1mdUR0ZYzaZXXefW/qQKUySE66ihONmW/fQyzj
y6wXen3kPBSKXKP1r/RVFrQyX/TVb//9bq7Kyahp5c1XzYl6k48AnC3U0kKOwH7fSyMqEHqW6pkq
Xq+QFb14KDd9FY5bWfkRnS3K+JScVKBjq4x2vQ9G58qbvmqbGjeSHt5VXR2tW+5tIfc4O/FW3opg
2P5E+UDeok2jhXhWLtBaS2wxkQuuGVmgLdZBUbc4p9LDd0T4quAA5CMf13I1xcer/LeBps4OCt2m
wvt9V9GtH7mrJkoAm+BylRHGgHG4RZvWa5XwkHIgH/V1HbDXggY1ynOm17JIwVJr1PLaq/MkcRHy
YkrByuoOR0cop1oPmwPXO9KFPIltIXaD5sg6CrwvydZYGqAK4FUpb4AQHvpJ3oyZKZoXE1SweZUN
Rr6xJLZD72KhluBDrKz9fnXb9wSN8JryuCY/y3kPs+0WB29ErBdIqC/CuC4coxbJzSqy5vyFroVA
GTn5d+cd21q0iQyXCubOojroELvAcsO94TAq+QMb3qBQeGyhKpy5nOOkSyXPutndlm6yOdllmqt/
q47Jj2IbtgpL0ZKzu6+pavDA2OfSyKpD3CAq6y6qPauDi3WnH5mVlEKm60yRpf1QURtlexMqJ22N
8QJ8x/lnU8Zs6wKttnO1bH3Wt2unxMYk57bzdnwbcetec0ISwvfYcA2bGgTFh5SurtunEG91/QWZ
OUd+h4lM3t613KUmxGFTJls5IFsOgFplQ8kGL2uVpQU4GvfZLagadRl3tTp5GrseeZwhy1sK1tat
Nj0FKbvZnG/G4lazxHKpIIiQ/srVFEu33MZqyNvlyrTW5ywjlXviLNR4zFeNIgv5LLnOEZlM7zfO
xoZ1sJtOzu/rUcBdZ/ntUuOjkMt5TBWLu+7YZzG/M4WxPt24lBNtc2evCZaazl7eCjZIzqaI3CSi
2wRE1IHcl6z1r/UApEwIB27IuNEIuabhPAp3W0SKVpdO5O9Uih/DFhCtnQfdKkpEZyQvUWtkGDBL
+nvIVss9GHFp4f7u012FRJzF5F5/kxVJVzQ/8l3ns+oRGaacEtfHYSthEuc4g5EiJgAPa3HWvG0l
lypKO0cnmmBSD7GtyPVw0++tD/IKkybIrePiAWCS92R1A7JPtJDMG0rbbpClBsd1e1MwfYsHDBHF
fJfXkN1df1WsLk0jxbOb3WdbHdc8mC0gYYO2JTXHFG2PjnFphpNWFexVDrjdmoFEHCWSss9t3nNG
ITWGG6mqXpkrm9yvOu/RIvyWjPKtniI41MltZTPIobodlQx7lNsGsQbBbJPVhrPavA7lunMTliuJ
YDHiFjZUutpJ/gW5XIbbspDiL6uOSBbkJwK0Ju0FmuXG3QRJJcyoMW2ftvUSvNh3m1yWzrL8QpE9
T2pzhO3vanNAjU5ytXOkRIzLVdVry8M/l28FbBG7xVNHbYxbbUDt41sxiGXmxiquX8sCm1pzHURO
SumfQ2ltym1Go9oS8IPHXr6qU5S0d4JN5lzXTGUs1O3ZZLP51qiXLnxda2nko7BtTIYVFbOsOylE
uFJELPEg8jVVt+cX2nVbs9kvFJJDHTpiXQqzeLfaQsIF8pZ+MVqdw9ZxO0tumvJ1f6Cdj/h9j5ww
2se1ZnbZG6Y7uTGHuSwvuKua8pZqM40RiqGEiLohKg8Hl+w2j8c55hx+sMO6R1ViRRds3m7TlJvo
KiOFTvjI3eTkvsnQt0HhRHD8vnjUdBl9m+A5XMEa7SoNbcp4dhiZmdFSL98KECtFa9OXe1Mb9fvC
7fD80Xc6b0W3kvOmupfmXG5hvO763JVcM67Fw3IVXW4EgRH3gqnuxFi28/BeiSnycqJ0S02bTotG
rAthE3aR98tNhex/sm6xi4Gek7XSJazy+GVqVPZQBycr9fSxy1DX2MdYtwfLxeKkEVZ/7ByQyr5F
Fbnvd6ndzfVLpFdimAIcjEt2y1FbywO7ImK4/9CCKzHdQMfwAk7WWhbD2VchxaHjMjiVHchqlHbT
pmC9roYaUVR89HJO4vdzPPTGZTmXIn9f8hh9sxTauu9zu/eGA6zdhb5mWsw25XikUycx1v1Htaob
cYsrLiyO4cDnQ0VloOgWjDuIX9YeCIJ5pOYX9/dTw7N1KPRwVo+VUMflSocKE2Qi1VHUC91hXxAx
/SI3MT0x+x0u7z5Qxwn9l9HG46mxBltQqeF8p12XS1mOGLyq1D4At/Gg/+jLKK7cJF/U5mC2XtfR
LHHJP0sOZj4qZDElQulvFFIB8nmHNhdFv5/QApwU3yrDMTPIOVNLw6Fbq8AI3PVLM85Indy0HQgl
Q1hmTjuRkPST+gm5Uui3Y+YHO1AZBgaGelO1rkNkxrrwlTgbHO8EKSrpbN8YNHVagoGe1XiXC7to
noRVomrxhtgar3CR9uIAyFcvSaLL1YsEHAVkZ9wudxUA2uqypuJp3nh5K5QrS8DBfHaZlKvnSrXt
lBqogkf9c7Ggd8r2cT8N5uC3yMwrKsPQDr7Y+UjPiRrGB2wotK98a0NundXNPCJSUm+xcMcdtUZ7
Sfyxdwzx2VrYXkmL20S1bQvNWQuHjhZFyjXKGN2+RyTDlfEb05uFQT5FRi8K1D9NqGQuLPMikrTT
2S9wk0JvWKdlBREL8+om/t42yusWf3UhJFg3hg8ulXYOB+sWSUTSEnhc8TP6Gq20ctlXNfWEez27
WeXE64uka/+S2U96GNZX0bTF4TuRqURXZ+tlpIUxuowwxkE4B6tIeVtw1pLn2iINIT+d52b4Wjys
Dkp6ddcLStno/0GfEBSjL4v1LhzqRnXvJnMpFXefdRrNiyRx5BFp0VD6vbSkRAlkxOeN6J9nNrk5
mrSa2a3FeyHedpUbll+SLrPDryMJ8Rgk1UEtHrq8M+FKtNLbuH7beas7nf9qVdcn85hQYbZytdNp
BrX5e4eVbN4Lqou9C+ZRiSYjAEsr6xPZyshJzruSiC+po+Egmzopr60+rdzjPHVIM0NVJ3Hvrtb6
KMfnSzeaNJze4jjREk+sjS1bCty3d7ZRhsvHno0HmWQ2QsphhzOMesHe6DKcIU96rqeachRtnkCH
e3RaXt6pL5D6aN5wFTc905+Cl3KOhQcMO0kiQit3dTVAp54K1ar2fVM3tY9oSlewshFHeltNXo34
aR6jlC2A5WYHwFfNwerGOD963Yw8CR6A4yFcj/U3marU6m2LwyoYrHqiZZTnnzLMq++Bd2cXQnf7
ZxafrgqcRZ33oWeFeHfmmDfNnbi7oogI8b4ZqvFlSKjBXXCuE48xVczbIh2Mk5sOw74fPQZiR33Z
/FqRXlwGLcGUzTEe8um5MZGU+e6ij8lubPvqSx1V8FlmNEABrm7nTYNZ+QoOqnkNxMMo/WVM4/mg
W0V9a1tT+gW5eH3H7JZzl1MzpihXGO/iqlEunJB5HsfoPFzouTbixeaQrX5GFs2sllei+8BePjq1
3Py88UPRG04QofW81Kl+f8V5MZ2AscaoPhoPvwotCC5eVrX6F1oQmXWjc8wrgX+PqbaLaWjXftMk
VMg1e7CPkcNOz09oa9mXlrUkGSYXN0oRg+ntl6UsUCBFum1AS6N/h44iB0Iy6xix9FStb4hOoFtc
OrmeBSkHJPp2tbh0isQIUs0Yr9Mw0j66qnA+Qx1KnpM4608oH427cdJ4yjw7PHiVrqJfys2TPraZ
u+uo20++robNCdSG+MTaxsowYFr6pGhmeYgjxh1HvXc9yvuPIech0qjH9L5UveLQ6Z13tCx1OhhQ
9z/rhR6/DxPL3llelhxGZQkf4xTtjjPqOZ3YXp92IF3q29I0mFITJR4CFHZFfTQKJ/k6CUV707pt
PO2zQW2e0b5OToCykQKgGStD5VdZxMwSQrHc1Q0+SLKXYGflSlbdut3UtHu114siGLzSQGiqJsMR
m/j4lHqcxYIyatWdboYDwpDJvEoBM99YrPFXS9SjG4xn641W1vmhT0OC4yH1X4K7i9BEduMYXqLd
7KM985J44/ZzdA3stXX3FTu4hzFKxq961UWc3gaXjryRVm0T8EWMN4ZMPb1XJ2KJ6ESnrrqrICLf
8LaYVqNwOdRDVzznCojpt6k7kPjNbxxc2R/4lrBmPpWKWoYXqjLY/TtvRsxk3bjj5OAo5Pi9ePZb
y+UOTdlO/kgSHQGoI+hFsE4DFZOT0sd6T71GhJqxX2ZKwfgsu2K6ww+VdTf6iIXkEnlOpV1SR8u0
L/NMDkG6c73Rtd5H+CzS3nc0Rhtzi07JuAsm4rOLO1XVC2hJKEZB9hdBNiu2txhYAInQS+8SAgFQ
EnWcaNgPnoD/sL7nzTwGRRn2zs2kpiqdaKGq6vU4R7R2ywEf61Gfk+VegB5xfDWz2vsk9fC4E2Og
x16DQBFJmp+qNNgvZux0giwJekUBWScdhpk+qtVLHoPcuE/73Fp+GWf4s04YogqUDoPygoNIhcjr
V1p8ICSzZqHkujDOlsXtgNixwm1xoP/refqv6EVsKRvtv/+bPz+LirpQFHev/vjvt6Lgv/+Wv/Pn
z/z8G/++SZ4b0aJM+MefOr6I26fipX39Qz+9Mu++fbrgqXv66Q/7sku6+aF/aebHF1IRuvOn4HvI
n/y//cd/vZxf5e1cvfzx2zOR1518tSgR5W/bP11+/eM39LsSW/RnHol8h+2f5Vf447db0XTxv26e
nl++ijKBGrS+7A+/+/LUdn/8phu/Q39QmSRdx2F/YwPJQDgo/0X9fUX0wHnXSTbweL9Svuofv5n6
79xd4tRlECrh8AY3uBVYF/gn9XdKFKbk1znAAx3rt+8X4aeb+X9u7r/KvrgXSdm1f/wGHeSnJ4kn
R5dBr7SKTbAnNlSvV66O2YYu1U35TnHE4F6oc6xdp7P+klS3cTR/TFmk8UHMWOvdz1pbfYxj5dK2
EZouigKzL26+WuAl/MHt72H5WIVPE0NcMIn6BH6Gfu99QofLaSIjbTvUHkgkx1lb31um87GyKvOO
Mkn8zQLOzdJUXxIt4hMtcWCWuhX5N6Zyv6jyNtznqpe86ZBQ3OFDUrPLlgDHN5Tls8pHGuunS7HD
N+N75pw9iroBsakHmVschZ3eRax49Is7Gs9CP8yustzEc+LdQJbAr49Ij5ygsiWw6l0umvd1sdx0
GdtT2kTHhVNUUiqH1JbCXWf2wawZ+9lps4CGs31H/rR+40QU1svssvCGXdGFl32Tv+vYkxyhLqMT
MZ+NjgsYNo3mR0WU3rWifpGxyD7hBHjXWcW0rrru6v66cMRXSv5fa1e5qCx0XalafHAGcozdRHtb
1yAg+sitaPKbbwxNwcTSK/5cNMohn8YPTW3s5mh5C6/2xWCRulby8i2M6U9L4Zxge0UHI9W/llMB
OMOIA8JMHsokvEJniLaWjrJfVnm6C4vcu40SwySIpMSci9B/rF7CRg3a6htZoYekc9qXQlNUZPy4
w5e2viFPkyY3KU5AVzhEmS0wMbabfteQNzHp5VeHChrt6tR5jPX8bdw85jp/ARWDklJST28APTuY
Dtq3jm48dTnGB5PwT6HQqmj4qAW754OXJgVBrQsB5C5bD4Qvt22jd3fADYgJnrvhmBSDtg81u+Kj
RvZOJ6YWvbYNWjnbG6IjuLtWZGRT4UGJz7XjNCozG3kT27/n1Hu4+a6vlAI1TN2zfozxZzSZhW9A
d/Wr0bm3FEhZ+AyvFJfjQkckScQX3mv6gnDYUOkvuYUZYMWKdqIqviSxuBy1pb3IKtlod2+debnr
XTTtmj4c59oKES+HF2MaJb6NqDRN7HbXFDGn4SrzVV18EU7pBiY2MXAZJVbgogn5WkNof9Ld9pPD
qpr4jhexEulR0x9DbLzCeQDD/WEkUYY8YZMDeX81hyQIDg0FrBpMgZO+tU1jZnzk9Zd0TNC2IosK
IqoInxQE0fwRUG5NSBFwIbK6lX7iYJJ1A1HZ3AESTO4tcUeA3ifBcQI7x8ktD+nyoYdD78Xx3gup
OaY9QCLpC8Ar9tDm5nwRulp4lzYXFJ3KndfDNyqTPcoMXFqFeFEaM8dlr8x7pyWEw/A+R466U+Ve
1SIyJUk+WTQpdkpEvUGKdNERZCaMdiOAcVwTwzTNF7YzVxf4Zcd7o7CcIxWTKCgInzpyqsccYu97
j4CGGDehjFpXG+cbgMUbj9bGbZYuT9YcOrcxLF5qHLcuakO/yHlphKaBOUYIcb1TOFwnkW5cyC3D
Pi0K7bFfagWiObayUpjZdZuxFWwshpgnU/Ui41KYg8kxp3+use6hk8gOVWMdba8WuxJeqS8KzeX/
qudZjw34Ni0He/VlaJIT+qb7mI9BzIkQO316ouVXIvbId5E+qHeuoQemplyFbMvJ3vA9KiuWaBgy
EQB9Q9GwrE2fOaXmPuaLia2g213UFbt68Ei9n+ZGtjPb8YObLtf0oQq/XzgrzItzmsL6ozGRr04I
Ejzg+RGWHrc1Uy5sTI0+f5tclUI/uvZEpyRvrR1MlGsXER24jjHAObZ8VjPl1BnO57koriY1SjDf
lKkkDI57VvhPKMwDq5uuo1wZdrM5PXuR6memOESe5rvmcqPEcRFYGF13jbAuqDbdJ/2IA6Jloq/6
4a0a4lOol11lf44qorPjqrZuHPvoLMpHuPIG5qblAmsqHZX2ya1djF/DW+jZvjtPHxThDQA/pk+I
iW+kAc2leoS3tg6WWPFuMBn2+IFK5QS2hjoPqslpKAlmqscECnhZPotBI4xrHCKG6/iUkN7BLnV5
cNp2Dhxt2HPVv2mYKK7CutQD4ejPLcFcvh29x/ee3hhqNn2mz1FQrbM/UEXWkEeG9/bwFhKOeeoh
0VFznpMTx0PHX/K6u0fZ88YsYvugJqA4Zi8qLyfP4S7GqO6VyNvTUak4N9d3ZtPzal9yq+tRZRef
HG/C/OF8KstqOMoEl4O77LsOFSleAScArXGbaNW9prRXoDi+RVU971R70PzSM09JyvPs1WiHsnQw
d9hcnyvkIlTVPHJ71PgdPi7tWNv284zN6OBZs/lGhSj4EJmsqL02szXQABlcZl1tBgat3nd5Rym3
LzVlLyrS8ghPSPaNfNI8M67ea1Tobtow6+8tThH+kshDNIrLxylOlduoSKxLsO0qEh83/hbqXX5N
9kBJXHFYxlcxnY6j53XORwSbceHbHHiutbZdDvgo4g8cFpxLr64WChGLQWU6DK+BMZFgFGfKrkUS
ORfyhNmMORes7D9EbiSemloxT7Xhhftas3vO4ihVEXFnjy5MmYCUMLoVapkXF8QL5o94QvU74mcw
ng1ukOrlvLPyxrrok646eImKYc+IRfvNc4W3wwSFX5ngpCfbTKeg1lvrZBZFe4fzVb9ajPlJ8cLu
a+ZlnHjSon7r9W0PSoV7Hk7NKaVOFdRlOj6gF4r3o1qEz/1EoKffuqZ2yXnUCdKOrgrYuLa8Uce4
ujIyjqY48dU7FVfqKWJUM683TXdvFUl9o7b2tCP15WD1T5Y7SUwFi1NZdPm+FvEdh+r+Tqresn3D
GQTJVtM0D+PkKae26hYcOrp11JYY+25qm+Otl+LlUrIQ3yGl+JMSmZHnE9yF8TcNYVxxQBd7XPn2
R5Tt012c1U+d5w1BPnfjl9HSob0rujh20WwN7MOMMQ1y1B2PdlotJ90J68ekZ0vXEf/7Kav1AgWo
obc5x/nlGGFPvEJDZ3PivA2d7Cp024MRBjZrmNc+DdqkHkkhfc45hyIUDMbMvnJmco1KPecAOnTv
knyCRD8Gljt+Tov8SpkNFup8vNSbMb3r+4LGJ2oDtmQVk5J1vrAdFif1GFI3C7pGvRaxMzGp6Cfp
XfPHJrt2W0wemKUfHPKQr6p82Zt5+9hjuDIGS9tzUi+o7GZoHfrxOKaYjSYN18jk5O/mcHjfhktP
DwhpWrfEqMCL+MIgCu4ghHclyHs51JUu7hRP3IBNvsDT/67Ost5jb1W/mWB6ZoP94MXkejAIl1Ap
Md2aAM5L9dZsoScUXnUoXCxhdbdTmxtNQGnHLhXUCQM5UXLpMVbEO0tRdxG5vaY+X/ZkKlWqc6hw
yR1BjD+iLzD90Y6mA2kUpyIJ3y8L8A6n6hQ/ne0CjFFv+wPl2AcCgVCg6SE8HHXvWvF7w27qa2dk
rqxiLU/9vpw/cqj4yCJ9ldrVFPSddaG736juencOyWSXk2h59PnZJ6V0bXkup6ZFgbOZ5qCxu+eo
1pZT772dMgolo3JAZtruaSuNF52i+vj+ZBlehV3kkYlmpKRUfZi8Ejk2e8GcHgfnunt9QqChcqQp
RH0XuiMeLYcyfB0mL8h6SUrz0pu6k4tL9x6Mo3JtuNlNSRADhUWiWNLoxmrfGdSKfS8ZbtQuu57N
5WQsfblbRI71P8/eeJYS77zuNNecMhxBprTmnXLcA8NORX4wvOQ9ytlxmj5nDT05U12uNGKi2Y1V
u9HlMeo7r9w3TZwRnjpQn7bKkzmw92btUiK4GAzifWW3ftI2EwsDL6FMWK5IcKYwYlNh5e3N5a5d
AIg4JR/T6w6RBZ0rS1LjuqFPWvnn8/J/VFq4q17KN13z8tLdPFWvywI/1Rv+xwrD/4fFAwdI8P9c
Odi33euKgfyFrVzg/g6ZCqy2aoPnckBI/lku0H53HJP6Af9MgAEs+z/LBZb3u02HxaTEQFY5vwP4
cSsXWM7v1lnRAfWSEoRqOv9JvUD72aDuqNSaiJXi/S1KvxThJQ35hwyHRa90erEpcjyaRFfO0n7k
pNUeFW2xcDXP3inRivLKMzzv6Gq5czQaUsBYTfMad8rieIGFguXEjJW+++ESbpWNHysZP9NRzh9M
QlH4YGAqPN199cGcMIWtnJscSqeqvio7RJ2+3o58UOy/EqWQr0/vT3WxH9/wr1cCMAqQYNWxkKk4
psR//nAlEJjSk56Y5x2oVEyWbnNqDKX7BROAe/oDmBZuqArSVVUtmC+ODi/gFdET6HDBgb9xg8To
1espXAzOB3WCN1YxdBJd9ehd1Nf6fTXjovznK6q9Kg3x3pSDoL4AJUbcrdmvvmHoGvUgSAbbG4ud
fSbzLj+1ZbX4pgk8yKe2WR6JOxvRupGKrIAc73xWLR1TkWrfAi227zqjdH9BwdF+xqrKKwL6y6L6
qbmqZtMx+Pm6OxV7CCOMwiCcDOVgcWsuak1wbCoVepeVt8SP6TTeJXXfXlWzAydx1uILpPfqh6zM
eAA170HpizAOGoOyxC+eilfImu3j2QZiNkaKpr8mGROj7i5AKsOA3Cj30GWeAd7CbJ4m0U8Xzpxp
H8xCHtvJAlSPmoYC2WusmKO7La6qNuqu/vkmvh4WXC1gsMwZjFWo/ed7/MNTai/2NMctibNW6jIQ
07jo91UTu3v8rMpHIjbmu39+w797asi7ZxJCsw6/+/W40J06T5O4TvYccfPDMgEmBeTXqG8aau67
uARUH5Xj+K3mFsjSYndLQyvbY0qrTkoYK+/UcVp+cVd+5uKeb4rMK7BdkGAuxdZXT/KEz6zWczvZ
hzRhHpounPaNqg+BGYXTRQn/ZOc0hfeLS/96gjA0FZU93AzInQgKrFdDV+8ro/fCJN0LJ4yOrtEO
R+SH4hfX+2/ehUQN3IFAoUAN/wXdbZN0mWRhtp+ylgtqd6mNP8koHv/5tv7lCmIsAXLhOCSSep5t
vSoTlwnTBAAQO8jsOb8RemyijofK4mNODY/Qbmza/YV9/8/vKmvjP09/vC3rHV/N1AzA6PLx/uHx
7cySnBjgjwFifSW8UGJL+WZytisPYq7jQzFCBNthErPUYASh2+zDUhQU0VBXjeQnKI0IFMOkvokI
r3uTKXUcH4UxUgmcBbTr1oLCiB5irh4bp3Q4JwNKfUxTK7rmUTLuUhqnDzUaZGtfdYiz8PSF7XW0
GHT90t6ialAVangTu6GYjj3TAQwoFIW3XEZLhpXSPuxKozoAsyFXt5l0QU/Va6HM2LHWvY9Rl92i
dB/LwxDr4sRzAvFxQird7jIzNuodoZkCo1fv5HQjEZyQM11HelCSsQVtQIeK8UBpAuaHLXL3aNCT
Q567DPnnjo5uuEe8n7+fPD0Jd26mcNIjLVhLglDtDEqpyuh8UfS0wRxdqCmn5foSkXj4hpCo+j0F
WAcLeVO2wT/f0797kiQuS2OSdCDOyxXvh1uat+mih7bO2UkvgHEkeXhEAmvv7bovAmPJB/LN3XL/
z2/6l0VDPkdI0Wib8Vqu8WrRGMMwQv1FuaEwGnu/6IW3r8uqCnR6wP/pXMPch6GWdyLvx9Bfpwi0
bZSxdfJ4K0bFlTY36iGM42xXGZV54jmfD7at5L9Yq//motoavm1VZ6633deg9TyKhnBaMjuAidDd
ZPN0F8ZOTn0wbALVYX9icxr9z6+prTG/0zUi+wI45883UhDyrkQ4IoOCHsfB44bv4KSU4BMi5+Kf
b99fVjGyu3SDLYgNANBkI/TzW7WpCTekF1ZAeaIg7NRrLtUySfap6i03WlFMv3g/ucl+Pe+4GqHz
LOGg7+jS/fyGuQOPsM9iJyjsjg0Ofs5v7jLmlPSX5G2fFfpH08Xcd1QxxC9B0dTLoxo6U3WkVWzA
oa5ccbTHbBAB40u9J2y1Av2O8PCyRWnU/WJI/c3TTV/Z9tgk2lyl191goJDVqHTCCcq69K57wANI
cEJ1Z5Mu///wVuxHAd6RusNS+mpCHoah9eoycgINGhWKOyUhZQzAaM6s/Iub8Hf3ANwhI9ZxbOb+
Vzv6OdZbxDmpE7SLFV73Swjij91h5bstPYuxy9Mr+qPDL971b66lZ9GtRW9nUkRQ5Xr7w/QkPA9h
vbI4AUQZIlJj8n4bvaXxF0368T99qjlBEPwA2ZDgKWxwP78VFWoHWdNgB6XhmkEKDWUP7Ls5mmmu
BlrW/W/2zqQ5biTb0n+l7e2RBsfgcCwbiIEMziIpUdrAqIGYB8cM/Pr+kKrXJTKzRMte9eJZmdUi
U6mIwOB+/d5zvlO8g1Pcvvq/AX5UQcJG4Og5NqhytlPzzUMdJbikfVnKHWJ399AZS3/ps8O+84T8
9V3lb2bsxSexusu3CDOd9kbjOx2BxnLxGW2mA5KaZLgmfasOZQ5o4vdXkb/yr7+LlYF4te1+WVS7
r69jkfs+57DK3PWI0ZAfpXPVh5VwRh/XHc0cRjPI53bdkjSnbtZrHGDLlWsQdWJB2AXb6AP4Ar/d
d0qaxW6WEjkEOI9qtxh2lIcTfpuw7mbKCLNcozOUP+NHqnbmf9HSFN8gnC5HcG3TS1em9U089CRi
a5Si2GzsZBoO9cTeSlPWjeO9l+sUL2jZfgE5QtlikLVzWzetH8MH7IrPOpuhzTjkacZMf9vhRwK9
qQ1gb9Eommxr+hrVlF+hH9Vez5E6QxyMmvSb0xKEHHLry8duGPRjzt1+yZMuugYE7KcUI2tEg6ol
2B4trVGVYa69EmRHJ5wsQDdVf8Ub3kcnH0n6dhGjhXln6tGglkURHbo8hSu0lEl77RgtnaMM5pIA
obcWHP761LvAR1bngU8j9wcI541GEcvyWTa9xmA4NBZTR2f8VOTLAtGvmER8CVwVDpsP/fkrmmSJ
DAnIJ05huebbzKzqPyWjVzWHHmk09IHaKgEZppqpuUiWNT9iNHUpnWa7t1GnM2GinVWU39alMz40
uZ9lu1pHfJEJB3kbgAeRziEqYv4JJaH7jWlq8oKZeeJ35TByDm06xR+KpYia0NJTc9NKo/lI6db3
gUGrGpLRyBg26EoN5UiXRhcHU27Qi01rK5tD8hMZFGdrR6Nz7IFeBegrTe+yWOdoOB+k6hEYIF0L
8QOC2bL1Up16q9qajqvyP/h2pf2jnuV0YYqiIsBL4CvBGEPwD43DDkZomlXRBXdwFqg5l6lmXFfm
DO1ijHzbveUPeo1I1zCL7OF6ID9sCDcw3APzStK+CVdW6moiuPXccKvku1Vbfn7MYPKdr/0kF0Bv
ujpPaSjrcLTN+I5QXeuBDwLlN3dt/XGaq/UDz3VK6z5pxh+6bv3hmOMireCXsskxmo/0jWxTr3in
2vjrSYACwifUBHG2VM7bxTKdXVEIZIE7jBbuUVey3rEFW1eDNBgpqooxPVEZOy9CRdkWzvk7i8y2
Nr5ZO1FdkiZLZ87naLsF+fyyLTCq1dt8wdo1Fc6BQJSr3rWFtTI6FA2qDzQrA7QHChQDZFXX+jeo
xbwbixu+U+4wXTYCrcHvv9RftypeZ8mxliqFSsx9s1X1RqkmgxBFBO2cLhxH5LeG0n6gE7+4+/1H
/aXvx95B2bX9eF94AI7efJaf1/bgeIjnaT9ONN0xnGMeqC49RzoXi5y75wQS2W5kSsgALTX2HEDq
cFFexOscJaE3LCxUChXn77/YX4sEB3fBn8dfVFbS2vaGX+5LWsipE9Agd5jj+ksTIS8JEbIxDrVq
mMXksvpo9OP0zsP41y6PcLY4T+otzt7k7KjXH7tmjZm6ySQxfozxdZOy4NMGbM6roae1E8nhwPSO
zBAj9249BDPnxTqQtRGZaffFaNby6fdXAZn92+eThjGSMM9ll6cH/PZ8DnZ6NmwC36kgxuHkJMXq
gsLjWBhopq44dOcltY6tNwzXcZxxHLEaHp8goqI6xTzD38eFniljuso7n3Nh8kwXSc5LtZIBudct
9SUMmbxtzjkys9ZVfjSf4kZtRE2hiwYtqe1+zAfTPLNkPiHzFHr0UTiJ9gzkXMz0KIIsGuCoZhuN
LBbJcAKH9wlZciVDc1lEt3NzFMC8TEN6DWqYKedoCURdSJmhw9I2k9+aamaR6Us9zef2xt0gjaSd
HkEv1pB5kF5WOBWm+FxwH57sxi4Yq02YxcHWloq5ipt20ODi2in25TKY6lQseExyRltKdHMIMqao
oUumnnXj2k33KOEV9URY2vpmYN21w6iXIoY/upjrLp1l+9B5tBLA6s2lOJuUZay73jWviPSS1e0I
4LoHkkc2bwjQufioByJowK4qeeznioZX0nQdmXIGDGwECD3U3HnBihHaAzP/ue7d71mtKuPIvliU
P8pxMfuHdKXUe1z9xMWRu9TMC+OlzQC4EzM1nNi4CeabIn09d40cL7WHbjXM4VgCnSjm2jnPph7G
B4lv6KI9d2zFnZWr4WAkjq1BviozCuZU4YZyIXE2ISKf5CYdtS+Dps+mByBUrqJ/Aa6cuxlLDZKt
NXq+fiP0DvW2aR1a2+y+JVE03bFRx988HiIAgnnqfqXolTZalWqxoAUazZOLYY8KDZnGZ86TA80r
sleykOGtjs5JuiQXSHbTSK+uzOkU+D2stRQzrbOfdNI/dJ3clv55KY5g2VW3n3DNPdQ40RCBtcV8
IEujzsLas4chMBEW5PvemAfzsFY8pgzDcjLNE2f0brIlVVaYwwFagjbqEwJ9rL77SNXQmYGBbpsQ
iDYtcRry9olDW6TlY08+RLmPpsmlvEMV/mNa/DoB/NcMU1gSXTSEqcwR/hRoAtsjhi54U2uL6tBM
Y2Vd+tX2Od5idGiSUEsj4FmshaW8k0fiSFMyTNdpHMCY9nNzOYMpekxExQNIh9z4uunpiEX3S2Qc
7UqU0xkSpOQJgtR0ZmxRUvs08mdzhyHVflqrRX4e+mEhYnwgEACeK8OEHdQIysJ+TlNzO7UaOlwW
kFA8UtX8ZTJoJO7suZjJM1rRQsU+T1ogTac+6nbeKptYPRm1gY8ABDZhnZDk9UCx2pmPKJniLkx5
qE7z6mQ/XK8z7tC9byQBOPxfhUxaMyRHwmR07xsP45x66VZVGndlb082TEOrvOdVx88xyRHTR6bk
02j5w4MrsvwFXscIELzJLGYPzYJQFBPco+U38dei9zwjGExG9GGW95jB3DaxoEgainkzDMO62Bda
KOrnZkbuwsG6bwPkTDC0o2izJAKPKvxgGzTtLbjI+c6KCgHlYSgEyjdiWkKd6rpE/5raX8YS1yQa
KL2c1Dg1vBZunFnnhqHHirEsubygmlKFBsiNp/2Uwzu+8ArPGQ8rJ8tbMtumJyj3EmeFrAiyGWL3
1Gkt7J1VjDNRWMkaX4kxyuxA5PB3Q10w8d2Rp4bXRuSlp5nLLLYL+RdiejhBuavOyfQw0/Nm8LTB
0L9Mr8uq1VPYgpaj9acKJfYtxs+SObOM7hpyxhldo5YIUt9hcG1ZY/fdNgzWMzwhxs3IKkkOua6G
Mey5sAOuB9jdAQxb8+PUG9BcbN7K9uivNDjD1HKSj2Zk2QVbSkvyCGK85VinZq13k5lvaFeFcx7t
Zl/JnfJ7AEMrmtgXe9G5PIO0ZnziTrfQbSwb6QFkOspsYsLkGAIoTHOklsJ/GjgjBI2O0XdmKtug
aGUmN6naIB/HqGLPioe6+J4KpG30O738U2/G+k6bDBp2YqiqS1RWhCw30eq4GPHAPOL1cpJ0Zzq9
0e5x85RMuhR6qlha9RhY1M1PkdDr1zYxovEsqSt20Z4QNAyBVjdczo6GSup62LmCvjYWbx8xZ5i8
FukIPlqqs6EexBMBn2hCsaDKeId7YQRuCgfLCY3CiDbnFMODnx3CfzRs/48j9FeD9t+O5P8/HLZv
M9H/PGy/b9P/dflc5a8E+tt/8nPcrsQf21AD4yaDMsYo/1bne/4foIwp8ChhGaCjs/9vcb7/B1mp
in4y43aT/GlG6v932v4HGRB04rDoKR/vFzX5P1DnvynwHeI2+FYUmXRRbHrX27//pbhtKvrk0TjM
e9GO7h00Ln1B+QFRucvK6Z1C+k3b5udnKclE38QO4PpvmijpXOQVp/2ZBgVYWRgF1dXaNOCT6Tzc
Etskfj6P/3F8/ne/zZMuXVZyfjd7xOvf5s3Szyuvmfdd3cW7cXLKoCzzcudo8lp+ueG3P09pv07q
t2L8l7Pbnz+NFiIjAPwyjNDf/DQn9YyOQ9S0d/zIv0Xo2H4domV4wAomAKAXUXTVZgphsZG1nbf/
5x+uKGI4qPkWk8c39xA+Iw54hKj7HOXome1BfwsqlqObDHr5lemK7hazpjon6C379vuP3s5kb3+3
7wgUBJyL2XnfnI2sWNgGQ715Hxkg/SxZwjlvhvS9/tubo8d2eWnP0y91Jc8OwMs3d5KGibvU/bwv
xJyf6rEfLtVEzgWMQ+uesdq8j4HEgXlhC7mVHTBbXfbLLZbyYQz+8S8myJjnyXdgCHFYf/1Vot6B
a1ia8x6df77DG06kB/2zd/qof/41by4s7VNefo6A2yznzcdAC5mBenNPiUkk/LAUwNdXjUWWLF1j
+YKGB63YOnVVQutKckhhFBY/CBTS4p2L/+b4++e1d/gerDqK5WhzEP26Qjhx6480XGfSBTt5psYy
/uj0k3OBZj/+Bs8KPJpn+R/++VV28J4xSnd5quWbD1VKE+23FsvejDJurh//EAiS32mO/83DK7iB
6DxIzv3rh2Do9XJVuON+atIIfD5HVtaj/4cHhlAlBFPIrSwWojd3sqVnk0z59sDYqCLRDGVhH8ni
9I8vmMUOAnycsYml1HYXf1nH6ZhEchR6ZkYPxrxT8A+JZ/bfWcH/5lmwLYtFDuynD/XizXvYehBX
GPgB6O6UvSc3ZeQIM6T144KJFxtObxwl9dY7T+D2t755FwhcQQPlMOtkrXnz2+w86kcQtFzBaQHb
XpDQEI+sOVjE7XfW8bfSku1p50lwNokbvR5iwl9fRzRkToVnCr92ajhe4Fep/axU7WQ7tbZEDojV
0dURf3GeHo1irArOfUv2A9tad5OILNKIwXQ8nytCCJJ3nte/uQ6+KwViBYeoLIZjr78bNgl7s4bA
lXd7cSonvzrAtvRPE1D4d27036w/3EiHHc1HV8Iy9OZO96M5dvU8LXvmFaFhN0f2l4fUAPxjxpfu
NBCynHn7skkuciPS/3SNpdWIBmST2kHxY2z1+oeOQyQWAap7P3ku9hArggMErO2dx2rbk189Vsyo
IHPxPDH5c+n5vvmU2W+9Pm36PThNju+YEoLWFGbAiXM62srY//4N/TmWf/2B7F5IpGinSsQZ1pt6
ZBrqdTUIItpDwEWMXczFoEOTmgJAR9JHtG1UYn1vjLp1mBbMRbpD3pimZ2YDqTuQk5nYQQzrsj4g
D1jik2UOlQVnVA6XRSms5szvx/pbFAPR3w1qWdJDUVSZAn7T5Ta6LI4d9ExJMQpB4BpI2NMO66WH
WTo94G3wNGNBx5voLjVQEMCB2HeJ3UK38FRpfvTQ5NdBgeP7qeSMCvU/ZTPeDaVK4kNfIAwLOwF8
Zp+5qrMewUrNHG8TVyFGr2o8+3KkS3db5cTPX0BulOqWQUSE1dHfpPcTIPFvolloXKiFKGF4W0t9
VjkAzOHv+cN9N4vsPlfRHIcWTksSrQ3PL+8Jrko7OonC4gw3VI5LiqwaWSIapUk5c2LRY47viKVn
njEVN3SdckSEdd5g6rcNgDyD1M/FBkAiEi2tsKx7fFCd4DykHellz/C+cAu2Ubr86OIyq8MMONQP
QEkWimgWXfMM00GSnBMnkV5mZO9MQcm9dvfIJ9fdokc3J5xFYT0Kc7xcDlHoa1xfbJqf+tL1mnVY
AqkWYjCCWBt2cU0CNSLTgawaOyDV3hrDVWXo/wt0UHLnuY2wg4k3PwcDGnXmuYXI/ou0QfyRTYrR
PWyq1v9KS1Ik54KgMW9fr2VKxwxRzslRwrq27Nn71PfNmOIkQ9e6N3MelA+jr8cM5bll3Ckjl4LI
XAzDtL4qNWLwpwgJ8paaI8wFuWjBrLphPGDARJ5fkyr+3Eh/KI7t3Eu8k4Vqyb2SfWqcxlw7dC+G
ZWBo2ovoyoF6H10sBLCAAFgL0mS4yPQBpwxPps+IsL6wR8OMdxbLzrCbl8i5zYH7tifD0i7+Fq7m
w8LQq8YYOPQL8tG87S9qzxlu4M0nDhk3IgW56hnNJ7JEFwB28KbNfcWInU5jlF7Ohe66nZEM1Qs1
wPKJxS6pjnTcu880ppwiQN6AWqu3BlsekjzS8bEtFSpUvDXpt1552RSAbOifnaIh5X7dimt63WX7
UrAC+LuuaIr7FM8lSUM44iwcokxSz+CF6IPbmVreoy017FArlS07i9wPuW+d3ptv13ldSydwoNok
u56ZCJ6npjFCrEwdU8jehM0Qmqoz3J054uVhkFhbA9w0s1DntZJIz7BHySmcMXkZ1+SvNcM3Lyba
75EBs28EvhyaR/r2cn4iPa1D3oUcO+hZBVkrEjvl+aVbER0Mlyedly9J8CsuLFxhLl3znDYnKI/A
go936fh99MnubMkoEVi7OpDibP2UH/5PW+G/KEj/c1fhfxfxj/a16Z8//7OlIMQfvs+2hQRMIZS0
NrXST8O/of6QEqc9MnyksS6CBf7Vvxz/tveHiRBk+x9SF2Vt6ox/SfiF+oMiG5YWcx1Ez8Bv/lFT
QfHNft1bt2oaQfA2NuPsjWbozbkQAkTUlnkKGMzQcf7Qmp3jXI0mpjZcf7yO05zuFHFQWHNNO6o0
EYD+mjPf3n6u4aOxZhpkX1v+Yn4GhB7b/QDbvBm6nUcqU1w+1TGyC29PI3FBbWBm/LP2OUsGYd55
MLlFAmJqSSfriwsKaKw+Y9ImlDGYDWueMJQnrBGPXlpM3o6m6zDf211FjtJUDu64m9eJQ4FafW8O
GgUarU+sCJu4KMbksNTmer9sO+qOej6+lnnP7Es4CLaCmpISu309Jt9j+p/6SPagmZyzsxnNpZAp
RrGR15rU8y5zjZ2YVyM98xTpbgFhhWN/BXie9lzoOBX41c8OHfkZKXPSrvLMswaZfQT2rc1uX4ze
JO4NWtLq2OWOHV+hbJweCr/xuzNA6bl/q9MJqm/S48UPuOvSPEykHVdnpWpMNJ9jnx8AVvNdIMC5
Q2Chuqd73ZcFwVC17bL+ENVyNjdEEweqKNlbmrrV4igWR8W7hokKVk+7kzI0KPtleVBqln9uBzmU
6KAjIqUHq+daGAdPmqyozaVE7IF5KtyU+lgaJEe2lmi/5rnAX6xLryv3mMCSwfRZdtM10Qe7kPFS
oJERou1OsYVsCdAlxs/5fsEQFt+WLf/uEMUGzDHPz2fqIZcgJh6usdLlNUQHhnv0Qa3pUBr+goZj
2JIRAlsMpnHGZBWhBjD7UYWlZbCITQZanbOS8HiWVWlqnE4s4ever7ORbLdO4xxE+6GnExzi7lpT
6hhHc5id/EiEJiJBVD+uuhOlvy57klQFyJ941DrsRjpiIR5o9grfWqpHKRd5R5BT9hkZSa9IuVEW
s0ATYGCWe83tygaqWVQZORtwHa7AxSqgiWkEk87vnAXjmtvIgZYwrQrICHn1Ea43mmkzaeKXLSSl
Oi7CI0ezjUCTwaKz8o7JFwOInUmKrTyj5uDaJlHps1vRx7iBOU7OxYRfX4Sk7PnVyYVJ+DRnzWTt
8X8j7+TIroawdepUwMmbuuhglnP3LV/dmD1wJEOFx7U0bkXj9hUm8njIggJ4Uoe3nQzEsBe4qYVf
koWpZeyboS8nhB0xRKA8BA6pR84VLvfMi9MBKTJ25IRgtZjW+ZR4Rkvkm5DPHZ/5NM6l8ZKrrIcG
kYmYfrpnFVOQlNOEfb3vN5FGB9nsoOMq++DX5TCA60hr+7Ke5+Rz0Wq0Rb5GlcJ2CVVsT+PKfzaA
DeldXqGMPhgtKyY43Lo9umCJ6r03DsVHt2ZAEuZVV6Uhb+t6UclOPxPAZsXkrwoE9KAUuL7MYcxk
dcgxAEFt7sl+E7FGTeNIfZDWnA1I2kmwDUy/6dUzeVylfzLwnqPvqc16k/k4vGsMc9qikw/DWGfm
TcRAprhTYJH6Mci9qCp3eFn7Ela8KoboeRqnkflCHPXGwMTZhtb1nenTrHixVqzsYAIrCmRyJf3V
vVFJChoKCzwH2zPEYFb+CYueqs58qiwHU23ftfezsbQYGCNqJrxYQ51/SZiS2UzYZmRX8FFsRMBg
+IttyXVGXcbnvJ+s3qwXal3UHm04ApUZIdwynUo+pMCoCematFWSvx0ME5VjeKcGXFfzMcpG6UAD
FYmPZbzqoVtZvUumV5pwbHgqJ9eu7lRUMOAXvZ9PA6op5TTnsyV675MHg8k625beMtpDwUiRumcj
xLHvDPZXsw2mdQE+sZQj/HEjsWb7kLRVA/EAxDhwjCZr8509lY4MzEnXzXlfVeoZqr71eQSCadyP
o7vOLKeDc+egwJhuF2byz8lq5Gq3gj5N98M4AwixcxBOT6IUZndYpggkFWYBWCuJYQ7JLtkOIteq
MZbpOEgKvAdfMRTfO7UkWndCXHAvrUE8FKZg5piRDKDCeZgTrAB5ChlzQyG3AUIGkChJ7+Ewj2Ys
qQXuiBg9dlOynTQWBmmz4iTHC1k3xq51dH5H6kxSHjnTTY9j7Sa46RkmpecEFBBozBiYF2xQOo32
FhG53c4hkJPQw7b1iAsUbqRtEo1qLJwhc1UaZX3UiM8k71XqLBsN1zjGmrcnLNKC6T9QVhPzZ58T
YFcMQADJJ3PWNZgaMpIOQ0TacZBU5OoFSVIXH5IizdwdQ/z2YDrTHB8nctDiUFdtHIM4drQ+9/Ja
MJilb7ETHJTkleicAS3Q2Cj7aMOtfCnVoCWpN634wnOcdpuO14p3gM2S+GYYxYS+ziuj7ESiT3OF
pXd5NBAs5IeC65hfLxTCLgYe5cO+BOAvuj0p0Fxrk0hG/0Rxrw6x1gQZWmnWLqyApC6HM7IU5dxX
OTFqPG+J2d5Ukmo8lCVjPlAb43ifyaxHjaId8TIQTwZthEwAbFuO7JY96YszwaUkT98W2agyHB++
mx80HJiHpexiG1l3Wt2PWSu/gNkFeaShc85hn0GHR59ZcY8QhhMVGjvStrbqhgllTg34gZMgp93C
IuBwb6t2/kozpVIHy4jsOzE3g30amkrVe0FVJfej1XndBXXV3N745cpGvrPWUcAm8PWcPmPw7kih
7qGsgPHFqVNOj3M2tWSrijr6ttYGeizkR/FDT/CXuIg9oJHXoGX08K0GPf/icGiOQ3wosggLgB5E
fRBbMMIs0eTgQVuxyb51tXuWtvQgjuRV9nLXZKRvhURaieIugr1knOUuAM0DbAQqPzQWsr4RsV2O
B1IdZw8pR8UJqzd0t4tS0il5h9sciU41m+TlLelmseZsFuQc0tHcKhk/i3I0IeblkAbOyCMyvPPe
d/LPjbUu/Y2AENJ8sMqlb+9h13Rk19h1++IX3ar3TmVFEWbwYTFPOdE6xaEprcoLk7SdJEOJWi7h
4ndFdiLedfGfU1oZZdDbi6iZTti5tQf317pPFZPt4pZueDbcu0TsRilK3LKFimLssV9TCiTHRLVN
PQ9HUl9TNBUH37AHshs4EEIddPNwXGO7u9yisF9iwyUFN85MLzlai8gK9uYWQamh6/66ac3VZiYV
o5UykHdEgVDz0tJqqPkjU8GWeKLvYyHEa8AZnrWddK7YYZM1pPIpIuIoZfJpLfL8juoq6tmrafsE
+CUVh0OeLJzgHXHh4Ug//LNCD0q2h1tbUZibEurQ7FM9h1Au1XODYLwP0JDSGxFxbWQUVyVMDja4
6cobx/ZmqEjfDKJIjM9ULct8SJOkcEOSfvUXD9bcg6fX3Awjcp7uUPwSKFXLqFoDRMorkqysXj+z
Imq4SSSalfvMa6NDhFud0oqhf4EOK/Ge0qkAjzo1DjJlv5sMNxhsM3uxZ4cY7mYskdXVGCw/AljJ
+3BOa1A3SVHm1kGBdH5J0L9y8qW/jxzPV0pBGPcQaq4w/r4KV074CZgG6pD8meW+Lmv0tEU22N8h
W3ocgGAYNKEnSX8Nizom49REzzcGcYuyk1R6uZ7F5RjDI6IbVhyhleKvgvHfPi21VVUhFCfZEYtc
0YweEu089+ls/sgioklRTHlDu8+KjDLVMUYEShCHR0lfG+juz67t/5zT/wvp/+9O6lc/5vRb/YrO
t/0HP4/qhpJ/eJhiOZUrhrOOJWj7/uusLjh2M/V3OHBz6gaD8ctZ3fqDeS6eaOYeig3H5C/877O6
84e7+RQZyDEddJiM/JOz+tZL/3dT2jUhgNuYujjyAyFjxLed5H8ZHLWAq1LwzPoqmXyISbSSFnGT
UyxY3wj0tiSkEPwlFz0uVANlewu++Jdrdfvzo34dnYvXw12+Ab8bn/9mA1e+Ld/6fdKJZBAO0eMl
iElt7Sxk+v69E3NEO19cH0PFvDD0vuUQNHfgPbJZOqeiJNCyDOOfiSyyK7eorXe+F92Q11dGoUd2
2fFRYPzN96J9wphlKsSlhRGo26ka4GjYpmqCLUvk0IizeG2hWszA6ABizH4CmrNc2PG7Mc1uyWbM
J47yCcUteb00xt/5fq/HQRAXfJznliVQiiA84GF5fecIQnOsxnYbEhLTFTg6idjLhd0Y6taYzbJ5
mfNm7S9Ebm+hsBbGg2B2gL19XfJkaImOckGOQ2YfL2KrL1cyq0c/vZ2qMXVv3/mm2yTll2eMTjjt
KCZr9mbp4v95ln99xkS9CMegRL/geFvM5yMpwNG53iKV6XjPPb1RWVY/6joZiNNq82WXTbpzz7Qz
9+k7junto159FVuBUmANRsYM+fLtaAlreDQXUkwXVuSNfahF2RVX07QSqLbm4K0/p4QkJPE792qb
7Lz5VAamEtMm42yLztvrC1BRGsE1W+hQm4IG07C2qLRcmZsg8vvV1Q+ri7wWMKCTzkc8KPxzDipq
/PD7G/HmiWHU7bt0BrkFvGab6fD11ygr+u5dNekLc84smu72KIdzp8www+umJun+9x/3ugnobh/H
28MGh3bAEUgHXn+cjXEpSXRDAHKLEG8Jh6amjKfVVSXzO6NRFspXF5gR/vYObDJ5lhOWxtcfpaNY
AmC3ZjLSjWWAIvjnJRSJtInoIw/ksa1KBx5gX8Og//2v/MtH4433FJN97ixf462CypBEM/kURidp
iGyGWFdOOytvLHlT08OajwYZXe2eGErEfr//5Le3E9s/cF5+ueXz+tOOev2jDWaAXYsk+9RBIAJz
3Ze86T+Xo0QS3vPONRZo095cZvYwDDA0dremkomi7fUndmkzRzX5o0eyB5Ckx6Qpv/Q2sU9nduw7
7p73GpR9xtkhbP1MUniMzkVZeBGnKuarN7aHCHbMHf98aeg9eZqTNn42dRG1qbVHU7qpR/GmNW0/
ngqntD+hCZ/OEFPKD5MvySJuK07XQ389u1FyP0YeRVtQ+BHq3oNO5zR3Tqax0pD8MRYFWUitHl4Y
UbRfaR2Ph9gQxXmC3+Cax+FrOTQGjZ28v+IkRDqQC+zbtyJxVqyqJB1WW+qC+OH+SCdYPZCfp27S
2gfSirafmU7tHWi1lZftjOA0NUwCTrKqyLkoVhWyqT7irGmhwFtYv8DjH+rBzU6yquNjFZWPNAvW
O5oK816udbsbxRAdex+BTdzVyXMz9C8euh6TbkCuQ3/KsRICGN+8wjn4uRkAvtuO/pHLYKNsd5rr
XnEliF+mDdM04qy3CfyYyHT+GImJBD8553QCOQ4+tzn8lGhxvUPlRvUD9abar2ZU7diexVc1WQux
Grpd9ksdL1cEuN9yNPTuXEULvpe9uFNVkn/g8DW+jJk7hypz6RQyrSCbc3Gn6s7G8Bx4fBN6NDFh
jKFLWF5CY0HZX1xCTLBomr6+tOrFPdFDWkOXSdLRXaRPN6S5z8rKPtWJnPesFijX8ddRBPPHqqHr
9Z7WlW1cWHEHUpIk9odI5cnnDCFGtGN5yG7yfpH3QkX2jREn48fSEWtQJyNm/CE3LrR0YGmmTFs5
ljmiRSemxJEGLRnuRQkKvs05k+/8ccm+5cTeWKKj+7ZDIBFn/sEzdOaW9zo2eLiuZ2d2h1MdLd9c
2p3hLDtBWb905wZTxgviVr2ncTJS+JBtmZ0lhoHdEhNjfwbh9qNFc+Q7GHQy+VQ3HTPi3INEQibQ
npFCgiWc1CNJYgCDT5ByH3NT3eoRple6WwmbIslm9Q6FlVph6TY5CVe4Fy2rG0NiSsiuj2i5sSaD
ibRQTwSNm9x7LdRloqTDBQKw1HXEgQcXS7OU98JNPi0i75hSZ/0BITHMTdh1IDTVcXRLO+zjoblc
YhJdoDveRPU4Ha16nfd2kWdnuDHHfWrleSgMTjk8smo6QK/swmnM1uup9/yjZWXNGRP6+rayl+5e
rlF5neo0vk2jeLnMYlvvWz0PF0YjjSHsvNG1w3VqsbT2yGHasLHGMd679G5avAxFM4YAD+YfdkOu
Q8gk3A8QIxRXIumz/EIlU1E8MbMtjM/puJQRf4maGDcsvpclV43fVNl3EWXiRXPnrI9rZbcfyLpx
IfRVuu+vVYaC45PvtYDl2obtnH4NjM70NEJHyF9UPY5DaFhLJ+8ldcZ3mq9QfpJsaNfbkfHITH9I
debOjjtRHH4WZpUhh6pg0N+PzvmcOHwrsnHs/fynVp0hyoQNXHVQWQ8A2WiO5syLhx1G27mAS4wf
95zeb6TCmvalcz7aRtIS45KSsylipusj3Rx1CStydcJurtL85C5cgiqs87luL3EdOSPQkIhNBc4i
NDdQby3ryschyekilRH6y6AykS+EdlHGEBxZRyXqpnpyLpkDkOOi/Vqvt46p2WEtY1qjHyuWquKq
bHLn2WopHE/NgkGi8nnEYgjQLeXxvwLLaCq6T7MWXBsgdeb/Ie+8duTG0mz9KucF2KDZdLckw2ek
iXSSbohMGXq7yU3z9OcLVc1MKbumhbo9B93oArogMSLofrPWt1QotXI4rmQXWgnQTkfniduuFqKj
iv3gWrJ+thjpqktVsUAEVOu06z3LLM95qhwPc4Vh+ZM/hlydyg66yWs9loZtbAJQ4U1ff69hT1ZR
h+K5OZky69OD7qMzzsNK87LJ2a5s0PV049agIgFOu059hsNgWttadtbFohnKs5tOrxfBhqvsOuSt
RinLIjnZY4U4LuymWfHs4imvg3qxJoadnOGu3gqEsigJdCCi3PvKs5AdMNiZIwUnsXUYzxGoV+O+
191vfpV7uKsagwBtRPlqYN7jEjHk7uyEcIYmSxPi24USxbizHWsCHm2lHrKR8hra4c9sX198At76
71U9cVo0j7msjKi7ct6WE/8z72g/2U5s2CRl+Q0Dg2L8MkxTjV25a5AMXF9PcSO+i0ofMCpZa2zj
wYSZqrNGMqy+fVipTdcDD0khL0nMAxOaH2X7vmHTlD23gymdWyWvm40wNfACfq57nH5MbUbIjJcO
Ft0CAJKsKQR1E02VYPyxpF1O5AP3NmDdsladFlYxxoZrEt1iUiViDhrzJ63z01c3yY2NlsUz6iOW
ubtZFt2B6QjMz7GLxe1g2fMXu5bxM2Z7/9jWqROyw2ojrzScF8ry104m2YGvV2/Bmrs1ibOTEzRl
cXJEPJXbbtSXmKlrM9z74/zWqSENyl7AmvRy76wNVRxOYuE6M1t5cOZYe9SbuN5BquPdQnxPiMK/
4ZCz/sAUNo+I9HLvMldZIaFyAFPG1I5S3DZBj1DUhuXojlcTZbMtNNs/ErILMMtPMIk4Mw8WrCBF
tCp9KC/kUJQRMPkRAxKtKPxWPy+PqUcCJ+u/rjmjjyuLg78KVEAEcO8zIPgENqgUdPQUMyybXgDk
MvN0fJxSPmkkgY5A5qTmfjkKZq0nk31ZwDkpT6rmqrYHfmt2LeRZQfO1382kBW5NekhQziPU12qs
2Yp43UOzGiyGrWY59Cugz1rm3wUD8kuX2HUgDXeMmhUojDE36aXJ+eukkbjPpCpdWdTCa296va4x
VKYtvrip96kSLMR+o76yIO0HAlxsbVTPbFX6Cp7zdeSmlIVZ3XIzaPX9MBk//FjzSBIQ1gveKRDr
KEPLULak+QS+nmfbMZPM0eitMPmkaYx51DAXewvOvPI+C3gI+a2alpw1AQ9fuk5b5pSAMkXSbGP8
DhiN9xRD5thjLaQ8IGSoHNvHjJf1MUky891KmvhUWJNJWk7ZqFD5idpZLb6hwLPNZV+AlWX10vjE
iuSqH49zMkyvJH4094PdU1Dx7b3L0DUG73zHLZ5q9GVztCBvfc1My3tm3TMf0142l4HN7wEwcNVG
YpnlQe+w2wY9i7QNMeskomSZLbYMWFtns6hpiMNRFPG3YVz8F9sgXCVE9TMwAtcQBsLBpgsLkOgB
mOg8cPDlmA97/mKCTzrFtiOSgxhDfKWDsR37MTmSp4gsw7J4bykm2Snyvz4bQzG2482S9f0X5WXF
o1HOzMP9blxfLStxeKHA+9+6zexbZNZouiTasMIjVvZNfkYM0mlHj/3W80DD/8ADvYSNrJf5XT/H
JTFKUxvNs14uWzkpwNhJ3kEyQHZLRsqi44D2q2U+Jzic5D7302ni9yU0EkBEYQPPXvLyZAIu2Bjp
Or9VynU3c58Zj2qUfqistQ7Twk62sp/tHUvyZivjKnsq6vINKK3Y8wVtBZSjt175aTsClddWotTK
DKzgZNFsNTMlfjeV9QkRl7GznBHtIRptFF8knatbn/oQHYY+PTuZO9U8jmMWJlY9HL28K24KID/n
tq7OGhjlr1M3xGen7Lw7U6XDFjO1vRdN7KBVwNq1W2Abo83PmTEVRD74Rd7frHrOJSZNSU+lD8Q5
OFV/Z5MH+caa25/DUlvXr9ysZhXpKLQ+l9nSvhGJOu3E6H1jTVFkfJ3RGzfaaomRcmWiucr8fC8y
2jG2XVoXIaP73nm5cyTsGJ5hnRk7cprW3aIMkqlhd50hZPcbw27fx4EVyHYG3RxptjIeHbrgSFXw
g+nJ20292N/tmaWPISt2QyObedI5H7Dw6U8DPcCR5YcbEjM13Q5TIhA9NmYQO+uwAZTifrJlLG+1
HAyBpw0g1kRhBq5o3YOtM6XHmWlvjCrTo9IbulAT3Q3af3LeCtmF3QztbGhM/miB8r5BK78hJs34
TOaavoX2qB/KmoXdkJVZqDy5j2MH2amnWt/aWjYV1coH2npZFUerXnyF6piGean5G6W0a9TFsOyv
qLpocdhHglZONpWfDB06cWv6ukziuRV9cSxQoR7tHHUDVdbFKS33Bz1W86joI29ZPSPsWZwFJBDM
o+kSCwpkVJdje2dKvXbPCxuwOdDMxDulFc5Lchl6D+mOZg+2FWjEgt9nta09IXn2vZ3Hwj7fgy3I
FSKmIf5C7WNE3oB5Mlic6qJbuvlp6TuJZbJ1WMIkBU2ZYRQv3lxaaIDLHhlEbF/ATRFVV/jlIWvM
z+Ok2suUkpmEa1bd1y1SGJK8Qav3rnGKnQUPP3XCY6x7Kswb8suy2aCksy3vtXN6D7hzqd1lufmS
D4a5d4CszIFephCK/PI84oTbAhlxTx1W8YjVYfWVR5kkdkybXxuIdAQK4Oc9rDXP62WgCgpZAGqb
0lPz7dy7yw33dhlYSvg3c5c6xzwu3mmN84eCNiSctc58qAXYeos31B65kLNN9ISijOsExrPZEbFC
Kt5mMcvsMfdbdYuTTW/3SkdCil2n+iI6HOVt13W3SOyskG17ty+h3bwxOOUhvpb1livaLfYeRv0t
I+t1CRMrNn70kxjC1YVawp4p2cD/Ehvp93CmjAKhL48cV9Ll8WRECFBjgc3SKiS09DUd+uIe2UR/
QVZehKlFDlWqLSQp1FpxBvi+Qiqb5B7ryrdMoIMNVSedZodABca1W7RfVjcXgQ6YAOI+722uv3ns
NlTDbzZ/bRWyFTWCXDfuDdk0R0CDZLV2pjxZovPOszLFLWNF60Ei4CZ6rnLNvUrjU1UnggXqWroh
XQ3a9JnMlx1632ne2BSAj2nu1XejZWRvfjlwA2ar/iNloEFlDyw9mK7hGQzq4kehD/oteynTZLnW
kecpzAFSTqv00DBq5whozCU91J92idAOSm9JuSk1fZu08poGNGDKCGjRh+8js/JrN6mielbNDtDC
imIod77IQjffVmYxMnAJvYio9/nBPOlue0rWDT/A91L4r20Cpb+ohH8Rq9FujAm7+EJazd6YOiM0
ukLuJkzJKFx6dBXJPGMZQNhCCs7V5keFaL/qZjegqHUVIxHb5iO4J1pa+1nrl/nNAcWwZQJckX6C
CoMuym0/V8m03HvdVQQPattGXyIJjowYN44BSYXll3ItJ/l5WbjLqY4IYDXqgi9W94346lewkHhZ
qjDjxN5IxQ7VIijRC+xpEY+jyCwVQPVoiCHAjBggI1SEn3jJBKoHE8uJkVGc3MSOh2uoYHL0rk9J
6+7JZq/GiLbLfjVt3mBlYfVTSjIHy84awL7hDN0NqIl4HF5nx1ATuotMKNPqiLXH9t5WVjRnJBnM
lIbzdAaQa7zmyvQDvRWvPW/as94X1XdmJZQcbaIpcV8MGJiaODLxbTdt6Fh8tqP62cNghW6dW6w1
TDhTNZRixwQG5Zezolb4ZLuUSafOzPi3Ztu29bkrPNIZ1yXm/1nINqw16kZ7ZbeKbLBHW9U3un+7
jm62QrRTQj0lcMrO5QCs8dxOxDB/GWvLJLt0mpZ4g1/LcyM304d6h2RF4w5ciatDngGXRAPM1RX+
jd9xwi+Lac1spmqd6Mcw44PRI2StlYpd+7N95sEdz1+11C+wMMQxhPfnvnCkBUds5cN6U+JV3zF0
DuvFXfWSoV67YmJDes22G8kY9vsT+N81PyViVe49PGgicwmVyJiwg3ZI+YcwuoUWSk8wgyPBqVBK
wrnIRuTnLEZugW/Rx6+5HWdf1qayGGnGK83juFjSTYMGFYh3HHKksncmXNLiXEADMU9di9+DZ2uZ
amhdF9kwnsAYT8Ci58dWdT+tWqtv0eBLpiDE2eUHNKBLdUKDx+hb9ydX7NHk8l1oOJP5FYJB7UEX
ULVsNqwJYoRfxmAOO0pThgVJMevGYck8Gga2QiQlB8JeqqPOeGGM8A+RtI2oo8l/kK/R0gQpKvQD
QS2dsSV72EHoxYx5WH6shtevDSqF1XN+uCTYA+uYR8glt4aRXldmTcMPbyHDkNvYB/lwsXWyo2qm
nSubPScWMrspU73LTwhDOXbtUtp+4mGcm/fUQnlPhWx0D2ZTGm/o4RxIHRXdGqpBHAvzJktojblz
WjYk8bWW0cFgwbBT18Fub49xYPma86OTmqGeJmjOnDqSPXT+AYv3erHYi7CdYLCNhuKpcmO6kTZO
qiCFvWE/SSNOGA/PC6ldLsGgR1OmrtiCOOEhZfSQzR7GZG2abRe3JhGXXNH5RoDttwOo/Wt9n+c5
3zOVDRk8wYpJpz5iNDWIv3QHBGgymeyUOo4tWehwaex5BU4+blTL1RAVsds916sU1zwZsZoPqZBI
C6asZ0EaV2hq5eL5WxIiqmHb6SvfmmGHfzL6EW2qKNV1ckYEUXFGAGvUm3igIthmljNVLMeAkUWT
xEoXItiituLBN3fHGttDHwgXaR81Hzu3o5y81TvibarTAxUPJLrNH1tR8fO09tbcG49mOfpgK5Xr
dIe4t3VAJIWm1hsNtSZSiaod1JbIVc/c+Kua6ttJdrKM8nnUTlxcmn87Inw9rByxv4jcKNo3Xxqa
Fi2uU+wYZOftkVbTXE7s4EZ3m/ceeuvSHCv9khbNQuLrPNlr5Gu6ym+7FdQgYwVD1ucZBnFkS1wX
25Vinxq2hiJwQ2PUgXQgyafatMyP86ONLprhrvD7V+WTLYlSxOGqZUwz+GExr438KvJClJEhVPe+
IGa/x8XlufsFobX85uMLKChKG073mPSAZiwMpa8uckn7E1E5NFPmmrTfLE71GzOiwtoTj9mAk50J
k4lwk8fgXHgwxJvrHcYj2qOp35ewtlfUaOXy/sfNOfQG16in9z45vsPqIrzvAeWv+1ohuYtSx2Qw
WGGHk0czr+xpi9ClJrq7Z5LIUqitTTBxMj8ZKqlHZKzWUEcpUKDl6Cxmn9xZetx0p1yrIWBQimKL
wkDX5PSVQ2Z4CiD/tDJ/dBpyf3IuXHfrIhYdyRPR8pNayAY+uLrR/nAlgTU/rMY2VibPIINzfjjB
ZAeYsuUeWYpU1SfR41uKMrNji1dgamBwmjQlq7lwtfhy92BMOAWtK8piZ64VwkWzR3OIZ2xA21gl
BelgNqmCy5GOnfVwYPLEzX/gkmOuyWvAKc42or9miQBvzf2W9S+TdQ1xd71tc395geG33JhLwVKc
RUTP8xMQLk+vuaipu/N+AulU+C6pJ/aa6912EBnKUlTvSK5eMje1u52v2Z4GIGqk0uY5XcUkjwtm
Ynf+TILc1oPfxJtzGDJrN5eKfVZqz+OIXFwWGt+hrTQ4XUXWlOD5K09zo0n38v1q+pm9N9JyyA+0
G/6zEI1IA+7gdokSTx+4X/OmJ1tvld27rjLa7kFmhr01GIl96jsvniKB+BR31s93xB+r0rlKS4jm
JEA82pnTJGd+JLt5aMQSM7JgmTq8tKClnNs/nphuZxbGs+r1hjg/A2ZauNBZWIjdILemO02OnDi4
eyx+RYp5mSewXqd78srW/GByKg8tsvk8XEZrkN+c3gQGpHjj8fS50r92C3XYcyF6+KlkMMnPreHq
aqMWb63H0G3Qxg/wtkaHSpmTjI5sSbpc29fuwGVhLCTREl0xNu39JFhfMPkcZiwDdTb7dxqTT9SD
TTJ6X3CN2eVZzIXzlTFDt9xIbRAgW3ktqicqIltdEirf9T42laWe3GTsuH2h5GEv0YBwlXWir5ee
1AD15CAtAgDucyVlh1jrU7KVa2fRDfKueUmerHVduu+8T8qCF4qeVRnJ9nq5areSfX57zQTS9b0t
5HUgrI0mfLyIFhqVMWScpHO+xlWfQPoUSItvvN6umvT6mAJTrOles6ZRM6MwBTDrs1CYTnXXLKiF
ba+ZFqbzSDU3juJN/6WvlD1FMUE+3FQsB3xWBJmPDgVNL5U8pks3rdUjkC3VPtBMLBlK08H2btxy
hGST5+ha921c5Z+LHpUjlyjB2tcZ9syWY0+8tGfcMn+qug2d3gCFjqUpw/Y+Z+3xZ41k66NF1bUk
jtjLrIC8GKDKcAfu4qpabxO9UN+MbOEJoDlGCu0HTXvcfultcxDMAiZVnmEXtfOj17YYDkF8cp3V
Hkq9Jz337ebA6KJt91COEPCV9lyMj6tOTbPXCRIZ9mp1tRcWTXI/TTqSSeASdX4TK1stmNwdheBR
mVry3XXZfb7Rs2r1p+QqK3Shqndf9cXw6QOnOXVcDLFdOlMDsLNMcWcOlZm8+0pO6aeJfLb4Gj7I
tREz3vR/sGCZu/0yoOs/9EueQUXXipUZdsoq4mTVhVWcSYowvA2Z8FJ/XJhntURR8sPuLZlpw01d
MUG5jdFitNu1GvAO2Oz5edAXMAIajL+pI5FXegKAFEmlOamjaeYoCGcxmtuwXjpWiugS6ajwqSb8
rtW91SF5Yj+5+mRX8pERtY8WuYkPbcxa+gS9zpHvVT1eUx5EMmVodthCjae+Ndtm36OxM65Llmy9
WfvBNG9bJuV1oEEtWJagmWjP4mDVmmH51NgknDAdqe3pXHVDLS4K/LjYV73BsxkIAPVI7k/OelSq
rNEDtfrgueR5F4vMDpmMG/8+j13h3nrrEJusWqhYHIYirXG96wdLW070DOO40Q1mIq8unFt/wxgY
58umzBtdErg1YfCl1EsqqAHjwOilZ3LaOAngQDQVWntnaWow/LPWoFIFSXcNkhuJ1HJFVv9G7PZB
BXht3+0rNUIAKHJ8FC2/CjtsaureUf28U03lWI+DQLT8WueiLd5m8InzzjfYuN+TE8g96uMzc25/
aln+kXj06f/DDGiLM/G/e0ABBo/1t+yv0tLrH/hDWWrp/8LNyX95F8Evoc7+L2Gp6f9L1wkhYMKA
3chhUvDfHlCN1Gf+P/41m3/kaNBl/ltYqol/cbsCjGSkJfgP5s1/pCz1PsiF8KHywZCVIsviaOQq
/npV5T0QDd1qXxZb6A+ys5mKkh1aaJl+nKW3T5dSHFPiRK5udna4ny1vxw4utMx5yyx549iPysIm
veCBKSJ8zMRJZsRE+/wBda0ZLsP6SNG61fvq2FQnJug3zajGwJkT49VKjpZ5MbS3cnD25hBviGUY
onFU2ktjfGupEoeVmQEvaiu05bvW9acR1PGh7qmfXYPeCccVYygqn9QYNq5HbrETRxjgSCpm9maA
Qx4lWRgswfJoJBwKzVMadMkduaf+RsjxQMBF4IPadPLb2esv9nrJrExj05M8YrwOEjUdO6VhyU+Z
/LABU53JMLDRgmoYom6UzHuuo60eaWCaqV3cd3ttGHc9A31XlrvU1k8dPOZYfWHehKRzAlut+RoF
dvKtqbyoHvLzJM6NDiu1P1hkt/SJzprML6FqWONRKj6/HDckzIdGnUS0hkFLJge9xnbKvGiUZaib
y2Yafmi0nl71Y0ytjVibXdM/e/43et1gdVCuTKt/UcK4HQxWb+CX0p2MB3yM47mwnWd0BA5LSWxJ
s+4luNn5VWg+8foE1ph+T+WE1Q3OrY1lr3DzFwpdxFySBWS+965drbFgG9CI/Tkz9QbzmpPzWN2Y
4g2JDn04Qz3f1Iigfs/9Gdr5efJ579K9YOljNxEY5ns8rvWu1LPxhDBS3o7MA6zafhnRKMWOjQuR
k2yzELcR3Ce2/tTB3XWT+MWo6aUyG4Wq/YrKdtfIicZFOcwiXHlc7PXeJyRxl3mk1QJv1PxDmWg4
6hL7hDyIrV5XWmem0deV3FZMIpqNeZOu3YmsCfwZ4/cuLrmim/44O/VGx3JmcZF2af8D/mTgky4u
aFnjMdvCZGO8jGQp1OwZ3ew6BlbssTHKjxP+OGgFgKlp/cKi13aaO4YVKcyhryc7Qy2htnQYYby9
O+IJnqaQkmVjlFM090gURi2aoHSsxQP9sROkPonVZOCymNtprbcxRXYXuyTrFmpbKePBFBaj8EeB
oFjvwfAmvR9p8uwJ66Cz5WInsTeT6/BCO2aKKs2KeHEhq/gqmyfYZ6n+cs30NsV8WOISkdcVmObL
+oCZHYgsJpNFO7FChfzqo/n6MrfgjuuH0W4PpMhzneqbZXJ4OVbUcnW67Gd9uoys8Iy1uROtEaLj
Cyx8ZMhpma14+mVqXmMoFAy32d/akUhV5GeVZMd2m1+hnNTsNreShDSFSUlbXzP9kzkh5mrj7mGq
iqhtrn6wccI3dVPPh8G+FJI83qoS43YYHwy2u7pe0UAdZzE9jl1+WCX9Cq9s1Q8RTtwbkGH7LF2C
2GW9BzTVYT1r4m5bDeyIbCgw4YB6RtUErN7M2k2fcrvnzsFqe0x/2n1TfHZS80ecYBGhxRrV0xxn
n2Kbu4E+hKvqvYZp51IwtVYToaEMlvmdIWxYE9tUkTARUByF3TXV1XyuJvho3Oatzsyapnlev8fa
j7poAoW1prUvGHd2Q/6Q5zGPiFtlZz5JscYnm7WwXV7Fjcm7sRR4SeRz49hN1Ln6xtaKm8qGrJIf
04o5PrgJmrX06InpvseABXuSxxo8edjmbuCm+V4JsSX7FLKIpc9bZlkheUKsJihdST3GrTisr773
Rjh4MGH01K+JTIa+4brzN4mudhjxYj48dsAQFFscupX64fbrcfW0m3V+xHifDjt9FN6DsNonOWCa
SfrPrXB3aYKJzCDe+Tp2OJQNMclBAoDgxjN6gW4uve3tbLgdGBgHxIyV79JO7zUTYYPrd/dku3+B
VRpm9fCgG7iTsFd8lrxr+prM5X7K8pARuXGTFHLTqWTnW2z8SJlDy3bNt63sB8YfQY0dZOGLZSfa
kds+rpYvfk4ceWcc4kqeJ+LSW7t3tu2QqdumoX8ywKMcC3PcYtDSEccbI01yzSQ6kZeuSo1w6Qd+
O531WDehzQ5zqewbq03nV4ccQQgLZf9s1UZoZbxkGZDK72ryzVdDl8W+R74YUOqLEKdW8alHDheI
qj3Gtj6TQBxHAwqLjZIy3kkoCSCBja1oFLNA7ytFb3LCGJcciA1qwxztFPbAcTyCKRifY5SjERNY
gKoeT6ImQwCfDYxskEa9poCZEam4RFZlL5ItrW3w8vfd6cEufe7I9EwQwXOskTNlI8EMmgT1jme8
EOgQTL24ENOS7Iqr7G71JgjoZpTr4hXUM6OCzpzb7TyckqT9IXSGjW6j1+9G17rHBMzxCo13hFlE
suoacmGtRMixCgy81Hg27fhYKFLtRbqf/fV1IMAqXuev2YDRl28gtmY2h7DFD7i9D8bgZZGsOcEu
+VIdmfOCl1Jo2bSLzlBm2yQdo6FLX1nT0XmYpES3m6RAVMKe75BW3X3V9lutka+9O+1SAlYjDOJ4
Lw0dv2nd7ZvkbsYKDVBhJ931+noJWp09LpNmIhmFBsmADj7NB35MerP9Sh6zWscTUmoPT6zfn8qW
kC29GeqXFs3MdllitES2hOE2MiAJqegX3qvMf4YdltThARhMG7FTF3clmsGVSIzUxmE/xONTLZp0
I/Is+eKILmWGXPe9EbapWICGom5yGqqG1kws7MoLD+0W7UNkE5N4FaCY93UsKIiyXJ7rqXB3vVjE
g9cXpMvDuhhfiCMX6cEZRPsQ26iLAmnlvPwXZWVIHbIhLKZ6V6wdvZJJzAaQ5NXDGF1nMavJmNT1
I8gfKkoXTH8ZQIyujiyNuN8qfDgn7mp5V8Bc/SwWrWPRVoGwqQwQQ50r7S+1npJwhC8leyfntN86
nTZ+argYNmocBh0NF/JlEDcsJoOe9yssZtLBxYj8sgECfeCZaG+ESpZtsaYWPk+YUp5XLDvmZ+tp
sJLkwZx4cQzGUiMrA6JTiK+9/1S408mmvHgZ62I5DGJqt6Q4JuiWHevGmuPpUWOT9lnw6W+dlBcS
ShIr8nMAKJ6UDlqsxTv7cm4e+CjxgTT5i1vGKqrIn8vqvH8pmBMccr9kK1iNQgZ8gPXrOJnZrjTc
QxvbZUQAVXzPy1jfytSSTL3JsU4n/QS8XLsdjaZ+rzO9fknJlIb/NjjcemCxx8XjePW6JOj2WljY
Vrqx4J08SzebbrKW0SM6vNK3NgX66m3OyiDALd2xxanJhLOL56Ts0R5r8c7Hw8EtSUp7TkyOnRv4
O9fmmCBy3vS1vTxpa9G8VTDjXjIh403TFNNe6lTKoAfw+o5LvDUXz3l2az/dalNj7kEKGGHXTRpj
iYraavG0dEvS+YOfG8wOMGWeWeSOp8ZS+UWUzlcG3MeeTJhJZdvMe2Bf+DlNnrpmheUQKxZhaXuY
8qyhhDPcfWxPB1yv6d0Q+8VGTOop82L0Uz0J6jy+0hsxiycNEkW4IuPW4okGKPaAxTCGuKoFvncT
TQNKBkKiC/fG7ObHvplD9Jo/a8M9dMqYhVYvb7KEgr3MviYZU5g2dz4Zo/uSK90O+3nYIsO/j8Uk
j44SN2DLS85ltJTZJc7lcK8TyBnEeVZHfaYBsU7WV1szX2t7prTNkxy6Dbtsk1CJRPmX0ktCHoOn
hZgGooWmB4hPr7Ua7gdLyuMgUeikXRkQA27usIM/L0p8bq59i0mTkrjF0TC7PsgWLXQIJzsrZ6YN
8WsaJl/Mc5S6XCiOf2TzXj7yMKUoJt1sC+J+Cap5tLe9Zr4k2dyfq0yYh2FI/fze9WUbrVy333M7
7SKCluJDr2kumdwaU9d4qbMt1vPuwEvWRhMX+9P2uik+F+U43hZZlu9GhbAuqLqm4M6ofEQpXR0l
vQtQqCkhqZZdQpivkyoVgngxNhViBfoorzJvFpLF0RHpsv+mpllDu9Y2elRxfUdT36TvDOb4ta0U
7bMm5c2gCFFaa5HARJv6fYuJcty2BeqLk4MeWKx722rXT/hFChCyaucsxvdcb3do3d2oSBu4GYbz
maYYoRuqNebTKpy0xD/883nL/5usbsbv/2mkcvt9+j/hW/n928d87J9/7k+8lmtCyvIFIiBsVSQB
Y1n9w7Jr2GRnU89ZjEiAorke/+ZPupZ2NfMyVwHKdY1aw5b5P5Zdzbzaecn0wQajE9WKAuufTFZ+
NX4RTwT8CxuKw5MSC6P7MSmn8dwhEUkbX6r2fcojR39lDv+XH+X+D2/iX125v7ra/jwE35NPTMll
fLRsaj2r+xRW/cXK9E3efhp8qhr/zYDtoMRvho8fHMB/HMw0aBAZP7ouwMtf50RxhvLTQ+1xYT+Q
hsutz8C+QwwA7og2dg9uw/3NIf/u6105tjo+NqRnH61zOuKzlmWVdhl/NF+aZ8E8JvjtQX71mv7x
tfyfqFambUy/Pvjz7DafPKYM8aUFrKfchGUg9Co7365J9s+/z9VdzkUBo9kmxOrDL2jYVoLGM74M
pBBo6A3LTyiBA9OXpEAbvznYr77On98LP/qVZCBgAFOE/nowF8db23RD9gi0aOP0d1bfhP/56vt4
gds6f7/lCJBW5Ct6HwNOp6FIwQ4uySPKL2Jyb/XEjrTxdxFLvw69Pe/jUT64GQUGP7Uka/IYK/jl
ELRf4ztnqzwsRvVvvtDHn+x6KJdhrWlz52Lc/uiAlslI/F+SPspW9chZtp1tFr85xs9f5X9cxn98
H1IBDMti4GpDm/71vMyTxWK5rdLH/hvz0oUGpd329WF+bw7me0or27CoDMxX8ojx402/g0N/vNx/
fkfyoRhIX+m27odpr9kS6jaYDbbMEqNa95hOzR4KMsrmdvOfL48PdOI/v+lfDvXhgUEvn7tI8tJH
iBv4Lt2Lvq3uuq15M5+r3xjG//bM/eVQH86c7BWus4xDGQ6rMhgoyWD+5n76+DDih0OjwpQeBILJ
LfXhvCFkN0Z6c74NfRtwL9oU/BteRZ9gEODxu2ffv99c1/MDUoIHLWr0j7EIUlKAQFRIHucUnQXe
PHeIiJD/z6fo7w7CfWv717chz9gPHO0xXV1f73lGNGnxQzP3q50/Zwwe//NR/v3kuNfXLZZ2lgyg
1T4chZUwYZ2pmT52g50/CQOCe+rG/0U2+V+DJP72MAKKAW8oHzf7h2sALX5vtR4eSq9CD4ryLzSw
NPzmu/zdL+azCKG0EBzlY/wfsmV0S07CU3XqN2NJRHV2r9J8949/MWFcoxos4s6pQz68KCpkRytw
nQynBsq7wgh74gR+803Mf38SuL8c5MNpGbqqRTDEQaLz3ZO1N8X/5e5MluPGsmz7LzVHGvrG7FUN
AG/p7OlOSprARElEj4vuovv6WlCmVZBOPfJF1uwNMiwiI1NwdBfnnrP32r731N+AsQqi3fP9LS3e
lboSq+rCPNB/Fg/6YfLv/o3zpNJiNIY9ntrr7VqYNbaIgTUlD0akYLvNxHVUduv/3THO3lsgiokX
qjV3zMwZVIzrZvhbVP9lneNCvjoL4+1ZTOmE1QG+6MPQuQ0zCNpITZN+8qr+4enmIBb1qsfwCsXY
24MMbS/I65QJBLNmlybBHJe7f+dC/XWEsw9tN6aiGKeeI7DAtSDAUBh+fITfJeLbb99ypf46xHlN
4kgPbuWYPDQbfTtu7C3Zef6RIcYq+QV51LlPTrc/nO2wup786XlQ/fDeDcx/DrH/zjphksfuqPBF
wN5S5L/hnJDW2HfAtZIHmcl9RBpepIhPvhV/vFl/HeL3l/EVriciEkyJkas/eDeum6DxVzafXMn3
VRFX0jTQJQDvIIpzWadeHcGkP4pPyeDlfc5XcovAZoNH5AqV2nV4dNY/vl7s8D+xWb7Pr2DI7sSm
2cbryf/58e/444m++hlnT2VcpOjTMi15cO0HnP+Usdbq4yPoyxrw7pl5dYizx5Ks13koMyd5AIi/
DS/Au7MlR9bX+dGabqU/rco1bo1tDjgUvjXSlZtok36yWP7xPC2bug3JIZXb2XnO6KwTZKHJQ2TX
W4h0xXfgm+Gvj091+UPenSkKAbQApmlY3vIjXt3TrpIxdbydPCTiOiTsIFcOyN0CwbTp4wP98Wxe
Hejs4dFKxRtEzyVFbo7LoKKp89khfgefnp8MISSqafIfdJhni+IINBKjeJw+XD0XF/lGO2hP0ej3
O2ddrzCvB+TNBXngruUhWkFE86V/N+ziC/Ww+ze+MRT0rsFbsoS0np2sLBNqgrlIH0zRXhtpcY2y
dv3x9bSWP+PtyboG9DBa0hRti5Ti7Z1bWH9z6mTtQ1T2zq92VvoHKDNMLYVhtENggcr82tfW/FKN
Q/5lmq3uO2jq/FSZfXplG6N+n0RwuBtjiiLmcQrzFlDG4Q93rEEcu7OANF+kHZSJMFVf0E1MP3q7
IDzPBt5zNahIqql4NMayDch7hjYNjjeAkq15zGudMO48V8o7u7RU0p9C/tlqZkZPEHpF7Wd5hb28
xv49Bh79aeb0QF2vQ7K9FwjibN7PDK6uYCjb6ONHdwSHAO1VAJxu0LOBMIVdkTT6kCATXdqOuLPp
nXYmnH1fRw7/ZXLVUfC3NvCCtFCgIrsoS14+vgnv6nNIRrSCULPw+uj2gmJ7/faATapKmoj9A5OA
66m6F6YF/pEBVHzNt+DvfkM0zWIzACFQX77F50E+c5JkMfhTlYOpvqMRC978+vh0fodyvXmmoAXx
1PJcUZmbKH3eno9amXpUCDM5YiNf7P9dXn213cH4KaYQn5Zrluq9YjRwGC1cShqpWpZz0aRwJQvi
JW6lV1NS6V2mNzjQJoaKMurbNEjAiz2GXchOU0Ww+jPEeAqKbKxeOmmrP/V2lt+mQh88bC+Mc/Az
jO0YFNKt6rU6yxISd2pl9zYSs5php6Ex/NHG6BBZenHnZt54cmPXgBqc1ujfLEaH+VoJSx1RcFaV
VxGNe0izhFRY2zFhG8z0J0/UTxa435uxtxePzt9CegJr9buj9/bigYAhq6Xuk6PiVtOVulB3VE02
gQSnKSCB5t03G+LUhRsKDKVhZNxHZfQjGuphHXu48j6+l/pSUpz/HM9cWmee5Wiqc1ZyOJXwJIPw
7JipWbWpC43QizB0cdyq1Vp0DGZ1B9MgKCfjoakqx8fkI07QLWs4/CZixJa0FMbdRC2HLWT4WeTK
AwGnzElcnKgjKbcPkCSZp0ziygiZPpMtoTG3tyZsGI5YtYOcr/qcxAusfb1vpp3x2Rq47EnenqMD
tpbiDm3aomc7e16HTkVi0mnq0XPyZREQZvfSuz0K5Epo+iERivm1qPp5b2gN+jKRd+bdYExpv2sw
bN1EbHaPpTs136U9EwoH3PuR74p2bKeKId0UodAMJjFUt11R8FWcKAmMPqh6aMMTWqQ7K8mo45xC
4lFRG0Q9cx2GakDUhftLMxxSNJq2cRAUlcmvXhBEjS8ihpUTK3Wd3yg2NvcgUZUx93kHol8wsrwn
JUu927iVdkZ4Qa/DJy2c7IveJ/WPaWRU5GtVpT7WdDAfBiXtrvRMYn/pbdRdYZ6hAP3suX5XDFEW
EL9uknylWyZk1rfP9eTYpCGjBzjK1ou8VWenor1qPYK9/TZHbyKnbEpQJrVV6s+S/hzsjdY1t/MA
UIp4kFA+fvxovyslSMokdN5iym2TnmmdVWdzZlahNPvs2CIE2vGhsFAwOc7tx0c5S51ni7WwCXVK
CTp0/PV896NGWqJYSVEeQ2DWiBClDSpf6VdVpO4y/BJB4ZHjHdlbVL6L+rsbb4YCrE7STnhc4sG6
bXkHNx//qj+cu0cnyOTMLVrH57xA0UUxYJuhPJaD624aqHVrMmHmT+75+0qKeQVGFVYymhp8ds42
yeRCQcjTKnEEX9QeYlsNrzFi2Dt32S5XU/bQibq4xOJDEnaOn464CmNdRIjkJEaFNXE+o18vHIUx
R/wwhGqx01TFWCGjvCcDioiCAd2TbYfWTpJUuOvJrz50FnEIbkoYAX5cbc03Hg1iSIrvx5fwXeG0
nBtfbI0G8hK7dfb44Cq1mOnX4og9BjeO7ShBa6IMczLrs1y2d2swh+Li0UzjKWKacLYGd4wme7Oe
xdFlbHfw0G2tnYoQizElOgj5uBMA9c+OnobECZNVs//4TN89LMvhcfQCK9XpUVln9bBt5zDI7K46
UhIqYMjG8FqNE/nJQEjXz1dhDsNgYalMbI1m5VkVhL1BbSuvq4/VDJ1qYDKLfGHu5nVW21Cmi6Tb
mDQ07pGz2wuw+aohlgGtmKns9DyfLgo5LRqPTLvIuxFIOSj7l0Tx0gA1x+iX1K9Ad4oC7IIa6Zux
KsfVx9fpXRnHnpYHne6a5vBkLZk5r8s4vNWlUiZ9ffQg2TCEbzCNqziorNZ66CCk+Tq2ho8P+W4v
/fuQMBOXw4LxPbs1MZJbvttzfQT0YyDs08Kdix+TwTWQw1CRjs/6ykYzyz/Lvv3TyTockqoAby4f
zbcn2+nkhkX13By9rNB8N+wgtmMrz9cmgQerTDXlg3D1fyVA/783QDhfh5EhqYE2Z2ssL+WrfSY6
bFNtNaM5pi0Ss2lMQkAtaIQ+vqrvX202smz8yEyHZKqfZzRqMjK7iofrGI0p4XJj/IxOgO/RQPLl
x0d6fxUX/6rKN5EpFyTm5dV7dT4yavvKji3jGJW8Wp6Xhmu+9cBPlMJG4ODoK0sxok8eGm15Kt7U
O1BEKc0N5s4aWY/nDyqAD8yVg1COaTICg1CsfYt8wffCdgWi7KLz3IMWy2Oj4/ULCYkZe+u+C83K
D7P4k9rr/drCvpZ2tL68OlSZy6Lw6gI0RgtAwB6VY9wxUtJS52VMpPjkKi/P4tn5MufjmUGD6tL5
PrvKuaEWbRen0alxam9NCDrSCZ1AF0O4xboHT7D9+K6+r+GpdX4P49nXGVA6zg7oTqarqHgyj8gH
v4na2EZhkxGsG9+N4YM1ZH5Lv6dEc4q8UkMYrmNfrj/5Pr0/adKxeEFNhyE+r8vZb6AhxJbTsJ2j
UXpWUOrTDAhMdejHi2mbCkf95CvxbsjOjgXTMPNuvvjYMs4bTVA1HV4lwz3GCbaxVTzr+tcSFcNt
q5OTjMnALe9NUC7IerF5YSTQxRBvwiQ3f3Z89z9rZL6f4fF7CBelT4rMgGf9bK3o2zCvxjFF/YZB
agP6G7Us9RaGQ2CuV7JxzBsaYcqhALN91eJ09Ku28J4+fhSWq/z20WNeyjcb2z83ggDtt893Ueeg
OqzKO9oYDwEmKAo6K+3l44NY7z+dDLN1xBRkP+kWFcLbo0yN2uRJaBanJKx6+gZkKEP2AbhVNbMG
QxCr8F6dYs3cAt0yhyCrnQkkY1vCBiIWxUa95vbPagVeOyBpcoxWqKo9VJaJzqyLDfSNmgtrw549
+wKexRG+JSt63CR7RYof2SFRm4QOPFVxQ/gZsxEU+6Bn29WEIfE2ZWt0o88lvvMuB9TEpj7p97pM
UYvnWag8spEHaUvMpvc1MRXgoJ7mVIAlLbsqVkpWK/dmM+sn4eF+9hs8nwp2bAJFfRlWILFKNcUT
16bJEhqUed7NpNcp3FhSiAAGVuI+V2v158eX/A9Pu0M6N4802O0lbP7sksegrdu+7qoTnHMU0x66
ZG82CD3FN2UEJojiwCLLZuekuOr7CTYwMtMTMZSfjfXeP2EuTSCecOaUCNkXcdLrFVQAtnAqrUpP
6LKR1dkojFFxNJ8tae/2yIwN2f8DGkSsw/04+96rREpqTRampwFg5A7omAtiC1cLWaYZXcIw26E8
bNeJVOJ7TSK45kFrVx9f9PdLmssnjxY20iSNX7FcilcfCxHmBPxAyT+pXuNdMcweT8PYqNeF8I7G
NDbNJ3XAH45Hzxznosvnkp3iWXVVAVrPoNAmJ6CHClGeUY8lffkeolnfWFH82TTuvcCCakCFGka5
zTSYDdrbE6TRoIwwsNMThJduNwEXDCTxJGsgoHZA7MwS74XDwfKE7Y+2B78zdI2VEva6b7oiDkaH
GJ9h7Np9HEXxKmXr8skc7H3BufxCvibs59g9nl8S4JaxpD+XnnAyeFcWhrRg4vABBae567J5DCBM
1ifc55+15f/wnDNl9VA6sWVHOXf+ANYkFhqzm55onMU78Jvhhv7mZwP/P3y6XQelmO6yD6H6O59O
2bE6mr1rIyZwaKbZKnhCpqTTxqJhsY1kYmyq3jH8LLOby8mSUHCj1FlhCDBWA8qNT5745Ya//Xyw
63IQb9D+R3PjnK0ytTbWjQJR9ZQU3s2YTS+gaY92GH3FL3Xdiv754xfsfeG70FSgGVnoe0gTOFtL
XL6UToLu+TTMVgVWKrLuFXf+QiNV++TE3m9pkT+ygSazxKU3cO4H7qLQKgootSdr9r5lkdrdgu/J
r1MwqEGjtcNaC41hX3Rau0rcxP6k6vzDebJvoSPheppnufbZs+RKVyQZk86TMzvqRdHQiKxUu147
hfWZ9tBYQk/P7qGn6gaNfaQq6AWcsxLXrnSRzl7YnCpe0WoHpoJcLpf8O2ydJFJWppKRTFwaw7fZ
mgx1i3+C6rCWqfgObjSVByfM82I7JD22zGquCkDclbBgkNfRLcr2OVrbxqxvDFsQuKQnQ3MkS06s
e6LgjLVilvk1yaCmu8IVpH6HpGW+kCVs7XqtaswLO5Lx9zELycdKVIedtVNQLvmlQ6Ia7zIVATJm
N/nqCSglW2dA+zewN392dYn/zJWJeTvKyXwuwfslwcQLui5so2mCLncGzEGlhy2rLad7PHnkUPc0
Gu69MjXIEk0Z/Xh5WJ/aiDAp/ErGKl50bBdqVRLvZ3FqpDiaFoZbUkg6sk2H3HlohVWDpZWWu4nT
Nu79UeqhcWXXZaHgPujz3VRxG/xl0EH/jBJv70ipX0T0W4+iVsIXtuEEpySjVB2f4qL/MmNSKcC4
ZvlagjCZ0c85I9S6UvDfqEhmcK2qi7RAlXOsgoiohgrWSxcTkzwNFDRzN8WUuWJwIKEwbOIuMKSA
4DPNN4AslK+126lEUwNMlwiICHLChmZN7moQqc68B16WBSqnjXUk5HAbVjTCsCeXYfU0W6Gt4+5k
mxuM3Df7lowtpjZVm+o6LilV9r7rVRnwHyPGPpwBeR9x7DblEyt1J1YScqyDM0pTOmK6GQr5sFCn
Q1hG3nNCW/k5BHZ0NU2kV/MHNcLGaYcniIDCAmtwRv5YspKmBZTAkwoy08JMTnwj9AIznyvYNTq9
cQ0xXsO8lgt2yDwYoEBnmW46Qc9cHcd2zRJgXUSNkhxnT+uCiIRWkt/IUg/GGDTYSh/Ga14+tbqx
2wVW6DCPgOwonKwJgP4m9x4jvQedILJuVdpzdEEoHYA3w52+pzRy7QDaSkFIoCVn/MGKA8U1kpO2
abWy+OVaJPL5I13+Y+OFYL4wCcd3HS/eV5mFzteKSMJbBfv3Lynz/LIx7QSZcGSKw6jWOt5Tu42e
666NnhhZKsD6q1K9nRE140dqkxOu22yr5bUgptJAyhew+yseHWHKQ21P8datq1j6pj7EMIphc0CI
aqvpUQDHKLlE2WwHAFSwWUc6KELC6pksjdQ1T2lb1fci09Vvddt4Dd/+BPwxYYmt32DXifwZjseV
1yUQGVN3jjeVaSvlOu3MdQPX7zTpENkrLRkUPFRRV90k2mIHtZCWcQR7SL6VhEvdRHMZ4b2xJe++
Yhv5RZ4ly432bvrStb+ETMMbSh7CR1YOjoFvTFHpHMzuWPmAVYx01eS57dFQ0+D6hEpG+lcE0+ln
7XrdoScIZufCCNm6Uw1zvs2iFeYX9TIbVPtn3LiEs8ZCGk+qMQ833A6evIjWn7Uelb6FFRcJ4zHh
37UrTxWeGyS5LY/zSJl/zIZZG4IW4ujPUcu0G+l6+c9I9/C353ZVPXhR7hzVsJ2fHWs0mfvpmhV0
JRFnU+REZBkaJY3iuppfeqhJbaFc96m399QC6K0ZgupherIyCzIXIeamT5GZ2WRPzlLH2925xpUS
sbNBPx7WF0VmdirbO5DFPvGFONXIVjS6QHcn9UXv6/CWam14iEJleiy0errwSqp1XwEUSzlJl5Bm
VlxPv1LXm7l8tTRDLjmrPoylUQngb+ncsjBPTNhQNR546peULM6ZZ481jgxK2HV9ele6WXKpDqkA
UQUczPUTtzOfGgxB0ydNpPeCKDYcNGmpyBGUsgE6q1UBmKS6J7XmpOsVrtqUtOGhM7+DcW6uLY9A
WtEQ1WLgVtymxtCtmqIYg6EAT8r3kPtgOx0Tns64NIee5Tuf8l3VOp6Pjl2/xkvRbyuE29teEm0/
mLO778aouqd7EV2QVtl/Uo+8rwiWjoVBcrm3xDZ5Zy12UIX2OJFYdepnnI7ZJLwgiUmKkAXu/Y+L
rPeF7OtDvSuySKtV0Qw6zWmScF+MZLBW3jx7n+xd/nBCxtJPY/Rk0YA4R2OMKvHapUqkR6hU34fe
kzeR69aBoSjWy98+HwQqqOiZdCGUPR+EVMiyZQRH64Qr3PFHmpy+BSfgkw3oH64aFdRSkFNM0fk8
q4SxX7q13UfVKR5ZYrs85Ntta5/J6N9vb7D5UgB7tLR/+2zebsC6tFOAsE71KSTyDRevhTELGP6K
BQnHMYi+FXziaScjWA4fX8Xfnc63pT6PHtNR+oXsbs1z4V0zwt6NphwUGC0jUCAUk7vYLKM1cTpA
rFThuNjswi4n4BJ7LRlGQwqmSDGKKsjLtr3BcpxdkWCuw9qyaOOqmTN/p4Jr95PTOv2mHMjxAN5E
WNY2x0l/Q+a47qy4IBKxzNAkpzzqyinQdXZVrUZ4vc9AKV9yQUcbgkNPOEWgj0xoyOXVojtpQzX8
m++Greo2+GibDgUrGNfi7fWfVAJeKqOvH7MlwlNAlw2qDhnIx9f69ybu9bXmCDyspkHDjLkW04u3
h5lFZ3WTHvaPwv+2qv3WJ2YhgFfgv8Rr8i7/t4c7e3ZtuwLJanM4NSDiIaBUC5K1smYt51jp+kL1
k83HZ7hsYM5PkLECMmyb95LH6u0JUgig7oFg9WhX3k1nUJkbVfqcZ/KX0opPGr/nb+ZyMV8fS397
rBDbb6uT/fnYF5em9SNJjx+fy29lwEcnc9aG0bWBLuLI5Tt4Pp5qH8jOul/tn80g911fC+7jYMun
ZaVvYKutVP8Tg8Z5S4Ddm8rACR/ccj3Vd4oprCDCLqHunrK6VLUgBLVJm28CyR9Umd5eAOpEUkbm
T0cKu0h0AhSyCc6tRbKAuWbPYN3kajuXn2xitbPF6vfvYn2nFmZcSvzV2S5WbcgaVEQ9nUgVGL9I
jbiHzGIr6yjxvJe1GQalMMJ7RyQEf9het8dnGvpkqg03U1nZ+Myb5qau+7uBkJ3LDrrDaqpVGHNm
lt1/fA/PnpHfP5U46GXOpeGYOM91m9lfUtXZ48mDRwcHGOzoPLK1/PgoZ089rzJadj7ibOpx+70L
6WtNQouKXjqniVr7LikUqMYV9IFsIZSGS0zu7+P9LabY/58e16W1+n+nhm2a7+WPX6+hYcv//p/W
Vu8fsN4oo2yYjR5zoGUW8a80WusfiJWW1RbdNzk0iJH/x9tqafhhf6sMaLtpTKVYRFoBx+k//8PU
/kEDFqEi0eJoLRyaNf/1f94MjNuzf35tO337iOD+pI/GwJrCFfwYsYpnSzGu7bAJ2b9hxa7HbDdq
6fxoZoTklE3RXgIRBsv56tLc/nOd+vCIFlWYBv0O95W6GGvfLo9qAS6iFW1PeExDPRyz/YIqOEBZ
FXSsq42lJ/MnuuEzzRHnZS1ZeiaEF0aAdLrOVkxRW4AGVAA6o83umWSYJaOsHcPUAL88OyTKV86a
CWGYrvMkj75IE4kbQjXzBT1m/jxUeg8d0jDGJ68jE2rz8RVZzviv9Xz5dXSNaOQiAzNRVy8W59dt
fENIm+XAgMUlJjo84LntCfpJa9+guCWcDho9nn5LwMT8+MBng2+OjOyMZwiZM22m90K/RNrkszVo
7SDpKwLPvctoNjfY30JgkioBFCpOgAR88I2MqkY71AnNbohIoLODBjApYtZaJvm9pWWd8s/V5M2j
+vpBOatKfv86+v6Yppgn4fA+n4UDcxDFYCPyRMA3EshED/y2MfH0iyZLwQ7U5CztlEZxS9j9zWRv
dScWL4LhBetcobTfpNUldwQoZcpV3CZwwiZb8f616H3wM39vhv66gYiQUEsuH0U8ZCgkqNbe3sCC
hixccC4G2yZrnzDcXnM26SHLcnXnqM1P2pbzWoMi/RhHg/lcl2kETjt3uhs2/PnllEbWV7tbqFFa
2bd3yggiL51yAlfgq9b2HqqR9QWSXR2vqiTWplXbW9p32Xikf6QgUYmnmbJ4W0McilcjcS3z7TB5
+Xhnov9+nkMBbBXcsgxBxEioSbDo9ZLttoeC6W5JD9WB9XUGKt9CkMW3tOuER1kbNWO/WWwb6W1M
f2TcQgMqU5LnM2ZZHYtbZPn9snN9cBoLNV8Vju6zozBVhn1RK+1e5gq4jMkqym3XV0zGwk5xrN/z
TLT0Kc+cAu2h2TeyavWbqS/DaT+zwwa0LTqFcWhjkXxiOz1A+7IbwDM4RBeDe1iQ9DYD3IQsJGse
SFHLsjULDn/iXE0q8k61XwQaVaHfNS20lLzLkNGlTgvPe3bM5qpMWkHfADk7OcDo6SJYo3Y00MfM
MjSiQAnjVUekVg0ef8mDFGTnNX5B0vSIHEVVnyMbnj8gPHLvVkj0ZJDnVQPZbIhqAjQizdx0cxnn
x77t2gMtH0PxhyxOpxupGhD56A7ljxrwfneF/tP9mU+zQzBYg+C60OSIUJva4Fmdmjb3HQztMEDM
fLy1zY51eg5V6wCsdMQaoMS6RQuvZUmrhKv+IEILv3PqeeGVG7nmxoYOvVjhe8OEcl26q5bBcTDL
oevXIxmTe3NWIp5BHQXt0I0laPtUxneza7g/EzHQLZuQTDVzWy5NIU27Y1jSNRdhmg2drxFGOh7R
44HcagwRe5sipg6MvLK+BWNagvjTu/IJTLHR78gMtx8qqxLj3lJ6tm8pURwozckC8/sxQvrBEC2x
1mXTi31tVdVWIaLiwsjd70WhFKNvKyL7Pnemov+o7LDZtGqW/pxSC/06ql+WKmwXo7a2iAVcIzGF
JzXbhwFS/E8tlyozhK7dGone/4C5lZKHkapHp1MJz2XvW/IbCLLdsfMzrjvGMfvIlu2T1UhjZaAr
9/NEKwAtm3EQt51gANZz/tOoT9x4l/ZZG9cAkRXRQ7zBTUUD3+TZNSsmZmOBSt9v3ZR1fGi1H3Pk
Lo2xJNSftJKcNCCU5YA9qE8bqLqWlHDrDHeD/PyX3UXpUUlN76VWamsKOv7/2D3avDiKCtqoTy2X
XGgNXbEpIzPDLI1qbc0tua4YTXMf1m76BGgrWyUNEu71UOtkrGjcbuLWJiZNa5WJPSOJlvVrHlDF
OGDsH0zSKp6TcSpvmlEfA7uuqZRl6ezJURCXQpABxAyAqMfKIgrOF7WNglt0GXGm4PesZpNLE6hS
rSm/BF30q9oZ57VEYz1ShIfxBXMtAmxckkRfRDvjgQzhDtPzU2BRZ/CDbscmconbdYS1IkxyJhWp
AuSTuuYhi/A+jCmhB1dTp0jvkNcKgvs+hy2JQJbBsK4262pY6OelypdLVWcYVHSY/Ao20JfKICwT
CmVkXC3BDZtWMjdyS42+XIao31fwZKx7yP93WTR3K66MsXNQXgemFNZj7RHcvQT4oMaMBYlDXqP3
mp/outgAIqTnToJkhjbOTC4mkOFbtc6t7lJEubk3ShWpUSz0RfLRtwE0cvnAlz9/du3EuEq1BuBj
gZ3gjoSdIV7hUiLUoZ71+r4Ag9LsCCaUd5PBUDYg1cQ+WD2mgUPflfEacvV8q5Qj/Wx1SGCtqTlr
WUwYF0/x/I1kVBOInDAJ4vSc5etDqLJ7l0lRKHcFT3q1B/M3ezs+yEq4J89hLFZDO8abmieWdzsz
r1vifEjQsId1r6vDKrVjJdCzFFJ3a7UXY27d9jDhaIwdGcPrlxkQ6M2gdFs907e1o/0o8vkeme6v
VqvuNYHwLNOfcUndNDNUojm5haRm7q2mrW9MoyFWOW9dJl0SsI8Vaw95ZV/hSUg2bbL4ZHKy54qa
v8sMBggOyYYkS2pr0u7mUwh/e1Mz0d2UlQf3cGq1FRoOY8+XzlkpUZJiUdWAqikR1BMhnXVmD90z
mmJihDmEw9eHuQ9jvhkdgVE/irSBrt6pym6JzwJk2bh27lvEJOD0sibJjBZE80ESwQz5Ss2roBG6
zH1SRL+n9bzRxlJNruwik8NKU2J1A8yoyYlG0rMw+g5fVJJCGbrKA0hz8vGEF0dAxWyDUssocot4
tEh1rwY3s1y4fHF7FPgsnoj41bjCWbEe5lqG9yXS8JVJRNDg8xBWAfb9MLooylan1u2sS9ru88bp
krHdUmoMJIiNVgyckFlTNgDfZtwlh+bSmCoyVHp1XhKB8EqsiABFKwZ5sd9pwOeva7umfJ8MsuAC
Ab4aycPowNQinGG+T0OuOcsgWkukU4X1tZZO7K31Io6DmTgScq/ySO83qEDtE+9sTZ4kQ8OA0Ysz
+k1f2qt0KqrbmQUIfJkyleu+jfKfbtQZyzVy1lND/31lwLozCVSlveJQ29MFGQpgipNRwNJ0Gcve
kescBnnqZS/gEpUT+PNErrM8KfctapBoPRPdFWSA3gMvyvQT/Ub3S6ybhbyoBYnFQdolpI+A6Av5
cvQToEBV1Duz7MF/9jg2yqRubkRRoLPna5LfuIo3fpV6UZFVYjUXU6G6dz3/+gqf4VPvpu2FQ5Lg
lTDy6FGfhsKXsd5p34BVWAcyU71dFKKES1vDOUWyadeNCOUPrqz1tdNC9cCN44nh9MJmVTTMbBn9
WM0TwdJaBoAZkfOkSBLxyuZ51MW4pp+A1NuQ1a7VofX7WVWMRFmjd1jni6iMpm2ufauyjuCQJvMu
4N06wBh7fmc2YK3ZZGbf8d4ztJgFGJPJGMcLu2j7rawHiHiVAOIyVMlTityKfBzbvVCLiNQupxq5
k9Izpg1SWuLyGEYNl71tHJIo7S9IlEaKPdv8RR2cZwIc0sAl/3QtQ7nHKxuRnztP1pq1a7gWmnEY
plzcy9wi8mQiaWw/jGMEyatyb2nrascstsoDwoj6enKq6XaqChMoKoEum2wQxNtoNvtLddwrU599
Y2saB603jHceX42tq7qQLh3yi29wt4GchSAEk9hgR8Sesf5Z6mZ4WWi9dmgapT3Rd9J2xJ8y3/K6
+EofRHRbq9khStsbZw7Ly2qSqk4mQXgROcoeEGD2BY/m8B1TpzhJih1StOw7NUu2FHETUBjRbk1F
rQlT6xm0SquFEVu06AhtfaPVmryalcJZWWQE8UHLhw3sNGuTY85ap6rChhHww9EY2KML12CMV5Jo
oLtxDJUy07bDVBHcUGlrohHltZcB2RnsIsagliNHIELT14yxvTGyLNwPtoxZa4fpMLVVd1H1g3Kk
5NJWjVUqh36Iob543G7uO3ls2JJiZzU1pv5I+Ea+dSGsHYayHFaltJ7jiiBosyTxbvCInigyUNpZ
aPyqTYJZNzKbyZcNzfBQK3Pqx3HrLVRh/QYknThqpHteFaVqQ26LEvJDY4NqelJGHw/UsHGduDtM
lWOTLDgxlnQUa1UpcjoUZtke4zl78Qa3/VkMHiyAfvQEw8AIEGmiD34ih3BLKGMOl7qDeggX11vZ
pbgs4uLnFIpwQ+1dHkx7ya7CbYlhtja+ZUZInmBVRaw7bXvtMPjF8CZokWPvJhswbYAlU3mESBSw
i6Xc4iTbtmY230m304+OCXl3rPtyk8PPoQQpa+9Kpi1xcqSXB21a8xwYDfHzrLs/CIt0fzlNPvuy
1/jOhKG+L9pQuULUm22n1nRPnhlW5O50+XBQ8kqu4z5/JJ+MNdeyGIjkJYmant48aUQ7K12YXnSM
iXtyoG22VgT8NLD3VLAq3hBdKk1PlrekT5vU43wJC1TbDB2w9NYDU20gzAnjkOgib3h0Q6uEFD3m
e0J1bltTm9eGwkcaUOW0gei3jaekZHrXMX6pKx6R3iZhh94ny0uB3LNcML1ZxjZG49tyTJLE2CmU
UnuX+oINXWn8yG2YzoUc7g3cIQT99URRq4lym0fJTPar+8uGoH/B3dbWLp+WvZckW6+S07qpu+sp
H4cDawFbt0EpHqjXZqbWXR7Eur4AOpNLXVoTspoCNQLTJBKhvTqftr0iaF6DFVlFvN47Wl8hAjf9
a+Ewo0ffbTwVqeNd1VNPZQUf1LfKWW6cAUtOm3nPrec+6D0Q7Ir0L8xGGgnMWi42NmHECi8QqnbT
uBwzN/1Z5vnwNBSMzxiGj+OeEHHfmIgDy1NsOMHgZDg/p6ra9B3WRx9TOEUNMa0767/JO48eOb19
XX+VqzO+bJHD4EwKqNDRbbvtvz1BjmRYxAV8+vvQ3rqnq7pUJe/p8cCy1bYWsNIvvGFZ/kkhvm87
04AcnlrghrjASsSORYGuPLK6B1pSE8TyAYTLJkfO+UPSLLgM44DDRmpIEfAbJfhQi+p71Nefi2ly
f+KCm93yH8tHp8N48BA1g3WPzB3Crmjimv/EQw0eaqzHB6Ww5m+5orXvpCZglUdyxmjKsr6ZwMTQ
3MUEBuVJ2/wGVke8szM1u2lMxbxv9cp4Z3al6as16YXUUvWJhNK6iYB07UQ1iBtDMwVi0EqiYQRQ
DDdK5cp7IBzTU50U7UODVN19XwLyHAbF+NCXk0Jpw5RfW3PUviOsjdUuEv1Yv63qthu6ZPPey7FT
2XRUvA70CTp+IxPoDAjBDWHds8Dm72ekmEvoDe78E3VLLFEsd9q2Ti01kNRacQvhEGlkZRDYM5EE
hV6UN5wK0Ej6QLUdbAfgWacNuJPSeAaiK4cwqi2CzqX3PuPQiTS9U6rWrxGxX9r6UdM8dRjjfAK4
YblBJsbhKXKU+QYHVQqhuO39iJrJQyNbM/6pa4kKa2X9VNKiulmNQXxgKA5k3PgDVi/pXZOR0W7A
uD1JOoafYRQmYSKmYa+qavI9N938lxCC8w2zVYe6zq6m3XIzlot317cVMVKfi4/u2LhPqtOCj2HR
7JHCVlG5BdsxCXwUq6HXdzVWzu91WT1Ns0gC0xqehlrXfhTdFPtGWcv7fJRfIBBDIUg0FbxHPSni
O03dUd1xIrV4AddxH5AlwfVS0ynalwNerlNrNQC9cuU2thHxXT+42AxqfF9qnRPYyBs0OA5ggGxU
KKzhplhSyCGKNbeRW7De+2nA/dYw3T0tmhmxv2LO8/1oeL2yXdpp2gl9tn85eMmEjSaze4Hjb2lE
U/0j6cGyFpsRYXHtKS4dqAFYolWPY14gOSytRmo++GntRhtanCudAXRz2HKwmGGs5VPyqaH6BFPY
Fup3DUuWeRsVcvjqEXjl27FtvF3UDwqr0Fn0W5uC9NOYt5SXXBzhKRqZpuLpm1ggVxlvnDnL073R
OjC/qeARHZdzYbu3VjMisq63+ezusWWkS1UtFFzuEHimlFa/YJs1xOyAGWmAsLPeJcvC/DDecfPN
KFxLb3jHcVrl35peogve5Yg/b9ZFa/0jE1KhhyQfC/u3I2QuoGfOYz+Tv2ZIAKItXZhDtMUwipQP
RK/QHk27iAwOFgQHthlRy89RM8qPOgmBZ3nF8J4G4RTdOqYsPvVlW3wie4IyDjPV/Lrgszns0sq1
lgd1rBE/Ti2RhKhhmQ8Du4z0PNNxOmymJC3xGEiX+7herdZLaok4LOBD/A53sKi6cfSBLntd6WkA
frO8qzABnTeem6zhZl1MmIS6MDA3yhg/JVbkFBuOhDxjaaWT8KtKFL+9gZprgBaEbT1rntMX2DC3
nOmJBlkyjHVB5RDJs74JOyklmhe4mdUPmjpVwF+c1qYMT2Ey3xuNTQeh1UGU+tWyMK+QZOifLF0z
IYo+sr3t2DbH90mq9/rj1HX8c4ews8Ioois+RoLludVGdV5ALHRIj8HpBAK4xIk5+k7UUsZLRpCB
m2rGCm5UNBuPz3itjmS6Mt3bGYrkfowz1WcaHnI/5klhvbdrxdsAYlVAtADdabk32FYfrMpw74nK
k3vU9okSjQGvN/TUaT35YIss1ccvpnH8LM5l7jsgWJeN5uYgHwuZUUX/43m4aDnOo8XUp8LvicAC
r06l87QYqbmKw0cptgmAeClqCEO+i6HA8GWqpt+UNtx/zFh6bOgngjYqTlk1fcwSSBVButhI+dvj
zAUymulk4zEtsYKL9JIzA8XLnwlSxTCfSbi/yDYCUIrc4s8eK7JPNqIW1MBF92hCw+g2eu0gAmwt
E6CUqpzkbjAijLMw89SA/hdoIh/qFov4IAEvJTejtLq7rimgmhFWvdN1Y7b8YayKTwbx++dZn5YH
r3agrIhGeIDb4YM/W+oMOb31Joe7eUicb0uDoqNCpZxbegJdtnGFM5af076KCOhLBLl/j95IyV5L
nCHfd0DT5g3156rcUobpvDtgbdYOjFUC1NiNsNXhyY1v4+jh6mAoK9Gwnq00HCakAhCs1uVNOy3p
PzruJR/d2OgfIKDEO+oMLBlANI4brGbj8b7HRyG/XeZclX4tYnxlaiMuC/rYJVs5W0pD3+FnTmCl
KJr+zmqc0ridiwrnlh6cSHFQ9BSrPWVsHC5unGNxOqEaP/uJVnq3E9ga/dGdFQ62Pkd6HoM962ZI
ewOrWJjnFVp6FotbZsT7gW0N6tfUWsPOVC3lBxOQp+En9cCuUEnc2XNDqRzmbuSoB85MSLFiecCj
Jx6rpQfq3iV2R7gaTW25X/CDfOjc3tPxpERmgIKERmglZrssfAVLSLYmu3L0baGQBuov632Ft/6a
gOfZoUma9wDkRjcCAfQaWWytBnM7tPXXzpIG8GppA2ONur74QD3X/ZY2ff4V/lQy7TJhFJ9wYGQX
LHFufFpUagGboZpUiusOKHTRT+Ojy/bLSAmc6TOWHZ0MOo/iykFNZUVi3Sk8oVPquR0myGZYmyyO
sNHTEZN9gChsAT6m8Fz2DRt0iHumLtEmNQFnbolik2L5Q2ZQeaUSGNhmUumeDbHNXfSx46zBooce
5iwCzzTNBxNrs9gfMBbcyb5FvNuOFDtUsdI1grQRSsKK1yJ4cLreyV2F/su0U62l4MZoE7orI6av
uMXIYu6g0wtZhwWvIwF6YEAeDqXePFaex5nHJTwE1DmmaEuCU1Z3QyblXQdEkTzR6Z3lH9ss6x+z
41hdwDWOsZxFfjQ9dUkVE56WUscYFtt2GbRu3TzLHpEVv8EWPt/PSuaO71+6WHOpleUBsTfTwH0g
0b7XnfRAqLrtvO0mHd85lTuSri1iKh9yJD4wTefwDG02m4MJyuB9yk3oHOSjbv/eg+2gHdxWVnWY
evGvzsNTDt8QYro6Nb1DMlIuAsfu9p8wsVumoB1aLC7rvLSoczdcdZuqMeVd1Oj48Ymu8naW4lLk
76nyV/uxw69iB/Q8rjdxVd1Fml5Ft7mL3c/PwemS+V0Gbix+wCGLzWuV09LfqdOIkntPoUS/7bBl
Wvb12NNKJH82ioPl9dESwH4RHRNUtr/bWol72mdK/kkYjTrfyinXoy86epONt9EBxx6MDjfib2qq
Yr+oR2t04GoSC18rH1cnA2oUzQczyjAhTrQ8FFrvDb5du4kZUAFKAZaDqt6MEZJRpP19mhxgdKSk
l1IMee+XDjfFd3NJ0mUBoN2Wwzuq8ln3VDap/rxg+YSHfOMZ2IXVXWyBLIak8DgocAJxsoePOWJ2
UGn6+yGu8i0yfhrGuPmC5r4a3VtLrZH+WtZtmyKgb1p1SoTdde9xla73Ynaxs4ptujm97e4RRsof
cSPHwUNoqgiqaHHuCOYYSRcq3gCR5XxAtaL/kZdOzPLxUmenJknzjj528Qvex/gboZgJBjSnT7AU
Y/M+zfCCvZW4E9/aorHxTsjxjoGk62EiHEfzZ0ed0n2XibDXgZzDM1icr5PpRV86RIOeFULfwMFc
ElMBJPQzqEO/yrR0UeaEQ3k/zll/cMZKfUygpTsAGxH4vZHRrKGoVIsWqD9sVQ4Da09a1Qqk6bP6
u0iEzQE+SGXazirKYvbQJN+Q9cr2SjFRAXCld2sb5nRjgd7wbU3xbuakpHM45c5D4gk9hMvSu/5U
LlEemJhLKjRCIm1XFsnyIUkVW6WPVakg8VoKXO5iTvuCCuE3ve8SX3O8/JEdJJTAQSwVzw/0dH5I
wyuoG9KKouk9Znc9il66DwdhwW47T/Guj8l0t6PX4NlQO2XyuFBvjfFo72itWvHqe6OJEVB5E5Uf
FqtIftPL5rDTxlXCqVTVzKekLAy/LRMdP9Skl5vZzM2QuLa6kSgTdAEelDjBFUPNtGq5n41pdJg9
WWBk5w5f7EVDWbEZ2jt9WeKDVhc0x7ToM0TxirvHipQMSDmu5OGSyfbzLLXfbmpmD2IYnyEx4+Y1
1qivUNG6o386P04iybGmNOFh1D1wZad1BxDuDu2+Nuqsm34CJGEbyvAxgfvwbS5kfacBsXhHMZWF
v8im2qoW9N8JaZYg8+JUx0QB3IvPo3kx8ZUeHQpHxfcrGhW5dWxh1xiGqE3yvTTQuqLx5rtjK/Am
y1LUIKEDoFvGgIHpyszeSLJj7KmtD7jwlHcgSXCBgofrbDhPzb3ON6NbTaL/zhzmGTKPJev7JRLe
gQS5+ETHoQx6YLYU2aqEPj1MVii80vNus2qov07pyC0m56R+lgJ7ewTz5i+eaLDxdmkyZRToP1ea
IqnoYmKB3W5LwcLI1TTZDpJCFuzq4tZSuMnnSrfjLRZ5bSAV8Vtx9HFvVXjIBStEyP+/idRmphq2
yqJ41EUHs9cR1Eid2bfSlpgtjuobRBuKA+I3sV+48hqo8BibA7QDNUDIOHDjUHsxYJUfQztazku1
EhCzu6zhpF4lOG5xQB1/SEun36aWzmMmdSLLy8icY1jWy7AWeBKgX2AE0SQ6GbYaUhQB5p6GdqU4
7qYsZjPC1Y2vHXb4QacIpo/ulTG1Fx26IxwLykzo2TtIIaCQjQjFyct2gCJLLDy4hMy1moltKn0o
lcMLuo7Vt9tkkgNGaHC2K42YGjCEm+1p+pPxjbm99GEy2+r3ueiQCUfDQCV5dbpJfLb03lIOtkLF
vKAwk9XWd9rNxNDCMhG5y4s5o/kNz3lvqSgz3M6Z1v9wwGNb2wHxfRy0aq8q91ZRV08ZZQ3Fb5Ck
fBg1MTy7ZLnSL3vC2qe6RXlpp6uD6PfJAPQx7DM5z2EuI6cJtN6iPQdHTmu+e7O5IkgUiGIbeIIU
ik30uz966UAHtQH2flAjzOrpKslG+I4NccsyKvv9ZGT4g+TkCt8lDs1PJQ7A1GAJrbaGQnDpN7Fp
4CIdKxCvqP9FHTU4EMNBmyBodHBTdUyCGf7fwS5UcrYJZUJOz7YRwGZtdHkIyozPVZ9ilyKsWvlV
Vi7OetU0Oc6OjlX6xS4q3dqhjuj2oRkhH1m4U6r6SjsNCECOU4d9xDgBDGgSLM1gdeVrolkj56BQ
HVN8NTOG5oArtcjJZnIKx9ght7feknPNuAtW1CCIWgAvMe7aWPEJDxxsoqTVLi47AHO1bRhlmNk9
RDsEKwrKAloOiUwHNmNtAOy3N6ZWqN62meblILxZnXYvm+OvYKb/G61rcXR9dYoE3/pv/+cXK6Gf
H76Vv/77vz7IXz9/Va9RqC//4Q8MVTf/pUGjWPm9xBeo0XOi/IGhauq/6H2jeAqo1IRLslKP/+2w
Ynv/gnmPQAyAeVYnGPn/j0K1rH+hnesgsQArgWMdWOsJ6vQSCvUYuW1Dk9E1h60JAdlAu+EF2f1K
yGAoaLxgSYKvoJjmkNvJeUJzr8M5ctFXi2g4qhkdQszSUUR99Y3OwFGPeUF/hoZJDhIbXCBShyfg
S52WpdflwvK5xLVNqZviPh07olOhXdPMPj8U4m8g4S1kUNafv3pLFZ9DDdkPImFpNkGZT4tPItYE
Cnf8lbdizl5BSv+8FfVtcL1oBFC/OKFvaXEBa7TjrbQ0MW8knY/AbMz5inTquWmDggRE09LRFjiF
8tLQjLMI6rUvFtrXvYEh2Dir4mYAf3WIdHckKOpaI6yGbLrmiXJ8Mf/7DR2woTaGxybL9vhjDo2O
E2vWWH6j9F1FZIDxRokqy3YsUY6qZer4kXSHK+Dlc1PoMXuUFRj3jcsCnEUhW5tRU5Rb/FjF8wP8
a4WuTN5doZGsU/Q/l/HLC6J7AfTbQMsM9OsJqNTttXTWStv0G50YfgMMzdjaduI82W0+BaYO5S9x
C3wa3Xa6jwTWgpc3xpklxMJZzwOEfeGyrRPwarWSYmeai8qNP05tdqvXHoRzJrO3roxzHOr8eU/k
AADBr1wFuGbH44zqMHlxBgPSWArui94Ajuna3Z2okjbA78vdX36vM1OoU2FX2YQmqrzW6XdVIPcP
GZWtXNWMPYhPoCyzPT9bPd3o/2AoF8UlcPU28JET2HmB/CU2FvhRT7L5UbTC2cVu0VOhBth7eaRz
iwWDiRefKlQJrZNTLIKo22GhykfEvjmE7k0Dyi5j7R5Xku4jxb7J9SkhJZ/UPNLumlEtg8sPcGY7
ouAKnwE1EoxwTnWdHKXSMkXH1joRuvLRw0DZd5xkPlApmZ5pHriBC3fuylSeOX9YoYhIAemHKHiq
sl7Tl5pine9bp5qNETiKL6VrWNt4kspNDi5gB0Ta2oohbX9fft1ziwioPkcAMtWe9qIS/GpzEPhO
Q1+ACdQrfdkUGoXcpcitwEVK68qXPfuSngqLR0V22Dxdr1pXc4Zqken3tlcHWrNkB3q92nfRjfZ9
OcyYlsDDzMmnTfPaNXLmNTl9DPrqwIJIhU6WVUoSHKvE6H6VZAU4ojQLQJ/mYarVyZW5PBGQejkH
yK/IeaAbU60+Pe86w3NyTWWsuHVpMZDMw9Kn1c5VulB0LO6KKNV3smvsDzQf1RBtvJ8KCJorx+6J
TNq/n4PvDB+S08EwT1IvbOoAPyY8R4Iqm59EyfOIwWWYghkD5dSoAebtpW962ddMls0WsPuvy2vr
zIFIiMaD6DBzOPvXSXm1tvqhWmI1MU0EjvommPDsvDXyIdna5gQoy2iTv7/TkGODB6SuASLyXcfj
iWrxRjpJLLB6arZqKpBjseIUy2flWop55pgyCUNXj7uXgO/k1RZg/AjcAwcoogLbS2d0EWrSZvnB
lkOLDbNl7xtnFL/oTRaP7Vj+nZDly9zCKEZz2cDrDGL7yXqewa1i4FGwxqxh1dRV7D3EROo76tzs
Ls/imVddTUkQp0Vtj3W7/vzVLArRU91TEtN3uIIeZ5N6qhONYpPJpNsWsan7MFIhM5u9i0hb0oSX
hz9ze78e/pSSgs6dQi9VMbiy1yUbqzigdfPfCUm+ROr0SpAC0w2Hv52WKVR7liKhBRFWIB42hl7a
nx0KrEHtqVEY5XZ+hXp6vDX+PZ7BzBHXct2cGgOIAr+zAaQtUjAtAhgt7ZVWgGiIZfrNS9z4ytF7
PIcvwwGggJrnoungQZQ7nkNVjyM1c4Y+VEUHMVnP4+2y6N9yYUbbblS1WxMweGAPaO4lxNlXTsTj
K/Xfo3O7afoqbEqKcjy6MuATjhhkH0YW/eHEmGlE6nZ3M1A6DNMCsHNrdca7y+vm3KBrksjK1RFC
PSWmIvWqzLqGIbDUsvJQVBLBn87MQg/71N8OKtJPDsyRK9N6fMW9vCk6x2j2cZMieWyexElRVmRu
DhghhOGAK3haW/uUlp6vNgvApR59lo0Xo4QfL8K48pHPrCiP3Ql4GYkeqO/ro73apkNEel1OI10W
JMD9XoEJ0wtK/OroaKHeLNdUQc+96mpjQDzIC1PROh4P+GIG84Kuv0aRyp/S2LlxLNn4YrLtu6Iu
mszvDaV9Dy5Xv3LOn31Vh6iFPJfg95QejVRP6UQJUzs7Mrt1qsbaJH0/fRp4iDCbp2uf9oQn/mda
KZ1ywK0GjM6phog66nZVxSZcDGF42wrlkBBxXxDgsbWI59qx8XUTuoP3yWJ6ya+kcr13WcSNbkTG
HCLM5VwLGE+CjD+PRFWEKoPLxUrN4/jz5xC96FZ1LZhf+cz+crdeTJ0hzqzep6mMlESr23cZVM/Q
VbFKo5NpbAEbXmNeruP8T3L35zkMwn/P5n5Yo9fj53DS0gCJZHbhNJg5I0O7yWXsBoCV0yub6/gm
+DMUtWQqO1B8CSpOrncFcAo2WVmPjjw4RlPq9W6MRP/P5XPj3OKy0M8FIwmn9A2rF1ID+ip23Yce
mI1AT9FiLNRZe1YHewgmtQJXfXnAc1+QMpZFNxSVc6oAx19wdT1xUrXpw6ktqi0yV9MNcqDyII3s
mtz8uXejRMsv1Pl0FvPxUI0RV3M2MFlF0TShUJ1qv1T9DEB58IJ47pvt37+aTcEN0xbKRLi+Ho/X
tTN4R8NGnrcd5XZwLHRrbU/4kR5dszA9dxwR9WHEAJuc309OXhMUCJ29pA/72taDzlqqj3Xn5o+F
GeubnHjdz7Qipqs9RfmVCTyRa/izMNFHhvcMeZb60cleXGhm2LONRqpb2u6h8xYznFJ98Gdn7Le6
Qvcsnbvox5wm3T4pFk/d9xiUbZW+RksiiYrosU9UsAlT7NCjLfSSGr6SRAdT61vfLpzZvbKTzoQD
JGGIIdmsBnbUydkd6d3a7cfCBRMz7d5zp7uJ9s07r6qSRxC9wyNgZeMbPhXVFuiit7+8Ks4cp0C0
KHg5GB8Qv54ui8LKZgqZAAKchMZEkQyRHY5NZiFQodS25idLh+yVEnXeN9Eiy9YN0B03rpm5Ow+u
/XNmLcany8/09otweZJ3rxE94cLLcfvq9jSFaAAr5yKMELzfIoXqbpLM6W8WS+pfwSQYz7leuE+Y
XcxPM8L7Xy4P/3b1rnc3DXCH2i3Bw0kpZzTBm3l1R8HDchrfanIPkWPd2OndoEDiqd39UgBk1Oa2
urJFT7LEdfHCSOf0Rtgbu24itOM9ulBHcUzQrCFfxt4LC416LizV2DUiFr/RhbMPnS3j2wlDlyQ0
Rlt/BPwsny9/gLeHoAf8j3PdsFGDpAR7/BRYr2oL+PsaKL6A+lnoGjtVyx6duZ4P/8lQq/eaTSyK
T/TxUOziuu4jhsoXs//eKq0VRl27KtKBib2y0c7NK1x6wm4aAppzqk8vaSQZmTHCY1V1iBK4I1aF
D9KD/nXkLj8wZnE2TUO/nQjNQ0j+8pueW9Rcl5zASEoh7ntys0xZ2c25l4iwzRP9NrITRPbUWPUj
owTDqUcKmgOqss9dJbk1K+2Kjty6cI4jA5TySTaot7xcpieRQRYBx+v1QgDLditMYUZJeJTY+u1i
qfVeQxPgr8NCj6CbZg5fmt7EaaKKFHdvuKaytvTaeA9rf/RBeFua30PZhbKl0Tm8/IHf5hiMiDgN
uhc2pUL39Bw1hAMw2cNqgOJSMHBh389Z6VCn66JbUHbqZvRgsF8e9NyOpbPNNbfqbZDTnVw3Yw2H
Xh/zOnT6PtoZhZXfT0YXbyfLa5/gqTk3jQcfEdXisQsyqMwPKDLIn5ef4syG5aZzEYShuKRRqD3e
RZ2rV14X93UIQEP7PmtjucPPqtzqVts+Xx7qzELifqYDRG+N0uGp4N2iausybZtwzIf4V6d71U0V
6RNSjWobWF22NFem9dwXXmNM8pq1xoO77cnLFXodzy7Ue2rAI/7xALhLyr75R3DJESynwhy/Npyl
AvpXae464Ll9YMTAtcPLr37mK6+SeHg4Elqv1hPHD8JPRhgraRNydnuTX3jo+srJ1AIjaqgtXh7s
zGrmVVErsbB/UbmKjgdDJmFs6mFswhwc7P1Qlsa7xZYwiTzvicM/DkeAEPvLY6475OSQMJwVGIac
EE1L5+TctxAflVDQmzDOG+2dHK0IfrNR/rg8ypljmLIOY6xpOTXukzfLap7cmi0RIoyFS1tv5DdR
nq42UoRjviH52SabhkLsFjfJ/oPlS/jLCUH3adXaP/6slWG3iTU5xNtG1N2VIh39MRkjkCfmpO3s
pEYX9PLrnplIooi1k7kqZhHsH4+Y9bjrtUYkQnelX4l+FUNNHPmlENFPtRtTEBGjov/9UmVrogeG
mCO1/RfryFcRVAHNGn1Vyn/CSadDmXvuQy+X6r1A0Oify+935kBgdWpoxa/rlG97/H6GgHevQGWg
PVTlINuR26iiUrnVUpQ4YruurkQMZ+5Rc9UUR2uTaMk97UkxVw7ou6IL9SwRfmayMUhGZ8dPkQHB
766Wd63W1lw0fQRdeZ6vWc2dfwC062lRr+vo5IWtEXwiorFdOMDN/dpGxXAHxjDfuNVQ3gkPtR1r
cmPw1E79T9bqn//+c7tAGSy0Mw0ClZPRs6HIVDl0EOddWkSrbxAKIIK29Djq0w0Hfrm7PODbBGHt
ayLUuQIZ+MOpLRqEM4RlrMIL3CV39mkuMh+eoQZBbvpYZZVxGJNhQpJcUTaTUmaf5kFJ/WzyRNAo
7vh4+WneHFE8DD1dhyotiltYzhyvNjWXzeCZvQfWXPb37ZRZwexG5vbvRyFN5Bg0kMAlZz4eJYLq
N+fSRg7AKRb4SfBXmrG91pt6c5/oWCPqWCXREaYRf3qf4Iyq6kus68FUJSU8rbY8aK2F8WVixPvL
L/R2qFXvFD12lNnWL3dy7Ak8RJIaVdCg9eLqi2RnPLtz5/iySe0rgd+ZoYj2QOOukTZ2Uydxroco
DSW3WQ+aKF5wilHSAd5JFle9P9XmnF056db1fnRnUbCn7bP2TFctPOdkQVit6wLUM40Apa7vAOPG
0IKgvm1H8I2ilMqVD/lm8zMS3bM1W6eEwgl0vDKQmo+NxZl0ui5JEqSV3TxkWdU/qtIa7wGkdzcA
fwC2R12y7Me2Vcxr23Ed4eSFgaY4HNSeZRHlrjvk1dEOiUFYqTnoAShJ0NixFmF76kST+TkZXUQP
SrM1PsO4MumEoWSSAwZC+SIcJw3BcyNvp2syr+sF9uaBSKmQDVrBrKd3Dcz9JdeK0gjcTjG/ugK/
SHB+zTs9Lt7PSrd8AEXS/0omVMEvL+ozU08oCjzcs5H9cE7RSGVnd0rf0Icq6nS+kYVhB+hq9rco
nCjbbBW6uzze2zIvRz5CNRhArRLMtBSOP703LDDdMJ+F+IRcRohgCOFDubTs3qIYOoiBliC9nCKp
j8FMj6eDl28WKzgyan+Pqk517/IjndlsPBFIEIPOlUm0ePxEs4YwSMUJHejznB3qxhEoPcwe0gzI
Tlwe6m0cvsJpuOaZZsrv3H/HY+EdpbXoxcyBQXcuzNxkDKHbjrfzaFbb0qOchy9ohcGpnIN07NFW
nrvu76ec6NQj01nRWW9mYFTUCnqDMQeDozWHOgKAr0dmGoqGxFoORXzldDmz3akk0rLHWMRdY/Hj
d067QqZ2bqmBYSb9xrGS5l5TGuWmcyvllwZzsEHtx2ueAIpMEkGTEX3Hy5/9zCIHtLCGO1SkKc8Z
x0+QRSnVVBRuAmpi+Y2u9joC9d3yXE368kvWcCavfOIz29km5aBGQT1Gs093lYRFNnv4fga5osrk
Jo+N5MYoldyCLm41rU8jCAphVcMfAh4XDdcq8Gc+OakHN4hKjMMrr8/36nxLkF2DW5ioAZY4yFcU
WJNu5rawdwI1KWsD56ZFtEmPdo0+LrAEk//griTAQM6d9ABYwekHMIusBZnYLoGUgw4tBh2cWoun
EM9yeSXJOxNbmUDiEdSl00AMcBpL4l5Q5J5wzWAaqjYOcrGairL279ykRRkty50vXWW0gZso8JEK
rzCJsTTrYW4duA0WZJrLq+3t5HOlQU0AhWgRLbycAa8+/kyZTxtp4QUWgg33yM1PeyLaFvj4UtxU
VSf8IWnHHbXpa5/ibWBHZYpyLxc5XTT8e46nPTeIqSfkLoMJq8q9U1jjjcKWvOKr9XY3EQKtsON1
dVnoehyPks60tkVqWgHbSv/gxo2+yxqIaZnRwE7LOUCubN+3BzTDEbJqK+7GQg73eEAl6UA7G7Ed
jEtewiBDrg4DmhTZpEVsL8/d2aFolK2WmLZOpHc8lCwGV3ELhK64jDXfHVz2DUJ0vjvhwnF5qLOf
keiDA8lDUOvUZBwRhhSRlsgK6hwVEijwW7iERji6EX7raZZeGe7cqiS2AwpMs2ytGhy/maorckGN
wuaWa8RHAMHFlq0La1zvsvdiwTux1Ixoh3x4duUwPPuimPVw9VGfBhJ4PPJCN7UyRsk3TbXWH4WR
A7pM1Puq74o9/ZJr3Ziz49GPUQ3Uxt820zUXC+iYOliAd5PcO7YsP3qxRV5XRNXBTkX78/JEvj1s
Kaytmx1Uj04b6OSwRSgzLfB0sQNp8wH12EB9cLbaO7mU5jb2cnuDWIntuzA6Dr1mXcuzzr0ujU/K
XJz31EhOtmM/idLICz6vLmYPOTrL2AFpQgak98ybZYqv9cfX6ToOVTHTW7lItrUCtk47AGKWuRmP
rR3A/WrvC3rYH5TONogd+ygwut7ZxjaU8svf+OygpHLwHPDcpmRxvIaMxaMq7NY2Ip+deePFRu0n
GcGTcOcIJvLY7GDB6tvLg56bWOxqVlAGmR8KE8eDaniWe42sULl0o7r1By1F1hRMirnRktH+natx
Ofqqhv2V0qToTJitk3y8/AjnJndVyF6RITZ3+fqIr+6SPpnl0iMiG6gRTP56MsZwQQQSYS3kL4eh
v5YZnRuPOhRZGdcIxfCTU8KbkHEpKS0Gim7MP9Qy07YrdfOLBrIe3Z68zr9ffsEzBy5lL3ACa40A
h4v1gV69ICrMoi4HA0dCvLK5GOd0axHyhrEz/Lg80plXo1RgUG+n7MNFcnKLIKJSFhquYoEAZp11
1bd6QcEhTTOkh1HL/vtDD8w1iGuiEkBbL/Ler94LNzYFQQjVCdTBoI5lUJJwBkODDTu1AQ7P45Wg
4+3bcQJBkQGnv9YNPOP4O7ZNlJS2ksbIBmsF0kIossoMB98yy6SPIcV4JQh4YcQcHwM2aB06vMT2
pDIvVoKvXlAUo7sYKslCW836j8lM3R/u0pVPpRzVB3UxzK9lIcZ3CV7Wh1QMTb6L0GbaIm8m72hF
IGu26jgVyEZ+JoAl37082+tsnj4e2Y0JbYpAnJk4/h6eodATR783sPXC3rMzUd+D7Hu4PMq5r85O
MTn7uciJ949H6epxgosBLz3NZL0THZppTul8LB2cbHqlv7KC3x6CtOS4YBB/wd+DNsrxaAa9PyLH
DuO8qRt9HWi570VInKhxNW0TyylDuFrXcKRvNyglIeIGZpkLjt1zPKhpoBuQYGMXmmqh+tpSJj5S
VOaWMOOv2zWEdkTNhCgg4dZC2/FQ9egtmis68uIimW762MGZFw3NcClEjvKw2twuNd5yl6fwzPtZ
5IYcP5AjVkDw8aDZlOC2h4YQMDsLbIuKWHgsneFD2ff9lf7xuaHoLTr6C2MPm/fjoZoSsZM80hMK
6prxW0T4QG5suAKr5OKU7y6/17kNiqkCt8ZKUuYPJzuAzM9GLalKQ6ea6l/CHttHKZeh8FEuUHZq
iToJYkirVaOrtz/UAbWNrorrCv0vRKf6nqvGk+bwPMcyuW/A14SXH/Al4jzZohbFEEC07FJErk4e
sC4KAwEbJQmnERnRTasZ6U2K2NNjlloIC3QS7YJ0KvV3i9TFQ9TK9L7DTm3XNJ1+3xj1/OjBzwdf
ASZ1UmH3IzD0/zg7s2a3bWUL/yJWcR5eJUrag6fYybGTF5YzHM4zQYL89feDH841KZZYO1VJXlxx
CyDQ6GH1Wp34iAx49bvpaJZ5Imqgl9nCUPn4p2/EGYCYkN3h2hmGoJROA2xzE5FjrN0yGpKL0Ksv
daMXz0hxwdcL3/y58oAAJWU/3HLRmCe4A4ebxqPKcILwPzAhHF/AjDQHu3nnifB1zBLSC6STzn83
AZLCiFUwgdpoDnjJM6wdPbySNhXEPOitz44eldfHe7BnkOvCA0DjShV21oc5GqpaE1Kzz5Tg4S1I
euulEaYMvaKqn5sxOTrPd5eHWTfMgM+leIZ2vPrzn94br12EDam/c4YeebrCae4BTwCPsEy+DB8v
7S5VUg0/ZYVxBAsE3GYvCXq1bHTAro9T63QQNJvLfw2I3c4URpFzgon8CZofCFXr4Eg2fGeVAQxb
eFt+A8/4xgVqJGN92bQ29A7CvzCmVYQWfeuzbQvx+fEq76JbLHD/KAPC7uMBKF9vqDVkkP11DFy4
6bRctKj1qFBEMkSjHYYoHxXLAtbXz4mpjaEfl0fA8vtCMPY9hTUhqIfWYDshlmAR3FCGfUZ6QhTh
BExS/Zg9NR4slaeG/nkaco8gOU2Nifn/fprf517TPsU5NHyPN+MuXFA/BlAPI5UUNmhrrzejAQVh
eDHTL7EJtVjbGOhk91X/9ktKsMCxgouCavN2ZguOkNGMUFs9g+UfryKoII8BtAg72RiEeW0dpYa7
qyJXM9W0qMqH16uaGRDxJDDms0VH4XmqYgigWiRJHu/dXVii9o6kQYHc8Ijb0NOYSmAiEwTf+Nzo
b4QmSANTt/oT1epMOwOWtz/NII4OBpx3/A/wWzJ8KgvMqNubzCgj+DPgjLLOqTG435Dnhq7KcRv9
utitkV0GC72ix+vct8hlobZHMXsLs+vMdnQNj7mddlwQirbhndFhWD6V1gJCPYuGg329/3pQfVAx
ASpD2YRq/frrlaaXL2aFPVOY2s3J/AEuNs85WNX918MKPUaQKgFx13aQBlakOKE8zTAUzGkfzQ5R
bAvxmg9TIwqAm7MWZKda750DHOH9ZhJ0wa6uhA1xQO5mcWRB3GlIbJnWa4snEXXZk61P/gW2Pf3V
8Qt5sMx7n449mwoNGvU83M7m+aDrXgZNHwCaHuzqYnuyehaI2F8CQxIhRdRMa8fvT3VpHw227Tg6
TDNUglISkvX+tj6EVJU2gaO2zg6SAmE8TIhaDY556XqvDGcwyafYGDvYleUUOqUpr5qrWZ91B+zu
4wN8/7hYkDpTzaD7xF3detxhBPPkZjg5zRjzC8S3yVk3Bu/FdeajqHrv83KuKMsT3UHgsPE8KDpN
mhnBGhGLARKmxpLnzpi1J7R5x5PRD9NBtLtrz2Fv1cSxSkzXd6UvLGMCM8px4mBdYq1kA4VbvEMW
xGdCtp8P0t+9rQQ4ws10wCQRAq3tCXdySRcgcch9XZwMHWaWOfFHZFSgg3/81fbcgJrbpvTNJChY
h7WptEf7yKowBR8txNgEdqGlKC0fW9nbQLALFBAJaakOqwX/FF7FE6LqUQtv08SM7ymCmPOUQLgG
aVb2pzd6xoFv2/M6AJDAV9EgYhPVz/nJXETT02w8g8HWvkfUVGbGrcgrjWnPrn/pmexG1bVyDw7J
fcRDGY+1cQsYFaErtTZqKFkKzxvsMwpQoKO1DDpeOStyZm8iAakQufvka22Jyp7WvMhcl98eb/Ke
E2JwmBCD95LpbbUrP60aNpc5yMGAned0TsJCh6i8FG16gwwu+JV8tyGZgfhec5vpl8eW9z4vtVoC
HJ5Lj+WvLaMlUNXuxH77RdNeexvK3jSt4WiPh+EkeutIo/rHlP0quSOApuULjYMBYy0glrXBqnD0
3NVjLiSSDsnJjCuXaclY+H9PPolvaJaFCSOTFrll6Fqxo58gYq4+QLRYfzOiKoMavWwa+2TJyogv
NRS1JFXp0E8nKepxPAVJMU1nyNPl1z51jf8WFJ2Hc9WaZf8E4j/vmVCsGqokrpv9Y3mD/J67SvKK
HgAQDidbRHVqlrE5gDfsHDE1GwSmDb9A2LU510Od0L9eGBBvJfNBSY6UBhx8wyWNE+ZEWwFPf4Ay
u0m17lQM1RFu6D6nJiCiPG87cPVwubbXOLD6oIETzoL2RU9/ny04XaH67fS/psLooRzNOlSNDECp
Jxv5VTTTUsv8tTVmF55/NFW+odAX0yZPuta55YOIPjmpQF4K0lldntJJEHiD5kJBK6b1wuxRUk5H
AcmOa6U1DObpB7kBqcH65GTzUjpJR2DnabYMjWAuvkwSmjMS8vnAte6ZcugYg0qg5wfuZm3KKkTT
GFxIzg2wSz4drRqjX3g1iuGgPrvj8NRs0P9MbR7ECkEeFPFYleMI43U0m+LbolKjE1kgjIogWuWT
dOrl+vje75p1II2jWYOjtTabadsxdCopK1SK5LA52r2tJidFnULJKppvQZBql8jujnQzd3aW7imF
LqpPRBvbTnTi95VM+D1nvbPKJ5SGW1C7fvsuMvW/Hq9w15KaNiSuU6jGjaMpyrof5JyTMSdeBSBY
etfAbjvzVHpu+8djWztPMS/j/9vaRBmyqscqFsTKSV/oX0a4cP5oVF/6sZXdFcEPRU2FoNHZjlzb
eu1PhdnA7GHELSjuNvgMuX/1gk7q0azUnilUjultMY3A9MXmVKZ14Oaw75MgNjYDWh3jDkB18idT
lMnz41XtnETiChohtPBIE7eg07H05GQmEdnM3AF6gsviqvkTdV34RW951hqfZ4kk1WOjex8MbJs6
GDS1yIHXFzz1ReDVIx+smEvOYgoxI7PH/yKupkpECqVGvZT279oK5VPhzi1L67vO/D3uqn+ayvQ+
u23+L846SyFIgXyKCtfmc1neCEAVAsFznYzp+9ppeUXMOG7CZYm0g++1dzQIpxmlwxeTv2xsNYox
oggmCMHNaQgdHdjdIChq1vN8NMS795UIpqF1sZj7pl+z3r9kRjW9nfCNRp/J61LHkGqj8nh+fBZ2
QiDiTIISVXNigmwTRzeV408ujBhnb+j+JOprYW82l6vJgs6jO0ZPj83tLkrVRonbVdq5WRRqtrPd
+IL6BKXSd5XoybaiwkPM5rGdvXvFBP//7Kjv+FNMqV4cE3ZZ62xNzGkhotCcTLsVoH+CBUqMoHgp
uNsHtcPdvaTsi2GeTTpDa6NMtcRwXS4Y7Rk0PUVRn34d03mAZdzz3heDXx9J+e5tJ/mJonoNHEL4
TWAFj2WfCZ2j3zlN9Twszfcq1s2DrG7fCIdETbcw/L95LWd/hPDc7anwlOPwErQZUH0TOuG3fzE1
YKZTNqNuddfmMtBBSAcTAmE6xO9gninOQwFBdjUnKTPC/usURP99bPJ+YVRaTIo74B9d6IRU2PrT
IYGy1WyMibNfkB+EgdO4n40RMcjHVu7TG1XPgReX4UxVYtn4wb4czSRh0JYpEq+4TQhpvZpZ6n+o
2qg5l5Pib4d3ApHRTFweW76/BFiGJJOCMs6KybH1+mCLaCZg5Xw4vyo/WZqVfgXULF7roe2eFR3/
xZGAmh8bvb8EFJJU5VFhaBnEUpv+06ZS3eyLhMvH+NWkUhnHZ47O01DjGb5VvKLXf2MOOCcTQj/q
ZmtzRhq7sPYoc7XboYqbBueIBzSU2fDXrEVHeLG91eEtoVfGWQIvUn/+0+oGJ6MrunDF81EwbQUs
D1HnHFExBv1/yxGGOKjn7h1R5U3UXCSByBYZnRoeMzkxmQu5VXymozk96YlvH7Rg9w4KeAwKUz8K
N9sSWNZBhscIIkiToE8/kPhON23KsrO+TIg2pq0fMjpXhY+/3M7SVHxAes/AI0iJzekERolAQK/m
9LR4ei2gpL4EI17msZX7BxvsF6knKGcHG9tA2G49txwKrIhyBmjrVUgNomXyEcKv/M3JDHGOKqHw
/1JN3fbiJgpRIxpoxHKZHoWaBS+zn/hLGCyoQxjIC56lg7rC4/XtHEiXNr3qVnFE7hqAVYu8BLJk
BCS2+N3IY/+Fphby1Roq2H5U5gfxj/oo6wKGmpcFaUGPih7nFsXrOSVN22WGC8yfp092NskLQ8fe
GWYY2MxbdP6UhtyLjJPys5+YR6SN91+T4QhiB50eDSOsziZaKZAO1IPZA5qPNOUfvhvpbVgxHHdZ
kP4SB1u7a0wVLfigLuPXm7ymnBapi6ViIrjNu1ubzva7bplh624K4/b4K95PQMBAgzCvGqGnfApN
w9qvwJluFrWYyzCZipHhn1FedK7EJciQioxRsXrnSDiQZOIwGKzJd/bod58e/4b7+4hdulXqlYI7
Zgs8AEWDaNsCFw5cvBL5F6O5IGOYHPjrXSvqrSXgJPyz1ab/5EDJxjmjhY9Us4mIW0qUC7KC2t/j
tdzfChWoMEqjinusylxbsYZOanlFEc3qKXdb6TI+m2gMvqTuNJcoQKKq/tjg3rLwYRadf4fZyS36
O7Z7iJKBE4RLa3WfB5jR34+N3x9Ez3vL8sCEgF8xFb/lZvPQdYTfdkkq8HK5/ZRIKACKBeXcQJfl
aTDiI3v37wI7+JM99Xt++lhzTU+ZyZQq9GbtfQEe6ivErPNT6tQZI5v+H0OA5tHjjbxbIiPF9L4U
gI5y3d2IhB4hsVjGsL1Ks7Mh9BeIl9he92Qr5LmRou/42N7dJcceIwFUoXxYQ+/o1LykWvohGzkp
WpJek66h8WMBb+BXDuFjUz/aOyvnqWxZqo3AIWF2ehMJStxjDZFvGfbdOAfoU8j4G2dJIsUrRqjr
0rKi6TYX57kUwaVFyOu7nmYmVMq5jkzJkiBSY1rwiqI28K7Ni5I6khzpK6Mw9x3WD35/WdZfSer7
J8Pt5l+oYI9Qtlmw9Gt1dxDo7e4cPosGDC8s3dL14aiQz5gl1ylMS+m+m3T0SZ2RZMfve+3gUNyd
Q7VxmAGQoVhGtzgE9MQshMZ4TQp3/sOZ/Or7FJXzrcqGBNR826P/aBfpEfPdnlWFEGMUkn/vhgCr
ICGmtFCVrzVjvgSLbJh/QEw3gjHnWg6aDkzfNC6PD8nerlIsYQAZ9kbAfhvPtaBOH7WuVoSFAw9Z
l5lz2EPASZ2wOgJy75qi4QPWDC5B8rv1B5yWfvZiEALhACIM/T2nPefpFIVoFM5v9cd8QBj1IHgH
I6AKT2tTEF1O9uTbqKQgJ3vz6KqFozOMFy1PkqsVlNF/Hu/i/XuqDAJbtBlBgBJii77QJKU2E+hK
aMgYwWPDRscZoHPxIjqtfjfFS/+qof0EJ29e/50GnXnx9Kw+eFF3DhBWgH4wt0bjYUvgEpSgB+vK
zxH+S72wS606XCTSoA5UGB+CKGiRzLWrA6M7XxXXSUxIWZ2Hb4tu6cuBYUXfVjoYFgpUUBH9uhhI
xrcSpMTjXd41RX0K0mHmO4jL1l+1rUguZ0QCw7jT41vfF/F19E3xoXe64u3OBsSOYhVV4053TXrY
B0fbqjSlkY1WWB0t/lWDUOlcV91RueMuxCX6UVx2wHohdyaFW68qLjMFU0JtivA5CPU4d24NXOVn
ZwyCv1ynlZfRgDq1U4gFSKWO0qK9TQWYrai6SCUoTKzNt0RELhKGBforSGuNQoO5tdHNs9FE4uDt
23lrgZkCfFAdApzAxoMvXpa0pSOKcLFGnQmyrvlSIETG9nbVk1Giz/74vOzdBwqnRH+o+hmUXtZL
swRFEjeXRZjHZvNSek57qRuzusL7s5xzxPJOWZK1B65HLWLz6EII/v9GN49uOpcL4qQYlZE1QqGM
MtEXhrrdW13l3nNuWckVoXkkFKVt5r8/XvCubcpZYC/AUQObXC/YN+Q8jOZCuiIH63Wp9OFEZAhi
sreSc1eJ73lQGS9CukfAvb1DROVY0eHC2AreZG04mKsKzaW0CPVhiZ9mct/fMp0CAu7qCBa6a4po
7cczqWib1qaobBVVo1cFIwXGL0upe1/q0WNgWejRQZViz5IV0MklN1G0/ZtFsWnSZlovD8HWpeel
X7TLhNjtJZNed337hyMXY+ydYA9E4uZmVNQFM1fH3UARWj3PZda1p6AoP7fIGd6shollHkmNJkAn
f3tsee/lohZJvwXzHpNzyj39FHMDO4WgcHLwdItmhGaQWde20/tnf3YRwOwk2ode6n9FprXukDCi
lT5SYzsIVfduKs1yJqxwC7zam/XPUZqrukkeDnYWPAszgavPrhJErKrvBkquIa2cI1q3uxQKv6uQ
JooYkDx025VqUrMc4wYBpyFl/FPavfgF3h//oKC2dyUZSoG6SNUxmPlcb+9QxrNMUDjFvQr5sbL5
nv6MECiv5R9e5DTLuR285sPsQmdxsKl7D4uSfWBuDrCkt0UxT9UIjRFKcqE9ml1ztod0usg+j58c
J+++ZkPjf/eDWCanzi/nc7/4+pEyw57DVxP44DCg9yAq2Sxe5MjCxl4eujxyZ9JnsCGJyMJJp3qT
VfbRwP/ejVUvKNE7gGoq+2t7aeEa8aBhz8mc4uzPwRIarZtdk6ArDm7s3tIY/yHppzrEtd2YyjqJ
UHFtEfYEaBMGte8yyh/1T4VbzZepX+yDc3S/NPyrIvGka0Z1cdvKd+3OWKI4zsNRTp/jrhcvg06g
WYDieXNABwSDkozyRfRGtvFIoUi+ArvPwzJrxG3SuexA5cdr2Y32wQm9Jw1QcA/+oRutXsyt3wv6
yqYYXBKxaqn83ezzsT3ZIoV4Cub65ctMU+/vSRby3AcipSnuiF/GunKRs875QdNUH3jDez/Ej1E8
qbhEpi+3gEIE5zx7WHL8sJYWv9aVg+h34fT2kztRrjpFZdP/Foumig+Chl27VFhgGvbBGmzbvMKM
y24YszyEB/UvqWnpBeiB9044lMLJtuewFI715bHn3ztRTHMgSqBIAO/A9gG9L7tsa1ROJ6NgVnDK
r1426e9nCz2Nf2GKVw2uPLwAedL6Xi6TiPlL+cwd6Mar46cLN6Z1ETLpjvSn7u+lCVaDA8yLrcD9
G5fT98ngCBtTk23WaC4y6z4Q44ZtHOtP4M3M57cvTb1aIGyAhQLdXC+tS11hVkXLbamcj4nf1Wfe
8urqD8lyYGlvZSQKnA4F1rx7r+YqtXxtYmWFmypuIsYWlraMTzJN+y9DMVUHILr791FBRIiaGcgg
q9x+NNucY82rvSx0jba9jp7Wf2z9zjyARO6dQmAviu5fzbJvG/QGwvROWTZZCLUpcolKj9rJaXUJ
fM7l8afaW9DPptRP+SnSqVJ7qJIBU36dGx/zIcpuEHiP/+Iqk0fRiATPz8T6JgaXPIVGjPgNpGG5
fA2qwX8fdVCLOqOM/vToSJ6b4bAvv3M2lMyIYl/Bb3Gd10tDkbjUee7TkC7a31FE6aZcLA8NDObP
ZmZ63r6TPzi2gZSS9EMvszYXwUrl15CbwAPQ9lfk5+UnZqTepnvGeB9gsh+FMKJ9mhXbA9gFZmkn
LVZE2YwdQOEI0fOuyf6QiSY/AC896kjsnEXmEqgrEIly07a1MBj4fCxa6izK7swImHN2kwRO5eyQ
dmTPFA8ehQXqmbx+GzclhN5I2h9pqFtpc4ojlFnG2BjwxRSOHh/7vUdW1TGZqCJWIdrdZExWkjPt
jdMNiynST0iXGH8ZkWZXpyhV7CoFemgomidhIgP9FsOadIYBpbhVoqrOU+mK749/z97SFSxB55iS
Wm1bTzaz5pOjdSmk7Fr60ViK6D1OD44iPT7CP+48qx4tUrqVtCoZEd1cix7xK7dcmjREK6U4WV7b
XfNGgLVO0m6EosiILnUeLE9vXSCvD+AA4EYwD8Botr4diUkbz9cRks27NLiYUnSnXOIQnCzNDlLU
+3tvMVoMPIzZdzrBW40HIP1eo+dpGpYSKe+0b8cLgDW0Wmqm+gMDbt3HS7t3oaD3VGWVYh+L3OZp
TAqDEhsg1F+givtKrbe8MDeo3R5buT8hUCd55EpcDlrMW0iHyKVbMNeehHKYrLBssxaurB6JHcRf
To9N7S2IWVYSMzir7knbpwqyOZS445CIXQP0xqTyRJk/fGxF3eZ1TQgLVIXR/+AUcprXJwLOUdqC
YyLDCkqqX/QuyK6uA+9UR254y/nfTl6sVb/07ey//YDwiFNdJBpSLadNmsLkuScDlGNDXmCkXIZA
XHurn/+plgy1iCqfD87+zoEkGlLTDaqDwtDBeqWILiHvPmAv6soZCFVdnEtdxM+B2c43t2Cm9+AD
3l9xkgciPfqvhmKJ2dT4imaAX6gkQkZ+PLo1DO1CcrqY5wj18xeaVfaLlYrsIGjZM8qMKj6MzB6S
MXWAf4okxtwiMpdShkzOVxczF97F69G4MlyhvXPNuP4lRdvsILDYuRWAg//fqNr6n4zqZgdGAgAE
nVA3Otft4r/ShJrO3VDEnx+f1931EaZD8s/NuBtKHvKim8aG84o47vynYUzIZvipVl1Tc9ZC9NX9
a1V7b54eIw9kEJErTy0aitfNp7QhFaplUsgwd5hSoes2hxJO8hdi0ID6nuO/3c1gjxANMQGVyG++
YiOWANGsSoaZN7dnQh3kwmGgPE9e5h28wTsOgNTuBxEgfS/eovW3iyKtH2vRyLCnd/O6wLdw6SKL
IaMsywzjCS4c7RYZevW+tqbowPaOi6O9p7phlGEoimzOTW7KTLTBMvHeTV96lJQ+ytbOfn18YnYO
JzrKTB7Dz0SssS2HEDUZFRquUygSS9ErivTG896EeTq3B3nJzuFk2I+epXJs0BBswpkgzfMZsfsp
9Cu6810+LlQk9eqldOj3FU3W/0crx+LA6M76ID2ghKf8qMGDu/6As64tlGbSKXQDGZySqtBDuNb7
p8yb+tPjrVTfY/1YMMnNmDgD6pRfYFpYm3KdPjKCiXF/TmT6hwYQ7mwzIvWZKl4ZZhT+DypLu/ZA
bYLEAXxE9WNtbwZx0Uwd8ZA9O/5LWcj0fVLEDfPGMi7/bANRHhi8P5AskN6s4mkjad52nHo/aSdp
LGNodGikxO04vKa9HA5eoh0rMM8pgJGiBIIiY72sJFlyy2w1EXJgGW0GBvGCPlF14JR3No+iDaOM
QHE4lduC0TJavTB4VcMxsSaLiHoab9EU51+1TqSvi9FFB1WAnWWpMSnFFEF9ind2vazameqUpq4I
g9rWb403apfkeMj+/o4RttKIgJZc2dkilRffzNvAXUQ4OH36Ke6G6EXr5hTPPBmUk4X3CWqT7uCL
7e0lDBSEKZA5qdRyvbQ01QTxiiPANJX+n/D+Fuc4k/IpmaHdzkZ5RH1zf6fJwKg7KpJOxgO2UM0+
aJn5asoRHagSoZwkbV86mwND9fYIxrvz1eivgGyi3sYo5nZ6eBZZsPRDxZGvxvalzSzjliekJI89
x86CuMXAwRS3M2vaHPnFybTON1iQjIrik5l1wyWza9QFkyNy1XtL4EXAWzNQD0zG3voMmlWJN2Q1
sYivdx/tXnd+DcpyMRlObIPkYFk/xsbXHhFrP74SRMm44M3rCd3WmCKaJ0ORJvUIF3ilIPpL6nsn
eC1Irxa6LE8iLufx5hDTwP4zpw4MUlWmk8I2ulOcIpSJ/xoWzenPeTDUv03TPP+l+X3665zY41/E
rQFAvRYmtKeZErN1KibTWsLHH+j+WjEDSIEBqgzFmbFFiYwMNuRWnA5hGlOvOSWyrH/LaRvFjMn5
1gmSdYawgungXt1THxCSUx1iqACCVo785vEK8Lh9mTRDODLg9VVGiwbr8egsxqURYh5uqZjcq600
dq/dxPC5O0fWfzWva9zTkid2cODC7u85tNvkjgrCAcf6Vq9bJnHRT3QY4B7v09eeTPkyxwX6VWM+
vOapFx+8N3v26EmDGqE1zplVl/OnwNlG6j03soHgq3TMcwk37iVomb1NwE6eBPpZB2/C/WWnzI0e
OVkJDubuQe1H2ipFTVyZemkL1qHjBlb5UbS8Z0W5Sjq29Nxx1etVIQAKTBswZjhWWXCrkcC90pLq
Dk7s/UVXtESK1JAHm3hkExyMS2fUMfKyYWz66YW6W/eLHbX5SecOvhkdokwRozIMTiN4iyHIZsDs
RdAS/iMvdnKWcvqj9BBjJSSXT25Ux/95fBn3lgZNBfRL8F0qZvT1BjZwrzHJRFzc2NI/d5CSZyez
quEvs9zir7fbUoEIx4/iPSWbta1eawQHBrKqubeTV16/6ELxKX8/anN1pDK142Q4EMSqSruJQGGz
rk7KCk8Qk7zpQn/SZOCdYLurTw0gpOd2duTZJE2/PF6gWsDaRUNmQmwMHTXvAsDy9QIjo5XBoCsX
LVsBWDFNvpT5JJSYgP9lhjHsuYlG79rPo/HtsWX1N28tw9wMrgigH03fzQmVQRwsS8FnFC1FVdjW
oB7B/0/+n4/t7B0XomO4utRIGmR56xX6hecJKLpIOxYqxCV9xFPR+A16sY082Mw9hwXREHZ4W8lN
N6ZoIMyTNkdQm3H5Thmsctcmg74g87tXN5/G3x+vbOfbEUrCE6OiPQv84Hpli8xTtGJVclo5Bjqh
IDRFGjTtaVwW42ke0CNOEhGcRms5IlrbOasq8CLt4Nqz4k3IBzrDMMsuJ46Il5w5SatAmiAFK2CZ
g/aNFmF1kl4jb48XvPMpV1Y3+2sV8bwsE4UGC/IfZAqL+dWIY3luAnFE6LK/QFV+VpShHJv13rJo
rdVnnJrU4/QqbXcGylJT0xC8wWimT69+bhzpW6i/dHMlVFMBsmJFvO1scZJeVEuIOAxYAHMdgui4
iz9E0/J2PDZPKp1IFVGRIWwpSQs56RDIpjxzQfxtKDLvc7F40bWzhHk0dvpjcnC7Iup7FLsJoBBE
VNv80xMOcUG0DDUIGbf3y49OUojnMY5soMNp/cGQUvt7mLshNHuvf4EPuv5sTfmwnHEO+efFcfDs
Q+E6CGy4f8eJHZ2JNPr/0mul+lo4M9JwsTjqNu7dKibpSNFofCPytamERvG01EXDy2kmiyKYghq8
6ABX1oCMQnic60ssquVCX187eEjvzxwlZlyijjum87E9c5M7OEPuedBY6U06n1o/b37RK72dThTs
00/GMvvGs2DcJz4wfH+vKMfoZG+URFGC2KIYxtECMjJT/B1m170uQxu8kt0Xp2WMoje7SEypOT5I
nekibQmr3UGPXCnxWdmsVczwemMTat3kfnS0uu1PeW8d0RbtLk7liYBDAMdsach1re2gbBE8q4Mz
hWkauNcSGY1TanbG02P/dH90WBx9VZh7gJRzeDanPRJmZsODFJaDZ18Hc8n/ybXK/4hgb39pRob9
nIFBUF3PjyD69y8PlvFUNOconlA7WVu2Yqtt3YA7PTeLPAe5jN7VJS9dEk2QHFR50315vNRdg4gt
0bqm4gVkdW2Q0LWdg1TFyr7XvnqM8J2KOqvPZSfNa5ICDn5sT71la0fiwyVKB4smhcpgN1sb2wZC
Lw3+uEQG/SXtrOklMGDgmVF+CuFnKr7UgDlu9dgsJ3vpvr/Zuu2perrFD6BDsklkY7NoBT1B8j/X
pq8cpxRtT1bp48OCbjjnzHdcGTGr3mepGC6G2R6h1nYO8eoHbN/bqdWMcvKGcGhp4tEeAUMylOO7
3pFHg073jxBBBa0rfi+AVrrP6y8rjdwLyqASIXrXfQgdpH3WfYhbH+/o3oLwdlxIKolwxW4P7DQ5
bjO2ImxdWvbRjKOZI4ESfBa8WUCDIgRVdFoThCuKbH29oJQ/bAxbiFDPkUyNDDs/VRM8hc1c6udE
O2SR2lsao4QEDqyMmG8Tlo1VJxun0UXo5HH15Gs40mSol/cNSM3z4100dq6hqrnBs0sfEFGq7bmw
VBe0MwWYP0aWib7oYZ/yWfP+pKUVLCe0gJ0rqstzdZtNxvwvCdw7H32ROCWdNgHDEGgJQ1yoMNdf
8jly33l1miVQEDjzEe3z7r4oBUdI+Cxq5OrPf4oF6LtRDSoGEZrp0D2JEXoq2SW/pnERHDinncIJ
cSJSYRAMgAmkVL02JUc/DlqDbdHrpr92fY1InUZJt+my5tJ2yZeMeakbsjmSu6v7Zz9YhhdGtrqD
77PzefgdBBHU20gItm9POzOGKyCqC2tRBKispotzgrjNPZPaWswrxt6bkx3eOZcNJhsgdN12VRPU
4Joyi6dQJql49vyReuU4UnRzIu1gbTsemcEB8Oe4C/LGbbtDL2tAefM0hpVroUTAjNjzkpVZiNTI
EDJaCERm0MendkmW0CrTI+Tlzmmizk01Dtsqq9ucfOEySpvWPt2WNNZf/ML6s0R85z9jd3jJdhwi
6RwgSG4ZleAtHLuFoqXS0wga56qxLmLIm1+XqE0PSAF21wPQnCIz+kl0hNdH1mkLOyE3HUNYpJaX
bJmmS1KkBkVTrTn4cjthCrUaqDCYdwHkvY3BWi+oSjowY+i4SfmbWPrqpYgC67Nh5uZpbJCmqlJD
nsrBfntVCpA3pRTqUgZQu2DjAjyNEwXifAzLojVCRm6Idds6u8zJYB0EDLs+QLH50YsDzoPnX28o
5MbwLTl0/rohaK+6Uca3ssrqi8yTL0Pt5J9Gxxze4YvKcHSX/CQCv74JcqOD3d7zAYTVDJgzqwxW
cuOLDOH7rV8XU1jPsOOdiqWn36QbhfyaVDaA6WSGKv3xs7CTSICGZn6YKUp6u9bmbtiz6RZLRlM3
aIeUjv9oIUzleq/+jMyORIHsrEXwRT02undN1IelEQ7dKonzer9nRgmF6Qj2m/zpVLhS+2zNdfbp
sZW9a0JkrQ4QoRiT5GsrXmaljt2hgmcNsXOJorE+LXPefpBmfTRhvruLnBueEQpHABvWpoJ4zgTK
XmOIwjEEikbEiG0qxvoCF+Q/gyzH3wrdPioB7K2P9wokBSfG5+1aG7VLwxFuXU8hxBySQyn6OtSF
a34QhXP0IO8tkEK3zulUXYZt367olsickhmXY4yJ/+w6Q5p+bmGQdn6zpHql4hq2XMeciqPO0N6d
AH1KWQCXxuuxiTGnZbbtAaKFsNHhp48J4sNm7MVVpMZ0AVN4xNBxZG8Tv0dGJK0GGfQwbYYs1Nsx
uRRtV1/1OfCv8WgdsYrtfUUHZXnVKQfZuyWvUHxCo5jrMdTAsH1Fcg+FbBHZ4oIqeHrQJTmytTmm
lmT8PzeBAQBBMS/T7AQv1Uw9rJ6TI4z+rimKxbSWIamihbg+nPFgtTBEAgCwmtL5bRBDek7GUr+A
iH37DB8dXhAbtN1UTr0tSeRjoE21ydmstS64wW7n38wOFEDA9bg+dil7jgs+HAQSFfaNxsJ6VTxA
fuWY4xgySGUbl4r9HNUUwpFX3juEZAOcduiZAF9vXFeSp5TabZ+g1HbTX2ytcOkqONlL49lxD4vw
cnS/9z6XEm5lFpLclYGn9cJ8ROIhrIkBzBKhXXVX2Ne2Qo8tksI8qHzsmlL4BgRbdwZF6OzGlblE
BLr6XF1yREN/5WAIagJOdmBq73OBzqVFQpGUzHGzjV3km2gAp2MYRGP/XJHbfdG0Q7WC3QWBJXd5
Run6bsFKMHQtfgKNUFgzRXHL3BIBLHcU9Smtm/zgTdvzw6DM/mdr850Gq7b8zAPAANtAcWOUyX/1
NOl/HwoGOzU98cKM0bJ/cerp18GyALyceqcKEn/KxoqsGVqR4aIobdT/lEbHBFc8+NFBVLC7jz/G
cNVgM3CbtRmnKDJRTRx6Jpyz7NkoYvslifu+u+k5GNPHN3nXGHNYCquhMMibZ6UD4lXHc0NOMPZ2
dLIaJ3mZh04j1TPw8qd/YQ1AAPyUcBQhyb1emgGBlT7m2Q8YSv3BjSbUQaT1EheH3F1762LvkNUB
86RGAtaWIiPzDI0ZO7BDRRzqS9Q9IwnyWzLW2gHseC81IPcghSRLh4N8E364S9u5VcoONkhdfdUk
zAJebeaK+Tq9jMOgnyqpFedFFl8fb+ZeJQOZRlio4W9RyqObSxC7gZaXE1kWPNrLqzsh8l07c33L
xAjDu9CcW1Ha8lPbjOk3+JOi1w5yxOUMW3d+qZO6v7lZbP2hR6J03xVuUv0jrHH+7+MfufsdVG8A
Hw5VyPYwwz/eZEbA+xfok/MlSybQtYUW/x2M2ZF6yd5jQY8GlAWASdWLWH9yp2IwtfV4lKoogKAW
/3B1+xmGfxPsA6peR0PVe0tT0BYiXZAJQE7X9obKSHlKJE97PsMmVrnZV1txoNeD/2+SQCYKaaGp
3BPKy7Uprm5Cq5KluW2GJAMyUN3/kXZevXEj6Rr+RQSYwy3J7laWJcuy7BvCM54pspiKOfz689AX
57hbDTU8B9gdLOBZVxcrfeENX5HUHt0oU9iJ/Ic7YXsqfOSAoHedpl/1ZjAIC4PQz5DJFSIE/VVl
ZlaEsWG6+3h7nFszUHBb3gVqBbzp8cTG0UuFPVElHrcGvjDxsJ4rmzpaKXKMtYOx+P7xgOcWjcom
VQPgWiQMJ/fdaDe9b2VyQL3M1q5FYSIIXY3pyiHtkwuP1LlnF+k5VA4oHGypyfHkSOa9erEZqx7t
8TnP3V6LSQdH78J6nRln67hCHYPCSE/q5F3yzG6pSsRqY2ey0munXJpdkTTlt4+/3NlRwAQAwyHP
etdphdFTjhgPU4ssu67ej3VqXovMnILD/2+ck71OBQdkIk9gDDRrDhd/VkC30uxC/+69XQQIAGTQ
fu1xGrqn+YZjB9loYAQbK9NKlxu3qGcjrFXBtTQ2Rf6m91n9Y1rqdriy6sIgGRlS2PY2qJIf+FqZ
1k5fnO7a0IWWxiU95yGsssLjejO9/ntbGYYW6laafe6zqjDjRFUUF1oDQdOHsc2r7RpcrDEck8pa
owEebU6ZQdrXfkcqsWvrfH1pl6K9JBJ95sBtdD9UYkhIqJqdlHgmdwI6ZmPlK3wf2YAyWz5bbj1e
2bWskOlfLvGbzu0awkH2zS84+WknIU8qO1DoQcSI48oynCa9Db1eqUvp8ZmAkNIczFpCaQpip5UH
s2tKOSqdbk/bQkQzQf0TrelxrUrjsLYVGn6kRRe26pnLZGNV0ICmAEl+d/ICrHQWV6vnY+poelxN
cs6fO8YL4QfYfx7CUw4PtsYPighEocd3yVBQVcEFu2e75g4FsDL/atEXvhDLnFutrQWw6XJubL5t
9/wW4SrNHE1NVDTtGl17A1k6yXCiOh5/fMTPFRq3sIXW/abnzSN6PI4T9LndmX6PAnU26LHrz+LT
WOBqHlVV5v7ddBNcmKbtxHQ/tVX/GfP25S/pupqxs40cn5OPf8+5dSR8o6yD2xE8hJNDAWJRSWCj
XDkWtatVGOYViNh/K6O/BI4+NxJ6cIC3Nm4FHLnjiTeTPuvJikO6T0Xs22jQ7UJiNp/DBKPRC8H2
uSOxrSU5BKUx2MXHY+WzyIvO0rrY6DTPuDeF5wFmHKVWRzbStvlzIDW/CBH/m//6+Hueu2QooXLL
0FHhsTgJTJeuaDsDl9s4dXSsRpa+wHIHf55HIxBuBDN9+Q8LSEMUkq1HcxS6/PFUU0fzbU0bCSMK
Mw81T/OQVkbZX7mmurB3z86NAHMj8FONOxVdKPC8tvPJ6eO6t/trbJzcKHHS8TC6arh2Ng3kj7/l
2R0DkBclOJADtDqOp9ZSFSay5Y6xuzG5TWvNwkInMG6s1LjU5Dg3NRrMmzk6RSTgNMdDjWgV9SPK
AVCIO+cwjIuMUuVle69L+leN8S/ELb/O1QlCAUYvtYKtZEBEuf2g364bor8JlVNYECVNnqgcBz8I
+3m+VXO1inAqu/lLtdrL35bW8LDSuE2fXSuvLh2Uc5/4959xciipz3W2oA4fj3wWlPEhbqIX7KCG
kor/8GJw3YF0+SWbcIoBSVNrxBYHDg2CbUOU2ZUBilN2+6ad7d3HG+fcXY4U8Hb+NuOv05fe0CeJ
RhoZcLpoeZSb5nRH6VV/+3iUXzfW6RpiAkxVhILKhog6WUPfbrtZmwdYsLXn7uRkLHsr85sY1D9U
Y9ef7hxL1ndpBT6vLmf72spFf4Bo2pYh5a+537f54MFpoOhyAPtdv1SJ41z35M8X4vFf6Pd3v9XZ
5OVR/2Sjn7zXJiqKFXJjA9Sytv8nF9546NbK0On39DaE2g7P5DL3uvFgmnn7Aj4/eEttK9/jzSt/
ZMoySvwp/U7FrZqqC+t1bhfSxCSdNFguksrjD1kpdIMMauBAU1svi5op8a/AbDrfO+i2Fy6VMzUL
BgCEREcB+YdTOfWammYnkoWD51kkyHMpdjleJdGaAc1BMOlnDz/7Ss3ZpdvzzCShOwErRqAAYty7
E9/W60oAR0F3bEW965uZg+5IgrrYsGY/v3DDnJknytHQvblhaNueclFt9F6n0YeLJBPfDt0BcfXK
nrxwalR1D+zX3Ge5/s2cp+5CenF2npvEG3V4XvtTrI7X1fBHC+hJlCknkCZOuWuQtjzoo39JguHc
LUoVfsNQk5whcL79lt9u0Qrm0mIZDQe9srKrZhnMsPLUEAYSq2Ot973ISLrpSWhcMdqUYT1gLX9s
68TItDBh/SL+RgJxepMnIKDSntYXZnTqdvX75s6kcx1Ww8V23/n5krKB2NhsKU59eD1fNqDyKcOO
q6E9OpVwnuGA+TfBhHuKnrZ5uK6LF5dIyYeetXg7XyaXnowzsRVR1f/+hlPEqw+Bg3QEOXlldu3b
rNOUdvEc+YzeQXUzzVnw1Mky//McgNiU5jTnhjzn9NR2SZBqZQl8ZOzGKURxw7xNCFsvjHImCtio
DbSsKCZsHi7H20kg0gqAmFEMXB1eRCprGTV27z2s06LvkpRKzYXb6MxLBfd3a6tS29r6/ccj6nrW
DUmn8zHtdFnDMmj1OjTTwP7n47fq3KH8fZyT+AbKYIqhMrVIOiBqP81lsmsUyJupnJoLKmBnp2SC
8sHMhOTwNCAtDLEK3Rk4D6gixhILhQjO9aUK5LldiP4q6jJsRUxGTgpMroV6pZIs1WAT5gsz2WJf
e94NS9vEKXftVbm4l8hYZ78iSj6bxhn/PG3z+G6NWufwq6JbVzf6gqB172BFholCeuH6PrsVt8IB
uGfEK0/za2MFNtH39K3cGi30CjdlI1x97jcId0Usqq77/B92yCZRZMFHAfB/shMnHx1pMRMzWY1V
oiw72pEs5/7Zwj7z+r8MRXxGwgIE+ZSSZSyrry1bT87osL9Ll6WOG1/6O6+2LhG3z60YBlYorfNf
StXbK/nbA2G3KMkb2nZZNXXzOjSr+I6lh3M3VUby8vGszu37LZLfOOIIlJw+uOTxvTdMWztJl/4L
FOriVUO74MK+ODshymBktYjDkbcfT6jXNagmPS8eVTxtj7tHE055q66mSk8u3E3ntiDsElDMaD2g
33iyIwQuJbPh85CrYhB7tNa1q6KV+ctqDe0ema7kwsVx7kgDE2BSm4YNn/F4ai1UdIFbAQmCPTex
GvTgMRXzHPpUPXZZaqV49a7JXx+v2rnvyXpRDQWFRMRyEhe7UlNqxiMlFmXuv0DznzAIH9RtMqGo
/vFQ5yKy34Y6zUrInfMmV5RadD8t532WZtpDUXuaCt0pDSKvd8r72auAR3LdBfHHg59bTN5NpEyJ
HSiZn+ybVcnMVho47c076J5s87FwWj3WzWW9z8z0kg/7ucMAqAuWwVbpAd9+vJYmbomowk7Awm0d
spDtzHut0/9c1gmTNdK7jVvGTXka/vXJSOg+aX08iNS4NnyFqU1+Udbp3L5kP27SdJQhgJIdzyVN
0HDC+4t9uQ4LGJ1l2cmCknHfOubeyi1cPVKkqT9er7MfEOAanRJgT4BmjwfNzdKUoqNMCHQvP6ge
GwooIZeaa+dG4Qpm21OSBPVxsisSBEAsNytobMylAkaAv8zSJ+Xu47mcO2OEq2iWgD4nVd725m+X
8LzCwXVGNr5Eo/NrJqs5hNSziNDL3f8SUG00NZiivCzGO2As4vvF4FLQ8JTv7KVTlzBr/Eusr3On
iViUm9GCxkwAcjyjzdVdpoMOQUjre5TW7S0QcMqDKvPy2vNqceH0nqsaEwWAmNnACox58o7RztMB
XsCgxDYZjGa2BodCy9w7W1vT3ZQA47dW5eybVWphn7sVbnV2cljN5ZKX/LmZ02ne7D2QiKOFdDzz
fhons/CmKaatNPy07EJGJVAX3M+woTCEtL/9+d5Bz2xzEsHhGD7A8Xizh8XG0DNeZfb1lWen9c61
Vft1tJbpAqb63GGgM7pBJ1BQeO+iniWLH0zw2tK5DfYi6PIvEyaqhz+fECJURFkIBxJInkzIKIrU
MmaoUCoxtbAypIgXzSd61YL/wGWDmgOXjZ2ziZ+c3CF1O6Ug79D3km6fhNJJ6rAxkvGlWKblQvfk
zB1JC4G+ObAdZDxPC+5d3lEeCzYpsdRx95bsqnAp1LRHJa2FzuD5EW3ZSzKFZx7UzdqT9AnV/s2W
4HhvjMmQFb7RT4gvaPK7KX3rqm7HIbK6Nv93sdoVpmj2FCSDdWGnnLnQaOuBNKS7Tep/2klXwB/o
5sEPHLXM3NO5/9mNrXOlS3EhOnm3JSkWbeTHja1jb1S94xm6I6bpWZZSdEuLLlo6gAI1Tdfnj7fk
uzO9jcLrxsIBTaIZdDxKmjcV1fuCUcZhunFB1jxUWIXsCQ6f01H7Y43zbTgEGeCgs19I346HE4U1
taOivlanvn/Q9KGNtdGWmLMa1p8eNhqHhAaIUHGB8CachiELHcyk7lXcBPNwYwflGneLLG9R27oU
mG9/1VGBlaGI/WlUIsy7eckcz0rvRemVQjXAHKbNS0I5ode6+X6ptOAqAeEbot7SXCuK3+EUzH+s
5bcNT06ICCpkMgqMx8OXyHvVWQf4p0TwaEelrHlW5cYtJRSL26qh8dUul4KUd+dgG5Rm6Ybf5yk4
nbPSW2zFStHEm99R1MFI39ca3p5Wloj9x3v07FDk3ADaKISzfY7n5648uZ1jqdhbvfXQSZO7xSVY
V623XHhs391lzIrgAa1JSuWbKc/xUJt/lQu4Q8V6ILaWvZV038y0GuZQKFt7qq3eeYKWkX75eIZn
zjqgow0vsGWRIGOPh234Ke0kDBXPRo1cwTISXYi6/w/fcZsWyQ7PN3Dp41EmrHlJfdkn1dhXB8vR
zNjPfCPsJxHs/sOENowAVxgl0lNTW7F4WmAnTMjUPfVslRxSqmkuckMfj3Nua1BvAsPJY4du+umU
ekrdaWErBL6ycuc38t95CACmjMGlvtK5kTZyHqJ9TIha/vHHQ2c40CiT1LFrrP6VD2glbGSg343S
UX/6xLAJ6V+xRuAeNtDo8VCCTaJNHpURR2UTVs6TfvDXmbe0s4vrj7/fmeufhgiEdzYFHJlTpiVb
IBsRMa9iUbtDE3ZLoct7kxjvOqeFmUXK89W3Px+S5gCIr00C+F1/HoM4K2OCeKB2U7aDPmqHspvX
0MA7+1D5/qUm+bkj/ft4J5HCXCQs5og9qDMYdlSrXovkbC7X/pBY6DWk6UE1+SWlo22JTl8EShls
foMX751NScVz7XR6U8WmVlU7auJ6VFBRuW2LtUXo1FR3AkWKyJpd88LJez9deKSbfQjpIyx472S6
Xua0rmq5wSqkxq4LsVrx1MP5GEXRf9bzqbn2TI7Kx2v6/nBs5FVKDKTI8OhOxe8CE+BKMyLQwD8t
+hCVdjOTR4QmChF/fImxW/kP5QxElhju+HAMNZEZe5lGazE7r904L+HsJOXnsvXUhcPxS+T+eBUR
AoVbQt8OkAVU5OOxpOMW2srMQGSufYbVROfLsNLq/FsxVzWMQIyCo6YrRR8Ns9HdAzfnsc2hnpm8
VSL75iY5ogq+DTT2wsX3/sUgqSYs5KKA+uKfHtxmrJsyt10+g2bJz5LiXKRjtfLl43V9fz3QaQIb
gbA1JQI0pY4/AH6RfZH6BDZSN2GLZ5oT0j0OXoZcvZlT719oH56bFAOSp1MpADa9bbPfigXr4rZ2
Q4Uz9t3e3rdQwJtHvMndS9qG56a1EWjheiJi8q66SX27Wtk4DeTjBuGxPi3yEJypCKugEw/doF2q
6L/XN4TFQxKPRjfYILbuya5F1kmn5Mau9WUqrmcx1w92vdRXLttrt9iOlofmbGr3sEfsF29JYBEi
ptXdJ0MwfMvdoIuTPKi/ysp3b7te+Ld9J91/7bJ2vqgmtXHTleK5UEZG+6q5CMZ5f5vx6zHQ3Yqz
yDycMkC8hJTZsrMWHm5feaEW5PpTs5rFjYX55kPg9fpd5SzW22JowYXk8txSAVzY0GkEf8i8Hm+J
Bf2t2R8tQuve/neYRfAQrE21y3z7tQX/e6mqeG44IEfQb+k4bgDm4+GsKgsSvc26eMGp6GelOfPV
gAsGWhCWHw6lfam4c+bi/CVq5nFrEsSclvSzyrWrftRahDrM8SHtWyOkempfK3+6JDp85mFgqC3L
IwMg9zo5XLqd9nqOWU7cOe247v1mULtKJ0e4EYDDbwqr8+NOZNmFyv6ZvQO8hiomtyg1zdMujDFR
caBb28WyEMmXzoapd4Co1823jrX4ivppl3/LWtkfDAVCcP/xBbat18kNToRJjXhrAPEunBQ5qy4p
/K4221ifhuFNDjZi6n4537XGlKK4NlivaBJUeESYU/a8VPml8c/NHt4C0DzKrPTWtv32240WdGsC
8brr4lYs+ZvCbyP00iy9bjxNRH4m15dFDdOVqr1LHYczO2tzXScd5dPzMp+kFBAIHaOfhy5WvubF
jTuJT6Yu0lsgC8XTxx/57FBUY2hibxXKUwhPDzOavkmNBEyFg3G5CjscgO9FZQbG++OhzpxPaj2b
3oy/lURPW6P1YMDRR30jHnTsaA6r1k49L7IDxNPol3LXmemlRPfjIQFQHS+hLy3cmJD4xDnZozvq
+klGNui4WpSt2nI3ds78pzxdlPL+b5KgEY5HbDx3kZqWtIDV1zUWbktXqF/WOye3Ll0KZye3nU26
vr+Ur46HmrTOyBI7R6g1H62vWTAUd+uoNKyplwyEVBG4nz5ewHMHAmMRitkkodxEJ3NTqav0NUPE
NDWHLEzqqr4OxuyfzMzaT1Cglxuvc4IHVBAusXvOxBaUKkCSbv4cdKdO4mI0DrrOyto2TobchVJY
thHiWn+eJcJKowKzoYG2VvrJJbs05WC5pNmx0NWPuirWe8swEuiaS7/7+EOeOXS499EqpcKFPMdp
AbTrVL2KkTTKTXCYRJuviacJrwhkby+hfs5cokQ/TIteHpTk0569vRhmB6qyjFvLGrpoNmRz2w7Q
/xAG0robHyWt13ScqpvKrvI7OQCw+3iu77FPW4uK8SlwkRFz+I+36ep7o1dt2AT+8hlL3+nnOFLF
a7TaPrQWhRojdf2dIP4Jq94NDkTrl4wMz5wU6JSkrAQh/IZ3smJSX+Y+w7rdLqdi70p7epyaAHjy
vMvKoLj6eMZnduuvqiVkc44K2MjjCSOH3s1JzoQRr0hvi9pNv4xDl10Y5cxhZJRfRSfdIdE+eSOK
wUg9Qg7mhIXwt1HP3TCwyuY+8JS6zTE+eCZmUUR966V759yWIqSDb85lgPTVaVg3+0s6tTpFAGE4
V2mr/LiStJJEJqerLus0emqGGc+rVe89fy5eP/685xYTqjHNrK2fRgHz+POaMi8SZVMTkIa1cuV4
bw1hxR4l2391LTUv5GrnjirtHu47wIqEsSeLCZLHTquMS2Fl28xh3VXdjVnl2cNK1f/CUXm/pHTd
GYWOi0ncdUqOrf2glWODHFswJctT6jpJVGKlEYLacw5It6tYZAkMqIQf8vE3Nd5Pc8uoSOttxILA
nZ6saZOIbkiF6mLPERj95amT7cxBa7lo8QEvQn0x7StvnZydp41+s9O9JT90Y5Xk+7xO7VDvm1aG
mltaKARqcH5Ge+p/XPiR27c+DgjB/VKgwAidiiHh0fHK+66QdTYhJNrOYrk11+0lGvI6HPq5QgDL
7+9W95mWfhwIe0pDfXadq8xq/xjCRoIBjgeJo42DTivk+GcgLeEqIQbkr2rLve618ZvosPJaRrvY
G8ig7mSyXqqVvt/0ULU3tsimTwURZ/vz32JRsZp1JpIOlhOONHKnrfNohAU6mvoB9DqKkEHfLvLw
8Qd/vymIfW3adMB66Jqd5m+AyjyrGEi1BxxIIpqPIppHN3nsZOFcqB78Qiwcr61HcmpzXfIA0wk5
Wdth4UgEJVJUidbbOBk1SbmGXWIFZmiodLrpM1TJD/hDNnVoTWBhorFy57/WVhutXWBJxF301fHv
/aFty0jzhvHbZLY4U2j+4r+ihquWPebDog+7Su8e67HA0+/jz/V+jVgbhw+GkMTW2TyJUkD21kkh
2ZSDLPTInlwvAhWl/SvqtIAuOZYvH493ZnnITgghKHJRdznNznBO5q/38jb2pC1c9DBV8LQiefjS
OhOf7cJg7y8nQGvkgvRwuHj5H8c7UOVSOkvr4XJe6HVzn5tW4nyb8gn/eiQ0Sv8B1IszhRp+vH2s
FRrOk045yGTv0TeX+2LahKqXtlBfTfqHXVjXrpmGvl6n96LMqJAPY5pQLtHWB2soR+wXAhV8aRQs
7pA6GiYMyeR7n+RapS/rsCoz1D0E6PeJdNJHL/GHu8nXdBHXNfFQ2BQpbeS8sJBLBEHY1TtQRg7u
xQnYvmjSBsfBvRzbv6sR5tcSzWpasv2aVhK7Rwi04qbMi8EK8xrx8igoZh1OGHpwwS3+LkJilp3J
cd9rjT/cjkR46VsL3hPnArMXJtqDAdq3ltCTT9acG+oKlTI8MSqjaD2KYq7/fVWIIP1xfgUIglIL
aGuqVfQfjlcIgKmZmi51a+FlQSjwZY+cUZTIJwfBrlhSb3dhS/D3HR9ZGEgoCf8CRGyUhePxMExx
jQ54N4DhIn3r7EbteoSXPlUTyvIfD/X+aJGbkqOio0QCQEZ8PBQ+AKKB5NnE5tSUh8Q30ltvwY+T
3HG5hXZyKQH/1eM6nhuNPHYVF9/20pzWdqx+scA+geBdEgc308Vs16+mHLLhkPN/uKssK/mrQ4lX
xESwifhULLVdRjWFmTXy3CRIvtT+PH3hqc7qMKf7m9zabWv8rFXTNiGPS/N16G35KZtr6ihpJlb/
AclnEv1mFNN1qUnk48i2zDlqc7fRw97MghRVu8B59TpLvDn4bL80RlsloeOWjtqVophFuA7SeW3T
cqgjQDHq78qays+6rLRv/QhCDk2JyX9NqT+WYZuJ7prObbHGWTW0T0Jq+j9gzZHxVkEi19BbKgL2
bTW+moM9vCL85t4UXW7+s4xYlsSuvWZ/Ed+1amfMeLyEqsC693FN/ZLuiGy8p3Qsulcsilbq6FrS
lZHqoJbflrnhf1kh2ImHqkt1JyzZp+rzOqRT+slLLLtH4KCTaxGbQq+cT0mJjngUEHZx8NALuCn8
YH61+tTpI81qxjetLbMOZlabLfuaI4AGJ/JB6DJgVZnHA2CykqpGkj8V+WY7bRvJ8DCh06SHQ4V6
XWiM1Ej3NbWJl0GTpK8VviF95Cb2IsMB2s/tOgT19GmYV20nBF2wC/v79CrfhNOJZOmSc3YhaZzs
74ljBhoY0NfsturG6IPiDmaI9KJ24Q8uDLbdA7/v7W0wj6eW4AXqC9DI48PU9/AllsExMEDVi2gu
Bm/vJ8MlkM876NvW2dh8+3iZtgKeYx0PQ/vdbmDz6ZEhq1TbVb6Yb6k0JTtHcO+GrRnMnxPhDLfu
2HSI5xa+PYWFr2syMiqjuYRsxdt1G/F44oRtOKXwNTeN8FNsJgqCZjYvHv4TFWHdizcU2ghezAla
dMrdzPk6CTxu7c7eqIBGg4yCmJxqvUJJRSJxWjVzD5TA1PB7V32rXmes3y3wUlMKiEJUUxqbQZt7
YaeGVl4l2DZQ2VK9bkYASvrkSTkyt3Z1Z5ZpmMxZYuzy0sV1o4NwsTPSZPjUjp3g3y7S7coJii70
J78We4CK6xhhJ7lU4eCM3r+TnjXVIbDGrNhJLTCeuCm8alf0c/DYmt38vUyEvYZNljjZoalF/+Zk
Sn3yhyb4MdoaRzxNOj76JNxujlK3tn80agTUmTXd8JAUMOpD0VnG8NKO+fqSmEr7ltfCffAQFdNh
pbViigxHIFralCq/04IAGbq8qPAHtxuzvpVpOo93tj74b3Xb2AuONG153aVrJ6J8TRt9r7f+/I3G
X3+9tLMEEJInxstg+70TakON1GMu6keaSLWMZ7FiD9f4fp6Ew+DXViRMT95DBWd30UxbXiDDezdY
BxDeoS9ND6Wsk8EPMU3C0aGH0DIcSK1Q4MyLZb0VRVkBGccQJfLQ3PnOeeAXmoABbgZ9cAR82hLb
IVVo9bRvhL1ATPNn+dmFH2PEY+405GQpto1h67W5ipOxTD+JiqjlefCb9nsqddSgBY6EX+jwVX44
J+b0rUJqUgMOOVc/db1b3asa6eI1yrXSf5sz0WpEPJ3II+APzhvF2uXzWPT+Q+rjAxstWh/8vfLj
P8+twsABDQ73W18bsox0zQ6+6POapLvOTRMVL9VqeMCGEhOZ3sxS+BlMIumjxUvE42BUqRnNPSyi
EOdiIcHkWHMWlu4SdK916Xc/R63Qlx2IePUAvoymg5UZzl25NmYeB0NTWmHbQP4FmKjpWhx0tdy3
pYZeVIsWhLWnt+j9rPpi+Yck3uOvbszB6q8L34GcvRbG8C9JRdXuUn9evziwVpYvniWwMMWMXeui
rGon7W5aWqeJvNSXMh4zz31CvyX7PMCGdG6dnK8Xkj9vtLm2y5AhrdysPHCOxHNrjT5+YlW79pI3
sR/v0GYugxtH2PUUjdnszruNa5eGUy+Lalc1Lr88rZbRuq66uXrDDrebw8bztEMqexwE0KlJ/8rm
KnmoJ78psD5S+psDrNULS8sST8OE2zJkB9OOORCkhdrkdJ9szSnMyE0X65+xLbw+tAeYOuGMWsuD
mfotWzQfi88CKrJ5QGiquM3HxHfuPCMBGCkWW+nXOGXYTiRlnjkyFJVXmZGDxeydFTSYL2mzyXmd
c/lcJVt5bc7X+SXBQS0B1CtcFZZJPo1RMIO7mi1TNcQhho1BTg2n7MElIRJXyZipR1j57g9VTV4b
9it2LtHmVtXu0bIZxtBq2VQ3trTyT0KzBWG5NSjva5cL81BOGUmUI0orSjNXDI9DYhbZk4nBbxN1
sq0LpGlp4YakRoYfa/04P3uW2foxCjR+j6Srmj97NB6qqLfSBFCO8Is6dDE1H0Njllmx19oqhdDk
J+l629lTW9yUqy3/1hLS1utCinrZYfiT6vvGR780AsjsBXHCJ1tDf54FblGLNj3jf7oxd+0sf0Cb
HCSJiaZNcwPl1FXZQSaqTsNarEF5PwpX/EunwvN2APkXa6/ZA8ICXrHoP+aJrm6IosnkxK2RWz/J
uImF6kVah3Wg7BhtQoafUCQpk6hRSQ8mx5s8IN6mLKg02k6v32haHQiO4mpNkVyh6dybbDvFn/rB
s0pN73H0DPu7yIIpu1qVmtxP0IGHYt/UQVruq6LRn5bcWZdNu7J69KaUNcEdKMUmJStWtrVZqGtp
OuUPfZOXiXAoHZ7ssfTTA2621XyzjHM1hFpdGq9r2fZczeac3oxIfDr0K8z6jZqdPSIuVU2v+YK4
eTitXt9jAodR9NRaHJcaDkqzL+3cfxpbA/uW2eg9JwZIvPq7YgCYExaZMzN4V/n/tvPgtGAPmuqV
Y6mPIb4vWnE9mYn+t7TXRt2sQ2k84aphDTvZ1e5NjsKeOqii6Hw+Ut0+J65L9Ki3prs+Ta0Utxoh
KpFFwrKIDi3ta0+o4kXLNL3jQezKH9k81maoGqX/Bb82M8MkWfr7NmGbx9OMvtcNolZdDfLfdrK9
kwbBlTuPK4Ql3GrbsCt0zHLSqR+DSAH8iYcK/kgMLq61b4O07ZGUl2puQHg1+VYeC5bvzbjhwQOj
77+CD+gfi9RYeCvbFn3HfEh0dVMbihcTp7HsG1GmjfG8EdR15I2AlW+mbEyzyMYPXBEdGNoNYaoD
jYpdvxYHLPjqHMJuNtjoAy41CvOOVDYW0L312rYNd2G2DtlPcLvCDLXGLsR1M2SLGdbWWFSfkqaD
D1ivo9ncSx95ky8roXd2V9NRSUO6K2uA8WUlN/BLajzmq1EGoWuVybBbONZjJEajsMgMeh8eb7Eu
beiOC82fYTLrHVC0taPa0XXLVWLLJY0Lry5f9ULKJMybWj12Wu79GOySf026wkEPaG6XRyVhR0RC
cFPtVRbIIARHIL9mmlRPdJTtfjfmhjfv0VOdTCxr8l5GPE4JoveegixSu5MpI1Lxdl8osVCEEGaq
h6M/szvazpnuldGsIyie2ZjuDGMmU9zoJ3bkqCZ5xrSbsrkhVPKsacZQRQJEzY9ZyMCKx0ZP0IFX
Osu06G37YDS17h2mrM3aG+VAnviaZRmRnCcH52snda2P8Lb03vyV6kdsOgXaUZ45JOi0ZYW4R+s9
8UOKyMN076T24IUrfysQwZr6RdCbWhHOtWlR+BCZZi/xUPsTz4rSJck77p28oy0zj0Rpzo/esEhs
vxLd/URi5V935jBpUcVoP3EvFcgeCxQ6Oquwir0tTU5ik2EBfcjFYGZ7ncp5ECaqTf4GQgDZlxBO
Tz97ueqsnXIt9VUaXlGG0h6Nu8AdV5alNKzXlAID8mZarl0hSaT58WCOtnXgLm/uvE0kIWwWQ/+H
goGDP+U8EApMfhI3c0HYpFtJmlzN/pTpkWyctI2UMzkyRrvC+AlDQdtWQxhsXcPK4zyx/GGPpkv1
bNWOwEN0MRcVWkHWrKEJY/07jFjejbyzQUcbBe4HvBJVnUa1kP50a3FByVt/lHPNWe7AmiCh592s
JUjscJmaNtlzJNsmKt1+vberzkxifxDFEmaA5HhXPbulsAHAbIqKcVDpYYCmPMDDaOiVy87BR1gM
/niVmZrh7Y26Mv+HszNZjltZ8/ur3Dgbr3CNKTE4+vYCKFQVR3HUtEFIIoV5SACJ6bn8Bn4x/6Bu
uw9LDNLy2Z2gpCSAzPym//BJ1LSBDwj+cAjkrOu3lEdZEblG7fmXaYEnY6DH5XRVWqIozkqDYBW0
Vob6bMzU5F7vO2OIUrXq3/Bc6/R9nJhdd8jLSX5y9ZlREjVEciMmCqlQpgjBBcKfWoxV+4WRwaBj
tJQ4tXdOZm1BRqdVWh1oXGnOTjIx1RFrtzi7dUq82TOv0dLA2cTaMPjBM5tirnHwVpRmH9jUHHSr
8EPoSPIgoYRYa/QPsS94Pz0SQ5/7BIUfNme6eKGuUo+EshZfi94cZFjiEsRlxLYmlNM+uexmiXZa
r/eAtEyGVRpdClcuQWEO/VU9l8UYyMpdweg5fdmGXse+DZ21FNbeTuggBLHwQYzz7SFusXIyBu3U
qu99njk1V0/lf8wd5RlkkJ0dZwG+OU5+iJ0JwB+TndYjDcOPMyiANT+SONskarYzeoGcEutHW6Mf
Fpj4R/V7T5Nt/uDVs89EA0U0NxBinEcYfC2t/cp3y0i5VtFHDdhCEQBEb9uwgsbDdeb72I90q1b1
hzLL7PPVmnMeA70p41CJorJDq8mxLVqtulhDmImzEVq1Gm/Emk6ozIG3eJZJ4pRUBJl72TUS5xSz
9mqXEIgk1U3MNf5FiYEIkrMv16BYnfWSm4G02mo6UhMcfs3nukjj266q5ed+rbTq0irGRUNdTszR
lFpI12yMlTjMfbd41MdlkeEYT6bDVMnzL/JkEbd8EcMKO8qAPZwL042yepw/JvkCzqUAsWaE9hhb
eTiLxL0wEVxxOFx6eyWmheDeZV6dwWVjMrqLJ8cuSbZabZd3mlpCv++cn45YhX8h2iH9mGI8wtdX
4/xZKaZTu2LQuqfG9mlrGaPtnhmNPZqh11vWzWwZS03HT5aXc6H3gDmLtH2wm4Q0c0xyPvM0YJ4U
OhIP+qCzzGoI67mNL0yJEF04QTC1dtmcVmU4JjK9H9ERluBdOyAvmZ+p9KJN1RTjW+NMTUBfc7jv
mlms0dindnOOtrx4Tt3MLnbZ0FKOO8aUuMcFIliz6zNnmIKu8LXHtTa7JhQ0DJuDWbVq75iq8gJR
O9Bo+RN0xSqdSqAfq0YFqzvOOcfOb7Md29P+TuiLv6VajnhUN7cK+3Du8wqz93h4EnJQ5pVbrWUf
Wf7gPM9MSXAOXduSSprENOiLPMt3k5/TcStwBmoJ2xV/ZLWwJXsytNX8oWTCNtbzfBMmgAPQMyHJ
luclztLzJB+cFnkSZGDCkZ7Yp06zgVfiBl9x0PRa42Lslf2ISKT30zUWga+FMXjpLh/n3r2cKnu4
rZWTfkGszSl32aj3RUDjtl/PV7z2nvECGM48Mi4f51G9/GHohT4RfzN6Cqrz1L3ZTllyHHTIdkcv
tiYOoD7XP6vJnPKoIDEraITW1ue5Lsdvys0bLcTiRG9pwlQ+TZhy6ubjxnVrA9GutgzEaI8yVJ5y
b7VOMCVBMdoGCBsjZkfkjpvLkryKy6XpzAMsFtxYa5lYboAGUfazxFIgDWAJoMtdgz5/GjA2+q7y
Pi0oo4q63AGaUgXlTE4sYvvjPzdPW8WTzukod2RlZU5fUcnryY1tvgZGePSE3NFknMArn/a6HMVn
vR0ZEjh+Pg6BlTVuE+TcM3XUzbr4KR2HemLMtpEnmgvU3XkGrJn9xe9d1f30EeJJkoUJCdS9Nrfa
QGIwa0fJgMYL4Lx1BOdRMZ0tEK0IrHjC07Ynxf8oK2lh3T6P6kmrE3ldyiz5URVN/GlesuyrIlum
V40K9KM0kGsO4zpZHxc8zHk+W4PJWtreEljohiShWYINdKnNssDIEvOqW6hxIJtC24yW2UgOI57L
d93SDHeLl9Fu6ds+LyimJWGxowGtdlpKhAhR9m4fPBeL1cBOmvmW+5oeQj5r07dWs5ufsp2aFrpS
5nbhuNpFHaxI990i6GXdxyouzqgG1E+xDtZdygl6ntsG4F5J66Sh5Ndp3fqp5UAPkrozBTEaul6g
U4Pia28v3qOkMhyDlHbDN8Pom3QHqsXNI9k6pN/oHfdMVsTa3dDHWUpy6yEfQ4YydXcrKEGzc8tf
4QbkZmV96VKnvlGmOX7zi7YYL+VSehOjyckVgS6dpL3MutSrI8pv9LBnf2p2WS/95qxgdPCU0eq/
8PGCrM8RlXRv0SrbBOYYO7Yh0l9eH5G/VNfr3I63cTHm32GZTxdo38VpaA+p9ZgNhb8EdV3TQFaM
cq/cfm0S3JscpIMBcBV90KtafKqqWcXcoA5XzrQ444fFL+n+G7ZWd0eu4nY/2FWqBY4Zc5nPxDNG
ZHqj6WHFnX27GoRtmM0DvUmQcQJNJ91oaJTmSX1nOJ1azulu2Pcr2TJTv5HCOZoNnJWChBb8Ssex
nM/Gip5pWGZ6z/bpNNr4VYUFXpB3S22Eqaf5ZbQM1lyFnSrRPTMB2X0oOwvFr8T3C+/aZoT4s8QR
97GRFLycxS2TTpfCO0viaspJ2XQ53XIaaA5hl6Ou+ySvO7SonakKSx+d3LAoOutR2A3TiwGviG3+
otXGpUyt4TylkREHUwdd97B0ySqjOKvdkpLamBl6Tmv7Y1rm7BFQbiN36PEl+S5OBU4CfadsEgPm
6D/jaZovFzmuT2XBnXqlN8bECYX7PRxIhcdzsTZmf1xkqR2dRU8UgyFHxftq8v360JO/fPPnmVrW
aldz38aWrHaVLfNbfGS1D7bb2vc9s9QsUNJxb2EsV19kNmlZVBeuaINeM/kn5wVf8tARY01pONkx
rYB5IXR01I0itLjIi106xBvWuB82V8l6Gb6S1OafUuURGN1YaxPOv8ccC+ivOtIbWRUcV4sDUhQ5
1Za76C0yjHqNQEYhSRR8kf2IrVH0wTAC0EJXbE5KJjJmXwVw1ps5AEpvPpKeOHd2Obt9qEpvPk+a
1vCD1hXaWTkug30xOXI6G1WlsmO5mOljtdJIukzReZT7BInejFx/pESxrVZ8WSlc0kjQ6CY85DSs
joPrxX64MPp/RA5I5HvYZ43YqXKR6Z4hbnILYqrEV8WgOdU2hn8AO6++CDm7V92sFQzZClM/A9yf
N0yYOg5CUfnFpcE8awjMschuNNMgtndq7POoHur4WwL+rw3k2HEx4uQMJ8wrV7sKdNKp+3gZDdLI
si6GyBnj/tNa1mBgu5ZbI0BysXuEuKj9yNkAPwaQDWnIzCL+bBdm/qEfyCDCdZIW83FEXQ5q7ejx
pVlbq2h0kh7Xw7Eqz8taacne0Hvt3OPicyIUUux6149uXB+Lvlyr0ME8oQrazCHw9L0wLm17UG6E
OgG5F1UwFGbTzdK935lJE6adNM5WGvXMFxqpDjmTMRGodCZ1dapx8miyy6Gmf+bYBGpuW7KNBHSf
z/WzMCz28yu3a3zSI7GaTxWYjO+NjfBrWBilQU4woGjhJxmXtkI5PmT81ruB38Tdh6laM2PHyahc
VDwWrP5sXy32wTFKPaGISNdPgyUmPSwWp7F2g0bPh2zCUHnoNrP9qSnBdF+k2C+ZQQfQ5GrRFt8I
pV8ZH8Z1KzO5fER6Ada0eYixBtlAJaZxJ0ik+4CRGmPdqizOxy3pCREd0+5diZAIQlm5+aGk2qlv
Y7NanypAD95ZY9fq0cuy5MaR3j5LWr0/zpqRdnTbO5O+gL0UNnAD378a/GX6zMjCa49wpKoLCiL5
pJUJN0M3m/yNotLMm3Vae5/cchzAilIOfGgJRThVeSu925gkgqaOa5eUnIWVRlvBPe6StvB2XKyJ
T/NmUvLYAPaie9SWiF8seMKXl11ppVyW9pRfL3Y8f5GE7TuLj5OB5RrMn42XkvVuanmXg+U384Fn
bD7Yed6SxuZzTKfc4md6hnlWgBQx8K+19EvKUZdtHmB1YcOLrUYwgXzYW2uK6e3T2hdfndklgzC7
OPsBNgK5pwHlzzxwkejwrxjw0vTzapsGFf42Qt8t7FDB9V1qEJrAmXQf0jqp9KBx0AzD+d0Zkqip
5fBg+3iGXSgGG320lNDnKIcd2Lmts7Y4huCM/Q00SdHuF40aO9KnnGBjdmmyHnya7o/Qo62tbSyo
XJaRkdNxoWulgqEv4JKlnZGAMUrcyg6K3PPoAWnEDsKDk9SRvdaICpL0GeU+WwugkJHuKV+XgSWn
RexHa6i064reM8a2bVEO7XObdl16PSfehHdBnxUkPPhYWgu3aGYWZlSWswYAZUyAdHbXKmM8vYRO
b0n1KJWU64EEpk20II8tsE3+DHgTYToz1e7NYbY91OjNAohUkFQO92DkSqPO76zEkWMc6MiLlkiI
LtJ6sDHfra9lrc06jRiCjn3sdQdaFbaaJll2rWvaJz2tpuosnyfpbn+vypqLFL0Kde8Y40qqpXmr
1zxjMGqS2jD2Y42h9WEyBKrRxESZv066cRRzYU5X0qaJzsSgHeufCFmPaxMyTqYQ23etk8Q/Y391
8Y+287686GvscT8VOK8MT55B7LzWvSZ2whnh+fkj45ZOf6hGh1wojH2nMr40Wit0Z1+WzAiPsTGO
DJV7a/XWJ21uNkAP6Vz6rQY6WxxYpmOamGx23AshEXOCz5at6Rxuw01M+mUFksII5Hud3SP11ABQ
oAPDRAWVh4K3A3miV644jmJV2n0lzIZMQ02tYFgSj90CxHnQJUdKgLvwvjvSctzvyvEKdzhkzEmT
NLBnJ297OlCZXX1uPaLMk0/pGkezN1vZxZxl5fBBLBJx7BDeG5LfqTvH7sXcQdk4ZNY4Vpc6Fbp9
8HDYmKKS1vl667T8/k2ge4wKkPDHwe8pyZK5fHBSXZu/xstM2GBWsvjHjv3NozlG4R9oi6vxzBhG
Qmaqm4xSaK9N3fmiKUSdnd4txmNfTXiJDHWZTYRK1efXAKJSuW8mVzXn3aqveTSKyiq+ouwRS+rc
3usiup62fuyAmqxBXi+rsbO0pXKZZdBsCRdh197nghNzhyZgPl/2i6CaWXXiazTMA7II6D0vX1Qy
p8/dvBrdmcMlUOxmu4i/aEnX6EGijdMjKpuJuZ91v7jLmspSAez5EpMlwp8doWJWNF+Tvohdai3L
n49Jyx8KiRtLfJZwXJ6UkLnY6WCdlwPATOMRAhI9JkHP3g+UTx8ugFSj3TBJTcpd4eXr10W6zR18
aONh8RLdpWDqs6iXaVYzRCBHDFIJ3TZghJJe1dTeNx7qHQCZ7b4SQezE6dehT3ojHEU3jEHVtsvn
ylyXiUR21PWdoUz5Y0GU/POkivlcI9kvgcU0zpnqEbynSHMizeJcYHJZnFl5LsEMDOslY6CxjJpk
tC8aTs8UrKZifNMuMQa9djYVl6WLSeZE2UAZabVtFYyp2eIRwGCcyTxNoO/VaswPbdO6tE/dcqx3
sgTevltTJr93OTfig651PT1pNEwxhxBuujDXsAAhlIYD6CPl7T5kUgCaLpqx+wzuyLuLi8oo9kkd
u+5dg/P3J4mhJYAdexZPfjMWC80Y0S+7eBFVHYppLqIu8edN26FwUWpGNKwMpxkX3Mt+MCbkOkpZ
nY36lB4nwMzNlYDKlFFSC8K339X0MpCTY16D2CS9n8nU00tI66IMWxXnCb3nHv9eAn/N4FPGrh1I
4XZfZUJsiualAs+RU7oTjQsf51u1xsuRtlZi73qvr9IL0FRahbNhVpVRFq/qcQUm0EeUkcv3yjHS
HwjZe14wpWK+qBB+GveLlNnXbpiAK3tpmt8MrZ0xujS9Btzisg5MWQazu6BeonxFht+/2ugNSWhU
TjqEIH2YwzBcZdo7jDXOB22F72qA4WhPsBpLWwtkvA73aUplHODFhXi+S6bT7ex5mW+G3BpbXsks
9CDlBlqDpHNLbjzDB3CVjD3Xue8jrX4waGl+YrAP8mEsEKUO2ZY0rvM1ay+SmRQrGqHujFxumymh
WDP5pZCW/aD7c1wGXPvsG7NfBvNSa7suC3QmQZ+TpHdKarweSHfTd7m35zLy0j1mqule6a2mQpfh
lbEvDb+/FX2ybtg/YV41SefcIK2DzGvVcIkH2lp4S5Rmy3KTAc29tzIpq4vOd5o0iu0xT0IJ6GCI
YhEnHrMekoy91zEV31oItPVHoZKWXqYh5N4wq7zaq9b26f9QANKEHeYxVIuhvtbEXjssDXRwPkGx
qNed1MG+0XdL3STSUz9DJd21+gsmKUvz2chXL4tWW/O+uU3vWaGU9TxGHG7UE/KqrvB3n3vfPpN6
M1yNMy5XIUpIdNm9qqrPzUajhZ0aVHJ7EgTzoxRj98wdynCryPStWURnW6f8nA0v7HLMoB/zvFuP
OVCKkh6sxmgWeFDx2KWdeDBmhIkvDOLd7VoZDvnA2yDN33BloMWRVfJQPdLJ6U5Fj+pyWBRJFX3Y
Nu/21ZyKszF/d5VTKiwiv8gdoQCOMp2P5tEJEp4iRTrVWnth29KDdku+vmgMsE8FmI55sZIwQ438
nUf7DZ+3LfoLDgojk47i9vO/we9VYhCJYmSpbVyGL9BJbu4bLAYOFSP8P18K12TAuqhHEVVOCVso
8BjlUrRu2BrgCiwvGw6JU6hDasj6Ha2SU1Ttppe8ubT/MoVAie4EoZdObc2xG70wzts6KGLcEgq3
yg5LnjtBq9b3SAyvbJANMIwnNfJmIANPPl2xtGsMhMQHP7CYZ+U6zmceF+k7L/C1pwLRDKfVRP70
tw0Cmb1yizn3QyB8GM5OIMCt2Ch25SgY++adeAdO+creMPBxN0nkYUswqX+5N0wQ4n0Pwz/0Hfk9
s/Vil0xgzDPVvCcP8tr7QxoRtSoudnbjCUoUipxspZb5IR2Q7h5AgHtVkva+8/5+I+xt28KHp8eO
cNBXOOXptqITVId8Jm2gid8UrXkFasPYdZ5mfRilN4Z5mcZ30pmNj0wWVWSCkbn/47sEjg+Yb5uY
CaNmexV/O3CUdi40DV5q3wGdDzMfqAooLcv6U68SA3LXtiU9One4P1snC5l5CpMbw1NYuu5oB1gM
gCeb9Nb8tE7te7Kdv28VCxFIZlpAb7kn/ZMDp6VGz+iEEl5Li/k78xOGmwuaCJ8h2mXveUyfEja2
J9u4uo61yc7zhC9fYZ73RsyYg4aXa3hXrVt/k0yp92Q1P+h+VSH8CntXJOP0DpXn9wuadTeFDs7f
Bmk+WdeZvU4joec8iFHsW+y6Qqlsd1/5bbvTEmcJdaMy9m/vl1cfFsdi9gxgYwg4Lx8WMMlsy4K5
0kAzAy47UHcwfst+xnAwGOxCRqYhQZIi7v/Hx5/H3YxENn6tCwPo5cq1LTEIqmY/jK21+lhqVX23
WCWt1Gmeqg9vP+XvFwAUXhSPt/hHPDoVjsmsPm9H6bNWnXgHfVrkwViZI7y9ymu7VFDRQi3i/Bun
6gOU5TFtVJcLdBYdjOGGuZWqq4sFfPw7Eei1vSJMmF+QSd1tFvTy5a2F30sXBabQB611PQ9LfG2D
/flioMegR2ttx1NAEpCL6O1HfO1Fon+HCxqOitBot1fwt+tFy3X6n4rKdp3M6mtpJqLalf5gTbu3
1zmlym5nEGKlC6FToD1mncSGXjPwPlgcHyoBVEEkYDlx+WDsmEhAnwTAgPmMEk8dIMjryfL+1Kpy
W55rXLhMLtFFPbV+V6PJeJbhchgjkh3aiLUHueliODflaBvqw3sKfK/tHDQbNy1Wi779qb5mighH
vkBjDT2lj3s8YG5jTIN2+KN57wSp91Y6ebEoiK7ZInmxidOIqKwMDB/yIt5VsrXP3v6Gry61ebSa
yFYgN3ZywGlnxUkX235oa5n9HaEKnNCtrP3YZul7HuW/py6btfZ/LXUSjEgwHMWgyQ/H1Ees2sRP
NKF/FuHxLQBk4i359qOd3pqmIHHZFB30XwrP4mQ9ihvE3FShokmbjAPsoxlo1uLvi807wLLmce8m
tHCspezfuclOX+qvlREGglO4Rd1T7mJuKjiNpqkiry+8n1XT+GcF01+E8Y3mnTP42lIoJurczagN
CvvkjnEQ3i+XQVeQZkfvJ5B6O4QW8TCMnfZemXD6/bangi626QNvbgyn560sVWdmCShWzZqvmLgY
H7tq6gKGE85d6ZXvseJOb0+W28i5KMWAWUTw8uTJjEFhfOL5YzRrGRhJxzuIX6QJOBQMTZuG34Pp
3Ttf7vRK2xblOiEvs7dCzz9JQjMxysFtQGZ6DDk3x5ziOCJF8tjBFd6TcYiIJk9znirpfUuXebr/
4y1LSsNXpDyyeOaTgz8mDNG6pRqiaumGw1Dsm+bOqhJ1U6WeiBi1NkBGmvce+pU9BDPfR9rMR/cQ
1tTLeDEqknkWGaKiy5nTOKa2hmSozs+ky8ASvP2Ir33WjY1ve5sALpvp5WJSAQwhNxsgSllZ6FfO
dN10aX8TG0u6HyRgM61t9Hc+q/HK3oUyhUwr8oOYe5wqlZeZm+hJ0Q4g0Tvz2qRty9TFc4bv5dD4
RzlO04ObrsV5PvTmLRVe+YmmsBVJGLsS/xtGZbFfZXSmoGtEcRNbgYG5+HsZ9Ku/JQi1TUAQjOnp
lp8p0nGVzgEl6xD05OCtAbtEHLtS64+dI8ofb3+L13a7C9UFQjrYBf00u4PsWVeWM6nIAhWtgUHU
yjiyQDQBlpnrC7xUsx3spfiiyMr+GKN5Me7f/g1+qT78nbW2HThyIwene0SRgVC83A4dTU5zczCK
itapLmi7VXsX//Ojm2TFru2XNWz6QVz1+tpGomyAcfOFI6lUwSgFgNPbv85rmxOrGY88G7EI+1SK
BwB/EjcmI+Z1SquLahmW21GHXKGl4nvRJi4zplm+szdfWxPJB3JfRGKJVidhaip1fdWmZIhgBuWh
vZjjNooa3Nt88cYiYHhHN6GKbfedyPHqupgFbEqVwBJOHdEMpuBrSpsN83LLYX4w1JtwrMKHlGlK
Cm1W09N9Xkj7nU/+6rqIG263HETu0y/eDOmcKVEPkW6W1tHNC8cBVjzkFzGs793YLAZDEchk79w7
22s83WgcLUIYgtgIOG5n4W9J8QS8V5kWTA8EM8fHLJv7nakc8fj2BnrlRGHsA22cA4xe5KmOAFjS
Ugz+2kdO1+SRj+rQGbQAQBR98hPa8hj25myGpAYWev7KOnt79VdeLWxNHQNP2wC1d5p3kCcsXWGk
bKUydy5yB9S8hyfTgQy1j4baRD9A9u8J5rxyabEo3RSygo3FfrJ/iWQozfrELKWYIaOcQnReaKoX
bpyFrpjGPz+jSB2ZW5DGdVk/jZFevwkuO94Q2eWiXfRO392mIHubvQ43Mgv1ckj2i+8uN3/+bqn8
Sel4sSZWzC/3zwBjQoCmHyJNrcNhaYzqOIhWj2DZejcmeHUIgt1y+/+xqE17w0QaZcudXy7aVn2m
l4LI7BRpczHb9L07T2g/kradD3ptXmOsuxTvnJRX0gHSALawyXs0UeB/uegS565T2vEQNXHV0+S2
1P2Ax2ZJfOigoL79hK8k6RhbwKZm17LYadE/DiAI1TiRcC1wiy3oY+diWq17jTlmMMDeDi00uvdD
sXaf3175N/NRQg+DUBxkN+GszfL25XPq9UqIX3zwRHQKmE8s8loyhPwJAWPZp62FParVduKH18Yt
3HUwyoA5NFM/LzH+fmQaAyDRnOp0B6oJvsDbv91rp4q4zMGiSUkRcfIRxDjpGjc3cdEDrObhlQ55
KHGumIzrQZyMf6rs9+tl0LumA0tOhlfGy5expJ7hSknJkip61mJAvcCkOXnIzMH88wCw6QODGxWb
evGpGQ6zIqtP4YNFMRjzAynvx5pTfuCCoXbxO/HBN6si+vPXiSEuundI6OO/c3KQoLQ1DiBuFYmq
oVdg1OrDlNVL5McAS2y83u7eXu+1mxiNPc+3SOY8XKBevk6v1vHdXOoxGu1YP86pMuDQ98Mj7EcD
7ekqvnaapnivb/DapkHIFB8XJC831cSXq45Z6k8JnIKoVsIKHV+CLCszbQcwUNskCax3vuQrN4UF
Qti2+J6YgZyu13rcwIydp0gsSXHViqz71Jn2cqCfVnx5+4W+8mh0ypGC4/lo+Trbz/8WvsVKr3Nd
84kxJPBL15MuNGIHAqKmAH8jFb++k5a9sqANy5ogzqxv0/Z7uWDd2DBQIEtEhUzife1Mz5WdmUes
0lrUj5r2nQ36yqtEThNdXya8aEqclkUM0hVzX32Kei6tCGRfcQDXYIMud94TD/+l6naSCm15EA5o
yHzRTT65+JwU6JiTzXM05OlyFBaqBTLT1G2ucmPnTENP+anXN5nq9fO+hV8jen/9oE8q+ZqhhP0d
VreNwoHVHcfNkMW1RHyfxJ269ij6ztkP+bGGxHJMkmJ4T57stYIBngJFKk1H8bvJ1WpYWGiCf4tE
1zdAhGKIWMKcxQUWdfWnBiQHWewyJ5994vFZIzN0R4AKac+D1WSQQhAE6Hdv781XYhjTAMZkBrmO
ywDr5VbRtQZh1I6tYjiDBtio8jb1pRFVFhBdrWEXx1Xze8iVjfVOAffayvTmaWQzi0Cp6PSaEQo/
+DSZo1x3nzCcsEnY1+EaRrmIjMEsPzn9mAVT76t3Ms1XtisjEOZKlGxsV9N8+cgJ7K96aI05QhQ9
BV7mFAEegVYk5PieDfcrVykq29s69MLRNzl5RmsoE4twOKPZEG/gfHuqDiB1Zma4M+DGZe2OrjTH
dx7wleO/3TRYUJAY6OZpD30xhOqKBmJ7u6BwooOIBauNXMdxneaaGwBpjzZ8exv99k7ZzSSYYptN
0M47rVAY/TfG7KmF05f1172R1gezsacDUMo/nQuaLMWGRaGCLMb7zY+uzcvRyV10MDbQ5Tncuywo
Rg+cER3tdxKZ154KpSmLL+ghWnMa7WujXXLP0ZYIKjAd+qqzVSgAraTAlKYyevsVbmH8xc2GiCCN
SVTSabACvD05iR40GZCwyCZkwKWvQWAz6l/XBgGWt9d55aG4eyh4TN4f//kvt7+RIHqQSGuJyhEd
BBvOF/wXfH4Tv5Hf3l7qt+2/6SI6pMbc2JQev7Qt/xb4nMJHgmBrmENblcdB9W3Uw67cDUpb9rS+
l0+6UU77txd97floz1mbnCyVwKkZVopGHmRVA9AR8DV0M8zsrl7o2bkD4Nj/n6UsLAi2hyNXevkq
HXhvBqjFDd804FIrelBL6M8Biffd/5jH/fcf8/9Inpub/9gI/b//G///o2kXJL7S4eR///0q+9E1
ffNz+Lftr/3fP/byL/37h/a5vh+65+fh6lt7+idf/EX+/f9cf/dt+Pbif6BAwAu6Vc/dcvfcw9z5
tQi/6fYn/19/+I/nX/8KYuvP//rrR6PqYfvXkqyp//rPH509/esvIDV/e+vbv/+fP7z+VvH3wv/1
P4fnfzz9t7Oxybrn3/7i87d++NdfmvlPBJQpM30cBtBJxWrqr39Mz79+5P2T3c4MmEY87RMGGlyX
ddMNKUvr/6R/BwJYx8oPTMp2wPtGbT+y/7kdELYPSS3QKa7Sv/7PK3jxsf7r4/0DGaGbJquH/l9/
Cf9ltOMUEPE3zXiuZbFpLp+c7ry0gNvJBYBInAwPc5z4QxYqvCfVQz+4OiICS+to3Re4qDUEvww+
y12PJsDSnemJNCqMxf1kyL2nWWpFjABG24rmaaosX6krAFD1Z0TWQNP5qWy1y6yeu3sJVKM91rFf
32CD4H1P+rH8rtdx+skj9YBrS5fCP1PZBF1O5NOahnGJoH7QGuv8EzWJGCWCUsI/6PF3b1Ez9ubs
skCoGQPh2lAPo1pzGszUnWK3TtVsBxDliltwFN1Zm3jWM67lI2ejQ8p/x0sxig/Qj3LroQEXWXw2
jQ6yFxwL48hsqPoq0ko6HNjB3wAlw7T8TJmC3aKCB1cLo+70qy212g5sPRkvPW2TFnT8gd83LhiM
JyjjQp26nNYcHDI1e6Hv5j4T6+1SNZmAH5AUZujC1TE+QrHLoPiBUmuQam1NGBkYhFUehODZUiBz
k+mTynK7uFiK1G4jfbDsjyV5EpgbIylgYG8q4eGUiHY6W6tiSs+gYUFasaCpD98ro8/dzxbaTD1h
N4UVznlPnZ1oVDoEEnEOSP0G2lWRZdVi3TtJB7bbaK1iCeCPQ2BgkunVu9Ey5FPsJirbK6tsLysR
T1m49pS3PmwBO9hEJECsGNbwoDEtr0JrdWQRomvWrNcaYh8Prj3H1S6eZ93+4ZpzAtU9HRuPyspI
kosUuRQnRDBjBdkLDUqiiiHT/pCrvkbAya43isigct65MPiH9SFFSYhCpooaRBPisJhXhmhSx88G
yswmMZaj1fGl80qzRsCr9ZzA7c3WQ2Kg8D/WdQxFA+H2+AxrtFUDDO5upgaT8lDl2fosAd40dnGg
IwX3R6Q9WmcOahZPU+mz6SCudC4qVCmewURiFw4MdDj3woZqmuxtd/Vv4mRav7Xz1GPtqMfwqKcm
7YegyQAnBmtrz189zZzvjE53v/XtDCEX6WJoeSBn8deblE4vZAGALv43d+e1HDeydelX+V8APfDm
FkB5slj05gZBihIS3iT8089X6j6nRapDmr6amInQRaslEVUwiZ17r/UtjOhD9JpqHgApuxfeQ9J0
RhO4MMKswIz5GVDZ5FOKqOR6cHLk+0AGsq9po+dNWIFfeounxLydiTke/XHA+5wPUjH9Vnopjw/Q
8I1krgPBrnbrb2PaAhNIqK7uFZEWD/xN51SrmFBXztB3t5lIjIvCS8uRG8SAEqanUK582YBLC9CO
xn1Yp97wnKI6nWE6tfXEaSXpEkFzrX/T4L7dlAYPd8DuB5m7mi2N7c/Z2D2yEU2XAMcOprtcy3Ku
By7HozK1FfhmRkpfssVRr3KJCzWcG1MHg5Yv9nGc0nhct02mqjtySNDewqTugqh1otdimVJlhQOx
nf3GpDuuawX4CGUiN4TKKcE8vjA4jQIddMHedsr5WR1l92ZMDi5TQ+tNGN5Mgf3SXZpzoICwRn/A
wIlqG7KOD3skxz0at91FpijqW+6V5GNNvQOtX1Wr4pqDmuBoWkKlzhJU50pXp+RRR6HMTad16ERr
x36rZrA6ODL5dyhyxfwgCbk7yiaqbxsPCpVfzU55Hw9qd4NF3DhMVYOkT9EzbV05SUe/uBD9UwK3
E8NYPJfNvi6h9K0LKa3nPO2cdBc1SjQFsRIV1z0+sYlvXEC1NBq3iVgb1OYSpU9dhaWaK8fGcLIq
jD0MO4WRTGMIWbq97cu6dX2AmsWB712RFqTAcgo4lEdD1dOYu7hp0xaXlkPjAq9++dAoRasFhaQP
B7DcZmOOz6qh06GlyUXdsWIF6FZRqSPRMGiNVioifCYD8ZtiYHP0TSkcJ8RO2n7J2iKdL5zeUZD7
tGn+dSqQyGM9j6JjoTaspag9BiSV/Xgy4trG4VrxqX3drnAqT0KIL7ozpYM/ZgOSeVHPZHuRicdm
iFgaW4fLiHFhRViMu9Fl1EIJHFNA0kWrZ9/0Go+nkSqYxCJLLhk4ItVrcMFYGKJo0qEfEzG4HqUe
9EtZGM0A4qQCrAQlyLrvINXccKfAHVEjYbx7ESaZla6WAnl7btwVkzpOGJgq+QC+MduBu8Fyq2eT
iqk9a6K3Ymzg+enSKJ7H3JqdjQY8Cuoo1rPKn/D/PrRcpsFP2UIWfoeqzeRSZ+6XTrL9wdEJCcOM
UpduT5bV07pQTKsKeCvAlExrkHzn/wYEwE61js9UtoH7COPOvpoVDyYYSbgnJGdJE0amgrzSJITi
qjSSApxCI4QStnxnaBKKOm4hERpe6Bks6X5fqDhJwBvWPawF3oaIxcAZdqyiMhhxVSRh5Bo0gG2Q
6D6esAkJi1z4PLIocRp0E4gtX9J1JAd4yO0nR7btPu8j65tmt4k405KjdFuboN+gMURVs3K1bsS3
oo7FEGZMGqYN/plO23QuzJ3LvjJFRApYbdwTcqF8leWS3o22kSX+ghlRQI6AfkuZgUX3/ANLuEGd
URoHLY+d0icgVhebspTKXVEMPAz4PSxOVZkjKBwh3bDYKWr0Am9Gh45Gv+E1yhY8PUXHDwgr4KJv
cd3CC9KTMQfFQWrL9RmB+q100vRG6xLna1uDGyDpNcq+iQrgq59WzgDNhnjBQ6317TenNvovrrrA
ERtrOz0NE3oE3k7aErFLQ9rPae8GGQopl4tY6tkX11xIIxoMSTujpyuMlrsgBduLR1zwhq2lx45S
FOwPwwVsPQhCv5iOYoyrXgdZstInEzYhPOX6VcpxEuFoAJocrT676HD4PPDuc9ID9z9CvLhYuktC
Arp6k1eWVxy83jUBa2bldD263vLuaa28G2pkABCFc/vKAOcR+1XZSsharcQJ7ljS/FqD6bEBtIjp
SjNrOUEQHFSXW7sGdALUHOGB0OZx9ns7VW+73rWqfS+02ttUStcdElWNrdCa8xYCQAsUKuEeopeb
xdoxBeZzWSeLzYpbOJK6kcRPneanq/FOEGOD7xSY3bMe6e6B+SNjztrBsaw4ZbopiwVwNZlSMCWQ
B9anNqOACFn2Sjvg9+NB9nr/jIEFPqxexeNBp7JwqLVKj/f36LlVoCW8NBHse/pjMRIPhVGsVy7I
rEQwcm6iv+JJSdV9y6Z/RwPQeHW6tr2J0Xbp4QCgkPtGle4tDAMITAIaQOtXpiJsnqt2xp4z1eZ6
dBTLOnCtx3utxaXizWWLTwdAvroyphmvAJaWIQ6wVQ0vVtpD+lw6JeFVEHX6HjHw+BzPM7zRRq3L
u4bV5tbquiUJsdpi3jDyiV07Ho4tNlviHkqn92dbsXcq7bKvRh2nRAhGhEVlRqc8TihJH6NG97AE
DnULOlVTap83es+QPLZHyNX5Mu7j3sSUUSFYOgB2RFuqxK7yNa1tKoS6QWyOga61IgK2ciHWMXl1
G2FnsxJMEKLjtTdqFrCQyulvihhWA7FRsI8ApMVTOCyRVEOBMQv4HvSsAdBVFBVrWTTt2hBNZ68t
WRHrXCOoO7V6D2pUG8sBtoyOSN/3mmTqaO7EpEIVjcub4/tG8q897Ydt2n83y5/31P+v7ZYtupX/
6z870Z82y8iNOryV5f9cvrbJa/n6PzuZv5bv8sdt8/kn/LlrZlf8B+qV89jMpVdCA/g/m2b0HH/w
v2z25mhbEOH/vWfW1T9oidF7U2m90V88D07+2jNr5h8aSkiauefJCvhx89/smT82j1x+PqNjGm/I
nEGcYYD62FzRlKyErWRNp0xpjVBVtBcHQUeQMnDzm7JcwB1gQv/hbP11Q/y4T//YgzsfE24EbVpm
uWjZaOl8PGYtXTrBpTaewPIM64Qxayia4ndto08+ju+HYWzLhNRFOXNWz3w8jEYPcyx0bTi1NEov
qPi3i0inEPyEHqYKJYWQenyZjdluKt1bG4Di5tffU/vp5NJ0p6+BjYkJMl3HTyPayh36Gdhue3Kr
bthCY/bWGKKtteoNY2BLK9sXhaoDSgFfVDSDvlMy4lwYcedbwg4tyPbtfOiFkV1qjFsP8VDHb4Y9
iN2vP+f3KdzfTVHOFMYBSOi02GiwnQftH8+UuggzZa9cnlKjhARSpim8rljZjGVhbRd9GXCPLtIM
PKM5JgpvSbRWzxp+zaAwl/eOLtsXdkrGMVXbZl9E+XQJzdbb5rrTr7vRMDY0KjAcAuTfAhc8jTaw
Bw0fH1s0ED1Cahiv4Pe92Ol0++uv9vNNwK3N6cd8SQNKR0708auVBYgLbLj5yfIyc9+U2sSW2Uou
1DGWgdcSVNKb7Xg0geSsoCCr65Kwi381/TmfXiwL2FBQ/DCjoE/78TNU0h4Z6qXZaSw7/ZDn1mMa
AwcwRhvEo3PlgYygVGnF726/83f7cFmZLrN60KXl4tF6+3RZO9WTg10W8Wl0ZhEsrvaYix7cOeBq
GMHS2yYd1MsIuHIRE6OntMPvJFXfpzwfPwJtPb44gyCeeLyDH796Cd+VbKzSu8LMLzcOCOUQXoPD
Gx9/vhtBENLmWzMG56Jj84bc7csENiWl3BJWSVMdMgM2jTvk83XWulsB5lqHlxxS9j51AKY7Nvu0
JH4TYvjTAkUKFQsyIh50qDq4tI+fOuvMepwUHZZ84jm3MwqlVTc30W9GEd9H/B9ODj8dYfZ5CbdA
I3+Wn+tTBbzPcZerJC12U9wrm0njJnXZJ/YZnQKta6dXowaK1zssW/bsFz0ezF8/IZ9mvdydNmNe
urrn68Mc63OMCeQOUQ7VorPpidSjVQ8XKsiz56Hz3FMX1eBfGyPTLnAFU7Wm6vBmWY0tyERyzsOa
JqueLesSU9dYBV2mIpZxrVbflQxf/YhknmErOlQGTWm2L0vfGjSf//vm/Yd3yc9rLKEojon0Cbso
j/hPyVDE3VhgBdUrUYDaVJL4GZjvuEoR+s5Bq81D7A89yJ20wQ8PvtCJmL8O0c4Z6CKvTZHpqDuE
9mKNtrxErR91/mDM8WUZqcvvHsiPI8PzqdbRv2G3wXOAJ+ZzyhiJDxlNnKG7MtKiuaGXDfcKm70M
YrodigJlhAaMcyjhgt8XFSiMqNAqkKzEjZz9HYMMMrOszy73tLtSHKNZi7L0hj9HV/+qYPv/cwhy
Tt367831U1nnf22L/p3h258DlfPU5PwP/pp92OYfOKUMXG5/lmpnHdpfsw/+iKm+iYgRWSXKmvMf
/TX7MPQ/iCtjsoF22gVbcBYr/FXH8Uf4MTBdYiXg6cft8W/qOPtjrUGxiOlI4yHGFsCyYn2etzd9
odj11LVr1pCdsLJN7fb+GEWBSa9JH2lP3OADJb1hPsZuti2GbsOHYnIHIl9ol6mTsb0E+DA/DPSA
NNkAD4V8ggW16FB2E7DsKsq+BvXhGe9m94IC3p+afuuK+LHO2vu+L9dRY69jkW7p/EJ4DVjz11O9
hJ2dBEpEU5CgZNGJx9iUIUEv4VLB64ISfbacKraxSSfjItvh10LJDhLWtcfAS2aQIwWbQb1M7xhm
PkXecLMIgVZCWWVed7CtjZEZfgcBpefnaOO/k9z/fGKNjy8DbGUDAErZYj2o9jVaytE+mT1gl8b6
zUz142vn5yN9elnWTZ2JqeYSejogtedB+02ctflx/TkfgBqL9R7OJWO4887hg0SqYTMr9XRs1258
mahUb+7tQoChFgU2JCf1Dk5O4NUg2prsWIMBqwqsUHaYpledC8OvK1YG+E7iWfZSsUJ7eOxRyqja
w8SNI6qIblZEQAzt8w56Bj+ra+YLD7IUXCqQJdcKOPgeZkXalX40V6u5rlYy5WVnxqvWAGSpZNsS
ih6EYL+y9g100x+e5396Wfx8hjkBGoqm83PsYCf7eALYDDlRzaBgDamKT5xspi9prAZe/4jympqb
IIbCN1GOtDmtNE5KrkdrPPu/efP/43X44WN8qi+AcBv2HHMdUi9ivOYxDfHOVFSf6eZv7imWnh9q
wL8u+Q+HOk9MfxAHVLU5eMh/WBaMJdQ1lKGUezgWfvONzgvjPxyHUs+zWezsz0nTzLjqvMs4s1K/
E7W1S9XIzwGyKEW9UcRj613QiaJc27dqf7Mox6oaVpJMMY9Zm8m5rqGYRasoeovYbPz6qp/L67/L
rP+cgr8/2qcy2JT9BI6wb9eUYIGYnDATxFj06pl0u4plsxlsZaUM8c2vD/vPF/nvw7Ly/3jmPbCS
IOm4yA0TTYs5TwWqX8K8ySP5m/v6n2/rvw/1aYkqLSatcc+h5onWHc2wuHj59Zf53RE+rRyib5kt
thxhnF9a5072v1ma/vlkAcZH8IsZ+twJ+fFk2cTrEWHEIttrV938pXe4O6D0edGXX3+Pf3wczm4m
hKLYkj/rUROn80CbcRwCEn1v2NT9g7rc/voYfzZNfrrjsOo4uIRIr/9es/7w0EkrRgwBo2INlZoV
jmyH+UymdHf6ooYUyWEJTJV8dJq04zqxGTmpDGogZDrGw0QTOK6db7qVXCVjD2+Ngq9Xpvuh66Vv
J5TVWsJfdcnLzqJhS+DkRTHdp6gpzbxcCy0LSiGulFyGRZ+t8traqPV73IFa7gGyecuxc76owBVN
/r1TQ9FS95o4DpCRXGJgLNCKJgSIBQ/nuzTvtSpY2l1nkSQDA7FZvB0jwrCkis4bnhoFmElSruMl
Wo8Fc76l3jEHB5jmhFFCUO3CmEzbGwPNVLXfdkjVMERUMj/q5Vd1n2jVW9I631B7PdjWcutG003n
bDr9nE533efOt7T3QqEQXKS1q4huuICm56biAOl8zfzsAOEtNIXwk95DZKWu3NpBn3pqGUAo40ub
4RVkCGyNFoLAhboZyi2y9cZbcYucii47wuy/yJr3nhJi2TrXXcMkdhPxbjx/hbG01pG2EPlw01ev
pf0lXl5685HtBi+nVyspTtGU+zaZ4cSWhNm4hAvMjApWd0fkJMLc9SjTy2VyD/2kb0ZxTwN+zY5p
T8y3DhRd7ZsARtxlOo9rvasuzreLkrw3SQG3Ld04prjh8oDaToOeN0Uxk1BTWRez0N/d/pwKEt2O
kGSDRIUCFGvZBU6BywrZm6/E49EYxtu6Gbe9IzdTcxuJ3PfmQ6HLsG4S5h9MalT7ULixbypnMNhW
hcIGh9cfABWnZ8pYBRBXh20atSE5CtwbbwqcNXoJnakESfM+8ZeSM7+6nEP3rfOUlR2TIONpu6Yz
iaQ5VDxloNB2afpqGCnF2dmncSxj6tDu0lT/rAhyO0gVOLrEipImxvgoBv1mrIqqCLvBA2l4JS3G
tHbokfMgKfu6/k0XTL5b39OPVb8e1ZNqCn9plAA0+U1VDGtMdOEEWk4xhqc0Nnn7mTDkecqyIqQL
77dxudYZmEa9x3qsX3rAvJg7r60qP7aO+Zqp6QvI76vSro7VMt7I0b0oKGVReGhRvAdOQ6tebLr+
S0/sR1G2D0Dtwsi5Jw7HrwTEiAqr/NfRFAFwc1Jt0i1+WQqhOQATd6sv5UqoC+BlIpxPPaNcmb5r
EWIT9EqLpmFChRVKAmMXb8zR5jzUG82mkvaS46QogUabUAeBSQxSqimrXCwXdZ5tW707FA2IWr2+
nOLypT6rn3QdYeBVpSt8AoQNJIHE3VVFv6fqacFA8rVtmrCKCOf0IbfYOzTFtlcKbkhrndXwEetT
1BsrYZtwDdGExHXQdeml696OJN9EqhUo5MIMU+TPlr6S7GHPxaQuAzvOr9vC2o1MlZLZ2GWokJO2
XOcMGiw1ejDMdmunduhy9y9nVLc461rJz5suPNpiuRJRoqkMV8GEAYn2gWTvPHIfgCVukXTBlCaj
jm+Yud2tLafNoL8MI0Pf8hbyZMbFqcejrFCpF8lOlMULXJbrpGv3CCQudDTfSCs2k3Kh2Dp7awI6
lhcGJCGxjT6MScZx7WqwRnIhbru6oheTIB6q1wizdmYEj0yaW4McngkckboMa7P3VoQXEpjrrVz1
RKEZGkS1jDaEb0VHa5RuYyVcYtLLiA+nUbaJMucg2vjRY4FSsu6i0L+pBJFI9SS8/jAPIlDsxp/j
C4CZ144+HI3mxdLjm7aHFz5c1q4M8SatlDPOTy/XbU4MU7krGaZXebYBkY0xdDoqafoAx57IDHFo
gZtrTnG5ZNm2t/SAcMQVuTu7RN628bD99VtQO1eWH16CbGodfqFORT/MePXjK12ZFwmQrWrXVlLt
U4ZONkNtS4fe7no+zs51UbIlJKMP/DaRh1mIcHBlusS8DOrlRK3UusNJEQ/Z6Pzmo/1UEH76ZJ/K
bydjbE5BRsRb4YZGG12pEb4tlBQWIgWupSeLddfl4a9PyE+lx6ejfqrEDWQ+7Szrdq1MWeCZD0i+
NiY5CL8+ynccx0+nnZkTC/O57XyWff5YSQlHaq6qZ3w5B+leb28thWq770692q4qxQmryVtp43h1
LgBSAR9YR1K4EOPcuE/k7vk5GUjk1w1zBm37AJo2sCzyOtlbY2LzTe4rszfvzYaRs9n5rTWDL3Xg
AL5bQDq62d6N9kN30yV3nYZciLC3DCymASBxa7AlHIgAiFpkZ4xHq2ylmU81hnKT6iSG6I/sqHbH
9SysjbTnY2t0JxRna1SOSRafhCJP52cO0O4DAr4nBVS7tRA+LL9HRF1GQ3ke/D8IW1u53ngta/1l
LOBwilsbdqIPJGldECEpFealQ78t5+hhHu0n/KA3C1sTVW83iq4HObux2km/TaQd9r0bxkUTdFUW
grj0E14kRsoDLX6XgfudK/SLK/d9i/VD1cgSGIHgzc+35VFlTRTtramsz20c1CMXA+d4eej3PaFt
rL2R95vK+Kf+kQaP/HszysbRZH1G/MkGgUprcvSqQjTXr+udOCa0VDvC8r7fov+qv3hXFfz6rJv+
oLf+P2tBbr5WZwWz/Pyjzp/mx3H0X5/u3PT7vybB5lH8Rfex6uTIMPnH9uP54f2z/ah7fzANpnmB
twvrJXyh/3QfNe8PRNd41pHh4+hTz96iv5qPJG/94ThMdb0zP0FlHWYN/qv7qOj2Hx4tQzgidCEZ
z2Am+c/A+/TnXfnnEP+fpdcYYj/dQOz6AYQwZ2JjBSsE9/XHhWd0u1ilRUTyTLtARcb8JbM3QG+o
Fcycyi8wkahIBG+Ejl/RCqpsz/cs6TIPrNMkCa1GmbWz9DfNw5iToF4mBa8Fnycaex0yXc9aiULP
+wuCGKnA1U7mTBDZ22OanJj87QyyjB6TXpvklsqoiy7xOuav6kjGSlAOgiyFAis2lWhRgBX1eqp3
13x1UpTJwB+zp4SCd22P4NabTGTP5lBaBC5FxZtHGGWwTAk9UIf8UiX2kqdoijTf0To1tHLPeFQI
DXpJJImqZtPnbEBgHmP6xIOuTgVnYG6RAIIoPbnzgOt95pIiRrep5bhqGal8DjyDvlfMOx0e9RWB
skiKc6KLr3u46IfCS6wNeVfT0SnPjIAlRQyMgtghN3kwjhqWvCFwm8l+Vxv57OlMFB217PxobLWT
jEeSDZwxqtYVdPYV/m3aEWbfTJuly4qBPl2k7VWr79Bi2ZV7JTHmvwFK1Zjg5HdWXYpdKab4zotr
xDQwruOtYY/uap4T9z5BuknsFcDwleVG31q3PocxEdnbL4hy67TfS802A+JBgAoLz9opxBVsCrj8
97YxrhViXwQmJukTco/m8xweSHCMtSbBuDmQaVFsuGCUToaU91nXaFci0i6TKrtPyJHjheO2XkgK
V/zAoD06EHlrEuxBJPF7S54kQ8182eIIPCPlJdhpiAcT+kPgC7SnaWELPhvJmhCEr6Qcpr1E3+lP
OWl+flV7YsfeR/GZ5Ci3BAEKArw0MifNNFvVbA02nhDLuoH1Ax5XtfYER5Mn5A7Ybs7U+iHxOJ48
2vHEVt8Q5wSMdBM7tbYDj+uE7mBcAhRRQiw8NEob+0iysnFQiS3wU4yzgZCtvmHMGV8SoFzflalT
HKOqS98XE9a/P8u+2OVdMpBvS+EcmaJ5sMtcvVnKhsRDzxVfJCqgUC4G6q6SqI+uVNNjY2vcgIp+
aDltp8RwJdpi3QmEspAJO2fJui2KC3ZK2BpiDfOS26cwxdEAQk/LcIJmOqG5EQkNgJpttooEzqxQ
KhCh4Al5B8BPu2mQyhMOEzcbPZnv9cRjk8nCgbwNFnSYu+W+LyztsCjQ40tdexmJvdx1hRHfIBxA
+habuRVUNen1Y15PV0TSkecgjBSFymCxbVI3y6IWV51ileuByMfLSFO8K0LIl2OpNKQoGZY8LAnK
Bjb9nvlexSZwc1WOO9lMyaFJBKGFjnzSiDJYVQ0+69mZy8uU7IaAIdBDTG01HeLYy3EgeGnnricu
/T5WFQPjUTPXO6jXdwQPk8hF79NZEyA/PXULTXCkuuxjGi65SKL8xZ30HFEi/6xry5Z7Z+oCfA08
WwxqQrZPV66YCj/JxBiWBIwEUVyijFDaFmFzazehjYP2EamAsW9GzTxkBLEwnsmMfaVFK9Vp3wHD
vyVa7ZyauRfoX62ENuNM212Ct32YYPTOG4fI8QhdmeNl3zfBW2UED1+eGckjSYIaoU+kiHCjEqxF
Tj1o50hDJF0eSR7smQDHlrbthql6zcw5DvAPeOyZTJuSa8jVMM2xo/B1G+3GkR51Z805pJeRDY52
Qa4Iq49uSJMeRcGFvJ4IMQQeH9OkMUZ4ZyBR1kaFwWYQW1mp9VZv612eZ1cKBCU/4vbb6vGsbbQC
eHoyP9TxsG800qU5BqkbAx595800631qinXtYHHtcGQ25rxVc3GMz3HEQ5XfdkY3EUUOLwj3gEpt
x59upKauC1Lv1Kba5jamAWf+Yia3BFUS5GA9Nwtch1hda+2wqdBWunq7LpHyuzmzEOxEVeoeakYY
hZkfhsI4RFO1ISIFhnq7IeZ9N6f1Rsjy6La677RpUA8eqdzGusSNPuMOLNkbkx3P8kHUDGFzvtZB
8KonchVVKfcIHRtfMwj2yZToxkgnFgcc5ryI+jK6GPMqJCr11LHnhkFu3rHA4cZQNJpkvMVMPx31
hMycMpssanl7vjaK0aDnQXdFL8R1M5blanDLq8YwLsgNvc2KjH1ku2mVtA0bpElbS83NI4oV8a7o
5rLsk2zUrrWWl61QaCHQx7TvGz1uvVWmZfeYVsU2b0cWQRBxdAPtuTsbGZZ1O9LTsryc5g1ZYEEb
O9YKDM43vSSkcyg8NYBZelGa8ZfaZkmxq3GBwR+ZbEOWfudN41s0pd1lJFQZTKgIdlkjoit7qgDx
k1wRlCDXJtcrg0l0AHkpb9deau5ZFqF4oTD3k1qOodrWoVYJsg68q8pp8Yl1vQgzxa3CBl09OBOn
WZ3zRZ+6bniPlupSS6ad42b921IaIaE9V2Dr9W00ei0PU3VLG+PWIhsnoHh57YhIQVI/kLqX22zx
EOWyhhKy1KzHVDlqk7pc5o4zgw8erwfei55FZOnEtH+XT/FjOgxxOA3Ovp/lPo7kNVltF82os0gO
+dbtDTqfrVo8jjit6JkMyNGbrLxsytl5HSHe7HOvKTdRx6gSaP2UrI0mZwLc9doz8i5e7CziSCPi
fuUUjJyKoXa/Sa3WL+yiANrfJNmT6FXleXQIhBUNht/eLTGnVZ75NeEj2aWq77qmJwkRgUVQWoRB
IFB8iQadbA+111bWqOaj3zt5Sa/TfdammN6QQ48y93ALEDcWIpEzM38ehjqsWrolo1kVJ1tHhYq7
aQ2HOCGRbHmEpMbot82JYaZpO1jKS7dI1kCj9bn2FwP2s30u290wKs+Q+deu2vQE6si1YMtGD9C4
tpZCPxapcUFWlumjAlQ2CtFcK09Xvsl6NC9jmnqLmt3AYcS/U2vcv/Why+210lfhJLzsW4oXO1AW
4mMjo8tIJV426eBV22xgKybO4bUeaFOKus7zu0ad7yV6JaKhKcQgIow+299nVyu+WVGqrxtAhVuS
/Q7syr1gLJpHO00sIgaq2m9TJn99VLDxqzN4aoOpNnwnJmqXNf3l/ZJj5nWW8U7XKaHswnyNyDch
OE4uO3olU+gQ8agM2o2Q7lWawvVookabL1p6ASfpOO0664S2oiLOwyZS7E3mZtV7rC9tHmiqmO81
tfPQI7ZR/Gqd2fHMAgzaVnEhDYTG80U1Td01+fCYUxKzUbEYqQ96RK/KckeDDAR92c3KwO/7kajR
LekpRG4qMVSDSCI16/rKIeCda0oGbzPM4HFsPJooPkWMKL2xiXuEMHZdknv7YioxB9QX9ypKs/ay
s0zSw8YpOsb2tJw6rALGlnDXZQzq3C4v5aw3L+o0MgKg5sVdova8jYisbYTKjaZH5IpoinuhKI4F
32Th3iaryNgUbt2sKbyd/eSkTymmAhQG2qJt5GBqB8x/5pOcGwqePLcR2BOLMCWFXLkiOQHCw+80
TW/T2GvbLJ2m8hR3nVqHhDq7wwMOfSXd1HjmWLQVe9wvbUt3Uh3S6tjOPYJOTVMsYrenWUWlToeS
/jw5zYv2Ttqq3CpeIqaz4BO6ECiam4g4jXFLuP1chCZAg3vhqjwwVldqr4PXiIfciBBxKPlkXYB6
UPB9mQRkbQoH79a7oUBPwxekcPFnTRf5Cpt2auzVvkjsy6oiHPLAWt0qG5ZxQDBKQhgbgZQV+4vZ
BScVLEOn4ihUsfoRxmWbqbrWsRZY+P3sxnssp8aVN7louSRnDLVyM2GyQegJ2p+IxalEZM7DbtvN
aoqlQgZ1n9T6UzbVmkkelZsoAcJ3hxg6gplfpom+JpavImlDgoxisXN47einwVzQEBTLLGlHmDP7
M5+IVTiIC4KYmgc2FmoQgSt8M9WouGt0xIw722aluW2GItKPbDR5TTuNnY0X5UwIrA8ALMPLpMp2
eC37qiQPOiINhnhar6j3hlCsare0hgvDJCEsdZmHZNpnQ1b3hzGi3DYIyK5aZMf+0s5N4RsxeTBt
qbCRSavkK2ifeGd0WvaWC+T9YtHJqVQ6a+fOpX0ShasGFSi9NdeHsYUjSSEYbLL7FOLQQjAF4jTp
Q36XxC5Z8iLgttxhrFsYXi/I8BQk/5mj3Je5cmUw78AuZ+8iQzrbJqPznMrqitdG7Xslu9lCtE9p
TgwWlrBmVUGZ8zOvX9MpbG4w6SLWMCvvmI1D8VRVJINJ6W5Ne3goJ8yYheK0YW9W2kmPGnEbqfZt
XvA52xqjYC+qVRF1DCKbvVfEXpDiUOsYXox1ra2NXDloWRvxcY07qdNxN4nW0WT+MNq00ueEPJvF
a7RArczruTKe28Lbs0uIAkhCxHrURORl3VfsLaupmh/G0TuOc/oYEXmHUKnHteBZ6QOX+rlrxElU
Fts9pXnNAQF02c4quy+pWm0Le75YFoTMQyqf7ZQLgK6p6AhnFU4w2KPGuLXZpU3NMiSUB71Ubxqp
rsWgXfVeq6EsKveRN35VPYKea/gNR12Rt2a+ENCnFqfYHG8wel5i/5wCOShtsNQDXnF5iBz91E24
ayu1+0ZUtm812T6LpvkCjD9VKHFEWcVIRNEpjJvheqnyp9lzX9idj1sji3Z2Q8yZY7ND4jEk5Xdz
fgmWybZovqURViE7OuUurzKoKuTyrll8iXlW7Rcyjw6i/9/cnVdz3FiabX8RKoADd/CaQFpa0Ygi
XxAyFLz3+PWzQFV1kSmJOZp5uXciOjqiq1oCEsBx37f32um4qhyy1RFubxQ/3s4cN4KUNt3E8zCn
vRT644SRLSeM5XEKG1x6Q7SfZv8xlfFXA1b+GbmuT9Q/9sQFId7CHZ9NwbwWRUaXWqjrzui3HR5f
hdaipxDSvaotIn17dTBQtBS7mlWwDNpLGxHKCLNh/twafI5RHnPfhDcO0Oj3dEYZy6rldtasE4PD
LRNLhCEwf9RUctwnDq4rKdNvdaRsQEOq1JIV6QotPsNBdy5tsrWJCiECp5T5KtPQe6r6zWDH93li
fmjifluZZv0h6ik+25KnLK297UR7TBE7SXDnzD9PSsPeyja9LaGotnQ/SQvYBrG4Vdm6Ez1/GSfj
x7Ea/Pu0y9Zp5Hu2mC91gmV0tffKVh4AlO6LUtlGC2tmtnZ1XaU4B4kbJWw6GJp8q4rhrG/9Xe1P
B9m1nO2T+1SoJKSnVMGDfe7kt0KWaD6H9IBp39N6IzqHKHSAorNVI2OvN8q9D//BLbvoeTQaA/DU
rG9Voz34U74OhHOjT36zCycGOOt8RYvSWFcaTXAGvpsuPoRZkVe9VV1RR9lTsvkUN9E3+uqrmSUa
hlziX1Lg7lDH99qKVZwM30k/c0qR7/AQeHXIjBH3ZAKBhRqWTHPnehjykojoPFiVamOtOUd9HEfy
0xck2CoisoqOWpt9SMNAUC4oz6Ka5bduyfhJ1PQqzVR6dzTEYtL7FgFu5N+ZibmZiXy96dASbnMl
6aE2qID4K+oczjbrddemynPAaX4gm841CUYzCE7fUeBBRZSKtTDMWwy4+4nIada2wKuU6myuSLFO
pkVBPkYLmP1AcYtTOBVK6EvUZnxlHcX9DuJtvq1UeyOGDFBCYX6ZjfBTozgHmwRU6k0MlMgmBD7J
L/UYTIHq7KuA6SppSP217IOdzmuZOWxqyj146nUg051B//xCqS+JtT/H8YqIcOJM1yaURTTpJUQa
wPr/hrF5pWLk18tRsptovZiE1I90XD2nCh6aQueLbbakUp0VnBlRdV8zXyNjqj3a9p7dso/PbF25
EGZy4/t0tnOL2OCbtLT3dSXvVUT1/ZzdCB64AfqqE5zWcNorxH8MIqFj1HVkQavUCgtaIL1vGpzN
52HDEZzw6KT6DPV1HUzBXQ0Sw4tAiG60gFB0k2xYt1GrXV+I5zwjrU6bv8s6ctMO92lcI4ASqr9c
oCCWa+zvIru/CDRuvcH/pqfWDZZlTLKxXDe5SU1QhZkT2dW3vsoPQzI8JXF4kQ7+ptVGz0rnB8Rm
j5qTuKZfslkpLQozeYE3friWMJlzsz3DKH4xsOewO5JdC+PjOCPsTrToIc6SK9QkrtE1Z3llXEax
Yl+YGXOH6VPEqBO8k7YfrK3JfJxq4yox68t8EuMKkZ3NjJ+2CCEROFjJx7KQGzKMMcYWj9TT9qNF
PtciQk38QN/7/nCOA0N1K4tSr1A4Eo6duAcf7LUZIh/JX7OykvEinnFXyzy6lWr2KBPD8aJR3TRD
M6H0UTM30c1Da+YayVwBItkq+5xqGapYhHLdSH9qT8gapVXNeDRGNpRVCTIgNShx5xFHwakv60OZ
GTyWMA9dyntfOl6BFzmDvUXzThfMeExoibkEs66ttPI9tqSl2zfOhyxO73MkEsMnh2MUW1mCy4Hj
buY0HVKM+GRf+hYAELviZe5kFiipeps1YZZqa0WW49Qprh3Vuu52fZgnm1lmovQEcuF5Myiaf9OE
ctI3kSwI0TTimaY9nmfjfs4wK/A+iDdaI3/Q7gjVCzM3MlIlJFjOtL/PqCUXNUGDJirhy/hW2P7Q
b5KkNb8Dj7FvirkfbipVJglVSWVknLN7sleNLJkjgtToqHCWyoLhDerycdBRz7hlPSkFJymZs9Jl
Q3IZWSW9BacX9+yccW6LSDahK6Zw+jTaJdZbOhMKeLusI+0vDpknuEcZ3YvRB3fW+I1OLp0+2JYb
jPns7xLyz7SNM+Kui1alYdbVFiu43ezJELa0Fa9dH9dd0nQU9HOJHWQqsicRGy3+4nq+0sYkCN1c
Y8/r/nlL7r/Xb/v/zckpFizj77tut8/T1/A5TZ+b1323lz/0o/FmWn+Br4Oualj0Rxerzj+NN2yd
AlzDYq8irgyWJgLPfxpv+l+wSy0H59eCh2S3+qrxBg6JnCySzcCPGEsnT/uTxttbVQF8V2kuUEH0
JKCVVFs7UllwlKmF7wh/1RF2uCF8pF4FPqfydmKX++rJ/N3ze8e2+eNSuFTx2vAfLGVvG3y5MWQZ
ikrKUP4UerZC4aQkf+6EgGH5W/7tgi8/CNerDQyOp0bz8sXQ96oLXhUVBy0S4Omj6JlnobNZ55il
t3/6W2wTGCK5EUiqeQtHKolO5TcsHCaX5zTvMl+Hvto20eb9qxxpYF5+DJYMiNDA5mxTOzaA0q0F
VQzsw6Ws/K3qziuqKyN0pS7u3Jj9UTDbzKKcEKb03Ox8D6gENIDCK9R6pVY927JrUaoX9hzevn9n
b5u1y405HMA1Q13gsxbcrLfvsg0bljwCDNw4Q/1ftdltEZicpyRdCL4kIkcbgD3vX/PlA3n7ammU
kX23oOwXVNfRB8QSMLR+7IPPymO5Hwul2FOoByI0UgExZVZ6rNho0pKYlHunV7FvWZd5SLavhS91
H1qAsAIzkKe06z+PITrqOv1r3FmkyhmLtv3VJ1cPYnLaBjJ4SrVr8grgzkatCcWz466wVp3GCQl5
5aTdUIq7tUbShOfIKR7YtBLmZejDuYx96v1wNulW2MEzLrQAx54eRGLVlUXw1M2mciYNMd/ACBtz
T/E5m4MeMdZ+A1DDBXEishOP++eBxK+CC820YAhdO1bkD5bdDs2osuTb8wgjO0q3FYdV7/2Xuswv
R+8U4jlOisVJjrntaCDNiT5ZZqQjVjPVeZ3CUEbkllleWVA7EEl8yq74q3fFhykZvotm4djmRLJr
VdqjyYgKU9sdKiyrKrhXD9Z2+T94gDgiYdYz7TNZ6EefBTGUallpbLQtzvqweanSxvh233+AYnlC
R08Q4Q3ZKmQC8Kp+cuB3ZRvG9M/wQdBviwZ1vLJlW6/p8hhoGG11o2qRvuk6O3HTVNoURjWxmS0i
c4cLwpHC3h72ZXLbUjAmKLnNKC45IymgirmrRPwkdVJZC7bpG0PzOb1L0ZyZ+QiXnvRbMtVpFYuU
Q7F0kDW+/9veSgBfZhm4lCxLurXoT47dv2pPfaMLR/TCqZ64kY2JCApa6tkO1t0Orirtq+4iSZro
j5cqbChgCi08nJwz9aNVUdQ6qe0VZTOOr+HOqegmKV18KlnpF5Moyy5EZgu9FFmDy79/NW8MnO3r
nKgoRG1CZ72a0FOMus+ZybFcOZBW4zOhnRhwv3qmNpsOVWW0oas8umhptmrP8hi6WYhwAQZYcq4Q
d32b9qLa1WSnP3TkVW1ALET799/mLyYU1mW2GAiNGA7HgYoJY2Tm2Ip2oIOto+TKuGLn350YD78Y
4IBg0QgsiwSbqKOVSbYGchpbZTI2SRBP6HkA71Un0GtKcOLzfNkcvR567N+wSpIkSFQE+Av7+DOZ
QjYgLaLDpNaeyij1sMd7aHLi7VAL1NpFcxvYbbPhLBNdT3V+x8lmoOklxTaPZLotKx0FsAAPWMg8
/sPH/ePmUOQBpFs4skcv2oGdBNiCm5s7M/wwUMK88JtJPTFSxPFbPb7MkSy1sCxpzTSPkV+DkNUm
OPRhX1IUmKf5SwLTa9+YfnOuAqu/q9IgBGJDWGDUhd2HaMSQ0Nb+1xEq6IqEbH0PKq3bINB+ZMmQ
a1sOwYfeiYeVsGMa5gPaEsKlM1BNzvP7H+eLde/tuzTYB4tlrmboW87R42JihohUIdtppUT9ubgT
rNT5yMCNVC+yuy+tnxPPhIKF+kZBpKI7NNpiSJzYZ5VNmD6WrYJsymDwUhKmsLROksyGrVfo2m0K
F0tdTYWpIfVxWmMkgHrRtWtGj10hoENgeMJo/BVB2ssZfE7iE6vRkTyU58UyTtkbnR+oX8bhMnBe
zTbVDKLCbiaTyreGwikqhkd+FrnsMP0P7DoKjLlk0yIsW/hrcriJiH6PaACs/QyyT0Mx5/1HvoyO
oycOYhWoBnhxwqFelMivbqgRVQBTY7LZ8xQj1gH9u1KZymqqZqonRK+cuJy2+PSOrwfPxTFwseoQ
zY9GK24do8kZzKsBotzYa+d0tjq3GxPF7bqs3iZsKKG3+zgDMLACz8yQ6jrjiWF55HRc3gNDgkmf
/SuzL2XPt+9hkgkJBuyJVrrIyvWgJsFd21mE0fPpn9PEmr1Rm80LkTbFmTJTuR8c8Iotrbx1OTaL
uSvWPpciY/rAj3SI6qpdpYrh3PVJX3k0PJ/JljyRiHM8qXIMJdXCAEEPzwI47tEg18wCP4DfKitk
WtbGyZWvaaANK9g/yYm39MsrgZPgYKuaHHuW3c6rj6KtqrLuq0FZKUr+HWFBtS1NrODkoyknrrQ8
5zefA6ia5agoWC7w0R/nwkylAYK9Rl+O7MjcPe2RgCIazAas7hHakz/81om7WZggZO6xk/4p/ESb
0fhBuGAn08xia4SLFDA1MJURA0hz9P2L/fzLXkBRS8Ag7+untACnrEaZDExWPgRIfSX7ogad61cI
luhkJDKdz7QwiU+sBMeoHNg0y/6T/QyYA46qsJjfvLrRmNW2VXLKlHnj0WO+67Pxgi4VBVznLI6G
Q2Ib2zikqtknJwbVT18Nw4mkHYtz6ZL6fkzpSSezm5yFjQw4V1/rfumj4pAYEKzh1Jv86eFyKYuN
oQnwSFA6OXIDx1SMK1uwi0mDXHh97VAgHEt7nZeNQjgt2M2hrNpTO41l1/LmYxXg+tEsc+Jnc0PO
zNtn2wuMUH7XsgnmULZFIRx7sZYHSPoIuClgJs/kjaNELq9omBnnVe23V1rQOXvi7+7f/7p+nkeX
exGwiFTqRYQHLS/j1RCVUV/NI+/QHelOevTyR/BOVUdSSjeUburb5bb0e/WqtBaLDga2fFyRH3oi
+vjn9Qw0l8N0hN8XITRv5O1t0CQ01CYlKwVgp3XNVFJeWAKnVc1xy9Od4BuVd38bohzzRDxqV5Zf
Ntt20CaPyoH5dcz07cuD+Vv5f/3jdRyR6Y7+5/9V+PsC9fl9EfT6c/3563P6K4zdC63ub46dJnAM
QG6k5whC4gVJ9wOAwiD6CzWHKW38XpQATE7Kf1dCcSBogvMf6VkkDi3Vn/84EDTzryXFmp0MbDzD
NCnU/okB4e24VoS2sFQoqx6NZ8WHhI8PujmYdUyfNnOFnx2giV0mheHNo73vdeVTYueXo4nuG+om
ptHAi/Rgp/mEGg56+RX6pKuU+u7VM/z7a3pdLn05D/075v+9o6Ny0mi2ohhsFHMx1mpY5QH69jJY
QVzPz2TYbfDEyZVfZ+jopvYcMJiE39yoqFu6b1UsPlaSTBxm44PWa58NeisrGt6QghtC1aPMzjZa
nt7ZTmtv0nYq3HGOIQ0XMXiXoLiBKBqDDUJj1UWPhj4fCLe4m7P4kjv/iCUvWImxHnY5qOldVivm
eoZNt0b9EIDhmJ9R8O+DrEDUFVyrRXEXquldlXWXqOJtQG3oPug0ftIH5k+M3V+HWv2odaO1RXV+
O5kFlcye/+pa62qeT4XovGzwfvFAjwNCOKFZSluN/cGJqQvjU3M7jd8chDJaQ8ZclY5OVxAkFek9
kV+eT2X8iKpqXwTg240x8Pqm2RYmivTURw8SWM81W+Osf+psDYHbeN0uRDSZpMFG5sRXDHgTvFZM
sevEol8Tt4tSEVahlxgjeqhqSlepYd3ZWq6terv/UFX2ifXwZQ7+1U89WoMtZLx9ojj9YfKH6zTF
s5nHH6xav+AhI8DO1VVv9Kkboph6IFIdMqk9PBp0Ytf9HLQrs612gxVvwEHcxkO6pYD2tZOtj3IE
A6YdpJ/0AnovH3v+IZyC6y7Ao/r+Z/+SZfSrW18G6KtlBeNrP8WKWh3QEe6mGQGaeYigGzoShaJO
epvh30i0iAFeWwpAj72lfrSSloBfJLj14JV2k7ppwuerVYgnBj7aVeZo544OqM8uboJxuH3/Vo/O
//8ZoerRahzmJYAkO6wPXccRLsq9PEDA3Pve1HeYrcfga23y+cjiLtXj27lG0gmjEcBCz9miICOA
oYKb0D68fz9vd0H/3s7RSmjFDHTTzOqD1AHmkq5qdoysU2HnL6XRX70Y4+2L4VxvxViz6oMxledV
Wp03Lay9ilO/ZxKk4vZ2jhxFpWNZG9qW/A3QOFgXYN9kt2hAM6Bv4RV5Gmcd4Ax6p5iLzTBe2Wn0
qKbJrSaaXRHbz+8/i99M54vP7fVXZCdJTdezqA9jnnpG8ExMxSoBLGGa2A7gpb9/laM977+PfNmv
vfpYAZY32MK76qAVwx6M+sqqMp5PgIlcrgw8CXZdXnb4Wx1zOrHPPgLu/XvNo5XKz4MmH1MA9oMz
3xqTPIsT2eMtgsvQDNb3JMp9r55G5T4JFsN8vIs50IyQkzExtS0fRhuvxp4uTRqon+KKUDuki1+c
guZEJic8tbY8RWp9Ocz+6ps5WsMsc1Isf5LloR36xzKC9o6HByWu0c0rkNvo6at0awXOvRCorsne
c6WRPdQi1MALmOwim4CI6vZT1oGaDILLVhu8zPG9wTBdIkTOhjH6WkXiBkb0DAFJqF4Jx6DJ1BO7
zN/MRtSC377gWTbVEBp6dZgjAPFg87wmt3ChWHfqLB7MofWIstxmBkELQe2RCrPp4DN0pnJVOs3F
lEZ0TKwPhCmsZtHdDIV6ljX2VybanU/KN2LPSj0xcerLp/3zs4bC+PZW81xB2us71SEmkcJVOiHP
5xaK1pxE/SWnIgvJDTsU0oCnFSlnBJxpyU1hleqVqQXWKkvlvLJ7KqZJgJMbhQXKiRZdn5/puC2a
Bg6rf68M8Ufd1+6RWT5RqFjkPOm2a6LPKjFii6Jfd5EfFJ5mT2cyszvPMo07/R/vL2bb3/lEf/Mj
j1YHv0paWRhaeRBx6Fp5dIZ68ZBZznOPs6jIu8uk/sTrOjNnoIx1e6bm1ianH3diwFtvi0j/DD4K
hEcPmY5KJ/gyD0S2qcT9TZnbZ2x6LK0Jr0u2FKiVB0/LM82F9P8l0Y2vJTEzZC4s1klHr7c0AVaq
nAKP0yrDtvs2kvS9Gk0NSVNDJpCRaV2AhqTCWzpWmVfO7YeyTIzdGLg2HTG9rM+ytD8zFLRyQPmw
e4XSXDuycjZ5J85lOSRbRwl28Eg+z0KRbM36Apl84rMBZDdFCvj9LFN0gPqI5pi4Xb9Sb4paILkM
a4Sasb4ivODanLD+6IVy2eftfZLaDwCEH3smcXy4MGYCfVeGwXocLChIofH4/ox6VB779wEfLWI2
3jpp9aI7qCMbWrovd0jpK6/sEfB3uloitBPtRq+RdCpdqwMHy8XaYlJExxwmG8lWBH6o8dkJS7bn
pZFtQj8I137bHuoBqW89shF+/16NZWT9asQdrYh90aK31bv+gGXysu4vbOAaZX5t6OlZU8MaNDqT
jGFbwGDR1jX7AgICIMzXVFfZMDRBuuX0CeZl/o6p5SoZH+cgxVcgt8TVuKWsduVIbzKy6I8YuxqN
ZgpCDig7OuKaLY7l1bRNkuLJl84u04VGi7a+SSz7rNCx4aGMnXwEVOJDap0z91JKO8/6b6OwNwGs
kggN//vP4bfv7Gix9WfmuXDo64OpOPQaka7dJTn68Rb96V6T5AD5MpLol0fkypakNsBErczOttPM
+XOk1MEO1RZSvSxP1+j/FuaJpLoveuTwRmjsGtQVp252WZp/9dKOlmxlQs4RBFl7QMEHvIQufbCP
rHi68PMQIXQqr5b4FST5DEBVJxbaKGLCV5ziHMpvcEN/H65uaOLgkFHc3Q6ZVFxsvvWF0+eCFPSi
dfNZVVzGbLy2mhP7Get3s/vRqk/OaBEpplMcgHy13mx0L7pPa0fTU9v0Tjnjay3JY9fjwZuMYvD6
LJeUYvA2Z0F1Hs/RjV35V2VHDqtWhm5psmcu0zhcjx226l7F4hLRVXZ1oLDrNLVTZJao54WIkavb
mYqZ3UaZrkWPnRNct0UWuCIQxg5hbQKSoxKrSsF8iMCOvoWWsbSrE/FkLSTEeopvaP7g/2TX6DfY
DcOk2fVT+ijr8DoatG1ppLSljHBf+cGlVPJ17NszHLMuLNeBruZwrY1m709JwjhadvUUk/DYWA9t
0rKptosAAyKvSaAoXNuDPJU//JtNL1Kst/M9QVoESqlpecBzwfOCmLsi4AONP6JetOgob8m5IW0L
RSpaalGvWqWcXdAB5drJASMVS6IIcZsPhMccklnHsKef61g6OZ3o5hXejHMjz90p17UTS9RvTiWw
ZN/ecjGUuWHHZXpIEvkQ9u1TO/IOTEjlXiHCa+rTD0LYD5kIr8a0aQkhQdkcWQo+y1xDQy+i6ybT
Pk9xdPP+/PDbOzramehMufAScyoZlRZdaVOMrRYhfXvr6/kuxNv00RQOWSC4jdchEX9eRHjWDjDc
oTaK0N4ywZjlaqZmdBH4c7StOz84Ma5e+t2/mA6OUyFFP9GZxXV1CEKMaapeIRglp3iLmthcs4ka
90mur2zFumoDjs2z01LgpBmM+xHc/JiOxlXYFSr8gQ4tgqYWTNzxqez635wvaKG+fZfaTH+4RDh0
yI0E6p+2HYoA77q8sGWxtxjqsps3pindTAs//A/flvn2mpnIVE2k03DwI22LlH8Lzw23RSTPQl+S
bqRuG6xFlQkAEx8hQqz7pvEXf35FBQUk26zP1zJsT5AdjzRw/9kQLMLJ10csXro5VJo2Hoj4uddj
KG9620+rIhmv/YUulzTUUcwkf8ZhdJYzS+hhcWtw6scmNJtrwlXi9aQFX4vI6LDDx58tqZzgvB81
v/+9t58XPrWEqQhNJ8SQQg0nePLZM39H4+Uc6r5oMJxXGhYzxMlRf5a8QIaaJ9UszuuIakBP/2TX
yx4TU99Fh1y2w4c2sCJP19IbkxYG3rRH2+ZAlxOhm1ftiejx363Y8mgR9FMFLSPxiget6u8xUCOY
J+lubBW5KuvsUUvap4FMbdeYjINhtJ9t5mc6jj7krS68zCzloomChf1h60Ab+d55CMINq+g5yNnV
nvgSlxnrV2PzaM2zEFbjQzS7g9DgODtqjDsK6BVJH9/0CvqeXgRXFgffVT1X59IozrWC5c5WJXeW
cXvMsHezZMGq/Ae7ZnPWDZ5Sinb7cn9/VPC/+1+AiJYL/T/GGFqApr8v9K+e8+hNKuzyf/9R3df/
WkIICPlCJOAsMmeG64/qPumtaFg5QRP3i2aZTAn+0D/l/QVvbvEn0ESggEaa8J/yPupoBEq0mg2L
QBGC5P+ovK8fTSN0eQH20203CX1VSXRxjqYTMVHkx1hLd45ovGjbm7U0ctgIlZZv5klYm2bsBrBl
IaGLCaRJJH3r3h+K50GZsfkkaCG/ckSDLRIODfAVjmMFOdOjj0m1kXi63FSJqTkNeYW3pporYa5r
KRMqxJm29Mlyqd21o2ldhnqNDSEZgjllIyYrQCpjzTQydB1+/GQwEKFw4dJ21YG/ktQZYNeuiWOC
opmZDsVZYRbRyCCsg25PGCOLO4FtOGXKdmlg9FaQqK6thBJTja2GDyIMEo4dTmbJQ4P4AToZxge2
Mm0N5YNcPpjvZZ2iO+DmV/5oTGdYbdmDF8KiTk4eYfS9sqP4pgPVYq35K4zG7ah/YEAnjSrcVLpR
3RmEdSwVntq/98MmwpdujtAkqtQkAkI0NdRKxygVdwpaJm6Cy+AzmmUxfI6qGroFCKFaX4+qmufM
mzOhcZHRaN9R59Ude7wuIJ12jtNqGyqZUaxH5FwcSLtulFdZ3seGq5m+xFEBn7rbNKVdfXESAYk7
h9A6YcuZ4pQmTVd+bCs9K7YjSzZlJqMPjLU598VlbohYst2HQoeqsCdvLBgkG3s7nfxpLeqmEVsh
F7qNrhiajQvDt5+oog0XUSy6517NRXpGD4m5Gh9/DGZC1GnHazDTae9Uvd3uuj6DUqDPA+484iFU
UnKkQWks7kJ78rQO1co2l53/ffIVeK8jT/QTFvTWxH0YZk+FaQ4YvBzMcszWnJbG+2FswDcSZKtH
21a0VBFmEMUg2aPGB8/eL7Tf1uiza3O0fZChhRM/8rE3/cpOUCWuurAfIJE2rf5UTKX9ORasuttx
1qtrQ9N6TgGtxR4gdlDuLdwPbEcV5v/My6LeOpe9Waae2vR0DlKRpDVKHoMoVgdEre02JEIyVbNS
+FdmZ7awhIL0Vg189TbnAdn83X14T6Rxd9v1euFsUMYE9qrIEixX6TjKbwRWGA/xAMvDFSSWRiu/
nMIvqtaRwknw68JdD0Zw730/CtfptfxTPwv9UwKNM1zwwlK9UMpR37Va5H8H5RWe0fsIvuXVJG5a
4gU/t73uY6Uj8vYLwgX9e5SW9aPo+upAioxx7/tW/qjqU1Pt9Jgce4ZNGEybwkQWu66dfDyoVqPA
swEXksE5UoNJei1Bs3yYDMgB8ksRPdqFNSkbeAfY/iMqnPgkAxXAQdH3HXbtIUNBYKuxVbp+E/NH
pSJnAEZW1fWupkUlCjIHCgzNl8o1l2AQLza19BoSqt57hCPR/ig1K/xShLL/pMuovcfxFtyGnRNl
XhXWgiEtp+7ZennXrVY1l0E2iGteb863o7X7LCzrL3VMeCkgLKP+osQVP6qOYnpjdqP3zqoeFlKz
bGzzOZj0NvfCumCEhyVUI6LfIu2p1Yv2rMUZmHDGoxvphjLwbW44sB0SAswkcgfsgXeR2oLTsZRG
98+Jvw4p9WA7djwtjq3aZc4aeXgcuaYr2Y56Nm/ApNXpuoOZFZLT2NhRdJ0vwbxKXCRXjWpFJLym
sBY2A7SrL+oSVLNSzLIxPKWAALGZOfNfECJoWOdgg9gyGGUNTczKtfgmqpxC25iTBh7XKkKl28Nc
ZXokO0XT1/FUCTIXu5Qt5xrp2A91ldzUvYDf5QeadZ9pZYGCqI81q7onBhf7BW6OcK9EC4OhamDn
b8tIynCb+VOtPZRsKaevmLTFo17VarkWKdPbzjGM4topStwdCek9tlu0CpyhJEy7q7C0gFAlOMNL
VgXFgnOriEpfmU7ffiZqFUH5bFakH/iDT4+OBTxUcQwn5X0ECvApYJ/+UZDoB/kyYbD4pPx+p7sc
XrLmRnQjIcYQzhP25o+98R9tjv6PWsIWNOHvN0l3Hb7I6PMbP9jyJ/5RQfyFqM3RUdNZqKQMm0L2
j32S/ZcpNDZJEnkiigebM8XfuySdf4XPZhFrI2VRzQWd+DeGUccMhqCCPix6Zyj3ZOH9gQji7X6b
gC9dX9xT6HpUKgEoPd8euWJEA6M6AeQ2NTV7SuMhPMxGBHzC7/rbQUlBgNTzeG3n6nCmwaH+sZ/+
bXF/OWD+u91fLg+iV2WnR4o4eo5jgbjBzFIhhKXeW1naZZHP3RfWsfG2pdW6efVKrn/8pW/EFceX
MgyIlzAn8eU5un6cWAcd0RibgY6Nnsfp3Qh6CaoXBqpKS50Tv+qnh8oGll+loy5GE6eaR8dqvWaa
q0cHXJhJbnarKZECPqOHlR7OZrGZueSd1ctM20xB6Dwvvl19//6vPXJO8WT5lShl8PDakg/PPDpQ
wWMNBrVOstXsg5HZDQ6TpUsTszM9OUcQyDVklxvCYGcAhpTnzMCgBNjrSflRT8kG3yiVPX8DhNUI
kGOgO06c9JbN95s3z9Z8sU8h5UG9Zx8rNKJJprhSyYbJ7bm5KJW4PygZHdX3H8ORKmJ5DJwjVD5e
ZHRoh44/MFqeJbgQ0MGJktOgtiQCdLYPc8HDqIX6aI9BdEXLsUlIPcqGGegOlY3VYGfGN+p+dfhh
WcDRa+So36qqL5S1DCJ2zl1GtgDQFNKLO/5q1roitTfzHDSXmWPTrbAHIGtE/U5Ch05MnsGqIiP9
6/u/bykKvX6KKIvRxKFIp2qGI+Gll/mqKY2TK5sYZNlKdAlm+USVm4rhthomwgmbNhyu37/eUV3P
RgHIU1yMb4i48ckcN9sDB1yLLCAja6G6Ncw0WRqkXu93nvCTJ+nXt4U0cZyjDyyMR9AiB3yTQN/a
bQ57KVgeYqP0Jz52JsPjp0D+B9hNsdhbJOfGo7qRoppKP2WrEJXObclMBmJmep6bRJ6NxlKprhCK
vP8kjr/f5eSKJJJBwQhntB+Nrxlr4hgYDkivhPpcKNSE5mPTn2hG/+oqFDG4kIMR0sD4++aXdZEp
m1j4fDtpSWV8aHUUvo114vn96iqsAthGkN0RpXK0CEyjYQHCXq7CZnmvma2Fo9FOT5TOfnEV1ji5
aJSdF4fX299SOWAexpqwpiSqPkMXGJ60qja+nXgtR1oJvlCbLCRMOBbwdBOL4XIbr4bEqFlNofXm
19pZ2vMqBPJkZ0WzUz4DkTXdvlThYgSAYHaBYSjCSxOqzesACoziVUOZDpf0GgvwT7hTiFFRE7u4
1DOTRLOG1lGAeK4tqn1rtIF0KUoC+RdjQ8srauzU/JD18OTOhJVK/TwQYCwvjQ725yH0YeKu9Ekl
0qjnpNbtGj3OE/idYVtCXcmNq5kTTrCa01LNPL8jEy1IasfZVvkSudzzQkD7Z5BLwG3G45fW1JLY
q1uOMqs5qzkHVlDqgquyp1s7TvWYPiimPtlgyG2lOadX0803HZtdFSIMZJVt39XtvB5IIP/qEBAR
bOo6m6Wrthaxt3aE/Q5yZk3IBRGnA/AkW8CFbQtRkm/fN1O2qUpTBtuJ49+DWip95nUqkp9N5pfm
FYCRRF1PVENgpkA3AkKVm4XmtWnjTxdUAipy00mznDyTfMXGM3wtvMNVhKS4NSFSYghCW7/SDERt
YEOFhArbdjkRMUVNbZfavcLyTaNFWw9aShO9ob66U7VGhbI4p4W+l5rB80kac95LsFf8mSZQOfJm
IORL6sNkeyemUm20sQ0zLyiXJ2imWdqucacGH9r/Yu9MeuPG0i79Vwq1Z4LzAHT1gmSMUmiIkGRJ
G0K2Zc7zzF/fD5VZVRLlUnSh0bsPyI3TlkheXt7hvec8B6wYiFXm7KtRDlFW+TSpb0eQe2pexkj8
yQQd8GkYi/i16pWuXpFGElurnLu/r7qKTpCo6lFqRkm45pdVAcgrSU9XVYxIfiMD7BxXYexN32Lq
6cQX5FHQrKQBu8raIpRpPapp5u3kmkF4TxWCQHqzUuLkRuhqUrqlWI4BYEdBTO4E22OwtFY+roSi
ZFtaJBR2TaVLv3th0EGRVtlDHQDMUig1In2IrqR8Kp/EoUtMNzVZ22IDNCPZrcUUggoFVxC1ctht
QynGlOMj/MrxPiX1Lp+CLKLhcYM69KVRAiEs4HftTCMFjVUmSckaIq0alo0aEI8sHJTvBCeYwipo
Gku0h1RAzxoYg5RcFFLc4Y2L+mjfg+3+Xo7MWjPpVmpgT7L9AoVUIoD3cekw7mU1k3SYG/7LaJSW
utVLdlJwcwX5uznEQ+3UyE8Hu0rJlnPZbzdXaTmg6SwUP6v2kQcl4AbwNqqwUkRJgNWYTHvHLyvw
PGKUSIprdJYBN3wM9HDlZwVxN5oW4+qT4X40Vxoxj8MGfMJk3LRdLT/pQlmQdFKPvncPhFUL98JY
zGJYGTJIW8AkwEPVYeWv40HWnbAPdJQ4tTA8RX0tkMzZDV3ueigGunVt1dnzaIX9rUKeO7s62cPS
uzL7EvVWHVPiWqt1o+uromPr7xBBT+hQAIWqcsIYy9BGDmItd0OfGEa7EjsD8E/WTqjRkGTtQr+O
MxBeBpErsy2bjb0Z1PCqqbHp9jBZRrtSssq8KIu6Q7iVpHBRp7bLrhIAsbk7n82R3diT3Xwjm61J
9o9cqj/FCH3QRh1Apq4JYg6+SUmei07hxcXPUGmMg5wrYb5SCpF5uB2saCVlVi04ePmLC10q9Ttu
yTsQLEwZPwMf5lG1S2rFHZKy3IZJ1fHZRhU1i07L9FOoVOpOAN7dE/yRqIcY5haqRM9Ie1vPipij
zSTqJkcMC2sPtzCvDhSpWQ1F1F8V8F2FdyIbgieGu+v/tPxWuhLUySh3qZmPhFiZCYw82PjttIkT
aypcRSv68qbzmknfaXqh+g6sIZy6YAJJ+0v1unypNHO8EFMpDVEPxECeui5IIDqmVr4qGK02U5gB
/IPoQPZqaJk1FWT8jOCmPd1ujEm6hhIf+qtC0GpwiBPzGhEn+CWDVpX2fJupcqlbggB5qJch3GJ6
uE3SEvYStQOAXRR2evb0hozNVAZGHboRh5I64he4pXwL9eNI2PJLXuQgf+HaKxT/Uo6wnG6AQMky
DtiAbZgelkaCoUjwCGKB7WCBUk90RCuFloPXRXtG7AQ/OQg6mKm50SEs1OqgyRzBT4WbsRPyeK5d
wwSauOYPNetrb12qOfpqTnZMatFhWomrPip6edUoiv8YMTlle9VHAOhoQl4C28x14dr3QM2SQzbm
J0+nzk3+UBjQcRCn38XNYN5bQ+H9SsnnrR2hLGXxkt0UbGgFTlcGQLnwf9VmF6g7LVbSB6r8bHVk
v9ZaN4CbGxEp4ylkC8MHQVHvVdWhbfGqCnzUiFJIN7vRC71nxQij9j7xgoYCsZiaT1NTFreakGT3
5CCpEi7jAG09zp2CEl2ewXSDPTSOsPtVxbw1CJIftsjc1Xgz9iOozLlBrpTMyPt9UM+QvcCsWmhU
Wtn/SDuV42ZJF8uY2VMoUt5BSTpZESFtIymKk1e9gTGVdmkHxg6/ZwF5FPDuVmHVzzTV0n2BNAsG
Nf9Gnj8rK5zfagcq+UqdpCx0dSuGq4kitFIHO4FaJJGzKhr+jeKr2XASKLYllYORuzH2Of8PzQkn
qaMJkgzKOV0r0f2R8wJjgB5FLrJGZSCXFY9RdqyVX22gSqnL4b+Zpas6DnU9dd8Wdv9TXPr7vCf9
z7UlJ8/j39ls5p/6s74kSJrxB5IvfLW4TDVqD/zVnwUmgaoKp3SWiVOdwzA4JWwg/0kcMv9AJCvN
hSlARLqIH/JfNSZqkn9Y7M5FypBsH8G9/D8UmajuiNwHoYaaIpJlzyHfxyW5oWGkgRWsHCGXQCGO
fVhqQU5qH6jdiu+LaMCxB5c2Tad3TfWbms/HLcfbhSEPaIZKIUTD6LPYGEL5ULXar9SjksFQy43A
QloyBWe2T/Nv+fcmnKvM4IHZCwn6QyUpkjLe+x2HxllUyzGPeDsJykEwylf4wWC9BNiv/U9fjbI9
1ILV10/2ceP/+ZqLXQ55iFUxRKJ4WwdMRIFvbKQ6Hddsbm7MojpzsY/76z8vxgEXJUIqkaTPL5ox
F1KvY/Em3oLjEV0rbmFEJvHohuCGTqnYB2dKdW8OrEWLUhkFGCFT1KB9F0/XtTUZW40h3+JlPMqe
Wl9WXrnL4njnC/1dpY7CLkQ3Wqpbr73SGqrlX7euNPfIxQ2QcEPoMdZSTqqXYhy8z2Nlsdm55VLK
ZavKV9B7ig0nPMa2z1swVnpNihvwQlcPsuYUr9GxMmsWWfQtDLOdsCNdpTlTDPj0zmV8oGAuNAoO
+MWXtVpfBrFRJKFxgyTQZ7+J5o79lGUbhTFtzaE818c+twIXhHk1W/aBAmnL9151lBrMctI5fuHI
YzTDUyXB500BYRcEUDpCI093STYMdkCQotZHjtETeyPAudvJmVa5HHqd/NY4R/Sxlm+H+6JmSKXC
APgF1+fjByfKQ8wZGsvwXCxXXaLt1MZ7TqO2XImWKW0CXbxsqynajolUndMmfeoZXBt8AY5+0mBl
U1187MSEGnXbcW3Dry9TIr+ssVPuJX9Yc7fDN8Pi/KaxWYkQjbUC5+bvLIkgCAMRs9LB0eUQWf5z
avyPRfTf9QuAJAz9DHUcJixuSZAZX/1S5jUVVXxDsQpZtN++xoL6RC6IfKYXLhsfgNJMU5jHOpY3
NP/Hxu9Dz1M5g9SOptW+WKW8qwph3Qnl3TDIz8HU3A9hR2rM5J0ZhBYVbZ6M6Q3AC8JUqsaytTQ9
9GFQFKzEpaNqnchd4tzMd1VE1f7e16464bJsVl2LoY0QJAIZ53wopXs6My4sh/q3e6AOR6GRaZWu
9/Hhc79S1KmXpSM7E5R5ihMo31V53ZLDUzn0hV+GDvZ9C5/bB7pLrObOm+xI/W+Hp+VtzD3iXY0r
qcIx8ZnEj/4vMjarH1K7lQLKMmQnELrgeK0dQe990SvXkPbqOUfEQkD515t41wqLLtDkfuqJ1J2P
feKG0taX4Z27aHgz47oXtv69KlGJdarpPsnc8DFLbmqiXl7PvIq5KPl+iF62wWIQaCNEz/jBpWOr
p4RpPHVyzEKYKILhRybeFnSQyhqdelSdry+8MDj99fSc7TDpK2wfjOXkJFahP4aJfFTTVRw4Klse
WIq+A3Sum46eP6Iq3TI1ICA6RDUFif55msUmewL6emy4PtleyrZTOK93wcaDaSZj2NcPsrz9+k7f
1lWfmojvBfjRfLanLruJJrTUWxXpyKH4YG2mzib/BFI8GHkXe5hBbEXhevEqO3W1U/7oftUg0FdA
RFmXJewvoQ5coWmULTsbbbJQ1tpDnUPdd6DPsgey2i070q/veVG+/bN1VYnDSM7PGKqWi6kiMGHP
KJ18jIkEibfjSyVf+vhPsydDXSUQXdnXbAnoMPJViehegh13O/X3g7DqMnc4BGdGuzeS37IN39/P
4m0j4QiyHHHwMYbXis0CZ86VCYoYDn2IbJ6EAjuKDzXg/pod5jot7yNlK41USNpr/xmeTJTcpuKF
Jm4BuArk44rfwp6t7kou94ax6ir1olRRDGz0zE0eY/M28bY6KMdjOp2ZJn43dr1/ksXYZYlN0woN
LRtOz421tTCDAx82X9rxQVHOnRPNBxMfmo0qP5AfTov4TCA2LJpNFQLOxDNVOlpEEt8q63Sbb7yt
dbCejX15Rtr6RoH86mKLJ0M4pxoBhJIjos9C4T8bGF4IDzg1Vka+1xCUZntIwWp80XWOgnWf9dMw
HcN+m497JbruWuyGKxxH8WVJpDBRGbcicWY4nhD6OT2ZnsQsncJT3FF5s+tHco3RB+qHiIA2Ciu2
0t/VynbqDlQqItVN4fUTzNPb4Q8dA4RwlLMz55qflmawOGlfjmpYBrLlW875rDZVQc1G6ThuLKJw
qDRqa+mH8tjrTi2vvXBTowo03DC4xLEAi//rr/TtROhTizMJcxfMyyyQP05AQp9w9FXQ4pa/wUOG
HcMCFM4IrKFKYdJZjdFVRoJ6v4rWg7YNEmf4ScZ4j1gKdWR+6Eu8Wus+jKhZPQgAPXCmeUAIbrPO
VfnWksupfpi1vSd5G8aOghfktYQDnT5a2LpJs87X+Co8826SLkj/wopPJlh/bqT/bSdmRcUOmAM4
MHYfn7IuasKjiREjq2RTI84ZXPlFZPR80PE7F1gADqW/lod95jlYfzubspsyOUO9JqJahDxybt43
Ps1581t/d0OLiddrOimtYeUfzRGGkSPID5F62aO/uhYiUrMOKBG78LrT9210Iel7wFKtYMsnrUJ4
QIEJW7StMn76bs2ZbMbWxR14KZntkyjnBODQv9cPxo/CHY/Brfaie7Zxond5046MSxcJJ+j46miu
vUddtpUHiYgj3VZ/MbWYxMA/pFesAaxr64Zc5DJd950jC47CT8lusRd+ft0FZwXM5xEGcBs7NAPK
8ly9eL8G4qBalEShl47kLF5rP6KfluJo31P5ghx5UVrrwrpluL7EqfZaTWRR2OU1z56+sBC3HjGj
5y+C5KZXzZHw4gfyX3bar+qKLiemdvbYmg4JlcKP8JhdehcZLMjb+pLjj3O7ieXS/e0z5vBYZl0L
KmqpgpCNJG8Gi4egcSvQmhxzVHZ6JRRuVW0KzZbiLa/NeCVNqszYVSDW/boZFyxR5lu61LzJQ20E
5gg62cdm7GtLSPUgkI/BzwzD030gOOEmbl3cfV5PSdhOQMNbawZNLXLERxIZLuq77MgLbXfgdyET
J1hHuwMaRISME5Dnzdd3KM0vcjnWIKc0KCCx4WIX9fEOrRRjvW7SRtVaHAFa2cMd8792u4pILbxp
7q0z8+TZCy4GtypBD6LPPYv4Mcr8+mtWuAUovwqvvT0nndngjarszGhz9rLzxuvdoj6LM89M577g
3U8/GtnmIPrVvJNuo5fuxXpIzqyfP23j5vf+71Zd8rMEPf3rav4DdkBBccwX+SeQXM5P0Fd+/Qp/
38neXWwhY/CnRgcfzdZt5HRm2Cmt44/XeV6zrsQPnT8GBlHbRBmynsqTdSiuVUyV5jpkBvbuWmOb
yzfWtC28KxH1ulY9qNlBpbt17Ly0a6885cgcv77lTyWot+/i3S3PvfLd2wgiQWiVkKF2tqgG7nif
5duc1IyQQ3zmdY2shOhcx5vXKV/09DdD6Ltrwrqmyh5wzRkQK9kcJwgYvesTa0yByPN7QtOzY4Q6
CW/OjVec+9B+N93NJDVkh9R9Efh8fGTB7zNgDal89H6JL/64954saZV9Ly44vxLQuKdn1tafd/Rz
H/z3BZesc9nvstrKS/moW0CGXfw+mkXc+h2QnFHjIJnPPUQ4JF8YrLNiUV/L/x2P96/R790dLDom
LLdaVQweuburMo5DXUzbrNPH+O7r7vRp7T0vH7icOIvxkKQtRtnAr/ph9NDB9wN7xspO2j365Y60
mCLAPmv913WKxfWWzxWjlahCrhePq8TcEkHUdBsyTEfdmWAZpO4s/C5vE4x9bJ7vu1sO23XkCGfe
8LnHXnxEPQYiMja4DZOjTOLKeg7E95L/RNJ1Skj91238eZRZPPSiDqZF+WR6AVfD2mZCmxrIhiKU
yxY1EDRQU1adfp0ezB6L+sofduITB8uKfyB0U4Un5JHBYpPbOhIJljsVZ+ycS/aU8Z1CXn99p29F
wg8f+uJO1Y9fmjYbk4qcO8UuQjqMX1wGGAA70iI3+VVQ7/z8okBaU5LaTVrkJuODGDiX18YfxM+o
CIk8rBEGpgwFASV+9N7cTyU8DApgLnoIvKqMo5fB1GIIJ28rcDQmLt0ZBELByL1syVMWtrmUOyIb
1dI4wQr4+gkXqD56+vyEEK457ZyPRZbwDE0IojaUecIuu34uyIpUQ2fQd5XhasqTEu8stvbTTTI4
jX5uHv20SF5cerleMENLDEQuTZSVYW2inkZw2sbFo0VKHd5F2Tt3yU8j5+KSixVDloX9X+8zuczF
HclT3b6z1qL+E6D4JB4Ua0VewddNrP/uouj5UbvJJHogp/3YiQJBDHUxGiXCUt2m3GHWLXGqEZxj
rDHwWHChyGN8IKYqJu083Efx2gg2uL6Dfi2rdtcwa+5AyiLdpAoEYSsScNev5MhVe1s79k/WQTR3
nvpDeB6ffPqiz69uXHQg7I8JTO+OFdyV2TLsWIRwYeFwa4kF67xQDQn2Ni+tAs6J+g3tVuPvzcrB
2En80ZlWmD/q5aeExJTzPVmRoRQsRroEQarsN4J4Csl9be2qdvzL7pcOmGFteNeWCosSePwG7EHw
vc1RY7h8PtW3YT84FAjMO+EY5zYyKOKiWOCpwUo0t0q9bs1t+OTfxYeU7xJky4oA5aTbBGRx1mvk
BhzBg1wKhntLINTuVyvsYcQoqKTa9RTZyAHlDaWiicb8FuiU41+9bGeyR6MqfA7z/GklR+d73wKL
Qbax0A61Ef29lm/REhI7HQpbffdSpgjohN3X7b0QVP/5Yb+/2mKQDQRzFDKd9qbIsqt+GLxq+B3Y
KM2XHEBCQcqCLRCfY0OJaLKNzKJ5zx6TfdWP6jki4ojB63t8rgL0u04wDzVg5hG9vy2t3y2cUDyL
qKAi6VQproI+D53Oub3358XK3MyaqBNGInOhZcUlK2MytKpBOhmBjXlRsFA4283P5DspdZHnNL07
VTbZvJm/9b+dafT5FX7q5O+uvZgvlEGxQPdzbYIG1Qfjm/iK75EuqH3rvvUw7yK7GfH32f4T1Z5a
cvxvHjWVbUxbk214Rsf7u0n9fUMsqm3oguCHDb10aggTSJ38NtUcsUaV6pw7avq8JVq0+aIAk1nT
KKTVJJ3qMduaMcU8vkZXbB1TujSY1WFGK0S/Hcb2zLBy9sqLSSROx0BEe0qPKt0ZkoQAtF/1Pe7a
VS7bauGWJuhE1zi7C5xf5VevejGVpHGkKqPGhfXn9qF6oo/pL9Msw7GFB+GVyNqydMnpZGXydR/7
7Yz9/rUuVv9aTd60EdPWmnKEUKJ26D43MFHHlXI9vqiv7bApFN70dKY7zQby3zzxfNyOYJtD3cUI
biW4JbpelDgPcQiRRzUqjGs4vpqFivRZN8lQCe6q/BGjCCbLH6F/Gu+nYl8pT7AiiO+86WNOYDiL
5SgQ9nUqOzr2XyWsHEWuOWFZfd1Q5253MdwGXiF1ZGFKJ48igOoUzDPgaqQHjh+BA359rc+70PkD
mItbiogUgjokbfduYGsSIekLtZBOWbMqUQb2xUCAAGcFSA0ug0KwvXBdBPuzpU9l7t+fuuG7Cy96
QynkwEhQbJ88lu2JzRzIsRFOT6IyTZ0EI7vt3LRzp28chMTyuhEcHdgpenbImxP6bOybbt2uAnyj
8W4cLmQOw5uNGq0V/VI3bjv15IfrqCOPfa+1h2nYePWZ7cBvp8V/P8Hbwc67piMdURLqtKRbqYji
IFXSP6iGjtFTM2CwZ71zDmT/uST59rbQjEA3IFttKdDA0ASNCcH3KTB2yoSgMbqsYb2JWuaqyU5u
3dpfG+2GPPRK3Y51uh7YAxJ8qqfrpCJ680FLD0lyoOgmA9oMr4fpYMpOJ7iKbFfFruxhweB9zb9V
4lPYHupuNSWPibqrsp1sbuEK2PF0WaQJAvBylUXUy2VqKtIx8C7D+vR111yQ0FgIUIlWkKLolMd1
FOSLsXkkK4KcLRYCULhzlnaq2bptQ5nZ3KQPlbUzmtuouOZrTdMLP90ZERmQHMveamTl6rYXOyRG
Auq2XhtAVGBUVsjwY9ltWauxCGPxcCUIq4pCe8a+7aLZFIlTrpNxNVTr2tj1j/IFqYyUI1ljJq6Z
3X79eG+nuB8+gMXjLSYAQZvGpqt5PHVYWS07RKcunfzFdIS9teviNey5LFgF1S1VZEOm4Ve+caFq
FKSAEa4pqRU8m+qYmivJOIcdq/8V4ZyQVy3NpGxy3YkIkBM2RbHh2REED1s1O1UixD2k9tvGIFnN
EQNXu0JYL0UITt2KhFffwSCtxy9pu2rkAyX2OnRbqHN0NnSgClEaZELaMc33PGAEeGb7WsnrpACZ
6SFwXlfat8I6ExXxeWk0txVCWlUUTepGOFI/jFKVFEoobXyWRupqlNcidrupucl8oiyRBJF5oDp1
e+ND1pzX3sNeb84UMz+NVosbWCxKsWf3jV6y/jOjrVneF80VAZqGTOq6+3W3+DxLLq60XIkVEKN0
k8W26K0atpbj+Cjpt7KxK/Gw5nuLxM7qwiA9KycTdXvm4p+GtMXFFysvMVVKUsLpk+XocBxNRq5F
Z4BJIGz67LLudlqw1oYV1MCw2kjRlQ+CsiI6zx6YFs+Vzhagqr8GgHdvfTEATBWwCi8KpBOQ8sbA
bgAIeKWe8p/o9krkA/W5Ndn8Fj99ku8uuPgkUfSoFZRL8YTAMSMcsUO3D45T+Samx2x0y/q2TR9p
dZYu3lDvvm78zxsfBCeY/RSN3LU3L96ik9dyQiKrGp9SrehYfBP/qzZpuGqs6QkqXeJOyaSyuWyf
fXAwF/G8/ao1pXfxhSV2RozgZqy8q75KM1hL4y9TzknrlYTXqtGfWfONGyUledRfE59sHJix7qa6
qs4stj6tLnkIhe0bkH5NwaS8+FLno3rAIVJ8qrJZVKGXw2pg2tp83Vafly1sx7FjKgb6DY7n3v7+
3dzbGIMiRL4RnEpTfxryFGJh2CDwzbENYGaRVkiVLy1GNeRpnJy2HKor3bln/Twsvd0F8lGc5ZYu
mosCyVCZue8TPEr+IkeZce27ZqlHTtZioFQrNzeRTVn4EFfs0NN8CzMTr+XJKKX7tg+nM713/hre
dV4IRIiszdk+i2oIZ/ZiJVcOQ9kEnuefBi7iYno/BaQg22Lj/+qrSjiz+Hkz/i4uN2eGzGdmIvEs
S4lkbGaEK1o5z97hH5EBR0pKA6Soke89GC1JoYbbRlaqVZGlL2XMTkoRc+GiFqfHvGMWLzpDsFW9
KFd+kv7gANRvW8IBO4Xd5qBC/mVgkbQ+JmJTS86sepcaoLmt5lMInM0IlxTc2x8/tXHMDYQsmnWU
B44+JmJ0yPXM1LXlxTuvSQ6aYEi7zAfxWgqwUEwsKGu/4gypKLHDGXr+MOYEpoOS38kFHkXFvNCD
UXAjY4gcrQUupCnn3u8iTYyFkPgms0IdynmuhkP64033o9d6suGLpwGSQQBEsy/VyO1x8FxMkXcn
hLFwK6eTz6n7YGyToMhWWS2Lm8jsrzR8hRfDQLEQeeklgfPjriVftvC0Q4iu2x5FMbjxeE5iqyZW
AbrWXQVi21+FgogdL42mM7vB5WjH00CdANSFphhmAv99fJpGbyMr1MT61EVWSYQPre8LwAxCHHUr
rQoRYkWPhk50m1yzNvJ8hDQkPqCCAzHJ4Wg77AWhpxrFyTI8Ju8qCinB+ZO+DjnkzqumvG1kI2cR
hJO06QqQsULlAaNhd31mMFps2JBKIxYlhoTvzzJmNfPHRxGhX3VWWljHCH7XhRD29zJLzVQ3rjQ6
kgMWu3aSsN1qE7VSZdD6qzRA0AJvLN4nUrxqQXLtlSSy2ajOiWlS5MoK0/3bbf6Pv+XvKp/vF/6W
4OXne3DK/K//9LXIyh+8N4uZCoIbive54vanrUVS/mC/gUQQZiImlflH/jK18DOEJqF1ZIbGdMIo
8i9Pi/EHBhiGX/4fGBC0hfp/w03hR+k2/x5hUSJwW2hx+KWkE+NVWMwu+aS3aonIphXiElCPKRG2
twPzZhU7TqEkx4zllADAxGzS+E5hKL4NAZrak2mx92yhm1M9jifrzpJ8DTOrXgOUD1NljC+mlqzV
izyLyqNsTFPv6H5kWetIBdVtJ9MkUOwT4zQs1jVhotV9IJEv6PhCKOGu8bsoVPAz+1rH8jvRx3mh
2Ib5hRZVfY3As4+p2EfKVAmIf8Ruq4a+p86IhBh0bKFywB2YeXYThAUHT6mI93yYOaChogSbXpjd
sLNntEV85uoscmwpzUX/aqiETLwi5E5CNcJdiZcUieNHMGtWuo2TRtIfzSwJXvymIJxgaDqKBGUm
3yAdrFcWZou8usJmOLlV4t23WTAyIqSeUdVoEyZNEr4p/Aq438KoHPs2naqrMk5z4bGqdI8DPN/y
jwiCa04ZuNGCk+SsacuEDEoDoinDU6pcY7U3g6MojO3sKvSkrPg5hFr0WpYMoppjdmS1uJ2Yqf4J
KkujHTWBJe5T4Vf5uB4nTlYKZeh/SiIbYvzsVf49KI3xV5OMKpEoSQs1Y1UViX6tjsAFaq/gTEXH
IReua+yHBzPNpugaBNtQ20Ity9dlHXrCdtIDIXAjP5PGezMX+9dIlmIsnp4eVBR0m94wV7LvF3dl
aHn7SoBDKI6mvhWJkbzNJiSyPTArapHjSLgqeuNV6MmBchr7tEbQiHYqHSCSGn4WMutzbAc2L61S
lJhlYIF8IL3GIkkIc2BNXFyQDGmT2H5giCpocauHSKajd86dEWPhSFSDYlYsfzHHWiT7iILSkAkC
tbSgff1UQympqQmqWDWXzYvG7wPJ5YxwGHe+pBj1CvifLly0oc7B0+Dp5g2sO73dk0kbBXviukoP
P29DbakO2oZttElc5dao4jLb1XmvPcCjIb1PmDjazYd6M7uSiDMg37lDvamT45OmwZWQpvWaVEQy
OlqrSq9axR/ZA3mTcPACwajWXaKMpxFUdbXKtbHaIvLtbv2gGK8j+EGuHBOpcUUcRHvb55lkoOiT
QTWkwO0eJEIKt3IAEI7CBJ/EChIC7s6uJXVV9arkJOcW3smgCcpdUcrqLQz24sXPfP3Jo2tVxLoL
E+teyno50/o0aUSI+wLHs0ALip2mZGnsmmEcsCBTLLD/YR3HwmXUxs033dOCu2HkCNiMaWl2vaVX
N7tRDqhz3TdtH4XDz0AeIm+C+tWoqGoEuwRzF+DV4bssm+4Ho4KqtCtvLEvDsodICSAgu0WKrRPX
L9GU5CxvrCob8NEoYtkMBphmuJXPMqEtvXyBa1xsTlYddRIRzRZWG6fwhUieVt5QTXm6izGyt/mv
YmYiRIUtxJ4RRG6dtiEpgANFqbk0kptdxfLHItkutEFxKFZ64ZltifHfZE8CwqCHy4CzIatEGP6D
0qtrDpEzCx2pQeNTXhDjO88Xuc2D0tdaj/rQC8yRo3wY9BJH5UWQiJuQDFZS0n2c26VD1ADl4drI
YBDmftLMZzWy3gcvqkXMyoMFX0J/mhJc3Hcmbuph3Urkbh2suAkxknv1RHQU2g0JQWPfZu1NRbxG
T9JhlIMCx5AEy0PqiTatNP2lLTUyccS4NLapFQLKVyhV4Y1Pn0mgQiULcQNtXaS4gQZwXOkS4WSO
MBWyIElDW085rKW2huxI1jIQO/yiw6SV1d6MdfMYZASEjR0pHxWWePRwUDaEjdWK2dYY+vpJUTAw
p5VsVRyPTK3b9Um6DtvOMoFgZBJJBFbyEIyacQ2XE2+vmIvob3K870rjG7gJDXWXUXq+bvWid/pK
jrdgEfXNWPjmTiyImbTLcdCeuxFkftOzAk/bfnJFq063AEPyS4vhXLAH+BB3caUFA8GXWrNKI01x
vW7OQ5ZlYJdyVhuVDQ3TWqtKFW0we0v3WpweCZWcbDwm7b5oRQwugnRnFKBr7MictXcVXn6L5fND
MkZ6ejHS1hs83d8bKS6r58BnJEb/2nXlTy9R6vxQhPkgrciV54UTVF0/QGIPKKjlTLZPIYTUHDYn
9AEfVVWqeoehInvhJzzN6EXTdVl41Ic29i8rBHpIX6NI8Fw+ENlVeroMsRWyQciDjwIAjUOd3Q7G
WGzCSkwAV7d6dqXHENZcFS18aRNSn43rUPVwThJNYB6ScKozV4oZS8t0bDaRXI9OWSGSHkAtCU5p
peNNo00qO+isFS0X+mdk7UBfJDoOhBH6vZDmqQ2DQ3Mmqys3iVKYz1o7icBs4JvaIl/nbVqXxqUX
xfqxqaDdAKSw/MpWcH5/TwSlvwzBfr30g4A2iMygeO0JpOwAGRzj08Cpq+60OOFfOl3k3W+zgGnG
JmUgnn7UpCMEV17s98Z6TJvS3HhhOF5AVJcv00Kb2Qt+GBA5JgS/xkn1R3TUWcVHHzQE8N78zxK6
GXc///F3eS5P/+c19Onl+8v7NfTbP//LHK4rf8wQNGhdgPbmRTSL5b/M4fNfwTxlCc1ilmjceRP4
T0qz8Qdge1BK6lzzoozA2rvO2yb4x9/JZ9QJXwQZyGrOmF2Q/806egFpRnmsg2fG70Oo6Lw5W+71
pajQjckzZXdqLGEzxsZWKTOEGW3/S54mu+7v9MKvWbD2P2pfwkwZijthKmAppKabT9VlknXygWza
NT1ZPWjN0/+3TtVRqmur178dXor6b+s2+/nShHn2v+Yt4L+Y3//74x8JE/1rh+i+NC8f/rDKmrAZ
b9vXajy+1m3S/JPyOP/L/9u//Nvr22+5G4vXf/z9R95mzfzbyLfM3vcXnVrFf+5dq7J9afIqfEn+
tmnD7PVDV5t/9M+eRqIngOC5PGoSSAVTkt70Z0cjtZOYdZxAdCWCO/FO/qufKX+8/Wv+ih6Kl2SW
7/zVzwR+HxxwfgyoG90W1cV/09EWZjjuR0FAQQmXoiQ8BOgGH8sA4QCKus5G3MlZbK5UL+n0jalM
nEUFaZg9Cq0QPUdWnpdOMYqpYQ9tSfBImklNdUgK3yCNTGeJb8taP7FeNrTAWHmdHj8yjdUhUkFx
YPVrCe2PMBeFF63UxORCFYOaOAtqa7U7yfjxVpWgmndiNpI5bom92qyjMKiuPTW2WLTA1rGhNk/t
SkhIblkTkzLs1EKRs8vWEJQScrdatbt3b/Pmzy3rezDmx/oIDaPyfVPrmbfEBH6/BQe8K9b6EEC1
QjNtw/L+D3tnshw3kqXrVynrPdIwD9uYOIikOEkiuYElJQpwwDG4wwG44+n7C2bV7aqy27ft7jsX
WqSmUATC/Zx/XK99McwvQTB3V1Zu9Y1svOCiKRoEZWU3/E+6ln9Fo//6m4FCsddz7/IJ/xuDwN7K
LArO6KqKKyaFtnE2GP8nDeqZFfmnRZ327fNDBxBN9gTyoH/X3rpVOT2n6GJm4nH2UaZWjFlbi8XL
w6cXXSUNQb9fMpOo9sFb/OWhYWImt4Zw4Lkl+nxjATrYeWRgwAMwImWatkrfxMBhBY4aR0eQJysy
GGcZUu/QuRjyLuizOT7nxsc0KyQq+xYUywBVCfAFm+5ZG+9jmyzkSJrVJCdTRTPxUy5+asch/uUg
cIeDj4cuWh/Jp5M42wL7qlVW37WYNX7rwVIdMVa+267xS/t/0npOAk8dukWTDeOINR1ykuGcU+N7
sU3yY+wX2mroKafgjvQjoEmPLYdQa7lRtmDTCANXTBf6sJ/00ldHFfvqtW3WWB031uqPPF2c2YNY
5OGx3UpSyUk8zyRmIlma/eDmlLJLRSzzQ8nTfl+Qve32MhyW5hiPYfASTktZ7ktvRoEoqmX46OZw
s5fLquzT1hs/vgCiC1G8iqb2CDYLCKGtSGxqv7TkANn9uknCsrJcBw6UYmCc3nw2gzJR73FSSbcP
i3qajv/vr8a/0X3IvEJobh7MEDyXevr0355QbxsEgVS/hrzGRqi090BqEv00dR7YwyqJv1Cjgnb1
h9e1bvHK5NEdxVb+YVXtuJNBXf1FAf4vSvgfZ430f38HPX6M87sUP/82/P6bqT/+tmccH/75Cjv/
9r/fQ/kfME+kP/IfP57zkf8BG9I5Tfoyxu0cDox2CD7Nf+Qt/0HKJlHERLmcjVCk5v7XPZT8cQ6P
Jac5J1YyPF8c/7iJ/364/tUI/n9vMyQ05V+OI9TQPk8S8GHIH0lJxuc99U/HbegRZNro8ZSmzh4i
cPPqtghdFN2wL6n+ZtGej3mY7FJJOONWI1QNrX6pSWSa9nB73E9Em+fxfiNYCn6hnOfmUG2J9Hf9
MmA3nRvnin1bDN0TcZEJS75r1HCkO0eQCj6vBRxDZx0ythUYPGrr8neftOQmOo7jZ9ojhgzBVTbf
koJZDqiXoy26nM9O7YssHtxyjC3JLLsGZ+R6sEVlvyuRFd0VkXiB+5FnWrnrwJF9eyAUjI4gJYL4
MgwGSWh6wqmFANZDJRxuunyLjSBlba1nKKlm7DRX5aYHcpOJrzqrbruaTNc+EbeF53CWpuE86t0W
uI1OZ3DX9458kDefxR7FdZS4kW08L75vohEvSs+sWpUtzB1k2Fju8kIGvwdjSswlmR5W6huH9Gq1
q6GCWgzyvh6C/BxWFw75PhqrUBy32CNTsVoD4+/EIGgBS7Z8fBbEfmr+ScLFh5QkyhwiuN2eaLgG
Den7pDxtK5mHx1XzjzkEgfTSY2TFnF/446wBJSLzNomFmp0i7bN7AEx918+QdFDYm4cTatYFp8e0
EucV+2Ps7UQqmz91ofXjkFbU+03CpHgU5Lq4Q7Zl0Q3FANt84W90W2BLFWynAaFrZDT2hQ5O2s9U
dxEiIFOUOaRN82j1YtLHrVOruBTcedOVm71svOKOVGLfxWFbH6simLeD6yXhRV1BRfMuHJce0co4
tRpU0CPyYllCO14kqYjdManM5l14CXn/N8TnzeaGrj2PUsY0He0hSLWfH/Iwos12atmqlcy85j13
rLzHmteh8KoWiKNDgvWDoyIbsr6smkg1BwhHslZ7FW3DUSK9M/suivz5xjV1EXJhRBR5KSvZWNWo
rb70uMXcKVualrJtYhiDHLxIVd7zAPqYnKpgbOXeOW9qrnW7ej9EB851qkWWxDtN8bG4EVibs0cx
q2n+lkj6R5HI04D82ommG/e1XIx4ll69NreY9qZru2ZL90UIEy53JMsW61dtwLYQbNkpP41bP+NV
m9uofDFh0ca/ed3ecFE4kSOS4wFKTmT5BOKQDeFAyty6UBPH1R4KTM7OiqN1K/l1VHAacRWQnUjN
3lDz2XSpU5LkkS7Lv8pesy4RSuxF19FWDcXBKxOfMJzCJb+zpEefHNMX3B79pPPl3m+bKQI/6uRw
UktaA5AkIDmXNjJ+c1FEpD7uc6L8NDVsYOLk4c1jdxfaipOLHgQT/hqanmLZzi9nc89WlgAdWNsj
QFF+Ux1N6WhlUL4c+n09Sd9cDR4mQOjm88+G0dCKS5xSqrsFapuay9XX03BHql2dneFYWV/RvSfH
S2l6Qc4ezxHgd70s+UW/jWuwb6ZExftsDiANWxF0jAxRDdg8TDFFYXKQIn6KQU0RSgoGrcNkXf49
LlpeDp8+v6nPpvy6tOeKB/iO5pXmGP1buTL57VqGUISMbvhBTih/ezdF/A+vXrB/Wowl+CCA0NF2
xeXIoCV8fnZJQ46bGvCETyJWxVGVuZT4GK35GiYGhB7IPLurl83/NcbJoC471474CVHQIBtfM/ER
hCpDbsv7SrXKPOAbGPRv429+eTnFsf7NuJb8hh1gO25pU0l2fTDhqukIuvyRBygpCCKchl/lEPL4
yGTkS9r3PmzDXJJuizM9EUCvm3stVp9MwXpIfbfn+2vJqLBVQ5RLslE9QhFmniNWZDnZSQHVe0WK
LwU7W1/a76sf1+qGsMv2eTRD3V6sCUUhV4sWdthzYWBcjso4eiG3oI2IggkHMqd3Gikm3TTgwjez
a8/avt7O2z5ueNioEe8WWjXy6EOscUubRjG7xyWbFN0y1q/WfVXO/nNdJ8lVWoaJOhEHWxaXcTCV
t0sYR7/0LElocEFKuqMmh7XfGdriHPV180DnSiTNTTikSb8PCooOTjVho3czFX7BLklc9AwUrMV+
iUJDzAlBFuE5CF6DXpUCQzyanAdNDBQQrijIZKRYs+UscpZSlsBGUf9FlQV6N2n98Fnx17egtz06
rG124ZeysiTc9mnBgjhXrRQwJt32PAZiesilTX803jniMioohq9K0ZldGS31S9sHEYeZttVbyFnO
5w0m2ezIIk3dPisU8etpZOTzRsD/DbGROWn9utGvJsqrW5L+6beKZNneKaf6H6Pp1h+99MIXz7do
wSD7uvs5VdOZqy8Crhs14/tZympRR6KOu2+BUUjeo6DFz6Jpdp4wx3n1lW6aQcF1OM+ndDqmHlju
wkyd2/DG0JFgunVJcGjThqxbxRr+Kyx72hJpDV4eKIyfnsmz7Emu9NIW1VY9NtTE52v+lSHA6Et/
qglqr3rF9TbmW0udjx9Q+BOEc3Y32wHkt7NCP5qwHN5bipNQFqc252KOIrhUoM+Gd6gbKEGK0XnY
HRVAwY947fVP2Z8/yljH4j6NYSUvKjOc4zFo1HrMoth/D8nz+SZFQWRUnwsF0WfFuBzzYgujCwTr
w90gMQqupFZPhzFs2fhKlei3XPjF+zYn8jmshuRLUNvo+1DIuT3EVg6/SC9DBtJRmEuW52BZ30l9
FuqUFhJ4XOok/qE4hxXq1er8IacBvdba195+zsMJg+b54kAhsUw/Bbh1vUcdUQgMTWPBqtHkaXxJ
qIByR5NS07zLfEOQJ4VGIaELXbPQadUs9ypc4vjI81R9JMmMq1e6pX7tK0jUnYf8hvZhJikGQUe+
2yExKeDs7Of1T9rABnBa8Ip7s1qfR78aIAsKT9E0sEU2b3bBEiOU8Cs5NUc2w23YkXrWXQ8jJBlp
wSNSFVoy22OgxpKoPrxa98NoKJ+Wiq/s3j9fpzu/TxC1b2m/vopEpl/mJoygkAuPpU9vrskvNEoa
7CzZ0NhTS8B6uYvKSuFy01RQnTN65a1X9UN7CpBfkw7WZ/JIfWx530FQwS73WxXv8iGdFFPIOdSd
u7Z6IfI8+q392nYHerksFQpew8uxldd9Y/Bbv/aMBQtyNeNuC+IAYzw2keCX0WSKQ7hWUbdXy9bL
0zQKSK26c6io4L36P4WcVXcVz9GqDoucckKKQczeRnrWvjdDQ8G9X1McBzZOjfnBwqkeC1KG5Jli
bPGYmAmqRgfWfTSwenck2810zaXCPZK7Ov2MZNGbnRvs8pINE9cHCVC4HkiPxgLE0MycKtIQ+a8d
54adeUq7ez154mced8lrkDfnWBtmhphWT/88Z1d+M+K0T+oJ36yKwy8Ds+ZD1XXtRvmtgiWeYQHi
vYxU+lBNdfYKzrAwdPlp/cuvUUkcFMHL3wK/Hr5tU7XGB1gw6G/QL8y3fqlH+BSo3CNDFJcQUAgd
ZlZWOZyOm6MFw1zr3pouk2fjYB+TBh2ItDwmSd89VjPXGs5cf4lh7/z2ztKLQ5yHXyucWGktt11O
rDu23qqigt0m4CxVMiwvRlE5heA/GH+uRhOswVZOcos24bAdNRdcABIzr+RrK+Kw986OSDNL7TjR
MFx6PwZiBdPHiZzjd110y5vb1uo+NyRvPyTp1C076PcV+LAc+EQhZyj6jhPTP7jCkDYqRT8G3G6a
HGXsm+WNBpWNdiFAyfWUoDa4KKmJ8XhrNz0fqICoHijLSQhSqQbZ7IN1xesyWv8DUEdSp1HYlCL5
rbI3xps5V6YWS/mudNF6a/I0pMM5aqenJnXiJ4nTLCWulOv3dNTzDxs06j1cSPlH9xBzRs0apMWf
Tfs0DZLaqYKCNLWL1NL+aABjiBtoeHT2M4PqQ9wX4Z3Lovy1a1NS1iOKiZKL0OTLa4ZaZSW/Qcnq
sHkVmNCiGFwUjVrUJI9R/V7QF4DOVMwJGg1XkJqwJHSMdpMQ714dNe/TVJgXig5QxkgPxRXu1aS5
QUzORsj/7h+7vB3fWG/ksu/zdf6a6Hh6KZpG0iveF3w1XuZFVIZrgPVtVyadhvWMu/Zba4v0m092
17tfLBG+xEkkL1uYkx4kaWZYds7mW3Oq4np+JCUN3UvPuHOLbqL7va3W/rDI1d4zO8nyyEY/fcw1
Yc0nHqzuOuv7s/hQLtSh5g0tMcS6U8SMcN9fXiQVY29IHJNsnzH54QYN6jk/5UG3LDQkSsnUbLlu
j1vbp9/OIsz1rmgy2uBoci7y67kzYjo4ag1/r56tq6MvvOCXCAAF99sZuXuoN4FwDWyNyBq/7pZT
jbQk2XUi5X/0a16xeoYyuLN17zoGBjP8iJOZaX0MyqI6Tn5U/ZzaJdAX8VS3XxmKw5DWCyBxogMF
5p2yNcP2FK9sU7uiArLk9DGkSEWhm8JDyLHdUxa38cUl0h7nzjhkwfyFSzU9lmrDAUplRUbrnWJQ
PHbhNpS3xdZP+OhaE+ePqKmm8y+ytf9q6TBklvKm2aNkuTJSblDO+UDeBWU64Q9Bded9NeYw4bx5
aJT+Mi/8L6L2H+fMtf8eUTt8dMNPDUP182//M7jGn/QXuBYFf0Ds4IElATOk9Sb9L3At/IMsabgV
BvoUVu9s4/s7uJb8AXAGbkbDF4pQLLowEP+H5DkL9uAAiBDL4Xn+P9vMApSd/wqvBeeQUILRgvN/
2Bk/ReH/BK8teb94ni14upzF/lEQad/tplm4cfg9+BOb+MQXiayPqKOrwjEslwdfh+HrSEMhLbDp
WpESxahCkqgftSU3WVpfITTqp11XdFIfym6jmLwgUfs+5sz7M51nuhdbsu+PUcsX87iWbDdAUZLU
El0iYiTXafSv6JJosr1A4AJ7HrB+7beB7IRDla7iJq4aw/FZzFTAzM6GP0h30xF7vpTfJiavinp5
oKB9WlaIiKLFbt7JeZuur+Z1IctxrvmakSK5pT/rurSvvOkm/zK0aYsQg9HiV6mz1pyWYahvZ79B
wmHalOpJUnQ1ge/NhlTXpdTT6hzwBHsFJ9lu1ar8JiLR/ySXeJsvlyQnsc0J1gaUJCwgaLJKPLgx
2BZnn9e/zfHmUkQKQXjhmxAZB/0o/UmDGHKQJGZ98lp6T3bGnNts+mxVPxTLzwjd2Sgi8JkW+NFE
8A/gdKvbFyrBGIGBAMgiNMwzO8V+80J9B6MOBS+0ktNmJt9ohO4CAug0f08ml/i389vta0cFMABA
G1ePVnpbfMkON/7OvNxjLG/FYnHtbOi5vNJH7184RWjr5s+52cXUM1pi7XQSnsTkYTvrw2Z+QsCE
ps7H/s4y0yZvIls4zZvW5N+TpZ6Wi3BouF7LafrZxnlqdn6GknNjefuIdLV8X1DC4eXV5cakBevw
UA9x/CubFxXQul758w6WkrlJJ0tgDvMYuQbD88D2Hs5znjJww1U81KZUE1NfH3vlVbfmrPr7VqzC
3LYgLcGOQmwmsm5Q/rnPOPdPaeeP0QVdNt4bSJe7o3oUzv0iGPu6J2xyJLIUEgc0LKqKlNIb3/nm
lotSQHXNW4XRhaI8pBzcmuSrZiv9ZzuGlyl/KKdMWeo7W4RaN6qzpm/3VnVJeceUpcrj4sf8SCIx
4HPPUAlLvyTtegXY2cb+bixBp95cGPPvLGJ8ZMeh5WFEMF8Uy41fo5i9KhET+acxVN7MK6aa5ljI
nrJZpdpwuB5zj+zSZqFxem9aj101LWVLC2zvkvAl6mPUnBsDe0Jv1hyjfNH02h6Qs0j/24KIhjam
PqzLNxkWovs+qzRc7/zapeOXufWa5KUfRCG/9CvrTbgbZzWy8FXN2DzKs46MVFVOoEe/Y9re1+tY
4pi2dl3vxnHOli9j24eKWKM5owuwpMSDk2DO1+i4Tm7FWagYa8C2GvLyeqaIrw0fIn9NkM0Nzbcm
Sl6lt27VccbGOoFIifS9i7uxPoDJo1Wr2CwB4ptVfkeYm5LHXWgrcMUDzG66c/mNSycUalCb/r5b
Jb2vQT+Zj3hpu/x2zVpUkQhj43iPmNV6XwsPaeuu5Jgx+K/raP7T1fH2VDYUDO85dxtoUFmMgmp2
dFLHdFHd9Oj3KSuLHPL4IVuHvD2hKl0eUov1lM+95lAiuIOMAjqN0RmV6br+rsLN0I678G2msIWd
UkR8pDsQUyb3MvHCJ8ifpntKcHw9ilaHdt+ywyF09fOeXOGlWiARUUWVJ3ib5AFqY/q5iXx+idt6
ZFdu/Pm0JnZ9byuMDoQjYLo6exFpaH0FmZjMrrLY3S+jNsUhToKpXndzKnglzB8ZrtNVyOmh6AWE
BFrsFhU3ygoyHpzgzfLYHEChygC9dMzg/JVnYIovxByjIGtV3N3WIdjuwUvrLduz2mf9oaBS9qvJ
k6Jto92oCvc7HOuuvWjA2tjWqtLmdChRP3WaBpGPF8viy+t2bMhS4f2My7u2N+03pvxeH20acugW
pZ/eyzYl57iXNiLuqPAif1/VQrD4LNGrzFzIz6XB+BqnTZocV9ePUB2pnNQjy9N4k2ypkfsg6FLL
Bxj2Z05pq4uD5Ov8PVDgcMdgAQDYzaFYgQya7AkMV5NzG2HbuA3Gqr0TY1f+Hhits12fVxtompnW
CxXw4F2mNFCdC6Lryt8lSAoQbGbsu4IqIL3T3DkFTExgs30cLCMwWbQMF5FCy04n1PmlwrxKsceL
IdwJjjfj4egLHqUkCUNQ5XKUy7EtIymPS5e7h7qT7lVNHNTHum0SzJFmAEkQsecTPxOVNaU43TSe
g2xsMlFlM2ffbFTP4z502YL1AzFzvefJjS4Hb6LlZ7OcZyBy89od68YZfvQGH2TQh+CPm6Iv9n0o
JuJdILPSS/axUR3E6BNE3G2rF4CRTel4ALvLiFT28+xgmjF/DgfgtN28uuJRIqZF0t+I5p3mpLqH
5W44zrpyG+6nMIAwZ3uNvsHcRzlx0nL6yjPh00GeTNMhH4VDIMW78c5Ek3inNTP2VSLofkdpg5do
ncKVtxh65PwYR94z4t36ZWtV8QvghNhPRoAW61tU8SIS5QbDrtD5XJt1ftWkmtfTSkwHN75WfITI
YVtaxP20Y2zI143n3nZozsOCQuIOiDd5yvnOkBPdB8SNenSq1eDuaupu2OvxLukOt2NbTelwGs3a
4Cgy3ni1VfmKNjYO0IDka1C8LEUzfJ1tm3R4KCZYT1Q5+msINELhHte1OCJxnu/LrFTmwo7RQLKU
Ybhit616hKxCdv6+rTibtBlKdYzqAWN06wX0181L7wsECRG/vBRbzlI5zKTSCEV1w6m1llTaihLm
mxVfyng5nYHGwwrysl1s1Vb2JJx67nXRUbdcJMuy/Y6IFeBhoADQHlkPy+5msjkh2zx7202qo/EX
+4v3o6Wo+blyFWqj3KzF+whcFSODle6jo/5kPmw8mK+l9QpyU6kRoe9ingiUdaCWRM104nKx0/Zn
pGeSVkPpoSrRZUQH3pb78AWT88fvc5Dx+bhwyu4kevR5LyyHCenFkEfgeLr5ElllwqMSqrz2k0VF
QMyLwUSwiV9r1Y3AIWLqniYt1Vux2OZXZWzRHvwlA+uwSyTe1FoBtXdC999mdsuPgaaH+4ZKAANZ
5BfPOivaa/Q185+MryWfX7Dqn9zK+mEYUwtdOATZwvwzNt+JDwh+h9ptJMyq7XJFxsorVl74toCR
P7INUo0NERQ7sDaUAbSfDcxlU1W8s3dXPxxti39mcwUgaueJlMJNa7mfW1fcmChlviIJriY5uNAA
FzwptxayKN4PdQOSjpqQ8Bo0zkT2ANzL+czO5Ddr5roNNVJj1QEF89oBUWbje6rUqvfQNUiQjZ7H
58qz62VXW1IncSHm9xrWYN6toZ6phN+24gnSNBH7bNrcVcCRD7mdt4Dw6HU8rh7qlziXM+KSvC3K
GJiiaRnIjZYJdszz0xK2C+uxSoUk8qbTqSCFWifribZe8zGGk36LPURL+3QF7j6uNWwQiVzG+1Ha
biVyOvWfG04MmEpj8LQJhvxvjmZ0kK6tmYdTYdLtctvKiGFBntvMo2ryEOcYm0LjJmbJdu2IAYiY
OV8PlyP6Y0q0VmRaexHoFuW+15IgbhodMTBDFtTU6jBP7zUSY876IR6bfenivNsxH3vP5VQaHAhe
PF7zW0oEAw2BzyFzFsHNfe8GYsPyKjqCNLj41sqyR0hebGmCv1MSdhmnS/oDUSr5YhEGBrHLyRSE
szHdSPIClVMjjW7N8GHtQpJkuTLvHsJcx4ysruBm8dKo+dPwlGBwiiyXz2gW/82SYs3KVY8Twche
h9MoLzP6vkafv/QoVhu98DmP90ErkledexEpcjNYjecV8qU04Rzusq0w+RFIo/5ed5XKT9nm1RvG
GTTZBzaweNv3bbl+ILEqY15SgFtznJSpTnxd5ssSr0hyLGFA8X8Agw94q/xw4m70x4Gc/pgFEr+E
Iy1RBvjNgc3T+hTTw+eo3FUsllPYweN4RobjZe53lEwOifHNLm37s38XcVlxmhLZQD2IyvLR1BWu
ApnQ4XIxOasJbAtMfmqaGPdQkhrL1gFOhwAl9lQID7nN+s6j/BRhOfL+Wwy0hK42VU52oLJeOey6
hKPsYGaXwUksNhAIY1EP77MlkNOxTUs8LJiiRPokI0C7Q+RVrKTZuqEkHyIqmfb4gIgtW4d0aS66
rSXZ0A7DmVKNurS/MrnMYcP7lhWhWUA7dz5iF2bxrSzmQ8LNEtG3YPv+gmFmeoZcGtrrMvVzsh3l
2HJktMGYHiTdITghqiS5K7Yuyg8wIN6j7RhtLyYNTL5z6dwWt/TOOSJ2qpx/WrsWxa9GeyOp79l5
H0bGPJZU3yyp3NdAwO4aL7sSl/RlL99oRMKFMaZjseyGAoPXdVj7RfXNL5TxqRxtV7WjNpCWNV3j
xdtRTgPMx/flXEo1uVwdMqtjmKyKawhImsKhCxou8/qk04UCcbnkDWNnJHl+40+ue5JISw6shKo8
LEkJOqDnBV8OBYRoTboA5PIaew/OgKmTLVy6ypr6Ksxoi7qsuJiHu3KVurnc8mqEh++Q7l9y/1NG
2H9y9ah2nbkaPzl8alvh8406/yzdqPD8+Sfnj6Z1MveM2Xh9kQCr8BdWjHE8janfd3cA8lu/971K
KsDIiJsykN3WXDSfWoPxU3fAC2yHU6srTQTmpzbBzAn5/e2Ehe5QneULjb9uwUV2vt5poPWK6Brh
B7OP2YYk/zqzq8s7LxNmO1gEeR3XpoO2LhIXz4RYnRUU3nZWU8Sfyool5Ol/mBANiUMrqdY8jXmT
BQev8MvhIvbLMiP+GpEOGFJIO+hpieZpvVotXd9fHeLg5Q7z0Nx9CTgj5AO9UFo8lxkNzXsjymV9
XZKK5xHYd9uyR3Q5ZX2DoAJxiVvbyZ4WxxHvxkVTe8pTTdxLiFPiFBU06zyfa0PBsfscsepuQ4Ls
TooVV7Omg5wceaAQu1hweRw+joDPm9Z8CmL+Esd8CmXY4cfmoLrU1JdhQ3jUMZQGYU2BoFdhrBPB
dEzTvmje0Zp6L3nWdep6HKYzWxfmgz043uLulIvemBsdTc5wowrnXRhXRe64qXkdL9KoY8vM460B
jfqUBYVBRnG6iIVPzeOKLxD+EuXMETZrFMSO2pQe0pY+ySsu+JknLdE6fVRRXDePNDUjTYrQH3QX
WRup4JSsAvnS8peU6VPWNHxKnKLCRjdebokwhTZGBEVRJYzxAor+2JxVUmtfJdBw00i0qvsUUulP
URVeHARW6Sinu/ysuvIt/NbOLXJ+yw1I+GYnxCXhp1gLJxvCrZ5XPByHs56rwnPm74lHdk8i8Et4
hq2xMe4sqfhkzpqw1B8KCwQQIBUDfuzdkQBpRk3dZn1Oa+1ZWhaLTd4DD8CvJJD/V0BvsFYIPlLK
taaGyl5rh3Ln4Su6E3jp3Mlj0X0RGk1bsfQOddyn1K0EXH8LRNy+u08pnGpyLGjlp0ROLmK5DuJA
aEKAeJ85Lc+COloi2WXtp9Au1kilqFIoijfpYZpCUJcyrQSfEj2vgSbdaXjFX3z5EfEV2VnQt3yK
+/Sn0M+dNX+4dxakfKlGB8MEbxlFKfOdsVg1VTs3t3yZehKVHXrZ9U6Os5jlhRj0xCA1+GzOaGj6
GnVg6nWCODtvTNnbyCIN0G8ZnpKVwhwiRJ4hMxkt7nWQDtHd5KGi9qrD3MXteGox9RsyVucErNZL
qml8wr64SWJywzg9Jvid1p9zvoVnVyGSm0ofau17DO6ol1kjySjw++dg6BJ1zCNLfplK21gcYCV7
vNWD036J1O7c3y13Ux2OsXeiKB2os17qRZwQvXgzN0Ah00uZRaU8LIowgWt2wWU7xi0LHNKOGVSc
9s8gyfVFc+57/XORrlgeZUWt6GVML3jMh51WGTEJvrMf04I1ASGLnNkqv6yI0oYLgAGfFaZTVcLN
w4Jcc1y045rPP+uiXtZbf9RsdpqACmLDswFFPKKMrKvCaLeuYUjtA4S0U+9lo135ZsK0nZ9bujsB
L4VfsiWQXZQCjFHNMZmGKMm+SGK81bKenpNqI7h0w0NU/wqFt9YwlMy+6VM2FgzfBSqBUaKALARB
1gJZyNeKR2N45EJCnL2jmnykZCggHi/epLpuMON+03Vgm4slj86BMDkCDx+/HEhYhiiHXpMNx/ik
kI6G3pzs+eC6qxK/vcJrj0XpYGqLfXy1tfwgo1F9jLTMfodoA+kRq/L7Y4R4XbBMIDLhcLXNiOKj
RcRXBP3mXZ1lcP1Beya7yUajg2ts0XbYrWNeTvs1iCGobdTn9iInKSfe4b1mTg7YwznFqLZ7mrwc
GQBikNWgtJul3sGN18ywqs2ZilRPEyoBcWRwTS6Ywv1YgCYBD/nqpcDU8ctrZFKAJbXe01gPBDxC
UHfh0YEwwcS2fLGvejvU90vIn0RmtmdugYkqyhjU6vHjYMQRQNMm93040BQN/E8MkqZQmOCvepWo
1Xv7fdqK1aMQOcdIv3hYVTlXJmLAdFaK3wEoKP+ErKbGvNOocvcgmDB7sBfVtDPYc3+qyFCXAVpG
wnRemiA40vinX6CwkeDmkhqhZjV2OQTGBT9Z06qTyGRLa5Ot8YzmtYfmMlVY2hFV7Gd6nimFM+HE
7hCeuZVgWZv84I95dVonU9aIm3K2cRsFCjHIuGVvg11R2mdVqD+WbE7NQflL++BQuVTHfMt4zBZ/
Gy9bnv/Hss/yibr5anmMWVCGA0te/WEYER+BQ3h3FqPXJ1O4GTCQnJGWt2RK7j1RjT0vztI94zV8
k/dMD//J3nk0OY6k2fa/zB5tANwBB7YkSIbO0Ck2sEgFrTV+/RxETXUFGTGkZb/NW0wvysosq9MJ
5eL77j03hqhYO91EpHS0CLu0YvicYS3ijFHK+dpVEdCDepzZYGqlz0507mNOjej/K5J/WP4SOOpI
rNcJYuQXLXIHEmP0Mvu9eI5/9YKEZp8ikTdVTBRXiDTRs6K6IrMtpBDNUhZNubbK6Ht/leyG4VoV
AdX+QZuGR3RMbnjupqD6aUNFo+OZRhUD19bUcD26Go73NpbxL85RkcXdLZwrgKKDtsl93fLiHp3A
us5LbTw3I+kQEeem0W8r11Flx21OuwYjEPUVKWL2yfFg6LMXkxLMnJImOEYiaVdyg3kFuWjN7Bde
1F1QsEVGVb0qsI5zwNRJRl5VzI065gicu0GQ9jpeEVTBWzdzGp+GsinkqtQQvK3ohSFJpUJDO8h2
ao6cZa1R+ODQaz/4g9CfndYHcpbNIrwTtV7xFsUzSi8kMNHPhMmdcsjgtCV1nJ7jOGUMqV/UZVn9
cMdqfDL4kmBd+0ZzU3YZogfgQNodKooooi6Oa4XGfUvXC+uO/1hLw+8o2ApjWota4zBfuTRBbtgS
OnflWHTSGxGWLqX5xiV5m7qvOpvtzNa9Lq3CL26FeGid9cI+m8lILLcOwbjNWjeraskGmoh5a5eo
2HPOfuYDJzd1gWQlkJtGxtbo6X6J7awe6cutzD425nVs51DbRYU7+mszF+3vuOqzZKVnaf9TyTlL
7u22aaF760sBmDIMjSDHKbp7IBuudmmrXNy0rjWSdy3b+AvQBf1u4PwFiLOUdXTV8PuuUA+6ajV0
/vwsaTuVa5Y6gcGtz8vfsizmjlxvE8E93Ll6XAllhPd91hQvOBvggU561TwjeAiAQZRp8eO1Jf1/
zfn/AnB1rDu/aQZa83n01uLy+n/5nzY8zXaslIBsLLyWJqa9vz0uQv/XAqgWDvIt4iZorP+7Da+Z
1r9ovi/JmeSaQEOy8L/83Yc3iZA2lAU0RxI0blg09v/A5QK7Y68ND4AKJ5lasKB04k0X6zF//qYN
LwIEteVInTvQgx3F1Uc5av20zvtcm3a1hVTdsRy1cQNA3ThY8k94M6PLIa6SLym7uG+j6Uw/tLCm
JV+5MOmVk1TmeVGSbkU4D+I36sL0RLT1EIefncUL10ffmd7E1orlBX4y6vnEPGR97cWt9chYpJHl
8bk51aR1UgrocvcyNlEP1dVtB9GGeNswRLdpjhuzzx5Fh/ZUcCB/zqDkbUJA+6kXtG2mb9ho991O
APYJH+PM9H8ib0YXFck2LR6Q3KTmOjTYqFN5SJ2HIkvDjZUChdfZo0704fTqJsgVwM+obm81K+sx
w0xjZu4csjIaPjyrCp7NAr//IwRbdJJRVU9wBmGp9D9lVXULP6bvWw8uCyV6odFYXKGKNKhpl4aB
RHVqB+O6CI3qqrVx3DE72Un/uZNicjc2SqNdlJg9lFjqkfnGrEeTOmDZBXehtIbrsKH+zWSMDagu
BRIKU0wQ3kvND0hbc4mEpNrS7UzgPBoLG4pjVJfjM/08d1O4dnZNo3HH2Hfgg2c2oxQHg0lnI6pr
zZk5FMEVr85mwNW3mmhwrTTEhuea3sHmAEFzVpHcMQw+DVF24l0InmiS21CVCZ46JS9dCw8B4kFM
BpdtnTxWqgIz6tcPrtaWsMXm+U4ZSULNIfo8W254bYZhvKsj19WIb0Sk71FT18t1NYW18dmpOek+
oUCnWrhqs7AIPBW47eRpuVxUxX8+m30qf+UPbf3rV4tLfN8L/vq9/WMUv45+1Agbf7eH/9Uye/77
P/v/xEDOTPK/S402P7qXn0X9di5bjJR/TWWashAOLahCaFp/YQj+nss01/wX78JCMBTm63zFNPc3
oOBfC3d44XwZaDEw8/0zleHXw89M6D3GZj7rP5rH9r3R1tInI7KHwGeB2om/bPEWv5nGNBb9MGH1
Q6tXbDsFyItCdp3hmJNn6eieF/muS19yWCTqygFChMtp1Y7F+SJWGCtzF5r1Rod+9Ob2feDY5ma9
cTQvvwrFlBAG3lTiZzl57f+qtBh9h3avu+l0ivzse2gcsg/YNPTsl9zLUzTJRaC1P6DDSrL45pfo
ax4F2q63t8GfUZJj0SchaE4bmEJ2bpGch9jIp36ekLcZCInucsgRYKxtHd0o4s1ce2iMGBCJ4Tc9
evAAr1I3T1QmsoDt6ErvrCZmWmi0O6MK289VMvqAXRN6JSuUsEaJqUuaX8pxJvIq6MP5M61g65vW
qTHYIRyhiNE7zhA/ECI1G8gMLbo5cUF3a7tcib1p0o6OQaBJK9zZGIyY8dw6ci5EtTxNlAe0y6zZ
bO/9BtUaHuZ03paj0Vs7OoPBTsNQYnmp1qVym5pht6XED22qKIV9URX0WXdRhcsfux6h74GFJ21l
SmZ+L49zFB0p5ZCvFX4Duj8YB7alH6PtKgwzpYFesg/1kMAAbc6t0Y1Xtuu3hGgGQdWuQgO9E5qW
Im+3MpS2tZb+NP9w/EVq4/pN5V4kQWmV6yhTQJxiIDeA14Nh+tQIpys34O+5vWziS/oyWlrYq54i
X7sJaneZWEMNIlqnaZa90vXUeupm1pf1WDj286hVqADoGBrtGebr+MbQTI7ax9/efYUeb69Dri9+
HgevOY5qxUf99mXSELdAGZsE9TDRnNt66t7YaYWuqtAMct/8dCzPWy12s1Wadma51ns4GSd+w/sX
mgBvA0L7MkPQeT/YnjRmUDqpYRubolbAlNOobRDX9o4ZX8wqZ30p6f6RgjzqJD+MqBv/FGbMBkxK
x+D5gFlhErMOfgEVf63u5oRaaTSIxy6pmts4bEjZ7DAfdX2Xc8wL8q2PD550g8i50rCqAodAeTun
YeCFfav+Wp/+1xz5fRwD4kzLYDbhF7mmZNe2bA/fPhil2SgK9NjwQsNPr9FjdZ9cy66fjj/+D0dB
oMmm0FRAgpc/fzOlBmOA4qmLDPYVY345RXm6QYIuTjn3l/v3D/VhuRg84Lxm7IVtQe4a/vC3w1Qx
ygq6o4ZXFolz6/aOdd/VrfxlSOqHsyNv3Mn9wtQMslnCl2mrJDwxSx+8Y+9+wcGF0iLTqRInhjeM
xm8lCZGkuNavY4KKCrtS6wE28SqupvxEGM7B9/Vu3IM1y5/iQkbRIocMu+ECwIl2EVfyWxVWpB63
ZUVzJg6mn1NuR+E604vp9vgDPlidXscHG6tjbychnQ99/85rOeaBANGNx0sdgDDJfLQ2Vne7SOkv
1CTs78fHW/Ax7x61WCCv5JfySjkHrNqowBxqzpzCTbdONpoTKq/RS/MpTPFjm7Qsz600ce/6Uutv
ZsMaf012ph6sdAEIH/8p799t3A+c+k2LTQmXf/AFFdRS6WDjgvPjyae1ahISX03J3fFRDs5Wyw3m
C4VEsESiGmpB8Lx9tQenMERR9oYXSz1+pKo1n+fJqB6tcFFUFbzhABxT/wRH5f21STZUcHo4WQLT
eRVev/luMWdPCQ1Vw7Momq7iECHmTLPhxBy0vJz7n63UERPz5aLcY194sLUpisAi8scHmIbhbYu+
qNphuMCOacTp1+O38f17KnWbM/SyEKETVAebGmwK7LHQuHvzUkJHWVY8a5xs6JVoclOUQXwiJuGj
S1PQak1rWQHNd/Ga42jlee/oHrSBCvWQlrKrHGKvG7PwxFCv5Jw3t5FpmUmPc7fUXzfWh+EnoULV
qyeBvcEDRTMiMHK7W4p7xXdBxbxfF7aZIK9xqr73UGINZ6beFLk3BVU5kaSDwm3TBtV4OyAN6zZJ
2eroMiIUhcQgaazJx5/EwZ3h17KztoUpHaFMV4mDHUEXtJJWWGxuotSHidFOhZe0mP10hOAnvtBX
mtH+nWGsBU+lG+zo+cf+x2PMHXjdZCKHw+70bwPkUbQHvtU8wax26zVBUw4lXY7AYheNI5oPNKTy
wlAxanSHBIx61bQJSeB2NLsviE4SZysT34FJMAr52CDAhlNRNKb0AO35yAcNGv0nVpYP7hfbJlLf
KdhguVjAyG8ngCRxR4M6rdgYk3CuzFQQ/2jW06Xqk+7++KM5mGuWR8NstuC3LBS+pn4wt+Y4XpPa
ZnmWbWjsZkPifZv9ho1lXDcbI9f9R6uKuxMz3FK/ejsNvA4Lk2pZuCVzwWv24ZvJpugcnVcxE5ss
j5r7uKp8tIhg8rf4/THv0bXpwzVs2/G8xa0/rNuMQvg6hlJID0Q0uX3WzrWhqAHN9gUYirnYdV0U
7aw6y7p137hRfmEMZmpdjgFK7h3FKEATTosGd5WAWBi847fxYPJ8vR6sL4sphIAFRXVt74nliP6a
QeeUYtZBe+12pYvaYw5PjHKw8v81CmQZgFogr9Qhkpr68ZCVIFE3UBPSK7vv7J8F0t9gE7VOeAGK
uNpCeZiv8k66j7Q1T8W9fjC+y9dlkAVjCUc6y3v75qnhMjAbwATMnkF+VdfisjTlRaiqG6Rs8J5k
h65BPUtR/jh+dw9m8uW6Xdcmg0YnTthx3IPvoco1bPKDbm2yUiAJnuvmnGI03Oy+om6mKfXH9xmA
kDS5yUwhuJ4OVo5MVjaNgQIQ1tjVV24h0geZhfl5wjEaTXhEmKurmVjlXcC7iq5JeGIWO9zycMUc
/fk2UFKx1VKv8Q9v7jRKHRmZquKKw8F/UCoDfA0PqLU54qJS55ipeqoQtoFcExOQILq9iMAXIMnO
nyp8gqfi496/4NRuYCstVYBXutL+o69DduFaLeSGP4WlXeW/BR2yE+vE62X9M3lTTl4sYkBSKSrj
hLWsgwetLA28Q+nqG2zz/oxazrZ+lA3NZM+hBSi3GZP7Le5Xi7NjC8zJaxLpmDt4F+FveyzTr8Ch
UEOobsTvpGVY1laFrprL0EX5uhUxsAVKOAVtVxnO6WfQy3N2FiQ4H1ZBkegIghQA6O3xt9fYv3ev
VwV3gMdIy4TJbsHZv/1s3MAvyjyS5gYk0BaeLBvZ2B5WKObtH/M4I9ubkaV8w9CGu0nDYrtrscK7
K2OOxk0z4/eXUW7dSUdLno7/tP2Fhl8mKDHhptaXHyftw5B4V+NhTwmhvQ5dT69vkUkAbpqiOycw
rOc/HEsC50PESbAYRTd5WGPquqFq6Fooj2ZvR9ZVkC1xYtV6VPp44vN5d1nLYcHWceAyGfP1HMzG
bijbaZ46Ql9bS1wl4Hs2VG4QhqhUnTgMHRDkuIXLWFQwbR7tYo1c5q43XyrcCIc2NWOBbbiZ+VVM
SEDVu8xQP1xBwcsR1JAKZGJbvXPNi9BGju5WiY50JC63RLPIE+fD91fP9p1FnZV1OTW9Fvve/CKz
rXNhNIqr1+S0bYwWma092OdOPfV/fKP3h1oWjDdDKVnrZp4yVBQW9Ya2SY4oOmWibOfgxNywv1FZ
7jMFSjyfOkd9R77L1zGdOHPR5tjenOv9ba/X03OhAu1+xnF314OOReuXixNnovef7jIqKy5vLp0z
lp/9C6ynfArdPlbsnAf1kOgxxpxRxucgF80zyIioiZFSrUQ4FRs7asIr5vTiNrSj+mdv1DSve9fq
79HFmH/+kDnW2JDwKBNLQz+YU+Yc+lWetIoAmtHdltWijaw7JOSEwm/+9MMVlOK58TiDlVKH5306
OoUciFPB9FLoZ0jJ7WssIcmNXqj06fhQ72ZKuQy11PuXdYbi0f7tnvH/FXzZDNXYag3zDsREgHL5
+Cj7hZvXVwnzpUFUFqc0xjkYxcY/ByTfVx5BPWm8NWPD+golP78cQZjPaA3d7pNd5PMlMvTmxGt8
sLL/Nbj5ejOlBe7BORi8CZJZhkGnvNkWHRxz6s4BypJPdoYaNs1Cdxc4lvVMWSPdZohOz9n5Ry/g
aavqxG3Y3839zy8xaTRwKqPkcNj70PPARxiVK+rUU3rdzH7yo0HGeZONTnMmch3EGnSHJzXo3WPZ
dPnl8afwwQftIARZTsrqdcnff9ZJhGgeR6ftuZY2XmaaLp5H2fnbuGsf2fl3Wyvpwi/Hx/zwki08
5CCzTePdSgzkfkJbmqlF5zHDUDSp2XH4PS9DR/vO8jpdztLIngek8zu6iePj8eE/mJkdSke09Dlu
La/f/iV3iQHcfayU5ztGtQ0d0d2OWeJft6bZ/Tw+lLGscXtbKT6lt2MdTM16WUBZSGeFchyTHkdw
6wKgq9gF6F4uQaDUZypRgmr83N9ZavBv9GBMvuaisK8x2YT/wRxCXYRvm94AdIGDavgkp4CACN41
faoG0uyZR/Wg+M1maPx/HOlwYoQUlCcaI+WpO619Cm0bWDMG7Rq98k7c4+Xven+P/7mq5Rm8Wf4W
gBUe4wZSWGkPn1AKBaD8MvNTKPF12FW8ceoCHGel/HTBGPbX9QAbCY/HiR/y4Xu1nBioTVLXXzjv
b39HR6FSshwoT/Rk3M8WOkMCM8UWt4bzHwyFjp/pUy4lYHXwWoV+M+H7YPoS4Sh3aQ3b2KxG4aWU
d86O3979U99f8xPvC2BeANYOfYv9q3JTvN+YyljiUJWsZGjn31y97i7JKc22M8aOE7F08oOnydrD
hCgFJ87DJTUAVBQvXBPPqMiEgToD9tjEm3z8qj6agpDNMAlQu0NWePB+KgzeZmUwyjwbzUWFGfBG
hNTqUF+Bg8hJWHPbSFxnUuQ3YhhOpSZ/NOu+Hf7glR1Fo1TdL5M+HKl12oTOFpNxtgsHBPAJ+2VS
/xBqH7/mD++sRRWWqgE118OCttUHZA/yGfAkURmmMk/PATckJ0b56CtAF8AhUrDxp+K7/75ARstK
qbi0ONWdHRpZa6cH8NYV8K7j1/Ph5Mo3RYGAajnFzYOhkpr9ScI5x1vidMY1Vip5YUfkTuMR8qDR
kWJs9sV2IVIkXfmlstT8QjNdnzYl9dwTb9SH34mStAtMqEN8//vXjdJPtXXD3Y17zpg6UI9rmQn3
ugGu6oG/OsWT//Bpvhnv4MSDqy8ntpHxErLQ1pjdMLoy3ol7/NEolAZtisY2e/4lIOPtnOZn0IWF
ztzapNhFjToOPLTp+vnxJ3lqlIN716IeNkAU883bc7hD7KqgvREEdHyUj755NupiaUZbHIMPrqVB
/GXkGt98hJ/kYlIBdq8EXe/XfqJ9tipEVFG948y8woxhGDs4892Jn7BcyMFSRbNFEujBk2PqPth6
wLsRRPPkjjcOQXfZQZfd+hX+2Zwu+vPxq/1ginHZY1E+syT198Peuw0OTh/Jl/dGM8i/9imq0pma
UdMU5beaJWybFr6+PT7mB8+RMYkT1S2OaZz5998W6K8aEBfGBNgze2EcGzigYR/+B6Mg09TpkGG7
P1yRVG/P81SnjofVNId1XPxGu5ueePE/vH1IBvgfAgrW2P1LSRvRTbbBk4pEptCt6w4Cama8r7Pq
zE/Ul5O7AbPCiVE/vIGU3hxunjA56O2Pyk5c2GHPqBW1iWvqrfIyCU92cs0P3kLCejlMs0vhZH0w
dTTmHHWZZjB1AFzZJZ2qP7djVGydMCPYXmvbxdc876pcr9casuRdUprTOcnMCTGBVXWqJPXhrUZh
i/oMmDzVzf2LxsGqF5biEE1x151WQ5SPWzGYeGHLqV1sSsP1JDG0nrjXH0wHLv2wfw+73KU328Yw
CpXGpkl51jQ0GwB6/q9ZK9UGz3UFIrJaDDqidleDY03rdnSiE+N/ULMSrBaLBmRpkPKl7v+AqBnh
oBSB45EDlzyzwHXZ2qitVhBw0KgXp7eGn3NjzxO8FN14XNAhLxruQlTu2ZwVkGCtABx0pujGHP/C
jA/vDZUNSjwGW6TDxazF1ChGgwoA+1eEI8AUUc+SVXbDadm5iWAIfhk7uYuhU61j0583lYWVo+7s
6XEepPzV1P5XpVJ/rRFIe46+P97qkRN/imzYO7An/f5EieijD4cWHX0Jpq5ForB/Lycr1ZxMWo6H
2kWQ5KnCcxym9omZ56M3FSE4jlzeHFJODp5YRSQcHU8cNXXaA5iJBm1cucoftoYIxh12RDNYBwVJ
mifGfb9sSL6MpUBM2Za928HKlQOFiZXLKcKBBrMOEfdsahWm27gtA+/4o19WoP0ViqEEjSWESZww
Dp/8EJda5yJ48/Qhz26bocO5GA/9OCJXckS2SYQeX3WtrrJvcDBAYx4ffsnJejf+Iqy36TAJdCbL
m/nmqxzKbsKUE4Ab7/wOZFJUJb8SrWMPhdpQ3uBtX+yvnW5fWZDR54290M70jFZpI3DAggoKSexz
9Y7cKnLsY1LwtAzTfGMDl137VhsHO/wt8iWaRxzn4+z7UJKC3LxxpgAHn6mietgESq/v2Zqbd0th
8qUJem1eG4RHFlviT4GFFFk1fgKn1hQndgjvX2RSMCgGIdzidaVQvX/9Ll1mM485biVWNGyaQsX3
NVXOP65bMsqiy+BbYdE63IeUHZDywE2ovdUdXZ18drfW3P8iS3c8oZH46H2CuMD8RveQF3h5td88
T/Dbpdt0jIRmtTxXsTCf9G4WW/xtFvSasat+44DdDJolTvUEPryVDiU1jBi80a9V5TdDm20is8yi
asyhzsB5OJbNhnU12gl9Ul/8Iah2yi7LVeCoZttHLIU1vepLJjVceBmiMVI176zSH+6Ov+MfnFuW
4+0Sv45yi3852AW2DbbrPO0pQE2NJWg7NeaDjRz0kT6QvBmtMsjQRhjpD5zgGjDT1kE8OTt8hOtx
1MjYzOxu+uM6IL+JADuOwhSs6C3vPyeQYaFru8Te8lYWN2mM1azr+vknsOfCIzMFw2+VBacUNB9N
bKSzvEoiXcHGZ3/U2gz5CKXFlnzOQNATw7nlHPXTGA3nxBR6oNWhjkFgtTJtXgU2xahCDy6wxpzm
ulQ6MTg66QXYPcxxYgzumW66qwjiItbNcDC/pW2TbbvY6jCywG5Osyq+N+es/OFUMvxZjqZ+a2tQ
HUgOwcV8/M14t+wuv5EXAzkU3wqx2/u3A5uaFpYI6LwK5/ptZ9XaD7/2/ZcmsWdMfzgl9V1JsP3v
jp/2ZTLnZnf8B7z7ZA5+wMFWDKq2E1oyh7PcpcjNQ/dp7sNTVch3U8IyCAcwNtaQDtBr7F8l9mys
5KwzXuxoV7TyLpIUwA2JGlcAGS9bad1bTX1if7A83b1lbRkTFSxnLupK/Nv+mANo89DWIkA4cLVI
4A2ygGnPrjnNVkTFBNqX4zfyVQTybkBC1dllcwqTzsGjtHBd6EpTvqfw3GCxCTCGNu5IgkJMyMTY
Z9X3vHAtxH0ZNKkKHaGdnTq8v/u6lotmw7DoNUzFC7V/0SPvWQiiG38yKtlVyIRHB1S3brqyKx+O
X++HL86boQ72X/Q4AwQzvDggm+VFrML7OTPSs+ODfPQQSZYjrhAHHZvSg0EmJXusn7HmQfQK/Q0R
JbOzcipH3/lZo38eUbr/Pj7iuw0fp1nuksvkgVwSO8P+HdQIjEGFVblUk/zm0nDS6VoRx3aXjou1
de7idJtDUzkxDZwa9WCqSvw2gF5Qu17vusXWQmD026yCYFs1bu+BBS6vtKnxTyyX758gqwuiwMUg
BED4UB1YESxgj6HpexIQJYmKuX1lGEF6fvyGvv/2GQVtClscl82lOrg0HOsWbuLe91KXhDmoCuju
Q/DYVxEBgCtEtlmwy5JpGvAyp9GJ9+f9ictaRl9SKamd62wx9x8nqNGcxAjL9ybMjjfNcswCTNpW
j7ZorswqM9Z5WpXnE+z9B1Ul7gtHNLiu9PIvJqcR57Jy0s2f3xC2episcAMsYsn9n1QCaKtzAMBe
XLsOSr8iORuVsJ/92gCFKc3Cuq5yeyD22sTceHxshBH87YezFC4Ri1kCKes7SehgkKZQOn2wCQUc
42BRta2DETfyJlalrnP6Z/cDY9z6FAe4LyHmQgde69FADppTmeQDBI5WA0GxKtva5V0ZETUg9PQz
cpfwMw3Y28IXbrcqaf7ITUiKAgkOiSA5x/ULcgUoSOO5xG8vv4Rd54a7EVYVwoyiqW8r3cfAnmvG
cIdjWv/UiTrBTg5+q1snlC+KlQsyOPGqxulteG8JeukuE4iSFi896OG6Fz9xW4y/c9T3V+6cNO4m
UXX8GY4h1LucLi919nGWD6KciucaCQzXU07Vs5Uo/drv1ZhDnwdAuaqExT9zf6aZNRF8ka5zBO8/
5nbEhm/Zrdau8AHZgHXrQo4XAEL6lnycegrXRjGQy8XL3EJ9SitrrWaH8PHQxgp6pVnmhIwd8uN3
0N1B4NnVrJ8jVek+Q3/q4k0LFUPA03GK8E4bTKCVTpw4j4mY6qTfVENVA34SMB36teVoZ8S4u2gw
8q42Zo+kmFqZTwa9Ig5GiusDzYjhNK2GtUXwzlMUCFockaMXj2QoQg7fdapNMxqDQw3TVJD8gCcq
G9KNESauWOu+SmzPsjujhmgX0inRKl29tGOYfKt7ml/rGAxXSi6KHPGk+o7FrrtLiH7IwMQyXxpR
0qwNFY2/ekvodyUN6V/hkCgIzsDkwN9rQQBxEwfD/Nw4WTBs7ZwkoLPGlnj751mHYDaONIa80tCg
KdSdw7atmpr+wWhySjlGSjHLKxtrib5LKgL0UlG380bhUZsv2DsDnabIDZF7Qd2bnhuKQNtEgYEa
qJ1H7feE43U1YtCnvCKD+pZKS70EeSvw+wNbB20bw3DmVRe9feNgsCauo9NrvMhkhqzqkh5OkdoN
zqZQm37SDlCxNwkVQGBi7lkZoa9ue+SMC/5jzCtOAALdFfbk5MsE5DBd9bWZfmJ76dy1U1U+IEqA
VzdXRUm5E1LJ7VRWUM0acwSmy1s59FeVXzQ2VFLN4O9HTECYCjm4cLv9jCQwuAT6V8J8qicqPf2w
sUwqOrCE7Pqc9HQdTCQcwdpjfzR+p+Hcvwi34S+iG4jHUCOaRGDF6+cHyw/0Bxqf5jeLumC4ivuk
gBnZzfVjnjbWuKGISnII6Wu27ZnEGwBYL+HcriiXRL9a4U8XcU+pewVsNrz1pTmCdTGy7CLR8KTv
GlZ9Z1WQYl+T2qKBOWNjFtMmB9PmVXQJgyunkeO9Vmvq29wn1q3VKMhbdhxiYCSFyfIy4q2TVcgp
5Rqm0QwnL1fqx9C5AUwfbhSB1pptziu0gTHoGOhADhF8oT1TFw/JQul00XQE8Qn5qyJoML3tYRFG
oH5jDciuPsELSznTiZUiICg6DyE0gjku86+GH4jnRgunYKVXNT5z1VjuNycOyLCdTB9arVsG6bjO
ssGndhdhqF9TaQQ1U7QWe7JahLsBVuajPSbmWWOFS6yPK2bgexcdaVbfxwkxGfDGNP4SWjocrpDU
MSZgy6q/Z30AKROpvLEmn6T9YrSpbZxBJpjUMjF0AKO6JHzSA9t+gq2eNFtJMs0SfBFlYGw1R4xe
P0or2Uxgru9G0Grjjo/C51dHxP/9iOoKq30G9YXPOI4adRkFk9ae+xAO4IwTVwVurhkXqA78SdiK
k6+0NdyRxt5M0GQhOIVdQQxRO+oXNrtUXO+UzzXqzon+rZQJxPtp4coDsdTaiBIXp5xVbINH91Qj
4QGMXVkYKzsycVHkJJ4Bdy1b9Q1Ua/AMsBjh19yEQHzLvsNiNo044L0ESpl+XoQSmGYJaMM6SzI1
7JzYjp01dpCkOzNSWzybWt/5u7KwgR81Cp7rSkfu5K5QYfn8k5QCte10IDCXpj1quzBs9N9mvRgK
5agn3VVqZQOgnpgd9bpr5OA/Ja3W5LcC5myxg3xKtpFCQMuf4jElOqunceelcEq/dMoCNjlZUeKu
DVE1xlleYo97Ephgs5+QlIbBK50xyleZ3ZSXRucOuwDC45NeufMXyQ5UbJhB5QzY248+26LG0RsP
WCNukhbr0iaReR5/97UlgcEwsVOjSADmmOtdSq1WGJO+Suayc9dQjLUXUD1uRh2G0oSXAtUZvdkM
I9KC3PFmzuIhuefVHgovDErjLDYi7UctZdedg3AoXnR6JYTKWM0M7pjwBOYOt3VncQGQjEWggHQI
3Ua5g9wOCHysDSJM1AR4DdpkY032RDpkazxrwvfLdRAlzBMa+5AXJ3KDKxkltbnKk4ylXZetfAzA
LXypGtlzZBcj5wFADaJft1RJ23VcJ+FnkStCqIukyZ8yZEQmdJ/e+K1VfftrEPP0Fb/0wIdXyfhS
EdnAliGfQOa6s1R8XZpekiZAJXmb+wTH7lIVpeRKNDbBhHkubymkpN8APJo3tZWbkPymomifwMdE
120+C2huxVzdNPxXPlzxsrQ3uhkm30NhhOE6ivPMWk9Tz3YO2Hv/yzQGFutA9+0rKEDlt66oO9Ik
dCNpN/3UYkCGFmhdtrnbtOdRNINjlmWiOWsjzU10Jh16ZRjYIfOnO88W4I08kXeSjMoHP3emeqdK
WOc3/SwHx7MHyqBs4zpgNJiO2IhgASHstgaUvURxWHnoTVjGfCBc/fSStDlZciLOtAbepQbwXxVI
olWBZxyreVrA7IzHC9+soVGJ7JfowxFeXSW161SEcbLkFa2sAVLbKuIVYrWhhtTvwrZILmFmgXLV
QY1/Lfge2zXIkZRouLoktDBtJczEhiCdldWGzUs9TaO17jnBWxvwYM5FDtW0XZHii7vSQD73ko8E
v5JCiIed37vKMtPcxUWtN9+zUQX6hgxOM1oDy/XpW4zu4kjlgEDsZNVASGpnNV+IeCh0D/j1cAmX
KLxBO5YDZm6VvE8j+Fy2NRdr25JcNbwntseyMllKAEumOAL7guW7gCneooHVYM36Y5nDxQbac+nE
ju7vYg3hwEYNgUFEOfTKxINXpzYVGRLt2g6j6qfMxu63o1fsiPIAyIeL1cZaBXWPDD+dYqi/Teto
hOpFhDysa5N0XzZEGLBhCFOoWxmVFcB3LrSEJDebiXPl0rzH307EF+SumFuzHLLMU1Xr17bA/kEC
IwwNGP65FBEP1anZElObTkSK40kJsQhxjll4IUV5OVFFWvn2RF5q78d0SkTyyVHtcGvNwFjHNPIf
ImhR51qj5jO3C9R9NrsWhenIv8zr3lpZfS92RZe2O/i5JnhIoDMwBxCvzwMpHwnIplVZPR0/Gn1Q
v8FfiqkZf40OnOLQPl/N/Tz4rU60DW2ZnUGqxbk0ZmNdltK6JjwzXqeGH9+wwQ7lesS6ddN0dnhC
C/W+gIN5ngM957Pl5h4WitXoDnVPGIQnYYuuBz3u7plr2I7nU/XnB/O9oQ7OoZrWVvCtqXQ0uRae
hYnRPMCTNShvZPUunTBKzGX1KNkefz5+pz+oO2DwwUtlOcLFXLQcUd9U6e1M1gN9b5dzRW1u0iSp
QJ8Bvz4+yod3EjkzJ2zUj85hZXXW88RJ4xiw7dBknzOSlIiGwcG2o+p20qXz8WAcp5FpA+o/bBO6
rOhwv6jfyHgsvLqgScrO896dODcdv6z353deEIoZf490cPMKUNSoz3lq/83emezGjaXb+lUKNWeC
fTOoCRmtmpBkSZbsCSHZMvt+k5vk05+PctYpKazjgC9wgHuBO3ElCulkE5u7+f+1vkVDbNzFTljt
3GmcER86KHejWgaAVeK731/01zIcRbFFPYCHlI/9tb3x5hezehnGcF+91YT5Dzqrk60S9UDSBUkK
pyxYy7A7mldYdGi2Ura3MREfPWBLRInonMJbhY1uvkivs+TKsIR5W41CXYFhLe/i0sgf9R508VhZ
+uffP+sHo5PSKUkXJvVqGqJHZVxph2y74XGuDF06n5scW6NjJMPPdtz/BoBteGlF3778A65R9w+W
8u8AzKry/wF4ET3dN69+9SSe/vFSAg+eDk/Fy7/+ede3WfGCzVQ8lW8RRq9/7SfDyLahESFFQ4mm
YeDQF9WCfOnEv/5p6X8t7R3mSGRBOr59Kt1/E4xMHVIbDg2HNuBis1ru4m8amwESCfM2RkbkYIso
7E8YRu8/Cv7rTBmw4gw4SfyPtlzm7TRG0KBBGkFGMEbddhs0ED14Mk/DLiitrWzi/kRf9f3A/Hk9
ugs82aIBZp16fz3d7qhLFRbsNWwLqa9ANV25wB71EzPM0UL494XQOjB5ohjHYnV0obRxKwVrzjoH
41Hs0qbv8m1jJs5BRPj0LlMw1iBbAXot+QJ8L2dQIAiCnBN2JCdu5v3Eyr1wpnT53ZcpnAnBPFqk
TDOB0meRWBqrc7ZzGy264zxXnhcTlMYT11pe4H9mntdrYcpjSGHNxg15XCtG8dw3/eRCf6Ln6g9l
o14LKxF7MXjFgyba+BylQXINuaf79mbgX/+8xj/KvriuYHt3//rnUZn656UZsZhvFgm0ax698lSN
MwrZgN5qR5MXuWPGNwLk1SVBFJ7pawTFj0uu2Xg2hEN3FfOet7kbpnfdaLEdVWs7PE/rqrg/cVv6
B2+E3sviUsGHhHfj/UggxywdFLoka6uCbuJmZMiXQOsCKmkF9dxRhSuLC4oINlKZ6n7cCmJkzo0a
xPBkhuWpkfnLF4eEE/iYyXuihM2n9/52OEVF0hL8QNU8cXZJM+x1nK7a2QtkIeW+iiKa1r9/B798
dcs1+dYXlBDfwnE/SBTFRAkJJFhFxstFnkfUZktiWX9/lV+GHu5deGhMdYuPnTH4/skKyt8uuczW
2onr1jj02iDiG0ATfem3sVJ8G6nLeftBL516VxGT3ZzSAqjLsvZ28DOpAH1bFPgw2RxDOx6BiAz0
pWMOqEsFgUEKLqoBH7mQCtk26/qnAa/e1xEu7NdGG5J7EuU1LNqThz0q7OrqqZyM/CWPwjz385jw
inWtJohdYxexMWDeLiGpjYaERsqNEutXpW7nVzJtZLyOMnO6A+yrNveTK+wbAlFIGCnMSP9BRu4o
rpSu6FXftlszuqdMMdYUbMdGhS5e9pN1r2K+sCh3i7ydd0qcde2emqqbrZxmIODYbDXAGqBdvIuk
XnBdSk+ghM/Rjth4HeHbdZolCa94ghhLU8OMSZ9SDbmtdIpMFByqxil2XQMa5Kox8/ozDYvkwiHV
GIkccWeN91xUtgV8XgXi7GVBWytOeS2QNrarSs2k5nedxt6l1qhnURAqNfNHqPLQtwOnHbGb1S7v
ruNGm38UU61XK4rD8bcGX5CyMWjOq+uOrA7NdyFadUReUjchGpKZM+AEr3+VVDA6OhXx/DXRBRQ5
a+6VccNEEs6bVtbiS8aOUjBrFDE5iKOafsH8AGW/AuYNUhgrb0QFYPB0H0Om4p7jp4S1IesmEgFU
TEIzisZIvHM1obJ+rkdeakNv9gB+prNOJWJW1M4k/8Boiq0dDqayqy1d2XAe76dL4UiTCAykpBTI
66VGHDpWT8hSnS9wd9sB+b8YpepXWLVhoLjzQxQI4X6qOgjPIfElP3DzxOqnjmnRPlMLqxqdLTXK
+DPRm63xRQfQ3fDUtoyvqZZWxIXmbWF9opYAm1wAlVefZ4/gcxIh2qq8nYgV184tp9O8ywpuSuJs
+XlGehmMDPnQ8/bGbWSJfNiqqlwCdWXF3KD4IPC88pywaqMjQ8JhEuKEjQylXucAqExmyQKKYTMC
fvcF0SUlZUJHdJvKkhTk+swMvzkUNDLkD2NDsjP4cGDSrPaqLxQPJt4SlYCL3oXwGoTz5KUr3Gxp
uq66WsRb4llIvmxJJwnPu9EoPCLsraILWvq3d5rTm5cFZ0VCGGlu0ySzjMgJSFm0N3nh2mQANPT6
UEPkFOBUoozaIPHGLAc0TohIhVekDJIy7vdMpXB64EA2cGsIShErw53zJ5hy9rRFpNymm3nMc/Wq
JWsVS72W6udoVl2+UFWQrM4fT6THadJni6DpjwxXW1xMcVlqlLSUGQZN78GfmaUz51smjG74mhgl
hHqXCMzoeYS41wVWSm76btYqu9wOrsy+eOBH8zW7IIqyHoiPdG0WNeWRyaw78gWjalTXsyHVcVuJ
SI7LPCYvZJYO4Tai6zWv1ELCjqIyNOq7NsvtjUV+TxuQIxEbK8yPRIglomxoQDYOUTNdnA4Ej/SW
AvYj5M2SOJTpW6fIK+Smg5sAf85lBp6ZBAS0QYnqPi7460Ou95TX6jpRJTOhOw2rxJ7JLScJXPue
0wfZE0YZNyxfpnZRzXH7lbKZYWxzqiPz1jKE8kOpBgRhNiUweWiilOC+TmkjSeyLNlkbOgfDRZ6x
P3gkvK9Rd3PDMWyVFKQYECggIisjpDyhbxjwo8Gj1QFK35Z2pDx1he1egUce8M7M2kAcVVXpPYRr
0PEcW83ks6vNVkd0krtMZCFBJrc50QP0n6i35+fTDJzXF5qWThdOmovizJOyuptJ2LIu9NmowfoL
hWZ/KTUiBmsSDCgmhnVN/uI489uQIuz1FwjAiAFQbCchICwz2Pd0ZZ4/lEOuTysaD8PdRLPEoQph
KC9My4A3CalRAKyB0P7uwZ4wArbKdrfREqHNsJCN4ZHNd9MGDoBZggrA/YvzpDTKcAdSvlV2s0lM
NskgsGjP6tihK61QDDIaoqZiM9uiRmzJEE6oRQYEUCnEX9l1SYfDhLN7YSCRf4lUraw/zYBKnYAm
lXPT2h7c/5IMl/7CJlbhsnala/q5GcbEBvDHrcuhWd+Sg0FyFGF+6Q/FqinrhF3UXHn02N3zJCRH
7VJNTAKuNrrdtNA5+4FYmXOyUkBnWMk4nMuMNoFfiNrq/G6YjG+FOiuW35NGNC2tAHBrWR7a5Oq6
tbMbJD35YCIpid65XfKIWZh6+3JWaaaLstIvKvYbhN0QT0Hts4q76cohWkg9h2BlJQ9CydvqgrhN
JT9UAJuybZR7BJZILx9Q3zDau1K/yonwmldmzTypbpREK7KdKQyCnajjiZTqr2LEtFsFxR5aA+GI
up+3SdSlu7Ia0WuPrBRiWOFId+zzqm1pXdNsy8V4Rkho3D8iKLGywMwGQ2wTNHjuNsu0Yl/YZpuu
C9mI6dvkdE55pdkRzQ2BiJmMOKepCCBp+1ItzkZ64P1VjSktXEGyjx/amnUvaKRRFvuEAr8eKGMq
b9t2JjmD6I9yvByyJlSIf0i6a2cgy5RoCM1IzqpCsS6JN8inFVuFHFBrXCQRaGQl+gEapWgu2sr2
xIoeLRFk81Dn6VnWq1H3LdQlOb1OPsbdY0vbEz2nZ5by2m7MjqRFfOdfei0JHwjTzFOCpEbyJ0Ol
JJ0jbmwjw+3JJ/9QRZllfa0zNUoIONNmtoaJ/UloS1wHreXQ2aiZRpywl5XuFTIiVw/Al0RMX7UX
OYjNhJ5eae2UP8Z16ESBhTJSUEAmLyEAik3pGOocsWtUtiCL0yrR6VQOIKmDiTCSb2aSDvdjNpSg
XxXPvebL15+RTsTnzax0cUDmzvQdO8V845HebPtKaLS3aROnM2dC+iJpaDv1eTSmY/5iDlX0SXj2
DDKxz6P6QvZYBHx1YEECgRIrzxMSUXGFgHghfvHk2hdZCjsD81CI9pZmqXqZ2u6IQ0Mxu+oc2gP5
eyC/C2UV67lNzCrp4mwo1Li4SdShK2h4O5zNSed6UFVlVNYid2mcOUZm6X6Dv6/BfoEgY29NrO10
YIiGoW1BCqffJswF2AxJFgssSvNaQGOBECjFoR0Dt0UZ5Iodi1GiIh+EiasrTPJdBj+wXEVUIgZf
1aHhMNcb8ec8K/l18zGRd8jb23GtpXH2QwP5QrrJVFTf5eDOj2lvew3SDplVRFou2Ft+IW4oUlP1
3k6c9qmqJoOcNqFrj3OVQip34jl+5qhWi8toZnc2+HUhnfbGsypB5G0ZZikyk9EWD4yHzv0OHteq
v6hqo/d79o7ostZtOERsVNMFIgoEgtyEvT2GnhxYxD1r2iW5FVdPbI2qQ5l6Bv/OYMQEt5u54d2C
Krbjc6PPXCI3rMlT9ZVWoJ/bomAOTSa0XEfYGuTssz3WyDJSXywdTuwmwmjFqxa5qvtYNbOLuB/k
V2XOkn6TyL6/VwgUKgiWU8ZnJdHbftMURkYUMlh3laSZKbt3whAXtNcZBP0ak5m7gcX+FSgIJYx4
7dDyJSpnEv1VihpC9+2QoKyNBZal4V8vasevFXNERFC34YtqpVG+ysbOu5h4gXSDm1Ht6Z05CF9U
cjd3E1Hz2TYxC3xRfVEYj0OeoGWeW9P4GrWd8oXFxhTrcgyhZOkxx5Agq5Phq2PCKA6wXEuaSl2C
pkhDCE7iZwQjJzCwMKQrEpJbsXFstGirskpJ5W1o1X+PGoXYVXKbU2vjuYp+UwozT7dTnnaYEoxp
aAMrzFmVM7UjTGbSPRGtahpK39BAGSg6ar5yiMqiA6Ps5XTx8mgmcg5nJBmq5J5cmKHjhUHZWob0
DZRg7CvrBEJDV3fOjZPMJNxNnsANJR1NPBhT5DibStIB9a0sccjRKBhNlYQRv476SnsRVWlmdIDV
vgqqMfXSHXI6PE2opmb1TCiK+YVqn2HuQr7jQyxi5wfWZ55AA5JIYErqaSiha1Vfu1nC+JjN2r7o
3TobN3MckbQ3lcP0QyMRxcYCkmAJge7sIfI3R/1BeM4oVy4sIEmwTjIB+SWL8GImKCzbpE5WaGdo
BXtO8VKT9mUi4tzZF8Id+QEyE5XNulI7UgsQTiK3Gsym5swk5qEMTBlPTHhqI9Bq6HSm54S2sD9Y
jkLWIhff0ipTko3eSIJhEg7Gqh9ptKYphcQuLQ6LQyzuL0ZU0yaDuULFEz0ZKdkofj/rmbMVZT98
gS+jGkEph/m5HNPBIyUXXaI/TSkR5A1OPohH8xwb24le1bwywCuC/ycPPf9eWHZUflNzd8z3ttUi
gYhRsCu7OCXZep3DMok2pYX05WoRe6If4/+wSQ/Khuqn9v5/o7z9O27/cr1vZN0ugQvi/w4iP87o
N6WdX4ra2z4pX54UP+m6p/5tVfv17/1N5teMvyBDGPaCr8IACb/q32VtuF9EiWBaWKxf/APegP+u
a2s6xXA8aItZAB7Tq3Xi77q2pv6F3YajKr54jL9/VNZ+32CyOHK7oO/A8AGHsam9HtX8xiacBg7O
V5EKpz2wO2EofquXKK75S+t6VNp7NW+1Uyj8o6rzz+u6C1x1aQyiiz0qQBXlUDUDMSRxtDa16nJg
rxsXxIS38oKV/8XM9TVt+9z3jOzxzS/0UfX1fe3r9dI0HYDTLE4M6utHl0a+xEmuaa8GChznRVo3
w5oQ8nnjpQkLmtkQ7Hnpzthl56gnaBj2uqTuaLR6tDlxJ0sF8z9VuNc7WcAbC0EGmxD3874OKLUu
ss0p5ogWxZRjWLFyfPgm6js5R2gI3G7W2lVul9qzJPSPHN6iCZtA84ghJX7djc/1FDcvtbKuPoUt
+mBg0IHBKwjmwaJUeFSKLz2YQePsHeK052zPSlu2K3Noi/tpFCOJ9lSQq/NBF/C4f/9W3ncEf74U
2gDAGBfoOBzq9y/FmlwgkFV0pTIGniurr55H8lBWoT4mZ7lWaA9DYTnXitdUn1U7PcU/W37845/E
hLuyPDFN12OefKGanW113iGN2vhzYo/iWUevRcS6Hm1//5zvS81/PyeEgKWnBchrid5421AiehbX
lRIewthQ712ta3Za0WsnLvLR41hA4gFgOXjOraPPe6iQz0WhcYjYmEEEicZ7BO+w8xoh7v/8cXDR
Wxbmdsra5tJceNM0JsnOAqiSXfVIKe6azm6uHC89JWL46HGgAzNdEbJEB+XonfWZlenoS69KzZuI
FbPiYq+ajfkprcQpv9xHPw82Y5o1Cw+VTvj756kIz9HCJLsyW8Ty1OejNiiinjDVP39tnHnREWDL
4JmOPjPhyckRWcLLymZikOrooiNW8URX44iG9jrWaChR4OBrppFyLFiQdYXs3Y2vKAHomM+olC/S
tw5dIsTox5Ia8y3hZJa6KkehM/OmbuFS2NY1hxKvNv4ZBeHn7QDqQHTDEVOF0fP+3c65XVlF7h46
Ubb7LJrV3aBkpwhV79tHPy9CuxbPku7QRDrGgdYFynDCvQ+6PpCmitmYcM7yIc6z59FrT+h4Phgs
tK1pTSJvxfH/i45HWMTAWuNBhlm0d3rSBlUjsk4tF+/bRq9PZGPWR78OQxSN3tHoT8sY9k+uE7kw
6GegcRCOtnW8YnBxojTVLmhCMFx6NcXYnMPUerRsIneoFxsX9AhCwgrz8K5pRHqrpwTB+C1JdORe
pekn5ILliZlnuZmjiZQ5nAENfW7BHxx508xerxt8mge0wMrVXA31sx1Ztd9OpscJLVJ3KqThT7//
mD5YOt5d82gOErE69qnARE6tTw0SmRIlPI7FOQ6Y2Y8N+qZ+CdB2CDQrnyji2crN72/go3GAyQZA
ioZawNaXMflmEuxriNhMKgcnFON6UNrucozj5MRgO2of/xwHeP4WcqOK7e/Y69hVWqMRzXZgX2EY
tK+p6a70GCMvFRVveKRJEH9BdN/d9iiSkKIbpYvJ2HbLtZmq5P4WRm4rfq8UxJb+/vlfW8THvzof
ncvkjBec3JD3L2DW9LT2GvPAOHZXyAPjT5pI8ucqhko/Z23yuTFkudK6zqh81vHxcSwtbR0nQ8I/
ed51EhLykS99lRM39sHKgS3MQg3C9+NAK35/YwMhZrLz1EOfwKxx4kpH35cNw1k3dOaussbktm+7
6otN0OV5S03yweiEA4igwVzj5+zh13bU6nsUn9lZWSj13e/v76OB4wF+oCW8AOaOzXl4hTqVY8JB
QXC87WglUkNy+z/yyL6OGySPKjsBlE4cHI7mj2jSUF5Hw6GotYGOkTDj+0Klu5fMoTA3ZToW+98/
1UfrzqKt4okYqmhIll/lzfdQzwNBwISGUlcR55rIKFRSLfva2lK/lm2J0njEeUSCnUrSnplo4w4Z
0HBLjo32f7Dm8EmiXH3FI9Pbf38rWZVS2nfbQx4p9ho+zg9VH/MTffUPnxe5Ebs5UEGcAY+eV5Q0
J7O4OxStbpHeSyg90Yvttq9i41MytVQPnbjD3g+qmqxoyixKME8iXpdtewq59cFigcKA8x1GK6Q9
x8tfK1qHaNn2QKBuTSyx9qWe+xfpqs8hrEQAS9vOMU4tUB+MYsqDusECiOUR8ufRO65du7OqGqDe
oliqW7QCqUnslkb5uTK1PeE9ksfWL8Z8fsAad3CM/saCDiG06mu07Dl+P/4+vJ9lImLIw9Q9pg/M
BsEcniipKEbtnuFdrrzJck489a8XQZxisu687gDw1r5/aKWMWvrMDTxXPb5P1KTDa1edAtN8cBH0
UCijFr0ygqHj3SjpF0VjyQP0//abIe3sbLbIbv/96/p1jgStjYKOL3YJBHSP5odS8SrSzORBqFK/
rcWMB2iey4gINasoTq0Uy1L4fqXgUILijPoG7b9foFCTrabSjNuDkyfl5MNUIzdztJLPRjdS4pOj
OwZ6nRr3eHP6/cjJ5WnS9PgM2tNl1OVWTVF+oI5JC6lrfEkMeLbuAMScSpz4pVDB614olZiZ8RVz
w8fzhmVh4Qv1A6h4ojUFvBx6y96QnIOeSsrA7aykCIj5KQzflp3Cn2KadlGHXfAPR/NyJ5wTlmAx
ajawkN4PtMwYczdupoOdOTPFZVS5s5qoJ36X4zHARaDmLng35jAqVkdb88kFnCGi/iDLlo6wTOWl
TWPEnMr08PvB9qoifjsAXq+0nHvZwdicA46u1LeFIQUDoBhFezMrdkreAVkNZ4n0jA0CIpJeJxvl
h4xv2nKIr0tLKi+gu7yz2mnmuxN3s3xAv7mb46DdxIkiW6/EITG77pJFpLxudNlfowi5bBTTXjfR
FN/nWFLzfprP6qgaNpM7ajvHjvQcgClQ4xM/9/Fm9uj9HKdjjNOM1i1sD7NU1IbikPYd7UR+I6Xd
+WHm4PPQTGudEVXvw/P+01ltufqCiXGpNC6UpqP9Ul8mbp9Y3cEpiIVx6SgGSWcVJyac4zPC60WY
akC/IzAhRfD9iA4HWm15xhCgu/Wpwle2kc10qbfjluHdYmEsT9GKflmhl0uiNGe6JvmHTfrR55wr
ZEp6AvNW59Klp0+tXxTdNN+6HplZvGUBW19Xq4jtgZt8SkdCiRG/c/LzDa3STgE8PvwIQFDwSXMU
JofsaMrFMywsQL+cWCLvHFQIxTx6BbgJw1R5ZH7DFslRY++VJuJLUoFXPW7uDQeD8roq6ubpxFdw
PCkvb4d9C9g6dkmo8o+mGDEUbmUb4iAGQI8rHbHAFw1HqBvM7CrToCfd67LCjt2ssa8hwgud2n6p
o0k0Z0qdeFUwm1Dt6Aj3/TZNJmIuFOjNw5lZQPk6ca/LZuL4i2ViZkpkMmSbczR/sGqo1VgVh8Ep
o3ltZMTDBGREIHpKaOY5fo5RkyJG1GFX8jpV0GSKnBdjlpx8+SULe/X7Gzpeopd3RzWDFwhv2GWi
fj+Y27wfI3uoyfpsZrQwvSq3Nnb1U1kQHw4Z2N4u4eIO245fkjBco0z1ZHluo+TEx2yeglg3cjZV
6AGCMCuqfdlU2IsHm0zSYMbrU6xqCJqHJIyaIghL2f9p2ZSHX0DLbFFIt1vOpO8f3hVtRKsKGC62
6wvCyPObAS/kV5iv8vaPXzO8Qgy9FE05LR1P1A5q6CzMlctqcsY9/C97PWaNckJ8/8F3QJURkqzJ
7EfJbFkt3pxb0PqR16a7l3Xb07cMR0y1lItvsqxuiY4dylPgmw92GWQgkYCE6phyFdr39xcsZ6ix
rRwuu0TvHtW2RlwwlxJrpnR7s0SONY/qpptxtvteCgyd2UhO38shFMmJZYd5h2u9+7DYk9FvwrPF
OdmjR/L+XlAoxmPf15d0DucYL/XQRGuDPsMjGiXvEcWavOeoTTcizth9fTPNQQISoa7UXY+UrsBK
RWZsXaYFSB2/8Jyy8ecw9vp94UVzttW1alYe8HBjyERwqJ6hjkDG6vVI7v0e5ypOyLmIhkC3xXjQ
5jq7bVKr+UY/wERvoGpFjdzFBUrizKVZrMxRiYe1VTjKc1/22c2QtFnjx6yJ30SnRodKjtM3y+6Q
+1ZNjpRTJrmzGydrMvZRQfv/UtjDKDdNbxXfJuAJSiAohqaryij6T51JVFrg5ZwwSBLSQ+JlnKiH
1qbr2XeHPmzky0FTPuEnrMpg0LsSEQibl32WVvJLjX4e85SODBKzcpY3K2cwjK/QJPXaHxSLBlc0
z2j0EgMRIRfXM7Lg1bI/o5Heo5YbjX4nSrpVmh+nMRqFqcFQV3FsZkrberWn1Wvp0pxPVoJM5uSb
yDAPBF20dJzj1mQ9QV89lRsjc5UpqJCfFdtiqGgxpwNCDgvNi+vkEYliqq0EjgL+c9eSX2ldhq4d
z/7kjcm4CYmtHK89Yhe3Rtjxr3smLqZdZ4TaDxLmVbIGDDlG/jBn5QwXJcJ8rS7TM05+WUR+6Lbz
oSAKnsVV0OAGjgE5bNXaJBivzAxkDwF/DNJ7kcq8J5DTzO70wWr7lTd0CelSYVXmq1By8PSb2bZw
3YpoSv2h49dZzV7U3iiFwbKJzFy/AbWnawezGx3mwHCwi6CwOo2YyK7v253Gj/slS7vIDYQeE52t
xKhXoJwK2o9K3qNzAcWpvXQKtdwQLcrXqtfz+WyBzCjbyAzbb5WNKfXQJFMJ0HVGiU66oahuRQ6r
ACuEm5q+oNOvBXaiWdeotrNP0dwwgtQpbzq/b2rAAKE3Ol5QtV4VrWiFMqq9sO7UwOhcuBLSMkhu
rKZSi6jyGoOOZoVSagCREx17L7XJW0deWLTruFBMg/TCPu0J6U2jJyIGEelhV3JuK3sa74xJt4sN
qq542NDwIvwaaVZ2p46dy/qITDAG+NMR9hPK4QZkPgSMnqW/WCcIH77b2Vhrmxa9+LqYk+Ec80i9
NfKKr1QO3a6KjNjYhxb/maDxQtuXsk7vbWfSCj/s2/guaUrtAvmHct7YEWpvdNhAQwq37u19pZTi
TvRecjWKsCv9BIs01BOKRZ+F6sJ51cfYy9f9LE3mkKjpkLqACOt/nnn+v3zhn2zl3qyuv8gXriu+
0ugpf69c4K/8rVyw/8L1sVjy2C9jk35t1Pw05CmG9hcZwdi0KBkgHlgCLf9jyOPggbfDgsOItXoh
wP7bkKf+hUOXMx8xXpwvIb78iSPv6IBECZO7e02AZcNqI5R4v05JpoSZ5F4niMD30Keek5uhC5sN
uKvkjMBLEupq0wz9psySSxXz9u2bd3X9c0V8a+PSlwu8WShBTi4GJSQEWBOJ13mt07/ZJcg6QkHP
YSPgTpV7pROKL3od7KRZjnta5Y1fVzgtfFN0ycEqFAe4kdJ6a3RyyKsqRZnPR8uuP+M5+oJqqwN0
M0KJ0SMEtVulzq1h05YO8jL7FAbyeL/Brbt4zzR+WhqpEKqP9muNPVUUbisUH8wQCN3URLM3XVKb
EumR7jxOiAXzjTcqKD9wHurJvoIXnZ1Po96FJ3YcR5VKlDF0WaHH0u4nhOSXvaOSeR3BXQv71LKU
wo9KWsg7G8oSqV9VxmKXlcgUA4rXniQMQa3/li/9j4Htr42z9z8kzGd2r0vQBOVL62jr3uDsAFth
SNZoZM5rb+hxj5sT/BqyXeL0OXXJXwGMABia7fVcbcpuGJCae4VQt2NdJPFZZVXDtNEVqkVBrqgp
UG1wjN7WpJLRneuqlCdjcY4OHLw3Nml8lgbxlcvb47t9u0mFL5LZGgtmQB88LPx4WGp1xegt0a35
AJeDkK80PlNDc1CuC3PyTOhTfQWUnE6oHX7K9BwuOvJCCuKGBrLGV9ImEZ9//5Uct4SW22S4EQX1
Gkz0C5nT9RD8Il3rA74k/BNl5/a3altlG45IKipJvREapIu+0neQOfT4UM9jnG7HqK5DX1fnZlx3
+NAXI14D3SvpDKmfqNu/urzfDYClfGvB42ED8Uqmfv8qGeb61FZ6FXgIJtqrvDHqNkihmHiUq6U9
rywAcpti8Mxk7UyF2wS2mw8bE98sHsm+BlQTyZT44Crsn7tYNhuzHjN5Dub1OSWFqfJBP7WfKks0
bkB85QBHs0EZiahVEiSHhpvdaW+nxXDVSiu0ti245fB+7DuJ5NXKLV/tHdTENtTrU2bE4wPl4sJ7
LSouihuqIuoyzt5MY9hy9HLqnTwYorROA3pnxLkUqhpmvlSLKGX3tRCiJEX9tZx09SF2B1CuHPnC
1YBhJwygpOjOieO081r7ePujUHy0USwweBCV4FU86iU2HsVW15wAnbUVqk04e82eQi/STTLGm/I5
1QvoKE6YlP05LcN9SapQuk6lEfqTcNmtqnBfNLb2e6eGzjUMyqZL2/Zzr/bybjK8Rw915D4PF2K9
hfQmJv6YeICubccLugbSJ6fAJ/ayvEo0s+987HblGftnsTVUXAlu5ap31VB+L0tSlQ1C+lDa2oep
bbHZqQg410oIFstSJUfuRq4nFX+WZorb2jEIEMynH0ODWrmvy68jMYvZSi+gqUiaxuGahB11p7dx
vsJxV5y3LuEerqKqm5IEQuqyXhR/z1plZn/bcL8MVcddd2ztYh8NtXXpTXm3IZszCnSn78+mcfw0
E5O0jQzV3M31WN/io7jFNKD5ESNil4/pfGmOOe5OEmCzTUFq9LYebfdJaXItSNnkXcIS0laYRm3i
obyzzmjNFd5qbzdVarQDk1SeQbXDsBg5WYSGFnVskFvRUKzySLce2PyNmK+U2xkGid+lotznGugl
TajFBskuhLoph70gpPxUV/q9FzbZlU6l19cSDj+TAiG7hVSiJOXFFCnOY1uMClBCM2IzqaZNCYdu
0RvDIpLWmWdn/Qvo8eZ7IYrAGrs1LJBs2+Vjfq249OYbNyxu61jgofQISO/LF2PUm27tNSN5DWPW
GRZNSXu+UYjEeVZbrZ5ByYvBCmoZpj86mBXfGzop157Z2w/tGLovdTvDfVPtRUQvYuVgpnayrbtL
9h26SQ/D5ri6i6tKQmEqz1VEZnssouVAlOdcrwkdM6jnO4a3SscYP6wdJTdSCLmPYADtjaooKiBy
VXvAVMpR1MEe69Pt39qDrPacGeyVMtXlVh/s+DPh9NsIUNV5GoVy7UHlOouyWHF9WeTmth/IWBZD
lO/mqYZmp1hDdY8K8tuQRaA3c9iZT1Sf2mddGjoDVJrzxk308tYSWBQFad/s8tnZZMFcVfET5r5p
28cKqb6Cor3b1eKBrGg9YDGnPQFSkHUHp6laBYOdymvX61URUHXhKNfnNca3zOxTviT8EptstJ12
H3djsu05BaK6Tx4j0PG3VJjCNcSq5pmJNdtJU2++xrLKr5sBdSbwpdbXwB+teOlNgukYLB4T7F2T
Rro/Tg6GEqzJMVpqHXebomf6vZUM0o9baOu2PfLJ4iEL90XTZxdT1syXEX5Hv+dcg7A/ucwthdN4
bHq70rLVc4OiY5CMqrltZP9cq3N/r+mMWD9CUn4mE7vdDG6XQgQ087M8lNeFHL6I3hw2o+q2ew8t
FpxQdsnrWdfkl/9i77yW5LbSLf0qE3MPDbyJOHMugLTlveENogwJu+GBDeDp5wMlTTNT1VXBczUn
YqK7qZZEFhLIjW3+f61v4btKrr0BxB2OAe3apTF2E7WDstcH1BLQ04ptIxxv18q4uRtrS21XwsnM
HZuaK/4ueUjVIt1lzmANfjEozh50XHSXO874OtBYeeqmPNSDohWpL5yqvEDyO+/Aj/HLGDdgLcOp
edegqWGrTtPiucumYTcpmHh5SNMubMaGIzueM9M3iia/z+bx2shTcTkiGn6lu4pzeOpehWl9RweP
6aEyFBwijZrfiqbOLno9HX6MSa2y9zXS8gyYtLelwh3vWne2dzgJ+fqMTLpyhXWsCELWuXvRzu9N
kvRPptKVN0ITiwrVcE9oaiPrQazWrsikjd9A1817RwhKVSrHlZVTaGI9plMXRFa4YDIbc9pG8E/X
C2Ngp+k47/15SGS9buuueNAz17jMLGodlkM6ggFsc6dBaDiB7PgCo3fAgjGmJ1Zbjdu2ypyNbSnZ
RTMSQVzJZqIo3rQPYVGFZ7lEITK56fQw4na7otiUXbYdV5P8bpxGRuJnYtFdcYhfE1aIHZayRMAO
TD4u0MgLAs8Ga2tHZWNtaPbY82YiH+PSJUYTy5OEfwsTIfquJhXUwQpLb5qJ5MJuOUhIu/PWZKnv
+Ku3Gef8O7LT4Vy4RQEZzW6u+nQQQTxw5G/tFAxuPT1URVesMA2FftmO9hPmPG9jhotZF18cZYow
lGXQqimS8GyyNA5Ww3XU6Nm5hWP7hjoKTfUyxLikCRR9gUlXdO+MlgpGZzbPwlKxz8qaVS8OY8yJ
XFrf5ono19j3nZ1WjhAGneE7bQN9Hya6e8KOfxp9e+AXcKyuTU1IwtorknTXQpD0G1Cp66ztms3Y
uPpdNWoKhszefFda3P6EG/UxZ61+uMTGtZkSVH9QKu5bUWhba1Dtuwp80KYbq34/Z6X+zfGICXed
isfSzdp3q/IY/pNeAC+Nmi2b0PEZwNp8UYVaf0GcxoSVJmn3diXxgdbY84BJV+OpkczTZddM9W7o
anNV2JpOidE2ThPQnffDWD0Os+edwBpVKOc6U3lWhSauEJSIju8m2WmSc+qaGSfbJpXFiQl6didG
FJGkhpYN2w79e2Wb8hb3WU4Zh7nFHURKU2507+jg2VHQDLm9laOubYRrlre82fnpXDcdZvGGpEN3
sdyZoTH5tTKb66m0lIfOmtSLpMycZ6zlzi6qQy1ZQ2f0gikcTVidGQch0A/unRqWzUON5/ZJkZRa
fQeK3neNg+mVXcxu6kNrQMM/dmUU8Da/6IN5K9ykDSoWodHpvNswG5tvuFyj2wEM0w85l9n3yKvi
6yQJsw1sZXvntmHuApaIIU0j1tOpqiXj3rbBASdV/N6RGrfPMqvhE4LvTRKPQFnIWOcY3IA6mJEy
AXBhrcqSKtml6IZ9MhYH35jU+rZMypaThcnuYsRJDBsQypsx4Bf1jSGJrnW9ATQoMDe9a9QuTnVq
uJzcC8V6w3c534YGVr91J8PpQQ6Vch1XbPBXCnkWml+hJ3maJa1rMYnsdjCs+rEuk8niqbjvsU6j
aOXiFfKZ0VucRaT9XiGQaTlqi8o4gaHhXkII4N67Ih5xag5s+TyPt37Tj1N8JoDw3vQK8I2Vp07v
fWkViT9imdaxCtfOsx5JjOmqVvIr2z/33tRCR8Uk7KVkEiRc0rCatNt4ihjHk1imqftglUWxoTGF
xozagMXbLomy85i0G2HKDcdxDIlhPfEvmrGsPQrq1TSRYtLZVbyro4HlHFhXZe9CO5+uGB1ZdOYl
JHdv0hrd30qq00BcaWIz4US6W+76tvPutQV6qhtdtcMm1/+IapvNai9Fdz72c3QlZojO7tBj623S
eeqZd7w+DGLHLlO/L4rz2EG+uyCX3gu1Q8+IK54tD4b4Z1be+AySDpLSJPWQq4yJOWx71VxkuG3H
uqGj39mGSlKxihlVfIblrFaCJl3yhzr2NytWnvJZ1JGDS9Mpwnu7cVsq/e48V0Gh51AWhllzGPuK
XeubyBvy904a7j3VXOVilA0/GAoAHqsGWtJLyLKVB2wxS3itrhPdZaMZvtCaJKYIi7vYYi0eyyAn
2eBeJpkstiCXnOcig7wSEJPRdVv07eBEErblDcXZ2HnBsd+sRH7HjtD+ZicKmmZywVRKt6CgL4BZ
GhGbZKuw/AIdkrux0STdjGy22ZOgVAWsqsS4VGUN0M7H7xefwfZULjAIxHmwLNc5JKtEypMMpui9
VhujtZ0z+sSnCr0gZYEMe+m3wujjM17lQjnBW9vj1R4gRG/TySoRSHKZPkDS0eSnMp67FPM1eQAB
jmX1wW2xi/r9iIqaaVRhvOoFej327rVVBghSlIZoJ7JPfIN9S3JqqMJ5sBzqGyts22OypmBsyY1T
u2yOiZOMyXoqIdAGo5o712alJReTBGRue/RdVvAqUs+vMgsbol4X50o/us9xMyrjinB7Y10QUX1T
zuNJZMf2AqLXTyqsNC+oaAXkbpOMYT/FcqkEskIqW8Yy3g6QqqFkNywNwqYqrzWm91gRJOPTM68F
xKCpOe37yHgZmbwvyrwafnjUIk1eI6XcgZEE8pPQk2mx8QjOnH2jy2qb2R1o1CmeyWqeXQA3Gz66
YW9Gc6iKQGkVMjeqGE3v+vO6zFKGPaheUqjHpbF4XFyL2uUxawsS8dAOIIB8p648dIgxp58kwlxN
eHa19UQ6wsMGhWSwxKb2y0BkoEpnLG8mlmhsp4GTd1F3CRAVfgiKYBAWBjSJbi0tHU3KnHT9c4/G
0g6UTIpTlSACh9ExALUpGf6mbys6shLyovMTmecmvZXB9CZOahjFfTVGpuFjU8FPz34hswL4rjRr
Pn8I/yhOOdjPHBTBi3aPjrK9PKRfah91kTilyhnax1odvdHhFjTxALp8n6QTXfNRJJDtSruOYnQh
y4KeQYqYEVV3Vqad5/aE0T5PTEZtYo5fKaSO68t8OJc+P9V0FwcP6cyHH06tXdlVNbu+loyi+yjU
OPg1KpZvRmAthjMZuek2N0c1WXczmPetk4NAChSz5mz2+YM66glTXlRxHNLjd5Y4d7rChx8lqnQd
QMogOGRN1aoeMM55/biOEIts5iy1vhici87koPTD5Qw0QVhW6B/gWjm8HByoViaJSgtpMl86Zawe
OrudAyRC3svnN/bhlcj7o6sNPJBj6eGVRFQqaRlNgrqJB7sZN/tJLWIZdN5g7n9e6rfaTHel4L/H
NMdffa//eZ68NWVb/uiOf9f/g/ZYshgX3c3/+s//+LPY/o8OE2EIL8X/uO1f3wE/NrSff201/fWn
/2w2AWukl7S4YxGR8C392Wfin9oQgxdJEv5ZarQMzL/6TIbxByJrXlwgiUxgKET/1WdavLMUnFEh
06n+nR4TfLODoeiwRVtQhKgt+dUmXupoKCZVTfkBADPmGo9tP0SSgJTfJmhlvwfftEl192x2tEer
E1eNCREz6tlhO+eshggOuvbUEvZOlFkgZ3FJQMFJOZgXBLacgnx4YHN7wUzHKQGcS1c7J3kvt0PT
cjgHVl7or5ManTSmelOaGaW9zMOXLqx3Eds+W8Nlwv1BqkgCckzIbZ7n1RZwwKuTZaiyhoHpUqe+
cI+zot9axDpcWEppnQyuA2uYbNv9GIsQHr7dP3RZjcJNz8dv6hTqK84E8KU1xb2OC/s1a1+AhpSX
UZMaSxt62RcTF5lawGGbVpxEgCNwmjvxpcEmaWemSzxGtWjmWCHcvW2gg6dcbN+MU3YbqVb5hgGD
ElDUaSuFevRFl/bWpiQkDOYz5rQYGgpBCqiZrJ1aOI/ws1uSKDw3SMFsBcLN42CygC0YanXVRM6e
VjlTBXudrdM3t5XO/n+w2/jNylk8Sn5P67CxEW107Ylq39UlkIi850g9sInItt4g1nk57eVQEtUS
n4Ds3znZaSszuN7F3jUaSo8PbdftS3YsoVpsFOJTCAe5SBJOClOMeiCMH6Zo4DeUF7HpdisPLI6f
V+0rorNNofdXfPXPY4WymYBPzX2is7WZvdpPzGIPF6utjUAhkwjKl1Kgz8cC6HFPdA6D1COoKSYm
MBr7q4J9+XOVLgEk1KC61iebonprjZn0MUoYlDiqdk9VMXswOr1b5UWIuDLbN3POobmA6EdT8D6c
qts2mtTdGKbpJTnEhlKeWGEKreUUDtaGl23jEI5InWxmxxxZt1AKHAbwGxvU/Eq3KmvX9gl5H1ZA
lhWZNTUNDdnLjHPVtMm0jDqRVrwzDthXOKO24mNlG10Nq1OR55d56IhzRw+7AMze2djoYm+Ykxkk
qjkHTo2yyO2iSxPtuU/ZsvBNTz7BVHD+XNN+az6+/G/GI1h2af9+tg0g7TZlecDXXf7EnzMssAH6
1RiqUZCz4wG29/cs6/6xELpt5HQ4jwjsM1je/5plgRcAe6fRCLnA4Zik8+P+xhD8AdIbKbqqaWj/
SEYxf2emPVyIHdZ5fXHBO4hh8auA3zxciCk+aqFR5auBYvzODtv5FKsYznxlnja/PJMP+vaHe5m/
r8SFeBo63o2jbm+n0akLkRPlhasvUw1MVR82Il0PR30lUZWQmc8veNjg/vOCtmnYqFVZT6CKHt7a
3IeSynG6iuMs2TbdyPYxxUP/YwLxSMpkQgWWHTXV6RFq4cPn1/7osWIBIs4HRzuP9+ixhlJLytgm
dQGrAHCBymymLY4sCn9qmUX5F4/2o6st9GbD4GSBkPhoNzXGYVeYVbmqNLfQH5WwKZJVJN2KzkPV
18PV5/f20XNFgMGt6TaCEvVoU5po09IBAMDupGJrgm2F6eI8mWxH92HpiMDFP3KV6fzy+XWXAfKv
3enP7xMDrkNbEhuuzd8ffp+DjfUmc8vVwDEwmGvwTVlnB6ltEOaZE1CjQLv6/Iof3KmJtZimLx5G
dkFHz1Uv3JYeoFhpWDlJ2gBqvKNEW53jBAExxVHkTIMSs6Ic9KVn0Dw8hXB38K7RmBtsxRdT67I3
+/WIhEGexLNM3wxL7o0/IQJNfb5+maMSM413yUR+HpdK6O2cEPTgRutiew9JVb1TRjUiNsRp6wav
vj3dLC0FPOaaa3zXgOzcW6nRqWADm2EOcPCAhcqLvjwz2jbKgkzri1fZOLZHXJxuQnywMQagP9HE
vZlnGEjdQi6x0GT4lWvLra0iAGJF6u7UF9OlKdPhhg5+R/wxq/h1z7BQOXPn1sLGqaoTRS9JXsuI
+9J8NaEnC8pvtqb1SANWX82Z00OMSyjWBUOtleUp+6xsTik9T53Y6J1lxcmK9TqbtKCc0nTYTpVp
F6vYECqx07B8KP70cHd8Z5DE/eTN+JQ2SmJvE1LSbqzZbO3rwasAPJoN7E3iSzMkm3LWg7wuSKg3
DE6na/ipOmiUKRmaXUVIBG+yW+QPrlJn6UbJnfkbJRwUfEjFsUyS7m08l2z8yk0cKsgGXIQW3yII
JonfmAywFZhP7V5Wmllsvba1XR/MR8Eu1kXzsG7RXDKi1ai7sFD6sNNtXXOvznb3PW6HblpDY07f
jVJb4Athm85rPBb2iW2B3dylpTmYDxDsCgp2Y5QV6H3bKvZJW2mn55SqKKpGKoPaE9GBra6hAQX8
f2FlUUtakVS0qVwTXFXED+zU6Cn7rBdhuBqJQK+uwX+ryulUp7lF86dvERf72WBm9RMqTels4PnF
MdUsXQlJFiv6OpMXsAzM+jLTB6rKaGbNdBN3IrFWeeLOKrF9oy2ZC4teJeiAkmJ2o1oJSh6hAiQ+
j+MBiWOLP6YUfmJlimMiTExFdIb+2FKeYsHzoOk8kqtRgK6xXSS47qRZE0XZBHe56xD0diZro5Vb
CIlD/U5huJYJjnTAfjN+7G4AJIeO2bQvNDNMojcV3pp2a7oYzTZuniTm5HP6cKwVgOBRPs2qXtqU
nGHXrXSrMcNn3i9k0Fmv6iB9nY4mnehK50ef0x2Fs5YRPDVps+R19Fwk/2pHonsQ0aG+Ew5CAl+N
jLamdBEtPDHbnJ7iwUMaMYIZD9pKhDJwqjl2/SQslNvIlfKJtML6pqeXUFGib2PNb7yhImkjz8Jz
gGb2sxG14ZZiLjRHgGBTRVEyNdEDCM+8UKu2X5hYyHt8E0onVXe7tOOziAYXb186abexrc33+NOn
N4WM6BcPcuuzwSzyVtOnh6TFZ+rWZarmV8TQqK9N63rv2USjTuqhNQSgivpuM2L7xP/RT6FKCCQm
f7uO8e6heDPeoJmBAdTDwrwt+riqKTR5PM85TeVDSOBYFrjU/6lwt1n2A/IL6Uw5B8QXRL5zREdR
KVuymNRJfKsTAwk5XdzQVov9YBbps9bLmZ+I//x9Go0IPZ+dzvE6K8OEJEKTVkwG1fyZfX8ZB3Sa
Cc4hvzxkkzyq1UOFKw9BXsdffJI0Q6q1SSUesqhMIFNquVKvBurukc+ZrHBR2c+UhhQznFXom1XY
0WTP+OI8zL6AikOjPJEefHpI8lpyR2kYlFhoxgixmmSwnio301Ra2g5MsCZUyB9qa8+56ZJopMzu
1iHj3TTFt3Yg1ngNcDJBQ0yppAcRGCvd2jLmhBSmthDlaZhOtTh3vRkZmlTiPvQbLZrOQ/izE0hE
0hFb6sezL7itPR23CuSRaydyLVovLvExhoKAJSQG03RVNX2T7A2tr5qTUfTk+c3myPHNJEHO3ra6
hHCMMKUMVzAl6Fo0ig6WDR5acm50WRjeedJT5g02FYIus5Rm2q1ITDTTRW2TqQdFkAgpIVso2Ga6
9G+V2h7zdRJbkPwkeXkt+F3VjKPvXjVE3j1Vyyg6i9Upk/DoZi/fOg5UotMuzefK16sxj981sx2a
s6Z2qSM5CZqlvVZTVOUYPcn6Kqu6yjxlznUIFfSWoEcEVp7YZZnSVm/eVGVnCvOasg4X5Hfjewh9
ilNAxwKUNq3U+ant3RFodBRGE8uJSUrBTZZiULkcHCtC25IggyfCyGmGU7vV1emE+ASSi2uCG/o2
iKRRR692oQ+QFiiCoTNtqTPL/SAHo1z1MDOTVYUK6hZF02zsKqa+jFQm/T7qk/ZHXNHslZTjTjsc
5fi3Ea4SfAmGTnNpU/qTBt2BrlpsOmAO7eXNQ/S4BF1GzoQgfylpwzNVpO+5UXNaupZQfU0TVIDb
ObMk9VY4qNsuLMtmpYHGfRvcuqqDMfLaLcBfAsFGYXXPrcxNiEyQzwNFNu5bOxWkBjZJW7/KmKV8
jY60Nnwz0iKxi1QXpIEci/CBJhUpCqBFQ7cHphyOT+gVYehqtpKdGmmPprBV5ZzvQYhW7eU0o/Vn
9U8qJPp26I4rO236M68v2/lcpoWm3Rpj7D600ejF2Bscd14TJ+y2QYG1TF+bc2p3K2klsrwdluLS
fkYK7dCNA6nq15nmiJPBMQdxXhZaC1eypnL0mDRox56YvHsKzErZI1yrME0EcvSc94jq+lM9d96L
1dnKBeTOgm+ys7ULA6fVE7oTe9ohA0EYS6od2NbYsktj00WlxOIIwwrxfCbchpBrJUmwHGBngPvS
xQKKpGZVO5NZHicKrw91e3INeayKOw4oBVD2AaMcom+gb6bzhNMYX+zA5ofGYqx8owuon0MoTynV
WzF9TnLfygIEtD2/m7Noz8osFjoBx30ig8yMHQX1RDcKgkcjt3mUtJAQ5SHptF9HnGPF1lGmMN+B
7bGVbdfPs+crsJa7k9bNxox8V2JyAzYYdbiJs6mNNgoQC9LCwqm2Tuumtcu7xIrd/qzJxiEGYT8y
zfimHVbGmjZ1wZYsZisRRGbEi9GVCkcjXyctkpFXJ+YT1rYo9HEkp16Ao7DN2Rk4BKsRuhjGbNTa
6MTEW2hQHo6rV0ebCeFEQDexIfWm83ka3GbdhCxF7HRE5m0waU3xSnQZ0zBNrERrAPgaEx0d/GX2
u8QfUqNvJqBVD4ADRuGP1CiHZqvbI+8kjb8kfRSErVD8A4Mdu2+IaRdpMUPsAT1r+ap4Vsrt6HBB
UVo5lBmBU6gvYCdxKRcgTJJVGsf6D0LGkotOauNzWxfiZo6h0smbRCRNudIVj7JTWxCCRHcRpfNY
xNN2dlxb2TlpG18USZZ+I166eIRJtHCzTaO3caIOrNqL2P7bNIx6FITE7gIEp19yMeKV/GHPZX7t
KRqlHw/kM1mqU2oisZZA9WyzM8UZYqzpMm4GNoDMv5GC9jyLslVWjbzurQlMXNeGelon/ZR11EXL
guQD8DIKm4hWf8EgPT8iGtHpk01O8u7WKVh+rah1vkPVkudxTTGJK9buSx979a1nUsz1+erVHcSJ
tAQNHM5XiShUtCZtA1pdLSkGkEkpqU2FmvIaS6ve04jzUKdLpKqBwvk+It0xy1/6tveuTKlbigkU
dRpqZctaHiPGy9wWUD5HFLZcNTVTJIzifi4WyZHHjtFZ2xwuhI8Tqo1gjuviKlRHr/DTsDWeSjrW
j4RUF4/ES2YX7Mi0YsNGNDoPm7R5npzeSzdGomVnWPHyO/DBsLQ1U1oTne8mp+Zb4cDwE6lE35iu
jGrtkdr4BM5MYAbzGhz2wHU5N+mh/ailfXvdynm+6yKSaH2icnAUetGINm6C1EH1urDiTdUAb1kc
aMZdFXoxWgGT49ZpGo+ms7JJcEZVlHg9OdoLC2YbspBf55BoEQXBDDwTNOD1oDf0joztKG+IaWTr
dIe+l2OAx4b6QiUYHlUCwRpFQNxXd4YtBXdrG6bj9Kew+LfKfv+2x3LQifnvVhxcYIWfFAdLQTh5
+2sDZvkDf9YGTfMP2sGE0iAwpUSFFePv2qBp/KHjtNXJucMSCsOHBshftUFF0/6gqrXAErH0UCdY
yKZ/FQdRzP9Bf+enq5VeHiEzv9WH+Sn2/lfNBXMD9UqC4jRa1nw+qnCHVYimZl+TZLbhV1Hf2KgZ
oFR3mjvf9HB5b3ADopiTPSwpU0PJqhaEtRBnIG71oqUlndI23aN7ec7zYimrRw2yYaS7MeXGIi6R
E9qcSeQgyivmAaSEnhU75wV5dyypLj5U32qj/k4CA3nINYj1/sC7961qCnFWFk2JP5hJSelFQ9Cr
Y47ntHO9eZVW1GjyTJ2fptgxb/s8I+kGNAjhDfE9kqryUZFGicIjr6zeV1n1tiojPgpK6a4zVwKK
R63zBq8Ob+Yv3/0HRdAj89LyQC1KOkg/bBizUFOOqqCxJxamDEqlxMq1u7nsmxPLJEIx4OjsXpdT
q7132SKomM25DWQniX/izF/f8L5mj1PmyR8zm9Md7KiKlB+yyCnUz8kt1XyIzDChh5M0zi1jh5Ds
K7f5YQX352c3LdukDkY7mvnxqCSVU2DLaYSwCSlG/K+eFW4LfRrXtpK46xo/6hdehCOD0D8vuHyg
X2QCqM7i2JHUUzjn45JRLwX1B43cF6M3rycz2zQObDtzdE/U3tgocXGWz/lFnusnSGsf9XAg06cJ
cITsPv8WaXH+Uon883NBHIQIRIV34Ycdfi69aUfJgLfYXIQhLmtRngBSDL/ghn14FSAgmPp47PQO
Dq9SKS3LKPkVPuG83VnTaM26NvrhixF55Pf4eTNUVZfiP7VVFWzV4WXIjZ0Tk24XGmQXH1hSmjS9
KhpcpxiVwoe4j1FWJno9Paqc5B4ayyZHvYcj9NIYc/0jVqnsJVzBCIyo9CIKIHO88oTIvmt63nIy
mENtPfejHa+Rq9crDnnlsFMxmMrQOCdGvr/SjFFgIaE+eDvkbfFUU5WjHSgaEmrCfB0lOoJMdrNo
WGbKBOz5tXw/qgNKaQ1d4d4oDBRMP7/j/79e/U+HpeTfr1frJuma78g56JmTIrl//98//8Bf65VB
tCND0WM/wVeKOODv9cqw/zAXcoPLvm9pZS3Qr797We4f6AtgdLAgoSgg++z/LlesVvTjFxALFrAl
TOt3WlmH7wuVcioqlMqBR2Bi4G+P3pfEUgj6UFxM4AD8NzLS7HVGnXD7y9P4YAY/nAT5sQv9Ausk
FG2H/tvPCf6XOSlu0TB30jJ9F67AUwfrf+cU5XCyyKCpEnRSfDELHjd3uJpBlhQo1cURzAp2+H6O
s1MLUhssf6wpIeBep5WeyO4kK+z0i0v94wkulwJwvtAQHYPp7fBSxP2laAyhAlDILb61xQTuWqm+
yrk9cr79fISmBhuWYcJIMo4ZpZpNdrU29qwjmVddFaRTLKdBpbnVFaUO4rwsv4fdotg3e93ACkrm
bq4xLXBedTakReffPv9KP3jCjF2V//CATWzVh7dNugEBkD2fB2qePhAyQmmwxGv0EuGg+GK6/fBa
FhYldnuMJevoWpyFhShSiVIZ4c1lhY/lrnIya5U4uaJ90b7SPhir9B+Rsy2SHChmR+unTJolqozI
LXgLxonWeOGdbUUu4gylxE0wlFfZbNWUrbqR0DaNlOFapUuaLJruQUntgJ4KAF+oncMp+SHTxqTe
+YUJ9IMxhzSfwUajiz3wccArXR00vpmwKTIrxTo0IqQdOju7z7/ij66CZgmyGgxOYDlMQb/uJFRM
ik7sgrx0KDtGIEzMu8zhTP/FEz9uGPLqMIKYzWwMlBhvj9bSxIMmI7LI9kmz7Db23Ef7lE3/G52q
Zs9hFS8YwFhvjbJKv/38Dj96q2AFoOAj2JyxddzJ182KvO+IUoDaxCUmjM52dl6EnnczOKF2SerK
kuE1QMjsbTee/MhD8FRAx8JyQgLq98Fih/z5Z/rgqTPqwLovQk+H6f/wqUcuxV/4K8yVwgqv6d6O
q6p1xd3nV/lglJPYgJwUcJaKSGb5FL/MyAoO8oI+P/O+poidpAtCxlLSsOcXxE9uKC6Fb59f8aP7
QugGGJKbo+t7dEV8uSpdpYiaRtNQ+W8oJxC2Zq1+/yreIn1jSfV0MnMP70vqNJzniGRaL1tMT2iJ
/Im8nc1/4SocJBF8LQvbMQ9wFoOujUAucXhXw5VW5mi+67n+M4n733r9P5j2AC1hsV4EGUC6lhfn
1+9InzU8h6wsPwsVGvWdIJyUciUV5fcQej9XF8QicCNZmwlROJ708KGhHe8EhwZnClfumJGTF85f
RSYvE8a/DsZ/XcVg68KAA9x0PG2pYyOgEHRcpbV75kkChqgNYZSxscjot3SOYRYa7tUQe19MmB88
So+jo8MaAr+Fs/7ho3StJq+hvlk+rfbYr6xWbPp5sAO9Kb46rS6L0fFNosS0KXQjQ0LYeXgpR2RO
hyuJ+B0623lvDyvPoEul0o1SCv2kpp/xxQT6wZsFJx8IHu0UtCzHE6jllW7X5R1CtgnfFHyIdtWC
9Pn9RXg5viItBUkIe+Do/YXLU8+6pLVsFYOxK2nPbfpOAO3tiSz6/PX6aJwgrzWBRbAE/6Sy/Drw
IxMLqk3Up0/gb7T3IlffCxW1qcfkcpYaQglgWOZ3pOMNGxX7+ReX/2iwWKx7S82BgWof3WlZdmZh
d8BRAO+x7Clmfm6jkTzPNXLrPr/TjwaLBSPVsjUkDZxYDwdLIdUZlfHAV9fIyzEsbqYkbFZZM/+w
w/TMjfqvxPHLZz8cnRTHCCTleIz4Ce3a4QX7ghnSHehnyVAYmzQL9VOEoV9p4j+6CnBGSDOGiljP
OVrDRtoRODILE/lPJVZO2+lIZkPnC/LdP78n9Gm2hciIeVhF+nd4L1YbF3MUEewJ0ti+Jance+tp
I5FkCjL68+/JWn7W8XMDTc2+29Ns7AVHY0LP4oZb5QTD3hBXUpjg8VkZiTEbq0QbrEtkxeRtxC66
XPrkg9GuLf4vEba1VLuVYg7Jtznkp/i2V2ZEGLeDqZDbN3Y/EnXI580oa8IoU60XRFsbQjxnMo4I
HyQTd9iAQkvOJ4d8oZXeDdLwaW7V715c5EaQxCr+Kkg1PztaunUXTh0ZZxl4udIvyIPLN12SWK+h
rXU/DBbFS3x06WPpShzSFTQQMpR5wvLU0grzLi4stvRd7uFvj/jAz7Ey92KtF4l15jkKXITYrqOT
0HHjbMWwdnJfenh6/SwykeP0BnT6lZoL0/0iSOCDEYWbAxLqUkJil7iMhV/WQqAPThLTr/GH1tLP
RV99Q8AS7r/4lv/5JYMXYtYBcQrY8HiVyKoYmY9mGfDmsuk0NfRi51ZYLWrsPF8NqA8uZSxGAUwJ
y6t4NJ6A18CVsRK4CKPIMVZl4DXCySLwYJio3X1+Xx9scyH+GChgOYFzYDguVxW5Hpcy5wBFSrvz
ttSesXfnlXfVjDDvsEjmeHHwGIeB1gCMxgmoT+8on5JtNGbpdW153ReP+ufO+uiF4knqC76ZTC+q
o4dfaF8ZZleyxfXh6eYnXWW3ZLEaibVTCLjCJ1rk7jl9Wh6LYRHNGkia2BftYOPxKqu50/2IeMPR
Hw0c70EOavO6Hl31K7DxP+dnvu+F+cuREMmNcTQ/l65ekozKjiWshf7a1tpIx0+xfnDo17/LSbMv
IkKnvn/+dX0wr8HEoO5Dm4MF/bh/4MQkNscl5W5M4MaZSHtzJYBe7eYuU77wbX10fz/J5tSlSD9Z
FNO/vlaZlqacr6hOg2WCBAPhwPec8bpJcJVZ6YUjy/mLFe+jm0PVTbUJKdJiaDu8ohEKS6TRUi7p
Zb1rK0t/yPmHAcVOUgR//0EuqFcGPes40W2H1yoQaLIJQ7jAMtTvNanYgSWN6gzq7V9cvt/Yqzss
1NoCIl+sN8bR/OSy2kHVZMsyo9neOUJldOSc3DqEcf+Fm2IsomLg/QH9enhTWHOmdBo4R5mTamxK
1lX0IZqbbkoOp1/JwT+admG9UuBacmK4scOLxbTgrCJkQpJOlZ1PI3gVDsz26+e39MFVdBZWWnfY
qoArHW2ZEcFog9YyPcW1Ji6xFpd0t1vxX7iZpSGHBYsEQzDWR1OOp0pcspLhMFLW2BexbpDfN6q7
378ZdiVsSgDEkRZ4dDNMZFTAiDfzra4drsFSTquo9vQvXtx/nt85rLlLL5qiMrXbo3uxpAqgK0ch
wEmeRdEUPyA/XGnkiZYKpZTPb+mDd5ZZCI4xhWpWj+NcgXRGnjgaXIwFxngCu+luPDWW2ybWf7+y
RSmVw7vKSeOnl/RwwI1gygDv2JaPdME9a+fR3bjoeb84v3/w9LB3kc9CwYmG73FBEcIqqbUzZxk3
V52dqzTENojRvK07Fw4A0LYviqVHDMPl5Mv/qP4vI4/7O6bHj17rTDwt6kxVESZEwf8f9s5sKW8l
a9P30ueq0DycavgGZrAxmBOFAVvzlJrzjvo6+sb6Ebvqb4P5IXzYHR1RtaNq24SQlMpcw7uet9AR
qJjDiUJB+hq2lXxGsa190dYC3eyUjNNh5vfbf/we37ttOueUEjSKXiyg1w9XGmjOY0I8v8taeehy
vY2YndK/DUOaw9IYPmv5vXc9dg64l3wO22zs6+tVfCNxKbnrRCA7hYNi77w5TW8HiYSTDfszS6t3
1ikdEZU+MZh1XXtraSOQ9ijKS51YAYngjh7TXFNiI2Gx7z9+ku9eierZ1t9nKP2tB1KGjTYW6Quh
spqCmwObH8C6rk9hqM9/XbpAR4AMF5ad/rIPv36IidcoGhowar2qedVDyv2mJDCf8Bn/rEuzvf43
IRkH1wvZ2yPMfrvZW6nu5XrMlYQ+FVecCl9cNG5YMQqaNNAtKhQIwj7ME/HZx4/znQPgZeaIQBD1
BTXt1/fInNFc0Fyx/CkFDMJZBE2xTOX1x1d5ZzmaW5OL35zAg//1+iqUNHCpRmsAKG8B86XIewcP
b5yQ0599PP/9Bk39gs2SAgL94hekwW8JS2dIEjMYm74NqZCzgKlcK0VVvebqHLVUUz5ZJu89Qjot
WyeRlhftvNc3h/RW2VI6yy9Et9zgqFzu5zH97It+7yoOhxemSWgHma5/fRWCrbLVa9Z9KdPbAvZV
NOef5gbvXoQpd4R3tO+0t7NSsNibvovJQ5syXc9tYBoXgsG+6OPV8N4nTNWf6ip3g4rozZqrG6PT
lM6FnUc2C/vUNoECmqDUtfwzB+F3b4hNEGEQcALOnNdPDZqGTWxGQC/bOCdVXryzfFSsT8rF2y/8
9vMliqe2QzeOGuub3VYIFxbcyApYsiY7JMJKIrd3mt1kSHmcu8YKHaU9E+rMImzsTysk71yd6I3w
gHPLohv6+h4Z7F6TUZ34hBl/+cY0cfIjGz39svaMzyC8f745l7AH2P+21Tt/JC1qPiYZHvWEi5O7
Br2STV/SZiz3izF9Znz755bIpWi/I92xtv13+1V++4rnTk9lZkkq1srErPdsoPkD1Wj9yJTFGfxp
K5bDR99ahruPl+c7VyZvISBmA2GRvpjD/HZl0UlpI/A3fEw84n1BEvylaCz3lhzUTf20MbKIaC8L
5arTxfn42n8+4BcYAdIANkt6zm/u2quZb6nILvwh07NgS8wOQ5EnR1gB8pNL/flpeHC3YVmRESKV
095kMzHCcWb2KGk5yuhcFfWMkdeALv/jG3rnKkRgCAIo6PLNv922KLK2+VJyQ+aaeIG1WkrA7/KZ
6ODdq9DF3IICvvWXKsxvrwy998rGTDiul8pwgLMjfWOo1Ojje3nn5bD02UVom+LD87aJgly+MrR2
G+6vpBoZw8TM4SoAmvWmPH58qe1AfL2jeAaj0lTVX7Azb+O3NdXnaqZO7utVn31NxtG9WdNh/JHM
vXrNHp1GU6prf32QcVGakhxmNGrYnF9/cnHieGUiFoqczJA8bNZSGycyefz41t55V4QZSFKwe0VU
+Jaloq2KmTnAHH2TNBq3ktUMaQr9W7/731YF3r8KWzLpEznf26u0mC8oSLsMX9R5HPHaNthaKcOP
7+W9FUHdktRs66zSm3n9xLDxUNJi0AFUzZOMKFsyMeG5EnQDmPCPL/VO2Y7dkEQQnj7FO9S0r681
0zVbVwplfufANUb4ptaR4hRj72+WMZu+zPqezZiQ9ZoiwnnWq2dSVQ+19WKKfQm7K7KFNd/kfa2H
6MDNv64Tb7s1qHjEAOycbxEowm5WcyFe9o15rA5m46j8Jtlnu9afkSRXoYxKwWcbIPfehEGJiOPM
g8XpJ4yk3RmOU5/gsiHgpKkpDF/NzD55xe8sJJNmNuSn7eFTNX792Fd38JK24xW3ia2ez6Uhd6mV
r580VN67CsHQVlAga0Nw+/oqujIwx5IhXC6cyrjl17jHivqzL++dYvS2EVtw+nAjcOgSvb7KwpJZ
rWHrYjSteV7lrn20ZQ3mQwwMvThZUt9VuBfBMambc+ZPy2dZpGMRzkz3nUNu+cz59Z3Ph0rDphSj
9kSJ903kvArXKrBf42WSXN6YlZPtgaQNX8xB6p8c6u9cisOH2t22HXiE0a9v3SydRAVKakJVG9LL
CujImb3hr2cZf2bz/d6lKEMhRUElSEr15lJG49T/tOC6xu0eXbvu92seM5Y5lZCPP94V3vkcrC1O
pxhIUEaZ4/VtjTOTUAhhqG5osTh0cskvUsXxwmyyGZlaP9U4v7NO6ZlSaGXP29LCN2/Mw7MCDFll
UpWPrYhx7exgq6v4ZK97+wR5ZhuMgkkZihfUWd/cFdNFHVOEXGUdaQR1oAJClcH6r3mp/K2GEFyB
uqkTKPfzqv5Au9krbb++KGl407WDQafm0dIDFP34Nb0hyLG4uQylYJUwS6Pj7LzZvBmwlVMxcRkX
7LlVWftihI+QlaFcDNCHTiQ9HeV3m/tWru08M75lvh4zG2iO+A18/Mv8+XT5XTjiqcqDw4Dl8nrN
6OU6gRCneWvVZYMK2tQ55gd333jG8Jeb56aR4/lSRUGVAQfm7Yu06wH2MIoMt2pzeOtpf9rr5Wet
/LeLcrsKvQYarS8ddvPNDRll2TGxz3xv19vLg2at/V1n1vcfP7V3LsKSZJwAb1U+7rdPbe2YAx8Z
+X3xKgvTQmfC28r+NmyhVAdxhiYN2fcG0nlzvNntPNQLbtiYc7hdZBPXnlq1V3z2Wsy3+8Z2HUQI
WDmgtiDF2e72t4BZ76dqpqmNDy1i56cGRePDVDnlg7RBoqBad9pfUHOX24JBrh/GrHU/jKwBYolo
j6nTFPnaBHe5qtG5N856xYZndQd1LmGTTYvqfC0qBpYBVLWO2GdxpcCnb9rkwLzscDVqk7NgFEo/
6EgMXJ/VdV7Rnl8m42ktC0VGWbIqh3pqDMhfcjVGhr2ysqc4puo9Y77CgQCmz91Zas3dNj6fDt8N
ERPnVeUyJod2njDm4AxxD6XolR9M4JWFD5eQwcJFtzNrV6tlwWxP6a5rcnBjRbUD4Lh6crl4Y3FR
rs76bTK1Bk6p1ViXKR9uv8M3Mdd3JcM7ra8xOCmODI93sY+7ZHXXDGP6xYUmvQaeLbNzgObGV6aL
tR/trJvQM8tumX1mYKsKzxLGRyPXWoZzAoLiYXaHbtklTMnhoOUtmnfe5TH7XsocQX7MixRbDUaq
zWQf4xnW7gx38WBtg7KRPnOTdRUOC6P+YQvba9rryK2S27SblyEQdlsxSgSI9rRaaOSHaOirhr0b
Cwy/VRTRBrbdzT9atdWwA5i7KSjSGN6YrGvvq2lhKQRlv5FPqWEjueuBKwDstzVxDQ+2uDIn0ZZM
3y3VPWFLhhFILpo4WAXIRn8oWgfmDUByFbZs2Z3rimF+0xnOxJfOsotvcCqQqRTDZB96pdCZaIfI
MO4gwk4ixNSU7T9H1VyGQwX4ft/gU5H6dTMzVZGpEC/8rNPtxziv9W9TzITqIRlr/sbkgFglRra6
Zzy30/gcZRVmGJWhGF8TtVCXSK/y+M7pVmgkjtamN840uldtXBjHHHzcMUtNcQKcWAQGsjmwx1jx
rUpsf6OE39s+ElSQeuB3Z9iycOppAQHs6AIjnzBwQZZWAYCnsvGsLk7BxHw141mUuW6msAkK5ZGz
rbgv1Nhrg3zswE27SD6WwPPS+UZYk4Sb2RJx+r3TddUJ1TOI4ra2lcfIfgvVhx/nfJv6Jtd8yc8/
TQztVnvJCPpZ7bmih4bq5YdSbcvYZ+nlvO5caExUQgJ/HpbSeZwHlD1AVHBD2Bltnt4tFBtqfPPs
5spGaOOGpdoIg5H9BQIWsJ2WqbU1b8c0ol0hz4SbVcslOgr7RyqYCwsBSED0GWDUQt1g4JxZ6q52
7TOgh/l8afXCML4yPoZNJOj2ZEPJQvwLajOvjLC0PWAGCm7V9TU6if57urWo9oxOQDRHgDDF33Oj
V6vzTKbzFEyKKO6F6botoLvOkkGNv95d2a8d8Pu6aHL3oZOAHTQvW5qz2q4YpmpRHuLZRy/ru0hl
2rA41pL9YagnLSisNu39fpnE/agu002iWc3iezyLY23kGHCtfe9mJ0ze6TIctMSBqdhuKHYVnydW
eVkuBF8Me8yhK5LMBVgsBkQUEkvBMytVK+2QZ2MN4h5fEn8acl6eLM0HLEnVL+z//UM7VHRLXKOz
8EeZ2k2+1Lbf22ntvZ0BSdqLjBSDM9IqUYgAiuJwma+5ZcE07qFvIx3lDy0GO76lWZFcTaudDVjb
6BK3IVrUEJtzdx18aAjWr9JrdonplD8gKCRXRdxBOckqtVn38VLyTBI1r3GPJD0A9xwzqh920gXZ
XnkLhN0Bw4jLoep0PYRzAvXfg4Ovw/BdsdwaEPsmh8rpyzWJwPGM+pG6aJnkgfRqcDECi4REG6Eb
OKlwzW+dOa2un1uD9hADk30QI1vByahZi/HDtmsiquMUG7Q6W9eLz1e+XyBRtdC/K9o01ez/me4E
KD4LK+pXq7iinsba7AzRZ4AkFJuHDXkCXzev7K8zJ817RBbF6O51UP+sgdLzimjW8vVCeHLCuwn2
vxE0moqTVLfU5oWSxe3XTDrMiCKEc6wTOx2nn0i4cMtVM2P+UkC5ypq7sS679AiA17ytcNBthX0y
qkb1a01Eu/pxasmTophmPAi8mHGNrdGkR3wa/RiM5PM1w2sK+awXq24WTIZWnBjM3S9BV+vu0RoU
qO612qkPs2QXCHNldR8V5jK3+1vKn60Z64OfWIu+7HqK3ZJdxkTZm2E09kPxGuzILWbF/dlwSzNK
+KCohZdlJgIpIUSyfMrMjpAeOzcSe8drZ8R2NESSH58YiloUQae6/O5mkmMlCemsfczmsRn3Llqc
OrTNjtxDVmN2zAZ3TndGV/UUZ810ojTrScxRFrgBkO2XuNjj+ZFdD1qGZwBHmBj9wV2tw4RZ+xdX
LaqEF2kvCqhRfDtCLWHLiEy2vOt2yTSmb4uxNQOCAgwSEs+RUwCQTDnFeHJS/FbiEnOw8tS7xiR3
MQO16LqLsVzExTg4ZhqAtIkjFR28F+A/ZF+x0OUS1BhrN0+akQLnNKniTxcrM+3Geb9A47lkEnBe
MCqFrvXLBL2igNtvXfVSQxabR7gT8R1Drh7KPcvaGS7V0cTGw9NYpec6o8I6KnjI4TeZ2bP3ZTaQ
k12axaZ93+sF5h7mqIzdXhclmqqsl1Z+rpT6qt1gxWPpe6XAEONIytOMx1Q6ZbvT0mxmgDnv4aUp
Xjn/EC3D8ZdrPho3rYzjeIWgBFf0ADkbikvsxCxVMmKr/g6Gwfj1cUD8RxqhbSkaWgGa+KRrb9te
RlEABltX5hjWuYlSvQLzaSbFpWPPydXHl3rbXyFa3ZorW9KC8J/Ow+toFZtJdCOGNH0HlSnnkm2H
tjBY6+aAL5Ow4/EkS3r92LcrmJV+rKOPr//urSJaoMC3CSHfagjmAqOXtOpJYzLp7brBMm672AAZ
V4pu//Gl/kgzuFW68aT0sArdf0DDvwXmaVE3+uoiS25iGsCKhitN1w7LJ7W6d24ID3JTZfiH9gpi
tzcPFBZV7MycXHrfFFHuEH2NozkgmlK7T1Lfd94des6tXoCMiW7Dm2qIVN1SDhL5LmPt+DxVBuJY
CGqr76a2ccFGlu1y2abnY+60J7jauU9//0BfmjlIHqBAv70+tnpOTQiHpNyNu/0KBQz0PG3Uj6/y
zgPltdEuorC9SZDe5PftWOE3jIOWD/MXm65F6SPTIbBY59j76xVCcZ5mBh0IpFR/pIhiMMdC1C7S
jszLI0lX4NzuLffnxzf05zrcrsJcAycb1aWXWb3f1iG+bEQwVJx8HYCLr08QjuYlHz55bH/WRbRt
JAQxPP9hBHab9f09D80yF/VBwmWUvpwvyb+dKLcq8HMybpVQ9K17sfTLSKQxLRd2pSkRjmKF4luI
TY5uP00UmhMIi4pXf9IM2T6B3zswBr8ZVXZEETTj+ELefCLV2vVmQwDNQLit/kgmS9mpHMC7MSZE
d5lRG3x7TD8Tgrz32DXkQZtUiErtWzfD2FtxCGl4HpzDddBXDUH8khrR379cWhAaLTl6/fbbRtZS
jPPAzolxWl25O6jgd6q6fNaw+LPEwGwqhRlmqJk64nbevNpeZm5icz6g3/f8dNDG+7rpgXrhw3sN
pm3556b+/wT8/8Bz4Lf3+wc9/+Z//c8Rn+JXPOeXH/lnCN4Cmb8NSDvI3T2P8Se+sX+w+fwJL4bT
kokwplKYVPivIXiA6v+i04SXA7M4zFQhqPyvKXhFB+iC0oU+BdIoFPQAJf6D9r/65xPq3/z/3w2S
Xw6b//OloaTUtgEcnBUgyG4ev29rUa4c7Lxn+KZ2sB9E+VyQWrhL3SshtSRmqEFh4aRiVuTtgTl5
0+DH+qrMp5owN2hkbUuc3mMvxw55apbWjyXOEEcNSRrYuI4h8RNHU9qZ4bOU+p3bQTumZ+aWDsNa
qo1ECH3gVS0cpQ4BQIF1NGEGA02vHPGcwJowAgz/jBsa8a0ITdFaZdCXXm+HhML9wUxmKlST0QLg
s5unzbXm0YT28vzyTv9qef/fhhraRBv/PbrBx6Hlh8h+/M5u2H7in2Wru/+yWWCIuo2tTo0k6T/L
VofCYDFVQVOOpUO/mj/5N7sBQBGbNot6O1EotG/Ml3+jhkysyLd5TrolqJtoznh/s2gZSnt9PgAt
3s5F0lBcH2iWvz25zDmDJBRPJKVJkl9ORqGHlmKBpgemq+6xJ4CM1xYInMIK6u5P3LsojRXGWGlh
pvb5ne12thZNrYVLoJnFAKHxt6zDTFYaRgH6IO81U8mMwILWBOevmCg4u/xrJygWPLmDQYcDfqTK
091Io/a8EFseIrjYxaLIT1PNvUbn5Cg+nwGjdLFo1tHHpCpZA8NLtOdO4+XklbV8y9M1PsO9m8tO
zJxA5WxbRz06VumsfhH/BFGGC1GRgBR1ii7dibm+m6pqpzrWpW5Ul6k13CuSOujsnitWelbk5EAM
Qs5TsYunMbA6JdKTJYr1Kkrb5YBzLGGnduDvZaA3jSlCzakeOzeRmBtYxnC1oIh+ZDpBeI01gV7V
z/MNS+hl1CRE5DoUDNX2By2ii1iZIR3np23n3arFcr26dgN5Z4ikxk+OzuwrSRttpFZqWQFnHBTA
plu3f0Rd4oDFTV0VK1Zj5UdMGcapErTC4/Q17hMEXGtdHQW9hGVXdYNv4F8wuPKAcxguf6n1oHeL
9x0E77TLhtzsfAwSFytsGhO3UMVN7hRjTu5h9zFekRql8nPWV5zmtQxyMMbvfRGYC4q3hSlxjC0N
IRknSDPm/dsWi2Hfm9TiNhNCXEC6gTmRJYZ5tqalsx+oq58Cty59vcjHk7mYBBwIO81uBkxlb/EL
SdawwOkKEHDfMXZr51O7E/gkpkFdMd0WAlPMbrDXA71r0KU/xX103Me23UfM0FbX6paqqquh7uZV
oXAili/z1JVu6Kjx/EulA0+Zm/ppoQFq80sldiJyt/oXqPXqlJW/HIZEzSiuxV7oUtU6Dg72el1f
QoussdxYAcBrWMpisTHpVXGZ4M4ZJXH7lJjjTGkyHn/VYtV9KH7Oro8rfCYRDa3uibM0eKJBAsa7
CFBeVm8Ik8nDoCNuqG7aw306D+2dLhz8AWYRkyNqs+FtPqTzC0uaF4yEQTwLzxDfFkCtd2o7gBCM
J8u6WqaOWr1Ev/rQkO/dibWyHteaS/vtKlao2ognAOox8Aijc9ATAIKddRlDtsXyV6u9J6OaV9YY
et7b1auoL1Z0VaQfl2n/2CdydIMUC7wsymOhkzR3iZftSjtPpyBrvfnMLHBqj5ZFLX72pjP3AeRY
cdbPZqwGZT9y6xOe0RWWIfCqz5rSrH6igJmfHFxU0wutyhrxWOSF1gbp3Nf7jrkLyRvF4HKfunQr
dg4FevfgdImGByW4RDPkv7E4XfrVuGfxcI/sTtT0aO92YNzpm/qZXdRL6Gzcs7OyGvPsWKg1nYEG
ULR7rsEqDmpK7Np1OcJVDuMi6xuIrhvaJnX6GTc7nGKVg6EkiXYmqaluLpQDDmq0rNMVW01PjS9k
PzR2WAkVm7AlydM4jJMsHkI8w0GsmomERUjjSPOw05xtHiPW0vQtIeTicpvSsMbRbk7SC7iuuETz
qDqHUc/eOOQGy+7E1Fr1+2Q2ahnBz8/gE5jeCILUdkcaVIXjir1pKMu8G2c7mXwlHjFXwwpGa6PU
VFtyRtOKl7s07Wd8vpHnRiU6vSVkh7WbyDOFahxcibV4qM3D0p0utes9aaCXJ36Xlu6WCWqZDu8A
bTOcqYUvOAGoJuRDlld31nm9OxzbMcbk3ivrPN01i+fce8h35CGdViMLxezG/a5jXlA76moNzhlD
Q3z7yHyAijE8rlQnxioNPETVuJ7PKtohZRRbY71Pxt4drxboVhcryDY1WFsxJFHZZUlzsOdZnf2F
OFHZCYKlJXK1uNUjfTJibW/w3WpYaaqlTqqZzFpoUbhoz5ZhyH7KzqbfoBSUXaj6NJV95kBnSCOJ
pcJRnVjGgUZXEfVr0rpmZEzElDurXjw6O6JAbzgvVg29u5zOsD6fpK975XhSJSU6GI4AxJX84KTt
1qkva8Y1h+m0bSG04ztp80n2QCiXYBDQII6Kp44l7fttsqSyl5W6uFKYD4i/zCTKkwlXCxWdgoed
x1KF9GrsU2p5NGxmpbDP5t4q81CN8SPwOdTpbSpUqiFOU0lc/ETHGAeGm9IN9LNoFwQe5w7/pjJq
ujWoURd6cjPlaIyX3TY0pUHK3HtG/7COzpT4XhvP807LchyV3DwuHDiAuWZGsblKPFTtLN0g0CkI
eTu20cej73JElJSyea76bnocjcXKIIGPwPOMPrbOgGi2P/suoXg8IRRbQeAAvgnNpAt7Tf/SYWcS
adg/JaGap+qXwjIgH6RlWR3GkhpGKECnn8lknu9gdyf0LLA/kBp+AGGfz/qj1TaYqmEKns1hS7B8
guV3f8qgao+EDBv7cl81VZbtGSNSrle9ktluSprku+V8S6wiDdLKHJ8rLBDKCypZNJEnOkDgrEsg
vC567CczdjKc/eSwXq4r8AtY/bP+LWdfjgG8Oxb9tXLcELtgir+gVDCejGZoskCfrQGIojq3T+5m
dhHFnWiMfRVb9HdnNcaCGFGOekxBRcugWqrhflUVDAWzdbYRaw6a/QRZ2/hlxbPxbDqJw4B4txgP
OvLiPBpMxx3DBjo1WX8B9INGo2ZiTc+Ywa9kbinvGO2krztKakXpd7LBj6v1BuTILr5Z9M2Lxrlp
emRwvieL/gmfghGGD1O/WTB0NolLjmUBpg22zmmk4tYZGfqKL4OrNf7glOWNIej6BaIssbrGVbWB
L+XImNXkeCL3uzUvxkCv8DMJGY7taIlLzTyZWoNWilU3iR10LgTyFd50FnBA42QJOrK7TuNMoUsw
5ukD36z3LHs5u6ElbXiA1uqKOciTdCIIsZF67Vo9ZY5BNevrITO0H1ShGj5IWXNuSSkGjYjFjddI
clyeNKUg9oAFrAGhqtpl8eMmx6rGYZoaS0Kjx0oYXm5H/a2X+qNLwedx4J/4bseO4gT00zdXdY+B
7H9kLn+VMP2/SXBFEfdRXnWRJT/F70nVy9//J6vSrH+h/SPjf1HfMoxGofKfYoD6r03Hym5BdoSw
n1FD6gT/Tqt041+IUpClbEMh5F6bwuY/9k7avxj8fhltpzjHcIr7N2kVDKTXaRUCUkaGqaBuRUEK
YOr257/VHTPRrVnSNVGclPp0WuWyMQKwrEUZzJ2wnuGG5LhOjDHDg0q7Th3ks25QTwwqZcp+U71I
GkXTWlzFCrKHkxjGj/mcoszormbXUC7YEGWBq3xby9Ccu/iubF2X889e6icUGeljv+TuuTdgP+OP
VtnSs4YXT0dPNMnjrGttckZ9RJ6QijV78sJ4h3va5JyuwGTLHZIYkgxwksKRFhRnTFKPqzBbcb4S
CvQHC//DW1EL/F5KEYvK1/O6kxEeGQXiVcwq5K9Vtqtzhr25RnBPxeHg4lSdR3RBHfqqdq7MEGNB
aKv7FeTAZplD5/JnTT+zq3cIXSbTJSxqXKfx5Vx75qFancGIBpD28YM76PirlGCVjQu7GQ0tIEPL
oZtXdgptTG4bNfMAVvw80uS768gh0FKsMVbXq1uru3HCLzAg/ppuVifByU3tVpNTZpzTK5TIdAQ5
JtszMqBMhIvedcJvxwx/lkFVx5YovddCkbf6TUtoDXo+MU/xxWAsc1jL+1VTDMdvFC+/GBiNVwNj
tasnjBALjDbZYb5gFIPSeik81Z+FPoWVaeUPFQ4aQHlLb8xCHK43q8JWiGPcKWykhcdWRsitcnJq
gHMuCgLxNsy2ogPGDuN3bZ5xpptcedljRxsV67DsswaMHyUhGnet2T6h5egxkMCURfPJd+7XQUsP
ku+rDqvFkd9kiddibRWeFtQpuoEoc1Wl3BlYDIyBxnFPQJXqXypjnAi0lKaR8WHWk617OsdDEUKg
TJqv5YTnNOGk7owPSSeWggAOvu9ZbQ4uJa0RYyQj3svE7o0fyBmQDCD5ZEu9AMpfrDsxYICDSoha
3QV+fFq5fRdFs1MpYn+VAAVOzY7oxyLYoUR2jmvur7EhsPbasWEMqysJD7JjMpVrUCsxNkCZNYZq
5w3RAie/7BHxiLSsH3NL0MoXZOFJooZjq0JQXRz3aRYtxxp8d1I2JCe06K0N6evuhLXsE70l0U7L
6ZAniwzaFGP5Uv1WYBCzbzAv3Mm5KPxybcu92o1nC54Y0JOL3cA9H1bsKvXe+RarRtTU2aFnMtKn
ZOn5eCrlvkJuGhVSfe6X+l6u9mNnl6dZY3M62cnOnE33J3KLZ4UkDD+3K2WV+pdaqE5gzhIhEZx5
f4mriIhXD43VYxgXHnFYzvgpqBiq2Cu+TwxjJKG9qCFikW7vjtql7JY8wDupDxrcYHw5zNnjxPs+
XWj32Nj/YDLBoqGNe8epfIfr/YnnYY/QOV/mnG70nJUPnjXEYWdWbjgp40Xr5Mn3Nq2uaWIdZQ7n
KdfwDyWlOtl6v8HQKpdJin9SXN6liZL7VSLrUGOyPoB5Hd8WWmXf9G17a7Xzd6UaLmdET0U/nKp5
QmO8Gc+XuKlu2dW7wB2H5pedE/A3M+IOHZwHmixnWU+AL96Qio9+CW0xSpOFidSkw3WH6VqiEpO0
QFZL7me11fuTyoBIa+PKFS8TErW2zHbUX3DT0cf2kJfDg4Fn1y637GeXeP+8k2p5UXsCU55pZjyY
aE2Lbe+sFxNPxIGOu1q9e0FuKYJ2tG5Er92Vs7rLG2OzoDGL68EbDjm1Md9orGOvelul4Htqm4/k
UAhWck9lZHa5GxaaM8SfMSAd1Ypso0/PcSeAWT3EaBjU/JBMkHtwbA1H0UG0bnuTp2CcG5knThPc
LE5GB2NLJ2VM2y6mU7fovzhjf9XiUnRRtFkajo58YuTpptIAUtpTKfazM9+XZVJ9ISIFizIvXTir
ZRdmg64ftHg46BotLFeUBuzvjBqPqoaZ0Z1BLIsGvWqinoEVBjiMvTCTx2oeza/TbF6W5LeICxt6
cCzTvNO8Q5VmbpgOU3uwZnFLd+wZg6TzoshO63bdgsTxW9UY33tXcQM2G6znh5VkOCvLYFDa6zKz
FgDJy+2gLsuOQuoJvibnzbbRz9jWjLEeaP0ayMJ2/JQvyi+deJ/B6y9GjXQx7XdDMyG+MJp9Y5FQ
rQqrs1OupnF6Jm84WZPuwtC6Yy9V5TjV5jX7W3XhSO55cIfMzzPd9i2rfV7r5dZS6196v57YZhqt
XZuES9OcTQiK9gLw+E7WynWpkkK9hL/Kohyrzjxpp354xCI8auNqCaqGsUrMgvPALEsHSHv31DTr
VUXBNUja4Yn24hq6aVafmmIT4TGP6Q+9vmO+4UaOnhE6VPKryXtWFnkJzc28Ruh6Ys/OuYTtIYXv
xm5VHzjaC3xcY71ku6tVa+h+qYNafB0aFqPfJWVDbyGnPJOjHjPMndFgruMzBaM0T4u24DMjUscg
d0wHqX0z02rdMXA1aAOITZ01teuboVu2So6k3oskRBM1ZcyqZZQtcYyxDT1J6YRzbHZL1/nqkqDO
Z6ix8iPYg0qhCDOQZ9jXuls1XrdTFU6c5peujU5THTu2DF1GpH+prQaYslGaguo052HOL9sTOen9
DJBMmxP5YKrdsDgRvoyLq+0pRnmlvjdqZbbyPYZR+lLv+2FYlH2a9PXBE+ak3/Ly9Ab5TKKoiCdT
72pZu+W67zP1saOC2yKMQsUdED9Y6fJFOBYjlQcHZxXdr6rJ2HWMXSbWXTHXWMEbSbEgHarRzajX
pc53SN+XYqo6HDdzqR5j3sXBCsmWeZW3oaKabVLdxytN89BtmltVq/BougT0hOfRcXQL9ftC2Wga
sCMe3EBy8Fl6LYcGE0DT7JYzfL3ATxhx1qXmDR2GOATchWyJVnPS5fu2LCykpUYy93sm9RmKoYiu
lWNYxoZYzytdHTudelZpVV1YUrt1ebyGrC1GBdPW0SK3MUgPraIyrKCn8cS+gEtgWl6ksRD9VR+r
gk1WEF1fU1bCLsboO4TCQ4IncuK5ffa91sQDGWKb3WpYAzhfFtx0kiPNtbZ5zJgWJ3tdyyuhjDnn
idTj/83dmfW2jaV/+qs05p4N7ocEZgYYiVpty/uS3BB2bHM9XA4P108/j1LV/07SS3VdDDAzQAGF
ILElURLP+/5WobYxIM9V2hm0N8lQDUQ+jtkypoS75LQ1VcOuG3RLTySkgAY+U17cfwyjOWc3RAJM
mp4hNuhDPJhTHKW0ROX0FXLRXTfLishAY7Q8BAnMzXbojDG/XgJQhWADYB3QtDeSZVVlQ5zuilEi
v8zFkE/PFWaLO3KIknPBAev+xm+bEvETGjD3lA4T4kxa8bJxV+EZbVYoWXV3BDn393FYtmKXxmZu
8vV2rXNNqpQbQ4YcoCT5SaCQGFh6RKVfQ9JlZy2eExoUkhi+HaI6bYHeWonBorbS+VrNSSW2sSmL
8oCG2nafAI6pJKtGuhBR7S7UmSE6qmsu2hAUq4Tw+NVYZ6z986KRVqMwfIFjJwr6XFRH81B5lNru
tr036x3hXguB/k7zpS9zwjA4sEoVZlhLEHaNtHLRGmUkXdTQXRY56aQPYd55aOK1cQnwVx98ah4v
i6Ef9/SajQcDNfBdXXK382YDe37XIbjkch/9ZRGXRLXYe1F66RGtnrjiVRqbMO1A6xXYEkqirsAT
G3OOLQll1WUv1yLG++Rkfv3Q4Zhdd6h01sHZFGYMTfmKSrWnl8HIn/JJmJdGn6jPagZ7XAlm/I8y
Nv1P1SxTgd7ZNt6CvpdQEXzLT5Nf5kBPNk4BUlUicrnZGqw66Jl7MnubCplvC/S8b7RnlwZFhHra
57PJAtLqUxin6nyuvDWk4ay6vozXRt0GN63lF2/srOmmOdcBtnWR76epTt11x1l5UJk5bb10fiMK
fDworAd7T4V5ts5ogFgb/ZRjKODGaCSFf0gC19zO7RCssRa9cOyUQLBT8+IS7LQJCxhjifD1qTHl
Wd6lL8IewNYpzfwsaGc9Eb2PP6fnfoNpxhmewzNxDTUgopQVah3gQ95Prf7ogjbZdl5a345jeyOr
QV4mGR/7ZXRg8ALO8mKhRgOOGT1UKUM7wtDgPk5Z/xiPbnrITdfYBNLfuomoojoZ/E3SmNbRSsJ5
hfY6+4YRgUVWyPpKVlaxsnorh07ryvs2UeyOI8jl6A7NM6+EEXUO+2FXA8qwSeb+gYjl5TTKrjn0
Me6jsBimHVDUFPFKdLH989T1/59IjEAx8a8J7q36qL6lf9n12Wv1E8t9/rHf8BjDAz/B400qloue
S6Co+BsgA1kMA35WbpDNAsaCb/O/ABnvr8g5UDSfgRwQG1SJ/wXI2FQemPiqTeQ9RLhipv8zgIzt
8dR+0EGdvWrfEy2gzUE/kQoC/fwIyLSa6aStwELbJB6KQ28stoarBuJfsxeDlM62MiGqqFwFo8EK
gRUndfvdqIs6CuIhXtiR5jGL9NLW1PgyIgKpO0my88iRZE5yRLHNcq3lRnvLuK+13bqbTs0B7VSF
zxey6ROcBrNFoZRWaXKNpafOQNyBu1cMeEa/ju0mNSmTXxYr6ufFONSj6j45N+XT0ECKUZnVaI+l
PXanNcwr7K+UYEg7d+6MZqfynmWpA/6f7vuJqtqxG7oJa0yovlA6kWrW+MC/hcd1bv2kGCSYSp2/
F8bc3hVmWHwJrWQYCStP25fE1qI/+wlylCzVOO1H0wEFydN2/sDKR7duFdSCtFQ7fcHyG9x5Dv06
kSTfwb50KRMjV3Splpj93XMfQXUGWGI2g4Cp0pDvFnVc8onqXZ9uwRJFeBQbLlUlAevUw1DJyaNp
TnCTNBeYH4IKhtJaa5/byqqfz6L4gCCb7MaUSUJSaVhI5LTMibyLnL4kXhCO0l4VXSrpHVPFonZ9
pTKQ8zRpjySDtO+2SYXgGmo4b7dKAB2v0NfAQxQQmtxbwqU+yZ4zlKYThLhH5BOTXvVNuchjZsVj
Aurfs1Bq6RveLg694rpinOftJJcHMoWygXS9pJV+T8PJVpfoDoz4YEtHnZH84LXivvbup1UHVyL8
+cnNjeS5hObk1QSVbDd24/r9atItPktHhr1I1g08YLNm37KvXNG6H0kFVn9doO+zkGMb7NAkp0z5
owatdiOQJvQ9DM/LtLJ7ri2On6y4slKfKSbDSepsu7Lp/TshGtWsTMM3D0j6E1T6rNB5hOCb4N0S
ijV9UPhR8oEMxBkWtG3QN68Hr29eVGXibqJeanqz6zSIV6gbsy6Ks1m9yHayoqlVelopeoRu6zSr
ja2DaUTeWoA8KHXDejQOLiaUT6XjMDuWHe19r5rKaVwiVuyIC9mZCnJ6toAYSLrscjT/FVhlJaXR
rlQ3YM6TC8op4pEYUJhcYWFXg6hivW67FryB0JEkB2+qsxcW8vSjrYQo1pifqHGyibCqV0CFI+GR
qVPvJ6DLW70oFyKsbBs+TQWfd0oi3AVNMXLGYNPAiBLYm49DGhlD6H7SyNxgpMu14UchqacdmGda
vZLv36YcXI66L9hMDIQTym7WrlESqwDd67ZXfVrrs4uribEHJtj+VzQ6o4JQEz0C+GqSrWU3Zraf
jIoZOvcQbaUskbdL3cYvSCOUAZShg5M0z2c3ll39UNLmJSMSdoqHJAkBowZ7Es+JNMM71AH2jTkb
6ioncnhdJv55vjTKtI9IQajbSEk5wrukAKZn0M3/yh0yew51N73GcCvBIQj7hOmKCj65cqaMMtm4
iKvrMTCGdOOTCo1Rh46NG5AuyrmlBQG5lqhc6Y1WBHWsF8MLYz6iY4BNyC4IO87ySuypAi1g9dBn
TMcy7qchCuAu+dQPgS6pzRnE7/mX/ycYleFD6V59/OXqten+su2r91eNQvG/nx8Khm1WWZLq//nz
H9EM/v5MzgrHn/6w+d7tc9t/qPnug7mPH/0tCOT8L//Tv/y9Iehhbj7+x3/7VvcVX4i7j+RX4eRZ
3P+vj/R9Xb336rX7iV45/8jvx3lA4xCOChRrAf+DFvn7cR6EyNZMlJZo+0ml+65N+51fscRfiTlw
cReQvI749xw59Dd+xf4rjV0h7mZiZ84zgPtnjvPvsu2/ay09jEqc5xxcZDw6LizLL2p89Pl9CdJP
OTLI/sZB/uN6lXehzfzWMTpE+v4U9UDyCArOXcjP8dj6xyWR9mGYDLWhZitaKuLLpZXd/XAdf5eF
/igD/UVQx1NDUOcy1mAoOeeWh78IrjOkIrZ2yZFaRiv+UsYVmheDdpJq3VD6teMujoiMe5k8iBok
8bKhC7PAv5ylBxOvxD02tGbTOn33YKQDUaMdRCxfVDCrxhqXG1tr63JskjS7yesFh3+nIPrXS026
MHWpRIX3dXxWu4Wh2uSpgkjga2pdGq6rDv/+pVrnl/LTu8BAR1QYvBlZ+zZpvD/PVB2KaFRYE/W0
HB8PU9XrcRvHU4qwwRJ7P+uz+8wylkNgFMaOnT77Ir2GmrNuprV2JSuRXRnazq+z2LN2QRwG7xzr
1rpH6/YHz/RnOu77m0JOCJph3hj+5/DB/HH6S4PWHswwS3egwtNNLoV8DLxwo1I+Fpjkx+uBQe1x
Sie1XdTgXi9hExzI96yjotYJk1lvTwdKm7MLf5nH7R88u/On9afryBOiD+GcY0X8GaERPz87v2bd
DLjDb5um0/dn/CzCPEpitYXUAUPy8EQh9/XZpX3srMC69LrR+oPgFqTU//gkaMMkEC3keYh/6IDA
z8xorxJnC45olFfVlCTOMZFBs8nd4iXJ3SaaWdWRDOccRB5Qc2DSnC2Sx6VXKCBVZV0QH2dvOjGy
a3s9JMg4rjnxof2Tob5DydWQyGfMe78ui61fefYNcd3jDsM4ksj869wpa43qNH+qvRlDdlMVTx33
4LUUw67EwwBaMT6wnzZXpC4WaJHsZcBU3GcPqTOm9Owm9lDthlq85gwyaVQWNlymYXs1IgLMlhis
0kekbvAzyrzM7GIJqMEkkThExocmBU/yoVZsz6tk1uYaKCN47pEc4BqONepp4blAmkMTbtE0bkIr
f2CYmCKgKZpdC8P9Nvqy/BpYRbvPWtinztI+IokEM5JaQPpWjCQjtesknawaJIYfhsFY21oFkEnJ
9R01whHR5Ea2AknKnsxc47xMfNATumK+hr7CzinL+QId0rzTdh8DHdMfn3pTvTfctnuNaebOZVZd
BqjRt3jD5bEvbBYHh9mp9kp1kF19mqjDijp8x5eVHnKyakr/zvJykKbBaDboRtIde0p1CYGefoS6
LDaMzMMB8fm9w6CFvG14qWxHbQMRjzuTVeVFlPiFZO2H12UbKhTlA4gN4FP4VY/xF6jpm2U2obmH
3nMe6pEYyyAYHrJxasoIWjt8yEcj+ExKfNwXWC39ExUGuMk7y1oJu0o2g7EAjc0F137usumU2GnH
eKtsee/PzRDNFXWiaIyz3TTp+1k29bYQpBpYHdsVcuoS2UjYP6RpHkZJac39GnfaBGJRgzFlvIkT
E+y2tSbrEI9d9gF1QCArGfIb2Msv80LQQFmPX8o0ND6wYAOvTF164zn11ynF4eLXXOSlIJjTz/14
RxLTNwMtbhtP4WEqR3VNp8Kb1dpI58LGWwfCQWYC2VSj6dp4Rupt8F+2myWvuijjgyS7yb4YFuM2
bfPbkmicmwIczFV+fygLxje+jfHWRWf3XpTejWfFy25s05NsknELAxp8GIv4Zgy0Gw9jAtYeB942
z+gC70NQSdPGN2vXkBjsigDUdmdfTGCcn6DA3Yl7jUkTeZ/aX8ZFJytSNfytFdMemS1lpuFiFLCl
m8wHhRd7YzThB0c15nMv0Ws+k+N1MxfLtsgz/YBBPcS+3bo3reNtKnRimzAvh6hRHgEOLBTOpdcC
daH6QczIqTF9lQjr3hz4kUM+pP6LgePja1M5DOOhm13GrAQkzZTnjS9LwnTvdctdbYfLacImvaOC
1b8O2urb3MzPSUfVNvc777JrrGSPQyzeGozxTzRodvd4ZY8L4cJHci9oyYICh4UYsU6H/h7TWLbO
49kvV8qy830R5vBoHprPkEj9tP8s+I5+RTZBs1hc2vK6TKZkT7ap2JYaGseZc6IOR8o7kiXfaYxD
8arLpwaTdU48gxz5upXusS/n/tMELTjRia423qKqZVPHJdxL4hf5Tdh1xpqc/5e8mS9VPApSLLiN
BU7crujyaY+pL4eNLJziAgCgOIGL+s8ZSVXVmtyM6gKNrLsN3OxLB+hdKCO9M5qgPbkJVOoylH1K
3lt1tFgmIxGM4cNYLV7Bfde665CFRKbddVvfTxmhwM7DEPF5CrefZDC4FL/WInuu8cOgVzAG1Ahy
6Jfb3GWl1clg2CsXrH+XI67c1UITReF055L3oFrzmQC5De06QdZe+nSmlbdt1smoFTI9SKvNX8bc
ylDCV+ZnkyzjVWjLt2IJswvMQc3BjQ3vYcrLMqqS0CaVP/8M/fYeUmhcWWH/snyfqNKkqbYAAO1V
MufVgd5GRBlOI65aYWEhUEN8nfvyVi76KXfr88bp33NMpUfHmazNqPrpgLd+S7xHc/TVeJn73bXA
6L4ZZ+fUZIDhRlfjFYYoOIgG/HtyW9wAOO0vkPke4Rtuq77sV1kwNqvaR067Ukobt4NXBKsCQn7N
EjVFcDspXuj4rcK7HqUdIhIJ979P5oQ2FHBP1Sb1q9W2zWNm5+Umc1E6hA7ZIgVJrTvSXgaWYje/
qHxAIcdNnb1fhAlfUFjuKRzSg5u24hb5RRrBKZZbWVbzypY96utAude9zOGcW5fPNyffsDeqobio
mfgQflf3eSrFOwakK6Wzxz63prU1xzcttPNGFWX+Obuyv6pcX17laCH3AULYtdBnfAQkwPuouqz8
FEk/ntqhxY7f6HxVoTfG81+ZN1MeEhNRGIasI7s10bij8M7FoRtiIPk8QZu7toj+6VcBFe3BJeLM
Xm2NvuqCC/bCythUOPOqVTvMprsp4sGwdnogHU6u+m4qnXtAYIC2VRajbdotbZtSfEbL4srrNbBC
6VkhlvfGkd8qDqfyqh3yUVz40mmhjoNq6d6lI+DlMq81zTXwgaj3VdgodwffoYv7phLy0orLnvtT
WDVoWD2tT1o4tb9P2s6YWYJtMzlgSmz9LdpMNd728A9Q9hlZJetGdM7FElrWFYX2yWevZqwhYZqO
93bNfIUrxOtZYFSz6yZKlr2wm05CTlwPe565QnMfOyMDWD5cIqGyZbTYREa5Vmk99qopdi5Jbaem
CrjpklcaiUyGr2ahnb0StbOp8kB0BOAuneAL26TFhuaenjcOVA6HjJ+tnT51N/0yw2wNXUIrqXLE
tINAnpq1gS4aAa5dL+gr5g44Z6kFOIrWOn8UhVsaN6hnyVTo/eSmJ9FjO8yj3HCXMS8WciWuSDq2
Lsuxjr+ITLGqaFsUTTSIoZ43aZpxb0Ip2l0lU+OWq1g38dGQZnwsbNGa5DV01aGp/PHeGdz2aPe9
ouPOJPU1zSx7r9x+fuMKMKf1Vdwwg+b+HX7U+JhmA7PZIkemp8na4rAb3prOzo79YlhqreIsu7Eh
vJ7rxnS+Mms7G/7J8oaiayGIICFVhBJP8UFnTCrWIuvceyHHexWHHXtX9SQR8kZgWc8Z121NmM3K
t/NTYXjPRCfA2LoOA+uATsT0bLCforsb2sGhVX3Wl8solnUP8rzSFLrnwFNtdRdzl833cN5BwxJr
1dW+AYteWxD1ZGiUpPtUXpx5a117+VGmOs4xbPewNECVeuUR1q/3FooH4yqNUQvcYvyH5lsyVbyP
oUsNO+Plu0qM9sIMBjTJlo1TqLHLFwyE69rvsPUsAgrK85sHo/ZJKyqBUJsh5P4uzPDaGPBRMLeK
dT43I+KkZaYPylLTsPOd1jNXeeOmerUsMyFJtl29juPYvQVhN7+kbukfQDK7y65Q83uZ51+mYuiO
tbVQhEqZZg2RqNKvPt3YiNFVgUBv0fYr0iF5mO02udIk6O6zeHhEaeY9Op2iW6RPrpAUNy/WwHBQ
TUwLkQ+V+mqQvhefAS/zEacVGZudD1O6zpSfE2nip6iBHLvM32Ujb0zy+U58f+VVM9noNHuePkoX
cA2SDKTD9Us8Zhs/+JRFiOiCWuChGXZkTiIamMw034TEz14VjMib1Gv1dUte1oYrQciQC1iBj60i
/nw1dUHznsGNrBrpRnXn0PzlIBw8Y8Dj17CUZkT21q0Tn01rVREM6OCr+Llw3TpfG1Wgd57Ll0ZM
vbye62Zf2WeLjuBITQVgfZ2TnRQMg7HGYi8vg1YxfQZG1DqJRU1TaKzcxvgoh366Lrr8wLnLXS6u
KBQ7Cz1WjRiCcN/7rhYRfKUv11Ol6712uyTflOWIUFDMRbtLLL10h8Ztuiuu+WdlZnOF0d3bO9ik
iTwzNspwa/Jc4FU6Jz0AA+rb0JS3oyY4sCiC56Rtl7XbUSJnOOo1IRcE8xvfL29o4gcSfW7PXqCr
SYrqMbAX4EfiVOaXJDvrLEtCBld9G8qtT4bRG3eUZTd0BfzJWetnjDxeiY8ob6B+Qp8dteuD9JBw
A8Ylx/wVOUkAcOQWpIqhGWbwwk1BihUYEtMOEKXIn8qRdguvZeRk+B6Qhcp0z0hXoMRJTIKqpvGB
FIxDOdEXb7Xl/QxVRoSznNHj+SxzxIlVj81ST1E6iYFyrLTz0CO5hnOvpyJ7HmVvw8O6Jmk4k7LV
RericrRb7ubhbHmnKQc+TcrJ2XS2k3zhxKHqPR/snWomva2zwYzc2hevZq+emtIXJ7+I8zdZyO6C
eLxxQ1RXysjaHZIyv3eNoPgSp0Pr7cySSO5QOfk3zaz8THPCuM38MXlisDUuKGe2Lhs5jK/90qnr
hSSByIRrr87PrEgPDap6GK7KYXxYavubOcIcray5CbZS+WJYmxwG4PvCuqS3145IC6wvstzOP77D
J38Kzn2oJf/9DMR+B1f/jtL+Z8zt7qM+vcqP7tdf9RPi+38HxIt+5wec6R/s9Pe1fC1/diV//4nf
EF74WpIqPArdqOsA3z1nJ/wmoHdNkFpSG4UgVvGskYcp/Ru+a/FXgU1NoGuTgf49wOZ3fNeA/6VE
Ed09tcM2uHAg/gzAe/bK/x0RI2fUwhgNxIz86Nzh8GsXgF+HYxdYgY12cVZENTndKu9N/Gc/XJF/
Atb+jHn9/jAE9tpn/pkQ0V9IYTvDrx8vrr1C7tFdEpaPCmPUFi0lQJCpmMX9v3884LSfXtg5D59+
BTzX1rkKAPP12Y79gy8gLvQyxmxiK0wxZ7A27uZlMlcmYDTmWqqqNd4fs+1BLUayRvNV0DVpe8x8
EQcwqBqm5ux99fWtcgm9wBA4ueHWdYe5DnZFkIZADBpAeVHrQRuxgSETskrTdB6Eic7okUwdM44m
krIqZ10kpRrD1dgY/aB2OrNyhq156V0LmazTC5EBR3mZGC8UfYbjN8tqhgGLNEs1Z6eEag/JsoMb
HeyITLaZAWYM6Dx1vijGfGxXlBQi/CDizTQQJXnEDfjtSgCfg/TZYRbIcI+iLeHwJTHIiV+8edTL
k8DVrZz11FmOudcq49+tle7MZGe6rc/5q4eFrkGORKcGZhvGakbVjIdxChpOsNzHc1XXQHMLAs2J
7jHM0aI4lAvRqyxcjl/Zm3QqxcitLJMeKTo8F1R9geE61Gu4qaIwryham83XDUpD3QaIc9Kj7AcO
Z7AHkzPnbFKVF9KzymcqMlskOXlY4IhtFqtmGcb5n3ztElN2B5KIqVhYCQVx/jnnWj1YUlf2gar3
LFu102KraG6d1FpVnjXiDG1lYD+4VtegMKiSqifZyM/y9zrJkRT7piHMHdec4vqJpCK1bWIqJr+N
BY0XH1W9uHis+Zixq+HKcOSFbh3LiBYHswzGr8odgrfCRQ2xbbJZpxR1Q9KpVWmT8WWsh8Wx5Clz
R9BKJYo4vsA6OEhyuQyjPvqiIrgQt/DQVNaqTVqjvHTA/ft7CF3Tv4JQrtq7OccCERVGWZgnhM+j
c1HTjoEywaPzgn7mwoYTpG2mcTYy6Bx/QXsBDAtnCCdfb7MujP0LXyetfz0l6OAsAmSqpr4w8jpE
XZ15rFkHeq5M5a0HEDyctmPvN2rjJtkgEX3jtWXILdsS63ui8NB9CQfHJm9NFW5v3kkSvwoMl4GL
mFvytt3gLbPDk0p0Y+BsCAp5T2RB1p9IAnasB1d1PtCZHVTGwYgXuZ+x/gAqNuE6tXSRbKrBxYK6
wgdRVidkdjK7Qvub+Fz02WsOWCtl0l4NiTvSxlsqM2QSEyNm1B0wbTMfWglsdcx9vcyneXFTLDui
8a1o7PqhxxSbLAtifhZYYJFdprpMwAU1vvoStijobrGFxsixl1BVw70qJrekiNFoawjxFKTsK6uB
1BfGwKj1mCdkSnD3ISYBTr13TISLq9nP4WNxL7qyXe7GYQJUWxCuTUk93LvSJWD1fg41svIT96xa
xWuF86PsbzEnVVN/0TZ0kwVviyZSbDlUNmrQhx6gDTYLsYnLZpwBqkR+rRp/RFzMyrpp/cUETaKY
tu3oEKOybdWJfAArGUH4/fVgNaMjQWzY0q+9wMoGewV7DRK3QixJ022H8JnmWcNpEjibNlY70Wlh
Er6UG/lxMSrD2DidDuKIePbY2KNCRa6qAO4ABQ1sPAefG4f1CDfFKFSVGU20PYC2eyx0oy6qBHYj
KlzeDmAJ/C/rEkRlDqI5XrSBuAP1La6k2gHBDVeO6ojDZQdOXJV/SQxMg+HFMIdDUt6GFcbE+CoZ
JLEMCRYfkfa/eQR/I4f/yTn283HJqUIDp80hzsblWf4/hJP5cO8aRgdpb+8l6iwKqmc40CV7/vfn
1z99nAB9BwlyeFPcX4gqzn0TYTmIcV00LRtR2Qz3OYzJnzqWfz8k4ZGhiTktceP9fEiKPAtalH3p
ykCu6x+waly0Jkp85alLN0Wm/QcE3M8ZKOfLZ8JfEt9DxBOhVb+WMbBj4+fxceYjlulZjivAscWr
a5J8rC5KJEN+TcnHaxE3f5Qu9TMx+f2hmQm4i9AGwVvn/0Jk1wT0+nHBZ0x7cbnJx4KyZfRlWxMl
dfRn3zxeJNQ0RC2N6IhAfr6qHNYkknk8lAXNdE01S3EZ90HyBx/Ff7yW5xdiE3dPItNZaffzo/Qz
bQTCYbk9G5NaTreGF4NU+sV1dYU2F01nhTdpP6AX++1t/FOLwH825f+/FkB0vor/Wsyx/kAD8lr+
5X99quzba/WXu4+mfyuzbz+KO86/4bfJ30akcR7VidA6Rwz9IO2wXHYCkrDOfTaOdZZ3/Dj5I/lg
8j8P/sxn5o9CTRvNso21mb4dPlmB/2cGf6KPflYV8P1DUEDzCoHtdPcEKDd/+QR1uWi1KvEvSpkM
Kz16nWPsdVN1G8NAlkxIxVfsg83ObML+q0vPa9SOvr7GWlo/W2KYrlXS5BJCVlTbJLZCHHrZm9Ny
bkULIr3IH4juwAVsRZJsgAoMyPQ+hJPPR09aPlATv3FqweaNvnybC9uK5k6ninkoqFmSpc4Os1sR
+t43E0kBjb5sPae4c2HDLn3mEob2uuGnOYfWS6vya+qm/cc4Tecn9JRirfvu3UUHiq/cs9ND5+Wc
53pwrkY/RTZp8bPmPFWbkHHiqoQR7OJSX6fQd9fYGd/znMQggYg+8kuHZNXGNPdOCVidxMZzVuGZ
IygXPM4S9bMx9eKUImvb9akxHJjJBUGyTfeZGTj9pJEezj9pjPxGk4awB6Mf31sVzxeQ3OVlEvCU
x5EHnyYqq1siwfaYJgQRIfkbqQNWtAinuFbBAiX5/WWkFalGTcp1+v4sg3ksrk27Fadxbt7HjJ8q
Fu6oDbbVrOuxhE2ev6/QrkWJob1PNzfr57B3Fe5nm4DoHh8yDF9aXCMdSw+EckyRFvwGyPRP3tWp
BWrkRZiG0WnYdcvalbNbPDoml5kwfnPr6wFMQ/Kyk/MT10jjrudYxZseDOOamiHogJpP3In7P6/E
4Ol7ojEvejoSijUEYMEcjOxuP6TltKk4Q2BTWzFGDqm277Lnd46FE58LCAx6Bb6/eS3igZVi/9id
L26eBv6Zvzeo3qHk5DMX5VtblTyiM75Llb+hA7bXduvVh/NlrRwtYBJ5ydXMBXZa+bYkZkViOA8q
KO/5DIJZfXrMugeHsP99OaeCdJju3Zli/3RGxk7MSe5Xu6bFKQ2GU6G98aaacVgOHXEf/NMnMzZv
rBJKdz20tX0gZYHBpB+BrohOIboyHcW1kbXFBcLLbCeGMUxX+EWDJ7OwIJ5iZV57GpNM0znBpSSW
b5P4YT3AS431luPOiAy+tqdWmv3GbKb4AgEReGgVykjYvfoC4T6u4auyA+UN6RpN1RClAiwMTk0k
74tU3r4SFYYdz66Jt+8D590x6/MxCc5prxTOz42MlRdhT+uuoC8ajpZAf+QjolcxhAkM6hQCKioD
s0cQdNcwP28olnNo5MlCX7k43k64BXJoFpTnpg9olHJFvVEoC9pV6cwpYZl8EZbFV3hNPGufmPN4
NyciP/Gp759ValibCtKPsoG+HaIaBuuEGag5igW3JyFG48pHvEUrkOW3m9oe7RNK6/gurAUOi1mH
N72JA6nNkX/4ZmtfFTM0dkJS0mqMbSdyiwF/Tgb1RJgzcmKlBpyAOhz2qWmOWPiqJNhlzpJvxJj7
J+33zjV5uOO9WcdIGYLeXC+eSI5lI0uG5mDyr9g/nDfJw25n1uJDL+tvvfC7O4tbJQpqBv8jLnAc
/1V48jPHgGBFvWa13QOhUA7SlaJSG/ADh5xCjNIuf0TSy1fCYTCNiDJ3DwbT/5o8zvE4GO7TOfvj
Ju0t65T7dfZIX4A62pXhviFlJvOwsE0S3X2T1RfjTHGUne03mzAJHMxM1mNn+ihQS+E9941/dBbv
XI4+pg8iq+qNbyATDh2jxTaFVQZLGLT5WKX66FZd/OTZDOlZoed9rGt905N6vlcyAGJnGFnIES/0
esyb4kLT1nnlKxHfmVDMwAcNMhVFBjYbHoUh8Pbk8De0WkHYBVn53jQxolGMrKkx7VnaRTQzaN/3
XQZYTpaDeU7OE5rjJ4+35qQ7HEXKf+4oeDhYupLrEVf8Xk2p2HTEMZy4/ojaXaCRdSnz63TOqm3Q
Bu1jMuJq8yfLO6akrdwkyWTg1dZBpDx3+jI5IrsgDJwVmF4QXLcMqd7UmqsJ0RMx1tBIPaDNyqxt
hUtNJK9LTwqsp9AZZ3ar4VKMl4IaZQfIuf7f7J3JjutIlm1/JVFzJmgkjc1UpHrJ5X1zJ4Q319nT
2Hdf/5Yis5A3oqoikG9WQAExCr/ukijS7Ng5e6+t8ahMKjss7lKcF5lHgdEYxr4vJztoErjrTVle
jeBMVdZ1MYFQ7+NdZFU83oQtfg5Wf25Spl2q4/O6mjzm02QFXpsPe92ePYZWNMd5RKU65kVhrpt+
bs5ZjecUjFxEA6waTAFxDd/ybMQFdNXG4IYSsr6P9SreUZQgudGn2Z+9EHOUPtgvzaBjnBvd8VOb
I5caoHpEHZHsG1VhEEfC/0wV7B7nKdKvj4R548TRNf8M2dihE2V9Dda10cDYoybvkqTFboVEeT8J
5FPhrJYdh4VhzTQwR41nw9S84uGuTIKbsCwiuM9tvaUTYq81z2VtBQ4TWOQ875vBObQLsA3ANd4F
hz/wAXyrK0xf8Z79DqNrbKXYuKL7vO/nm0iO3jHpluyrZ8CHzU1ydlPlY1iAmRuEgXPENIqfkZjL
s02CAfLJ6pqGYalN0y8Kh3D7UEQz0hRlh86myMLxp9lEhbdypzlFD2a27Y4cEuPolrZ2pxd2ysRE
q5yDzQtiYBzqi1dl+hfmEOfYWm78bNjTmza31pHjCYqQ0OpLYEFJcZe3tjqRfcF+p2qq+3AZuR0T
dX9NgQTcICQttSoJL52q7ybA9ltaMWf43TXZBYpRPayBftV0xk7y9zfAvm57bQIXOdC6KEc0IChr
xm0YF5cqls/Z7Ey3cMCGoOkGxsB1NPgx4zKIC/CMTeZzQz37hFmbOBetw+g0Lb63qrg4TX3bmmwA
SWE8xvAo7WL5oIKdg3BCb6E8+cMLBbdp55q48XSNhzaR+Admj7F8/mAmDiE2jRetlZz0A31ZifzH
0XwdQfxzOMbOkZWmXIvRFBvVIwssq2z4ALSlfmQp/spV6CbMTKSY9loRWpe2xBHjWJMHjMPztq0a
++uUaflm9n1oRn14ELINL7WRaDeydIe1VRsROCoTTw3DTRgbrrlNa1etZVI3O0OhYh603FzHozlv
0tk2NxVe+08Tgc06p3Vdr2dwWxiw2yebzY2UvAnhQUhnbm8ZPYLpUmkGDdrRQI5W2HUwz6X+5E6F
/UlgSr6BqkdGjtPG69azkX6Gfbvt567eJK6DPUIxeHIH1/H1XpHqnU2H2EMauOp5pA+IBM/xgpZq
6HN73WKzOKSwPrYMzs655WWrurG7rTe05Y2msU64SWs/mV3xkjbGiFncqNeEHWh7u+iqLR1cnLXx
jHggty0fl07jc44NV3iq7ia6XBvTo43K5oA4JXKw9NYscZGSCyJ4bd4sViH8Ye7Qq5Y0ZZJ4SI4D
3dZVTTtu5woSw8ANJFv0k/rXjKh8m7Z4E/XWRIjgyTCImOUfpZEveMHj95JAhs/ILgrCM5of0NFo
EVtzerdQr2xNYNQn8iOphgf3Bk7vRVuo3dBN0fZqS/1h1sWls2PMOEYE86ef3S0bQ9esZnQ868HT
2k9vWqy3nN3tM4xnb4+tiLtL6YvYlyXWCQ7TM84UmWnmuctCpouCKQ/Qj6Efjx7n671j5eYtT2y1
F4slz27VoBKpRYcDxmmzk9RjdYOGoCPhaJbTI2OC+j2hvxvgfI933sKS0qO79IUa0nORj8vRdQvA
qE2V2EGVtOh5+0HU99JqyrvC07Q3YcYNo2OJ8pFJDcQNdhVcNpZRzrcDTeJ7xhlLcY0cDj+kysId
NWH7LEMdc5PdLvNeQ0jxhMNBXhLP7pBDyXpLMCHgAVxZCKdS4Ea3o1fpWO31fGQ36uq7AYmCszLt
kOkBCaY9fSKn+jBtFEtsFMteJgNjCbJE4lt7MJZtp7jzYuH227wenWcw8ExGUduQdjQocY6Yt+9L
8Mu3CTw8kEZDq18Tj8z0HGfyTBhpHNhOuxzioo5jjjvkPTqpEQdwXvJ7TXSB6Cis7B5wUVwV7zCP
oqBoW+zKU5msnbhj/E5KEP66BKdUJF+nNpn9URNPDExcv3SGL3rVyRq7DjWjmlmk2adPPe2h9aRx
OikW5FK14753FTjMuhl6Mrrj4WRF2AiGqHvP+oKuvOi1zTRQjUdIWljv5vhrYL7tR8Vw7yzVlpBv
zjCd/oxBHxnomB2i3h7XQ194votBfuPRPlxNgzxPaZucyecaPzK7IU8snq1v4VXiDlZwcvKMNAn6
ElLhAutqPZl6saP8uXPK+QdIGyhsyRCd0WE1wZKCQyVDwIZgLaNDWXfaOmPIGCR9fZoKXA46h9Kg
iSy1rbQYGhAxOrvZGcRzKLVmZTuz7adaeeUddCdGUV+snRnxXrFLVI+1UQ3yJR0NQK55z/CoHrNp
fig6CZvJBk+bJvNjqUpGPy1Ul2F8Qkrg+m2SWm/VGC9HVaTOrclE7EkjH2hlOObz0g9vxCOXtz15
oZwDoQobPArnqiJYse6/kkqqdVaIj6kgsWnqvSHoXXwcOhJdH1JAvsFm1TxBzShOKZ9tjyk92tRL
+kCLYU8HGPl6NmavRGn6EAWWCx0EM5iS5mMGNYE2C7aJZj42E7skSoMAoER8SIus9ieZ/dDIcPM7
IR/CUfsGKRVMi7oofXoDhDNs7Gm8LaRC1uK08ykMbe1g0wffLDY5VaaogiVEi9SW4QyKVHsRAzhh
KsDT2Ltkyw8ZOkm9RsPSZsbZTKthXTNTOmQR1WSnV/KgkXWwQ+/B+CJKbyhLxQqbN2wEMDZrPdbx
T9pRtV+MPIGK2p8I61Gfk0Isssp6HfmDFEtAV3wIgPdPj1rkuFj6B+8H3eA2GFxi54c8OtS6wWnf
Mz+RzxGpkcN3lPrGzWHEyEJe4IQN25Ra2KcN9D1jV92jzKxXnZYimlckr4ahx33cl8fU9n4oa3jA
2UfagWeck4TufDJ8j7L/NCN7U9bZAXnwsBLUFEknPRRZIfgl9k06OaR7hNucNpBmpse0nljZdPQ8
qHcYVnXzc5lrR7AST21SjWermrX7KkxdWC7QibJ00zfGl8QFAwAjDjLBSa4Dlt331RjEPQF/cxsP
606Il1r3XkDGhD7W4d2AnakCPMy5GzaVcturOY7kPbTSyajZDwObZMYNwRROe4NzwXDLy6xtNI2v
ow7SSwP8huztBvcAuWQpNlmtV9vQci5Kk9HKcGO5MlNkq3mXF/jxRpKa3KTjSL98c4MTyYegiz1A
3wKnea4iWdzR8+23THwOtJcrGgD5ky6ibYFYal0kVsC2/ax13qnq8+lg6P1P+nMgb6v5LYeAggOy
NR8NLXwhAmu5q1L9TeH3WNVj+yq0+k5J8bOwipfa8z7GOfpOLQSf19Q/k4Ge6WENEHu3ou42cgLV
oqLL/cmKId9077Gqx+O4LNxtldmjA0Lo0oG1IBkQJaMQ2aXTTZNaUQ9PcAZSBPemE+RRDHcAF0GQ
5dBbtKb2dux4FYDHYt4yQwsQTawYxQ8+mUnboSoOUwvVSFmHooTDYUDzqKPli/wl4D0duY64X44E
5L5xMR+6Mt6pQt2UbjytQYZtejNnW+33SdTYfhFrdASyJt8hA6tB7yn7UvYarkwnWqWjePAMYOei
HjZ6AuRl0fUKmY+HJ7q6z6jNIyK+6HlybMqd2y4PyTwtDu5gw5BgDMmpApc1YgkMI4cpTp7zBcnp
NQqg6KN3OzXZRBDRu6ggaTaFT6CnoUdIIpkI214Ng1PtqOPvtEU78zxs+Sv3EGoumAZawJnyxgrT
fTcB25zd/CWN0DBWbJShOuLTA0tdwx5NF/RO0YwdO9GCCCFc0FrxHYIGOC3Z/Axr5KDn4cXq8YpF
pr7NM9DRXubt4ygLfTfpd7ZdRY9m6XW+bvdvdtgeOQ+D2S4LC7cF6LqKpWwLqS2EDe5w98YxLWFk
myGj5dx5bxqDMzjgQr9zEHbA1DWq+7YanmgSii20EHGIo1z3O6gE26zEmbMOwWI/MzgkMxBvLg0M
r0QVTVglon+HVTHWOgBTruHue6V3myHpwVGVtQPyIimnK96IRZPhyMHOOu8n3Ed3H+KohuvcTh+d
Qjt6ja08WF47nKlUy68ZnezL4kXNvhVLcgDA2rf0CHCDrZqpKB9QL8efYVuIN1ps1i4ve+MW0EL7
1LTMdtNmgSDXpVAEadMdciebDxFSyd5rf3tL6pnKBJGq4vgjGNEeWgrVYFbdz0Vo+ZHHVm6wSnOB
5wiIk2tPt27vkDDYq/a+JWedplFnc5SLBU4fkgDXwmmWS7ZU5NgZlrU2oDDdxjUnZasS3msG2NdP
dJtxKASBZwcb9GNLvuZ7dFUJTq7qsKawK5ljZxwYbyGFTzTefYwxcGvA/UjA0qbtW0raZWB3k4si
3QB+1Q64uDyLY5iOwXCbN85w4rROw6HFuF7zwIFNo+tQDYiGEyy4gUxk+OAY8Pe8sUalWEz1rpVo
34fYkbs6Law7d15+zlEanvlI4T5V7bCBK0eloYP+XQmgefsyQdfJjtIey9ytMTH0Bna3xhSvDKuH
M4eOEhVJGW+A4RMeqRm0SSA+3cfePD9A3In2DgmRECg75z6W7StqLKMNnF4DdKKZQQmVEXNXvRzA
9tzZTYiup59VYIuIh7umo9Hwht7DxJ0fKtnqm6qDZkCra9pSxvRvaFDHo61cSIdG0eysGj9437kU
rgwtj0h686caeYBfCFZstNLxKVa5furZ/044/JDUeg4Gv2zepx5RB6qX7d4tq36fQT7yMfBql1hP
f4wWnjSyGB8W0uVWRVVfYB5Gp0qvGGS45WNidcb94KUGveZSATfvChBTOQcGZpgSgRPQwZW0cGBA
hyFHNFuyU2NjHESVlO+cosYMTsRzsSpAOe35s+pzARh0DIGfcWLotXUfXb9YENjNIWr6gbkK14E7
E9C+Lc5jWy2+Z40PUWF26z7Va3bzKVylMO/3CPRTKJmpWkftnAfwfwA7ugLrUNGXAcKW6JCkuXif
BGfEzmhSaNWsKkZnV+dp4lU5VI54ASJnXXIxNiEW1y1Koebgmmw30STlhRhqxA7zfI8+gsF4pE97
NZcD1TIiXScP77pZuhs5N6AK8EUdagjxQeopBMHJyClUzZTk1+ZqSrcNqGSBtiAlAoE7t/sqc4E4
zWbWnqfMTBjYOEFiNGLj5P1D2DN+BzefQSbOsPTHJFqgj+jXtj05hz7l26BljYXVaaqgcZCQoIKp
t/RaGJvArbhBq4rOK0zrO0QQ9jmcMEjxfs6qBR0wZbZ5vgqIToab/bAaUhG72coB7Qz1ttIdGiic
uYorsrpibkjkZWLcDoIgvyErHYj/HSJuOWY7OKP5Rkb9GxodoKuZ7Z7C0ip3SdZn22SePoYGRZrC
KgaYwliiY6dN+k1HzvhXlLYWiMhiEYcZscY2tvTmoPSmPjOKSjcUqBt6XOuBdJyNYfWCehserpGX
IkBi5W60SMN1NqIkhxCtA1FIoedVvb4WsUVem8x+DklhHrs0nvbmVI1rgkPFhw7jYd1IFCuA4SwE
9ldngE1/ttJjd+MCzUTuXRILDRg06FgbNmCyyInUatb1uHfP9GCcp8G08jNZEEYwxm27rpgF+RG9
dviSIByLpn3MRsDZHsxBeBQ1TyDpIId5NlG4EE+Q71OZvzNszLc1YJDzwL/2TZTp61RzjB3qF0mq
Z+Veo1vDjbLlKS6wkLI/94sfZRD10RtBsbZRlluO1vIhBxt6dQPNnv3Jhq9nwlHJqzaigiYw4WHI
8ha0kkTl7HjJFm+ZIEQCuuodfg4mUegonwRI4otooflrsFc/9a6vboivHX9qPZNMfGCOt5pyhmIh
E8PzTJwl3hUG/R09lVuEFXQrwLrQ+U14BkRp7m21mK9iubZX27x4diVUGlDH+TPw+zbIdfrPvE3v
Frq4s5tMUMgFOmK0TsPwhHXiK0mK6KZoqWXo69vjMw7WCXdWuvg6/h2PGBKmuPwRmPNaYPSOngQK
LvorWU3VrT47IcudaF6tPEEFplmF4Ye6RKoYsspQmpuZ/lKPkcE82B7einEmIblSI6m1PZYdbggk
aSuj571Fsfs9URTRb0145y42xqAVFc6AsiScBvlikFIQYhdNtZdq6Lod5qXu0Nvu8KZP3hWK4kim
VpaF97Vyv0dQvPD7mcW/Fa5ozygtrYtTCf2AnSMCWNpwMQ1PZ31zaHM0TCHPCNjUy0Cc9zPDuW+v
YeLbkBTIcZMBpzVxBSKCjxmBaUx1lnESX5bk5VJ7IltFRulH7XrjXW2W476cZ9pfmqVva2Nmomzq
bXDVEd9maJmQz8dAZYuk6b8BZLRpUCBjCUiRobzCrkuUSkkIVb7Q0Yi5dQyXqbt0riC0SnCwxmsP
fnkeuERTPJNYUICurNMy2mVxV9/GmOQvsFXCPX5Q9QPqiLk39cZ6rY0mW/PkcWUXE3Fkff28HknZ
L4vom9cyZChKWtP1vamc2K3JnZgQjzSEz4tRcEye5QLhbWjyj6GDGclMKMTGghmkyocvqbhZPOxx
OYdgVe0Zs1cHEDUYwS3S2COnMC8sqt5tKXkvugOUyDeaRsGAq8zuq7eLutLueJnuaEiYk7gudPdZ
mNx9RIws/co0F6fbXq9KyWe9DVvWrqAq+HkymHR2u3xebq3RZSZnftTQGbFwEGzWb5E6QtUjwcDa
0etDJ2nWVRyAyxNrjKPc6mb+cYVpmZDqzGn8Cmnt+gSAlTO9HHJc3xizN/I+0atoOjd56eBrCK3v
GccmMbKIQOtThtluDMh34UVDOD/NjTdV6c+l7AqgdGlb5ZdcNlowusoRx3ROrjx8TpLxPSBR41KB
NW5dKMYCazBF7oAvAJs7u8mSc15mXcBlvyz99BzSRQkfmjHFbUS20D1aL8CYK6anNnzHEUuTb8zN
l4HUmIksT9DEEb5Ymhug/xnMnrZtXvUi4vRL5zt/Xjj1sJu2i/YCSXh0XrBBpgXebzMbqXXxMuZY
s/HKFVdBpeER0cZ2lXqvo8yM5syY5qk3+MkyamH1XkRtudxYA/L27QTt7+AmCvJi1YW6eCaJWxP+
jCm1vqJKiSYaQSH4kq/laVEsuyvRQ0t3qj591WUr3wc5dDfaOGjmrkgi6D+LzGqMITDhnRVxlDF9
iLq8uyKofWZNYKVoC7KQ7rCZVkesrW4gOJ9GwdXMPwbXnt7Gy7tdW2vHBWQ7UkJ9aTZxz7mIESRi
8RjO0XbOC1iDBHutKjnjxu1jGGb+TJ2BXNyqpvxlJOseeyB5sAUW+zhN1yPjj7zf0vooGYhCoDgZ
QM9pVqY28Sp+Nhltw+ROWLj1cXyZhIQDy1xhhCmAbJf9cI55GwCNI6sMT/RKCEaQsW3/DIe8pX0/
Kg5yJDjj+9cdL//IZWnNvjKM+iuWyOMuRqYgpKDBq77lEomLVl811g4vdu/NNmdkDHgLk7Ayre91
CiX9SOr6nB2ZnlY2nZ4quVSWFeFXHAHmH8iyZh7WhTWsJ72jcE1DIM9wjuI75IP4bC1ud2iWTuT6
RWRqOc4aFmZ91Tae7g/O4iDvicZ8BNTrFSiHUdSj3S0rDUtwOzHq+J4UpuqyYV7tSLBwPH++R3Rx
oGGQ3JvL3G08TbcvdETaraa68iRUn246xDg+zYHtElfdI1WyyUXr0p8cT8oWQ1jYrz0H31Bf2TG1
Rf5MjXZe6Bs0ZkbbOLHnPZL/JtBwduDEtwdfkfJ9x9VMmOTNr5pCouqE852jBh2qBC10SpAOfKT5
yTyS8ld1LzU7MULKfhfPsbVJbe1HrxbytDtxB1+//mp6FouKpbPzrGIrxhbhAqEq8HjG40QTJBhG
OzxVtvlQNE3hJ5a7t6LQgCvOCUmCysQkb6wyh1Ckha5HrMAhO+6K0jiICZ+ZaaU1GYfsqI1XlCqb
peq9t9kpKz8XuodLktM135/5uEg2Wehhj0tkwY64gpVV5NIZZRljPrV2pqFb61HpvrimWeJ6F5wI
00kXfoqTtVIzNJImmxduVFbEEhXyuVELGu2kSV4qRiC0k6oWBk9d1o9EihdnYq2eYA8kG2eunj06
tGPoe3Ik4cMiPGZeVeksixs3dFxE1gYacDpEIfx25tXVKmu9COC0kmtLiemWpsFwWBSjSMqfZNt1
EhR5OK2wDBydfryTV7ZrKm+tpdrRMd5ruq7WtZXCA9W1W5pjjT8q6ouiaO7CkDhzN3PwNnsd+VkJ
/rarkf6+zJnmthi3uqvokoHpCdBM4muxuPQ6/VyvtKsNMubILxeDdpuVfSxp62zKaSof9CGrVxUm
R3+EOrxl3Kf7dIKPPbDkbZkiorN0Dv4ru6N0rFtyWdx4oSLnCKQHERJSvsMova09Wp5x020jvUrv
itwGPi5iPzLmfSRy4LaJtVdJ+kJKTzB2NSgGCpBqE1Z5foCZRodP9OqZWen4biSKJhoCbDqUyYuG
LflYmtkPXODx/ZQbb5MqG79r4fd6o2JsNurtFmrN2vSGTVUvxn52pb0y8AQsenjfiHFa63U27lpr
WLZVavY/PSf8EllMRwqLCqQ+BoO5WT3D17D2BCgBbrfpj6Yo7k95mWnXgWMVmDiDcs2cNrCvQJxK
JoyeMJYvVqYrDRd1hV0rcSpko2/QvwYNTZ5VVBNJj7P0NWSj6oECn7Cf0umI3jlHvYZth7NUIEOR
1vgkpSAjp8uB8M/kwLe6416shIFzZ83v7sSh2SxtDgCp9dM0CvIJTFVeXLEwuHZjteFrtdchce87
4qrEanHTd6cA9so4lpmXcY0Ig+fLNfVG33GtB8ZGX/haKCqmyaXJmHaBMy/n2CjdPbkdT5rlTGz4
yAjR4DCK0E33TWWGs7VMphh4O+l+QDCZrB/p0MZ4EjSOD99ZaZwa0uPcHqmKbVw9BKzSIP7L5jEl
iWMlRLLzCD8WTbTp9Y6ut3aYC/vW8PjWW8PNoWaYxs0ch3eFMXyk6YOy00umURzVnhXQZjvqenpj
mR3El1S7NaJK2xUdZsneLD6cJg8w157bVgHIG9RLBoxzThoKxZFxe60TlNqE4eeQ9puEiIjHRhIS
peb7xnVpa7nOQRBSGBtY2iE3EOKY/eAgHLhVDCI9JQvJoW1jeR5wCNpvbqZtyM48zDkwbK80va1p
SSp0W13SSaYb1CnzQZB+QTszCtdt6r5ihXhNG4Hr2MTDu9JTq1jp1nSaGp33OHgbm0A5v3UMqLyd
Ic+SQ0nRT+MF1uXFlvmTG7n7OLWwcVXFfqEhxTFk4Kw1fHhpRb+XBLm1wrtMDBgNaqd5Ul18AIBJ
mF31blL8ZbXWQo0vP1uIW5gTuhXmq4F5Txlfws7wcyN9jpx6SxgJKsIOm646tqK8OAkMItcDfJjv
zKS7SVVlH1u9zcCypC2Vz1D2HOjyICqTg1Ug1FPYywbEssCbaWGUSj3F+JWxH4V3TQ4JQM3aZmmt
Q9dnP7Gy3mSqPnLEgaPkltDcNaJl9JK7HkAhoAodXUw6fYgpo2qgnb0OodX/MDOUQwO0AD9E07BC
gZT7aaocjteGfZ3XGZuGMDzaec54D73Q3A8j7A9PdMgdBS6roB4cAkxqwzrZfSduSBkxrgBouKUR
GPFx9kUnZZwEI1DKYuOgIV0Y6NRCqaNR8KB5sYUWRgdNs3aTci/i8NIgsrmMecaJB4GIl/HG8ErD
yGaLWQZ5n8vs2aXc90H5FzuXE4hWWmzlHOdsVk9rqU9NbflIqniPjZFrvojBp8O0pIca93vml8PF
akzLJ+xbu+17EtzacmSyl1W+08v6hC/QPeVp3RIhNN4lFuwLRuGcJTIwkVBDtrRw3EPfltl2bKdj
ZzY3iZDPbG1HvZTOipw4UjoJzkLEKuwdBDRugtEq7jpzNG/roZA+l3/w3Sw8pZFY132y43DCaJLO
EB6JbVyDgZ+qD5rTzBpSwgB15frWgvc8kc2+c8aT1jV0gaKzvph71eXP7ETo1aaAAKSnKh9R+Pak
J+MDJTF5DkP3y3Jr2CK93Rn9GqmM/DlaZnJOvTI9MZ30zhHjUPAONe7AgZowIAgTwqpJHZfUxXfm
sV2iPCmCokyo3J3WvRNUx/44Z2GALtcL2HTcG2LD7FPhquIfroj/syb8B860P/MmrJLmb4/vhHL8
zoxw/Z1/uBFM6+8U/C5USNcxOLxe4dD/8CGbIChJ+LJxG7uGCSD0Xz5kkpNxI+gQbR3zmtt9ZTD+
04dMpjd/hx+a7tXPQ87Qv+NGuAIrf/UhGxy7cOlKh5hGyV+8pof/ate1XE6J7jKbYAaGVnyE/JuR
pljmNd9hZcaMHdLYaxyCO9KsAzMg6blF7OHcRrbnt3juog2NJCnvf7uI/9b99L/NxGLoXL3/2cXy
8M5s5m8IHbv2b+/l199u6L22v941v/3+P+4aog7+frWbsNleE9zxrOBU+8dtc/2Ra1+9LTa3FP0G
51/3jbjySV3dQIvo4n6/WlX+877hR1fvnKtL8JAOQe7/Vqz2f4Epury6cHTD0AWJc+ANfn/fpFhr
ReISLZVqXXq2lZXdm6WpI+ZzIuM2nbKcIFtYU/ScBMWrVAN3Eoe/ZDU6MwfBUeumYgXw5VMBz0FG
LLLnBIUeGA3YiDdGR6rKajSuLIxCFhpy2+qHGw3TB9RW1Holiaq+o1vNTww//V/4yAQX8JeHgoeU
h9KyhDSxjHF5Ha7irw+FZ6vIAwm+BJG0k3dPGuIb2rh2Sg0DqZqnYXbj2CH2mHXMBw+PN/sk45LX
BYYg3jTZ/X8srn/6MOCj/BcH4vK/lukr//T58d+rn397/tl8/fz1obn+zj+fGVbN6yPBeurAMnO9
q3vzn8+MIf9ucsuznIFC4Kbll/4T+eD8XdDXhcYm+cYRTP+C9LX+jtADkCzoBMMAXfpvEfqt3y+1
kt9nB2AnMFjxCQW4ZjP+eldFhW2MErYMdAFU2JlFavEqRHv6RoyrRXTrYv5gyhZRozamsQaKQBnt
Zaa5wQZRvCuRHoi9xWiBT90OoMPRdipyPb/YVWe9W64yjr2rF9XKTUYmyyGMIYJ6y9l9DTmRXNI+
o4mTzap4QWDenzS8J5OiT1cPhoCYJTztpa8VZVuq5m3cW/IDzZP2bhXk2a0qMa4t7AO+tJEi5/kw
73G1jkGGM/fpl0Xxv7H6Xre9X58+fg8gBjui5VkmHBnz6tH9hSCh5jQnjoTsV3YujE7Modq8nsat
7PFlWxFBpKuS0NwdyXw1SAm7/5SzRycv52EmVB4bAeb2VEBmQnIK6YWckVUzTA36uviswHhiQ9X0
QQec3yCuEH2frEsaCH8BnP1vPwc7vyU9nTEFERC//xzm0EY0ztQ3rez4vgBZHJvZvAUASr3McNL3
IvUF38ai8o3MLWgZ+94rMAB0M1qi2SG3IewituQ8HA6h7BhtFfoJgpuxd6O4OWaY8m/NMk5pQajk
8OdfwvW9/QtPwr3qQkghRPQ6I9OZTv/BoNwwhzPp9XyXRVicSt21TjRxaWx1g3ESQCn+asX9PTXk
+npgVQSOSB4MyfyeIunX73wZc3RhhvMTEdGrlsmnmMiEtazSboesJD8Sy6xz1MfKyKiTe3/6p7P2
f/SX/8ZH/v0H9tjGdMQllmOD9v7Dl1Wk7QTJX/2EAKoDPkwl87a+TesvFZbG95KH9TWNa9gjW5bJ
uh70+aMAHkvLO5Hz+yhqJG4F9ptTPhkXWZImtuqXvP4x0B9eL3St4oCmH86updCQZ0MvLtdKONqz
SrT1YOuZ3EQmCRaEDZj3C5rjflfkTfRSlmV0r4Uu8rY+d6vjn3/Nf2R5Y6dnVcLDLIkfIQxZ/8PH
trCzRXHcfYJbHOqVMuz5MOPDe22mmtH9cqVVKDPRv2N9AsNohRM960qE7U2OVv0hRugN5AsnIafa
Uc04LxF2rpq56l9sTe9uYttals0k3TtEPfIZ/PR4w/9q0DIxJ2AZUsi/4+YsKBMeJ9e9cxgH/gXE
+7/cyvSpuIOpVTzwQNZvm/0vywkPB6E8jfyoaoS8eNCXdZ6BpxERQOQqDa3Vn1/Sa6X/+0eH1+O/
qxNdXG/nP7h7YYw5hjnXHz3az1cZRnI9Z7jgyrwrUgxpnvFuZp6zg/d7hGZXzX4Wtvdgna8dwYH1
yHAiCFx4aegs0Nvc0Z0ADNdYlrZFYOLQRHVr0xeO2/V+n9EJXWajvQMoMDwajmFo4Lqi8VFMFUZS
uzuKUHeOunLMBmkZDZBGMwdzJTFloOzvv3n6xUXag+lraePZf3Exfu+V57GGbkStCegI5jZVLNvu
r491YSXWNBXL54iUIsiiRg9mrthqQgF1rFbzqmV3+YuXZI//4+V3eZDZyl0OXcgef/+ScZI4naym
T52Utr0HJga1hBMFMuME/Off9B/OTr99uusiydeMO5yH5w+fjq2apnvTfkLBeLUbdeVFdG3+JsrQ
TxdPoZ+IxmWX4QFHj+M6+Y+kSbPzbNEE+4u3Ylz3xN8tX9zb3HBAFXXeEDam33/qzEPvHRveh0JF
9sY8oCDLxbOaWyNt8D1OxIjgK5roe6bhiPhes/4fe2eyHDeSbdtfKbtzT0PrAAZ3EoiOEew7UZzA
KIpE3wOO5nfu6A3eV9SPvQUqG5GZJVkOalDP7kSSmSRGBAJw93PO3muH4oFwluHBSCDFELlXX4xm
T1q5rvUzd+lYvNhuYLswRGOFxpTU+j3TiaZFH9YURyOIzQrVapQwokd/zUvmTvOTb/INtvH+Q5Fm
+Oa890gZ4N59/6G0eHZrIuWe4OlA0pXZKL9qIBDxLhreBYaXrlwVLrHMbKcMiiuenpexIY2oJQST
GVFoJH7d6CnixjgdzqHTdRuduT556oUOp5E2ySsocFYFQ8wjJ4nZuMGl2J6n4YR+Ai3GPURN44K1
GDRLAvo2qOMrBvglBCsG/OiUS5cLoHUYxVdNALrSmHrEwJUwrE0lxA0wPedAyoiNJqfsT/XMWQRu
qOEJ6rHxi2KcxSenSxPthIflp/jJFTT+dOT0KEXgi1hcALgY2nLbfLf2maprSWMwnhoj0j5bfSOx
6kQWBT5hLHOIqWRqHLJpxxydnRyRUdDWpgGYIcRvwmSN7UZDXoCqIcuzT47R2dc1GtnrNmXi6FcV
9JnVSM7K0RtDmnmia8urt2fsb7UB/v8kXtDD+W65+RPcjuDmLm6jf9zHTRgX/zhpM1oG77sFyw/4
rVtg/UJ9QsIChbi5hMXzRf/WLaCIWYgvDlvS8n0tJ5/fSh/3F5JvbGochocaAxf+6tcuk+7+YmqO
bkHD42xGQMrfKn0+bIk0vaio0fVgkCIDjQbE+9twmhvOua300Eg3RAQNY+sXrVwxsAIQ/vrdZbr8
tjx8H0/yYf1/ey32HJdFmV2fD/H+tTTCtjLVJiSZQ/uFYwqJSdYanuuovf/xK3084H97qeX0xCGf
R+wjw2+cC88LoJuirUDaauK4cO9J9iIyGUQDiMgmZuXlyIiJbR0M1QNeT5wp2mUES4s49FfFyY4F
ALU+HFS8Km0wAVoysSXCCss3UfKTXWL56N+tp2/vl14SDRvwRkuN9f7SoL5D+zbo3rqfMPUBr0GV
MRDF5AwzgFZ9Ge2TU7r58VV6K2vfvao0uClpYAFsdwAeftiQM2KMs37KPSbBLk7MurwKa/WaGV52
JcfmbAiiYpWLoTxDST/6o6lvrEl6ZwqiakFpsq4rFGCxe4WigdhGZP0mBjxGj9gd7keRAr/Q9cmX
trQB+znxys4LkrND73FiTpqlVXkzNPJqVO246QCSotifLdrsbrSxnXiX4hZcB7lDHVgFk980DDJy
2IgtZeKnFsUx6L/4J5XhX/SX6PYux0MYQsbSAn7/RTTDGBKb3nkEQ/QjwlXmDUg90MKiNYlZyJEK
hg9Ebkpfb4NTLfAOWdNFzLFDufvxt6MvV//Dt2Oh2DdNDzea6cgPhddUpo6Vw0JZEx5TAhokxXqq
RpIrc5CEM6MNin3yu2O0D5FurfSWSNXJYm5v158GBTnix+/nTyuF5Mr88XacD21F/DdQRVSJrl1U
S5YrTHVlNh6k7vtmmBP/x6/24dTEqmRY3JcmzEqODBx1338P8Rjm8Ko9pmR1kOEo6dQmrKT6yRPA
Wvnna2xTadGWcjWdVfD9y6BanTLwbt5aZMAX1Uje+kgGoxP3Z7lgOBkm83oaXfNQRaZAnGYfqP6n
NWwEJ7L3rcTEEZUOMoAxv8YpXzCxV/uicL6aRU+6u3fWZ3pwBpODEFXsQRSsalOhkxKWAJS8dBM8
dU5/UhF+5t01NsKJAOt7hfJpPbcpFoMQmqAXV+WmGhBP4ko+14ni1uOePGo0HEFUNkiznR1mn3xj
jS10vyx4EhrZisXwGXlXfepmaNa9cF67o9ZQX7CkpPGdQu2wcmWtY6dvke1GSbRJC9wqnoJw8eNv
8y/vZdviVsbyxLZlflj6AV5iGUozb+1k2bSZxiV8BDdGYZf7zha3kYrKo65FcisnsnQoCqSLAS+z
XV/x335y9vpQ+rzdWyx4ji3pOZrGW8Phu6OX41V4FZjrMR524a61g4QqWQJCfaZVVXEsW1URETw/
vgR/+aIw15a+jWbYH19Um0GqViEvivoSBa63DSWndws5OUB0h4k+vacw+fzjF/3L5UwSVMYDtNh0
3pJJv/uoxaA5lqrJnWnt/gTDuL5xoffvkFuvSniiPkSER6LABPF/zuOkpfGRs+7exYHzk4+vL0/S
x9WMnjsnIch69JE+rGYBdMay6kMScJrB8ifgFaidccJHDuR+rV7aNTSP/Tocm0PQJOMar4K7MRxx
XnEqObiSuOzFGjw2yf7HF2lpS//prXFfOhwWiIPVPnY1U7DyoU17mIP+ZxPbzEUGxijtVvYgt0t3
jIdHw95loQQ2/VkG05nVA9pSdgwdNcdnki69Sh136YQmd1VW3ud2SSnPWtS9iXmNaYJxeJt4O7BA
/DSD+HinIKLd7VcBPvfaHcAZ5eLzGE/r0ENGJtMnqeFlEhN3x5idor/fe0MQrEyBUpFuGxhaUYOr
lNETZD98TPO0bYHXnzrhRQ28iNS3HOVD2B6FhiduyMGBoXzw6cAiPZ7wjcXkWEPXya7i1Lr48QX9
q51iGaguqyrHPO/DompHdVX0qNTWQ4I12cRbGLrdxiDFIzaM5tvS8u8oQ/5jhy/L8fVfDy/XSfyl
7Lv4+9HL8j++FSCWydyRu1sDaalDz1zu7m/1h8W42lkmkZQgjFjeaozfyg/jF0oVlmsk+NQlHA3/
KD9AdNM804lMtqk96LL8nSH3+23egbVNd5MxHqQ9j6GC8fFQUYqwR+tuQA4Ywj2om26dOLn3k6PU
X74Ky+7baNZyPxYedULyxADlglXWmk5DpJ/3GfKWn2wr9C7fLSToAfg8dEU4PdIR0d2PN36motg0
BjlhNe8Ae8Ptm/Q1zCYXc2PvtmjpHYs8dxeM8WgZjh+SSaPWnqW6y8qTrQ5bui9uC5Ke5SanWCvP
UM0a5qFONUuhb25GtJPIy4cNEKoYCzvRtfMigR7RrNhGf2IlehDv53nsd7oDPRZNVEfeGOwVRLC8
FUWu3VrrAyS2cOVqdN6VSRaQSBDdLBLmKzoldrHXeuUgyosLqW9AXJjPlje37t4aO33nBGazqKKK
ZsKtmSYXATYAcwkZGo+DY9rXHN3d+EIrR+1+AmCUcsZI0julQLVtwrEozy3oepBGwxqwD06Xsd3V
XYCnfeg15J6Y3pDMN9TGA4HIynbXyUyPFCGsS6nYNBx161U8UvTtRxLE7guOhlgGDTpiuyp1SYKL
My9Idn0umwyMYVyoo7BjrOsdm1LhF8UEaN0gXex0sHOL8Vxpg4aTOOOK+6KxqmOTzFa9h6M1XQbx
EougNwPRKZk3AWxyjAlWT0P+8VNSBd5TW3kjoR5N9apy8B/8TZc9hrhGH2Ott58x+puvFpV+8Vk4
wYyBJxuVviGByHD3XoQKErQPHlRSv/Rh2HTkNSX7yhAN0nPZYW2G/aJw5tRuS0pKQg9tldM/TteW
LnvjsSPdgmR7Y4Qf2xmdFW5I4BmNHZRnDGWM3pBhzmEPXtzWGM2cNDJQ8ZbiXHN8M0w6DSpCqA8P
bu92Oo65tKj2dYXsER28+lZa/TsW6uqluOmal5eO6Nv/hDAEyULwr9fnxzj/8vRlePl+fabK/22B
RmuEAMkEV89WqS1toN8WaCbj1H0WG+gSbMC6xUb66wItdJtge4/ePToUptas3r+v0IJhuwXbVHNt
ms6c+6Dt/hb2e/ntSEaIxL+cv6H/e7eswbphtV/mBQ5yF+7LjxPH2i0ISVSM+XSsfv1+Ksn+K26I
OFNtcDbOcyJ2UcNYlxyuVm5r3SyPrPoNoawIyNugJt2G7sM2rpPSzwP8GCcehcgxrnp7XXCT9zi3
9evJcT9xcjw6rTHu2oqowNolNsUJACK7bp34uWhmyFeh2g/VvOKutp+twioBU7a3DkmJ2x6LD3RC
B1upFokrNwnLFpp5TR0HeK14NjWcjRNgsH0je5pd0VyQszrzwPFPbirLDfvNYJbuEcKV3BmBBS44
KNHuhzZkg1Bjjq2R7FmipLX07ktvR0ce+Su+UpSgvYuhEVXiquwrpJVWoI686CW5ZVtvwsbYuOfo
A1FRx1F/dLB/w+7Dz1NjxqBl/2qO2kSzJYRBQOpuoO8sFtAT0Ettd2i0VJ7GvW4/1YriJMHO7rMA
3hQ1QC1EhARK2WgTQuIPNkVeZFjdtX3sJDr+G7t3tg30tm0zOO2adQxfnxHH23FWz7nbDVeVMVUX
9RQSx5QnkBetQaL1n4HruQWa/ja4IwWaJg7wmWpF0pMEUg9lMYvaS1yY1UmHMv2E0q290MnRw0Wi
gOULW/r9CDBGN7vwBB1Sv66LUL9VboCMqGLa9dwMOolJcas/zLmyjvhszEc8BWKXJ02+j7h+J4zR
cr7AuNM2MjaoFaquYHRmBXLlIbpda459iiu/Ir+BIHbAlc021ZFhrrRhmPYVh3ZWxaSiJZJ6GlL3
Ss23Q4y10u3K9jAljn2Vu5HYE0Ifr5mx2Cg7gDK6U0st2NkATTIgsKRo0RS128x5Lt2xfHCxgO9T
d6IHg3nhxBrN5DZRcMlywtFXqVyW6zwtITwQpkOagH5ieuRN1nzqczd2cZAkGFZwBnYeHBcdJXfP
nnY6lJo4ysQD+o0TjJI0m5BJB01WPk3DoHakqOGH7OemXAFFknuzdimhTA5Pq8Fr8BF4QXhqNt0M
4a8euK9dovQIEvWIJSOZySIexxTKfI6U+KJP3g5SEvVE0g7i3st0NhFmorugL72nEiAFIvwIpb4+
MSKe4Zq1djpeWXppb8eWShleavsczpY4aCDor5sUL4CNrQVAhrOzl+5uqdFJ0Kj7V8OsolMM5aPf
BqReV2LJ4fQIcLVDTWxGu9S7laZRKq1SM3Jea0gbO49Q3KOTTFfwz7HJFEV8Vdjjjvzsi6aPvF2T
l/tWYIYZG3mATdCckn+574YabsVsVDtug3POnDdIdJ9gULarhVs3yC5ZN0W1XDD1OBmeOIOZf20p
68tsh/aqT6wG+fCUlT5k2BtdeE4JR0o/dxv9wRkteU8ADcS3Quv3RmPtlQNoKzC0rVGU+vmYZUSj
ivnZxPr6ZVDZBWPN27IEKjXpQG5I/3CD8CKa57scV1bQpld5jzzBCB8m5dwFeYMpRORbl+b4yikb
0HXtRpK2YcuGE4QdHkvNftAz9exg4iNXfAg2YxZ+CYz6AkBG9BjjZVtheSQJAMTJSyCray9yztsy
r5HoiU+o/RC9ayUjxWjdSip9ELjEbjwINTiXBoEJGyyBnxSuNBlbKyZIkV9WQDac+mBWjtjirToQ
gFhtLYNUJdcm6grlYGdWWxEvoQooVdPWoYRvK+sGrXS7y5KJpdGBL3JL4K/9WllwMIQT3phWUFK8
TsBtuX7REDDvB/sa0gVeTcVIjuMMJ3VyBtxM+ihXdPDHzdy7Gzf/aqE135oMuyBjRWfuRFOAKIjs
MMnSOCD8OPfCiJ65cIMVzdN532T2Keks86qbs+fEG9GRiJ0tjGklrejMSwi4wZrPgRynnWNHz2FH
gkMd3rqq2EsCW1aRNW5iNzgzy5rw6YE9hci5F0arNGALeRUNw22eeYs5rWQaaxgPveB56uPkIldO
uyej1/CdyLgaDBNO2HCZURO9piHcWRsv/DbqQMOVjThPIBFiiMOm6PADtugrR1+a5c6JPW0Vzp1O
kxyYjsXYF2VYoa2N2TkmjDH8JprvNAB0uBAwgNJWw0pedMTM1g1Zw+b82Le62sCFyl7crM2ukUly
CWmy4Hctoce0SdftSN+rn90GxieuFRQgWdp8nVs1r0s+6c4zxIIhEa6zDhWRZJz16867guDLDT7P
tMsYAnjDljN2cF6SKxTR2ohtEqazIUNwoeKbqubXdUOucY+Vq1fDHuRIsq0dedVHQbkRvVetMInj
b/cApEbQCw9G1uKBa2sUPCrxY4vcABDoQDhnBjcpobxMF2rKCAbi5wmgFEPwwAkGzxCwanK+GaJu
gNqMTzXo0RidvalttKaB1hu2dClW5Dcb46HtsNeskQSr8TaXbIOHuMQbuDHIOqItLEeIpSSGxmRR
pvMGDknlM6zJtxAq+k1MxbXgyWKC/iDTwsYL8fqWa3YW36nSz1rdMsAm1Qn7rvVpTPruhAtzqeGq
dmjNeKVG+oldbxg7YL0MzwMrXXuYe1m32QH8asRLacX6UcumL5WaTiVQV8h6GhirCSNHJS9xNg0+
NpoS02k4+LOq+Yzo78ogzV9dbYJCU8bpSup43vkKOfQPszcyakLsUGfZUyIna9UHEpsEPDkOQxsK
DczshXGLRIFnU5qCVaWEpDGIL1M5Jhe0jJtd7pkPYDVZORfvoWEXS5N7yFdTKe/iejqLsqDbezWc
XbyuoY/ny1sFyCA3hMiRdJSGpD8hiFgDnVUnqRsvVmVNgfW0mXelVjicpSKMjroLyCPzGtqWUAN9
rS0+I8wOZt8ZUDKBW4tjmuNdcFpabnBuNWTzugDR74c6n49Ked0NRptHJ6rrbV244nRS3Wudp9u6
5q1o3JIiH9QJxzD5iOfbISTaAiQ8g1PYlZG31Zty15LACaxzbcnxUzoFULNIEd80IXlY5BgdPSEf
bESj2EGn5DbPeeCbEq4I7rglq4dcK2Yy8ZeeXHYsZ8DffWCOlV+njXqqkwY1kCE53HTpho2tKiaM
e4AMYKjFcIRWcLQHH/xTzgUoyx5TDKZhQOlCiHwDOy2FZFmEExwzveY0DQgoy9ltLKuam2PZjSYY
iwnfrlrFU50hagK4gTLDTEvsd8NI8NfWCPsHKL5TvxGRgJmYR67Iz1xRgIFQDGnACcXQFQGUQCTI
Ldk221yb4+xShJOpP7Ym4Jna9kyAZk085eV9lLQJI8wuT6NzvdK0WLLATs5LVYSgH3wzguF9gK49
dLs6bYevJUINJdaSFEwPcxrJPp+gGYZou0MTNQRsQrLneYoS8OghbL+DyZzEWze90VaHNpAcCYWj
yWOhaVH9percHs+6oAu/n+OZAMUaZ2l8RyeZ44LsRz8VrGer0ayjeB8AKfbJXbAOTZCBJQQf3R9b
MpqX0PB2CAh8IBMKnsLogsIZlGrOMSSlcI7SKLoFvNeuLchPm9Yaiv44TSoeD32c6aupMV1wuZEA
rx/mXs4nhtbLtg8bdgmo59t3HfhUCjhPj0RJ1jIdTvUZEBVn5Dwwzm05KSoT+gEKCkWQ33qpbeO3
IxVm4UK61Zp0B6A7iNpSwEfz1BbYEa0lOX2R96H2V0kYnSiVcJeRd++yd6EteiwmIW1gJC5GSqLB
dWs/9XFlPAxhK5wDxnK0zENBss/apG+X4glok6ba05sfxTVsCNzwcK3c9rqIZe190h3yMynywEdu
tcwT3Y5nTKNbAuQZMyPAFei8CVsbwZ4G0ZnrQjW12GHMKwqOAF0ozxyY9eZh1I0o24R63GVrQ6SS
UzArR/MVtczA7hOJwWFjGu1TYg/mBR/khfdEu+hPHdg2lpkiaO7gpE85TbU4H/aELVxrHbaE9Tw5
8Xg22HO7h6Uw619dU9GRA9aqKUzxuk7JsqrRCB3xz5TnomMT3PGIyeFQdoGz0kZXJDvS2Vx1T96D
Vq0hTo7FpQb6m802xwwM0jDmSABwE8O2aAEqtLq96VXwUOauhICR5icxiHsfrel4IEkrp5ol6x0B
dLqWReJtkmQa98QaUN4ZdPPc2dQunVpLLw2tgQQ4eHyvTcVIfNVpRv2ZiYB+CfXXIlIzuqNu4v7U
e2RBIiogehk8fJh8vfyBaXBywZgT4p3WEUowFSCtGSLKoGMIOWpPHnTjibxX9Gdt5XTevuYs/omK
rxPrhgix9lBljPUI8Z5I3BoLuQqNtgYOOiJbZIQYlEglm84DW+cW2ZpBbXorx/CpSw15FpOztcWo
7vm9a53Phuo3SIi/FmF/ZiQOmIcouVpAQJGbVOQIOz0D2HDQM6JUCPmuE7hlYUme8lRFoT/QrN7U
NXQhpYwESwpDlCdhWb+mWv1vt+q/6Ov/qFu1f0Ld9H2r6u3f/ypmckjaXGR/9KLQrTn0o36VMjnE
9zjSMbFPYNigAGC892urytB+WUYMtKmYrC3q23dSJppTy9zNYpDw5gr50Jj6UaNqmSB+a2edfP3v
/0IojRTRIh1IXzRN/Ma7+15RN7uNKQaXaINCqQFZZxmXuzh1vZNywofKHeuVZw6JxC9jm3YXCFyQ
0X13pX5tnf1I4PTtHdD+t3gzDHo/TLmNpE4hLnDkDIsy3TY140IrKnSytoOfjNjeTxq+fVZJVhGD
GwZtKLfef1Yb4F6QawNjAl2v11o12+sIjcpPPs+fryifiHw709ZtGpQ2Q6Xvr2jkZlpp9NAW8RJq
F005aS07aRnSg9I6zdoaOUSYui7EOUdk+xMAeiPe/viSfpzN0vHzuJ/QRhkYMb3Fa/f9W/AcGJdJ
gvRpasjqq2RL0OPimB2zNt+NElsu+6L4yUSY9El+7Pt7CYEyul2GYqiseQsfXtbIA8hnjb3RiioB
gRvFkXYigJt3PgfFytsQ5NKEJ12jDwTdgANmX9JsOCiEGZQXYScsGKTaMFEwUH4W6DnATCtZP6Vx
B1I3K4FYA9H0zGOtz5y1gZOmE3HnhUHLkyQ4yokomCWU9IJTMu9U73aIFaxbDX/wuIvh0jtkQiWx
RcZPK1BVVaIYtoE+BHeRGScPfFnJtZOZ1heQ26naAn/3OkgfUHRYsD15HU5e/Dg7oy2vOjvK8jsr
BZeN+JUVd+/2Qn4O7Smwzk1Am/0dc7OMlmQyqy2kac63OmYjtKpdrj45A27yjU4WbHUe9JlxExLV
CWKLDuTdLOde33kW+YVkXUQesoPGkvOmMIIebEWig0C2SRqX+ZLUyckJatzoQZZZOCzSrzWFsdXS
lXPm9nM7oQvjsoM+jzAHMDhcYBlullV+zk2BGysReFCqilTFtepAN62NrjMI3CmHGqJNWYUnRYNy
eQNC3yRV2wHSjfq70ddWP820d4PePnfhtt2GVTh4AC/neWHKze4pKgU6Dg3GyuecAwgYZtcGP2Og
CQMIpyc74nQCjnxyRtwieVD63ZBVL+SN6zdzCq0ccVFCvqrR5vlr7cVQCsJpRNrM5VSXRaO+lLDb
ON0mpQVNwLWjcGW5Y/0MKIZOo2hpWoNzcjYB9KCrrHOiUw/Z5kODOellaGIapaYgIGLlcGp4yMyF
k9hmHTFDwj3mmFzUMRGe9bmuRHZpUJNVq7g1rEPRe868ckbTADrp0TOZZ927Urgwm7WMR4TQ+hga
2zAt45xBk9Nugm6qpT8gAJx95VrD+Qh3sPYthOk61WxPHsKSf3OPrj26gjcINTC2wGTvEb9IEliB
Sm1cGOPJfa64aMUqjJ1UHvo+auDBzLVVHEYLZNKpl44JkBoj965jB7KvHwkvT3wAkfMOSxDxwkRi
2vW6J02YhNJezPO6jUpZ7q2BxpilJsAxBaV0hRC+cqXfqQ6SDNnHz5VTpjnlyUyKS2WrruSwJIV5
kcCHJZqgoOW9SennnCec7OEL58F8zdmw/Ox2s0GHqGQGONYiuKKB4V5EKRm5RCFU4V3dQ5haKMrt
i1O6xaVHBrFGfHqbXE2x3oWbJMD9QFoRrqYtVap9bwktf2yMsXj1ik6QKgQX87Gd3eALINgRLoun
L52iAUwjngzif/eVJe3gQmXNpK1wt8Wmrzlh3yM9K6FCsJZnrq9pI+jThrwDhIEgxy6lsqNujZdF
/xTkgYn0o+hhpYaw2nNo9IVxDmYEXotkENivU9I2+HMtFmqS0fPFmIt0dRtrZWWtjYEIPV/F3vy5
FpJSRmVd8WSH5UgACxr8ZFtADqFJbwrD3JbKoLPWI3EFue8Ccl0HPXNxAPqtJwBXzll4YVYtYTFm
misX5Vc15LtemXTvBTjx2neAs2g7uu0NmQw8O3QGMXW1sDSKiGVAi8kWksodn8a+Ec46LZ2KLs9Y
8ck6B+D3inNDGAKDaMyFZDaQpmwFMclXSOrMYj1A/XhyQyu/nLl76VvVkWGuTGBNF3IShe5nrgqe
vb5KrC2PW/85C4V2Wws7gxzKIYDYI+BFyQrvA5jMNql0GkDAQl0fiyewb68hOXY9tIV9CwC8c/YF
wa3NuoC+WB4GpGjSH9NG3nFUB8JYaQXyzoDoAP0nu5q+HAq+39TY0gj5lGwWaH7JNv+g9dalyyxF
hO4m6wcR+lYLzfKLFamWNQ6sgDyyDTPRgFEMcHHUMXQg2zWEDQ9rlD9zcn8UCeEDwoyF2xbjF56P
j4pnt2Q97OH0bUTd22T7XJV6QFTLnFXXRKH9ysD4l0PMv3o1pM5oD6mKaYR/OC/N5TCXsk1sxAGl
uByMfF4Pg3C3ysyssyjpGN7+PuD9i4Pgm27l/aXmNOvaYEkX9T7Wn/fnB4w4M4OKxtooxu9XEXwW
lG7M4kZfa7y5Z+hfmCh1wd/B3hWTVtwZnStQxisew00HUzpb15ZEatrVrXUGda614fuaYQDPEIHI
mYlFFW5lJtrJt6Yw7l4K9mHnm6Tl31EF/ceKq4xF9v77l/snt8fNP/+n/Mdtmf/z/7yRIS6bf/7f
4jmuuCFIPo27aak93n7EtxJpCTg1EC3zoFELIffkIftWI0n+RjeZ2Htort7G8r+XSFRVGKqRVEkw
TdwsGgftX90eguqJ53UJI14MH3IBT9h/Z5z/5tf949Z0eAo4RUv8JgzyUXR7H27NzDLGqaiZ0MWW
j64a1mAxt6MP0mavZTHJaIEhYn/oEmYNkJ4huOauTXj7HJkHRZBnts5TJ7/TxrC+tAMnBF4dTvPj
VNO/I2aivLVk2P1MW/XBoc+7thAO06hB18Cv+kcha2otjGbns7Kr1GCyoOuLVWMiiCRlaw1N5JjE
TRZXlkl0s583TNoyV9avLlXFmckx+GAiK7gXGomomNWcjuAuVz+O6YDyyWEC9lnlVXHLF61ZSK/m
aUOejjzVuYgC134mnpvAHl60WFXXA/i6rd2bMMIsFZ+JkGg2FSlLrnjsk9OpNLaZ6lPcZ3MjllFW
CqTKDef2Faej61dxaYOWwmXeV60o/e9uzr9Yed7XS0jbCIjhvqMClSiimMK9X3g6ZKyZs1wnBFzo
Tc45moHQJDgCKW03rfTfZW//jjXiP0zXA8Tnu4v/p5Xh9KUFYVZ+vxC8/Y9vC4Hh/cKzLDVc+myj
dAN4pr8tBAa4F0AvS2mNw5vf0Nv8Jusx3F8oYZbVAWSugzPsj2aJMLVfCLXm8V38rK5u/L1lwHh7
ZP5YCHj6bROwBm+SXQoZ/EdDR+tMbq2N2Gu6XqlvUaB9QS2KjmSdmr12XuXNtW41mH4UPELNgJlX
9gfNrB/rXJ0EUu3rFlAGNp1+BzB6azSkwJfMEvzaGSMfrDV5EN4V1J1V6n0K6qcyqODW55gaksNU
QWru5SfVQZOprO6cYuCWJm13IegsOh31med8dWvzWeUGkbZDtg3y7hJU7InqkscQSSJhsEYLWwLZ
T9GRcOGaduObZkNGniTStYlWccA4E2jZBTCGY92ZFvDV8rTI4p0U7aVMCXaUka58Bobw+nnzyrDW
lZVyRgXqsYr69sVmfEo4KXk3eAXaeNjWQr3Woxy2b3VnOH9JUkAfKR9LLExJi3hL20keYTD1a4nM
wYmKVzEjfWJ28wCy9BLHVeF7WrsKbO/Zjk+Z7Z/EEYapWj0mms15t3NrlDvAsivw337GHNxXHewN
5NuVuC3gqhYKNHFXD6tBd67dlLqKEzTqwhmOqV3PDzLrILiO1k5zYGGbZr42R9RKLVR1s28viJe4
gkV7YVquP0NobZGa4nwHd18Wn+dGx3FTjQcvDclZ0IozG9KCD58Q3KRAYOkSnboVAyLL2cmvoqTC
tp/tlAvsMJyvCKQ4M5v8XHjmoW0g6Dmiumn6hI5DE/lQ8cutxC42WMJ5hnRySezxYXRczE01/9jN
TMK7KDF3IoPYqej5kUGTt+LIs7LqdVdbzVR4bZ6dZwmhe2bVUz2bN4JRxk1KaCKSrRCl2uAVO6Of
77FTH620vKmbGSx9XX+JMyD0Nl62V6DLMEQnOaDkIKukJYTrPnY5vBdmFBJ5E5snxjSQZUDgWTai
ecoXHPHUMLhN7LFG9W/tpGwvmyZ4RfR2hqbsU0EqLdkZFsZum8TsuDZOTSvaGspxkIG101YE9ugn
tXcWN9N+ilGe2p1DrBtCUFCS59Dlmi0xc8wEZ926JNzzySKec1tnjkB+l/C+6uiBLuMKMBkZNyku
ftr9DERgkDeZd6eJ7MwhLG0b1VrDI2iM51aRn2Sg+ddTn3weoH6ug4aBuraAR3t0sbVRng8Vsjlh
BTkhFOSVJ/2ZzswWTItMNrGp7b2E8ERF7m9sDSddEgo/Z2NZ5dagG0h2kXwlNXVkK0kvighljBk7
0FXIFNty9jzocb4qYqRLWSfsdZf0R72J76QXomEe8n1eEzozUBk6hBvS3RmfPfCLqsNCFQXkbrFP
+kaTH5yR2YagKCbu4UuhjJ3RxuQZ9BmZU7FJyJ+7wEEhFFO/rrqQKNrsIjaymr7hkgZ2VQQEzHmP
iU7iQV0nz+FwqnrTW5txc4l8ofezZEFpWE1x2qspX1pMi1jFUNXeTPX6VAqJEsyr8g0TsHZraMzW
CJg4aQKlHjNZDdtJD/QH9Fg3dj+RVTpBxRn7emUhITyvOs8mTtkunssFot8XvcSYYSYnFuoUmg6I
wr1BIXHxinXhlBe0Ac/SmSwy3R33VktMmNLJ1+Rxuhw8cZwqdWwz7+vsqFvKiPtlstTk8I7zUbzE
krDcONfIRAuDi1DSRJuNAy2RY/smBbCn3pcwXSE2m7xQKfZtl2qryR4G8kHN/MyYiAwVLtLMMPbp
n+1LoS4jt4e+mbIWaGG27weK5TAcjr3tHlomqutqgWLMHkEvuXiokQCtDHAsL1B2XSScrF+V4SZf
ILXmB9QKJJ6N49qdm/FUywpS4vOQHHXCoNdJO9pIfJwtmP4b28k+p811OZn7gqAbTFJM+jIr23Qq
HMDhwVINshNQx6zfva66+0kaLacy41AMM6Kh4hBNA4o+HIDtStgIgUA9Dds+ptUaM0uDbT//P/bO
YzlyLNuy/9JzlEGLqcO1piZjAiMZQYgLrYGvfwuRWa9IDz7SsnvUbW2WVWZVmRnXoa44Z++181dZ
MH0OwhQHYZKcmfe+S1WDCmcTBIucHMglRZZTlzyrMNjnBjht1xLDkcR387lt8p+hX1erUgmo+NfG
unSUdZBJy66Wkc/gs8NVRufV3HY+sgUlPEpheD8ayPyDNtkKSWxCjv4QfPN5K5F1bHpkng/1LzSx
SDT8eGd6trcBTEPP2sdrmba5K9p0gRRtbhYNsXH2XWmyGjTEnYvupwzQd/QdV8A7Kz07OOS+/Kus
4jsFEfrE7TeWQcnLlBnkY0AJVig3A1ENW08sh9pbOmkezqpKg9ncF6C6AydEL0QaWd10COZknErj
MrPSwHWy8lnIUu2mME3pzglzWUmxODjA4uft2D2FlpdzkCDUc4UQxqRkDAGrt9FqDuVoLBG/Dwsc
5/KaaO7xETXxg21OWNGOXqeR/y5rqv0irY18jVYQVEbaR9s4C6KXEOnhUiczi38QN+bc6tHFFZ5A
FGOGzYscaHBqB7QjUqA3D2iHhntjoIY3OGlyBdVn4SC8m5fGyfCXg2EUOCPJwGnlG7I4HpJUVLeR
3CKngeufG/Um8wodsRZGDL+LU1ZzJllJWPXCIMVuNukEyL6yZ1ae69DGu2SuF8GycrJtD1obvd6v
rjK1vYeaZU7UMwXqwXiO8IS1qWVsEoQVN0RKPKiDyVpmXXtWs6q7VnvQweq7RikdNF+lVqoW6bYj
ytvVCqWd5xWrJUbqeoO9dTlIJck5pJpl/gnaD6m48qbp1VlGwFCmKhMevVhTTl6ocjsHt+EKK9sn
ER3YkGJzbNxbYTFFNhIQG7uw56EAVbRdPaXiQEOZsbLz9SCU28TBAN4kUIgKtBm5ByS41tRVANyG
xdknVgKD6VDg6jNpaVusmdleJkyp9/Him3wMjndCAHaDteXHkAHoo2QOUWnTIR+AD3JXxb2rKWND
FpE0d9BqmSidMMpagFNiAoaVIzEkrPOda8TSPDLJ5NXVX2oVrzJ1ImKRukT6W9Oir/PXunGGC/wa
q/luJOkD9Ufitj37JZ8PwQLkIxEjCELFCwncKNRVjG6VbdeyMc2tVBPQqzgoZ3zS2Jbh4FtzTx+v
RUpOSobVXSRdQezheAerFt6i2eEWD5pmXTTdPe11dY5fHuPJYJ6alOs25BffMjG6sp5Vw/hGn/IQ
TinCRodEN63WMUobLVRPvNRs+cLMHUeJMqyz7DJzESdoTlHch035UlbXktyhWTfnSLTnuXaTZfFT
m0OlypQV+pdl65SbUYr3iS9t0BCQlJOgiKHumEUxkTIdoJOcyNi+KoBkl8NbJuxHI2apYm4QZvGU
WQAcZW9ndChKvGxfhfGqU8lgDPVVwBncCJHZGt1PfOmLEJVEq7dPY7F2ZH8FbofdfLnUEmeviaMz
dj/aQd1X/l7Wr31zvMp6Z9fEhqvrFMHxN5dBuTfRLRQeOrpAYSLL+nIHV6knlKI5cJamV4QdqKdo
XwJ1nBt5+qIW6tokaCUXh5pYOFf2C2Pu2BNTJuWPGWTzLRW82Oym9f1gWuyonENRkFWqlVctVU3m
j4NJ1KEl7LPRJ4uxvNYqqUcHP+kicYEi7ZpJhXqQsWXWJTmCncRiUiChhdoabJzhCW3e0jPjhzCM
DzobVaNSdpzQ72nv3OUpQMrRJ512gLodw7+Lw+acKfJT6BvEYWWg52tyEIZGO1nDa6sFc5sYjbGv
hjkyNVL4nE2TOve1yealqJvtUMrLXtXKVaMRX6cpd0WOLNnc96bzypsUzpNaXKs+SeetGcACi2m0
dEH3kgajs7BzsVTpwh3SIddWZAyvx149RpF87mjHJdVAyllFrAfgaTFLrF9maBCu0Qz3IS5hThSB
a7OM+dNr2TpPPXslDNyunEqA6i137O+weKxyCRWS4YSVa+ot2iBA6XJ1KhB8+WqzQ+dF3l5vz/SW
JaDpjY1HsrNimk9te3JioN9+edAk+8ZpvLkotUcdeYrCtMeaUZZuo+Z3zfgizOfIkH6N2i6UUFEC
uS98bMEiuCJRel2NzSErGu2qzKKffRYeEE3fJ6RUA7ofFkKvXSwHbuARdN6FC2HXW1Vv4bTnb46S
XfV+u8hywEsWQMCKbmm6I0enP/oKctTOO+WFhTujpQ6WbDmtwXCsQ2JVI/7Te8Aumo2CNjUczZ9p
AWMqqLKNBFPe7YipcaWuOsAfWhEztkA4uC7L8oewpYcyN10xRJSUZASAdEkIUGBpiJNuI3X+0SjZ
ko4Sk43GMZ2mXUfARCBs10u7BfUs3xVdi8qQ8BIJJESueiWPSb4GXG8vyHUxZ2Q0YearO22jELXC
/8xcLbZvvTx4yhPBZqtt9r6iHvOiuG/HOAH0kXbbPDE91xtoUCXjAM0MIbCmRS812u5MQpWc1uI5
UJGVIlcqVuxMsfgN8Lu9gtD5AduGVD625CMmgkwjNvC+W0FkR7MZvSYcWt1yJFSRoD1ria67AcJl
vvhddo2605grjX0uI7R+2AdhkWXVSZWbw+ibR6HLU9avYqLPLPiiKkJviKcwMTIQeiAK/0kymQak
Sk/WYLe6VUShbJ5V/biS7SEGvY98u8sT4uEc0vUcM0q3cSVH3PLQe1AU/zbAPs1ZpeunP62B/58S
AzKwQVbLYMnDaWlZkYwr01IkHhfppaY3u9hjBy+V/lUc1W7fqdepjSvFdBZeWAHjMrqFkxW/wAOd
43JcenFGlo/lxVRAfMTspFqlByucQsyKSJtbdkF8FBCtZQCDHA55aN2ErR4suKU988NmAP/O58du
pc/6c+1RavTJV9mHWULkjgbjaqc3abrMUSrPIqdL3ZDwro0qUDIYRRH/8Ow+AZeIXcfqX328/jb5
gqBDyEe1HjPJ3ncSB6VK3ZoGAmLWWm1IfgSebK8zqCTM0xE6PKiDP5Kwu/eIV5R0k6O7r23HiqVt
RMIZy9pebXnN+1TdsTWNIWYQNlUmVCNz/FgS1HuDGQ4u6G2DQtRZDET0sO2TAsLTMcNbnDwUj8XP
wLY7ZPbSSpXwGXejsuhFG68cztYrzJa52wdN5wZtHngbIgKsZIGNNHZLcotmMl8fs4e3i3xyQytN
m5UFqgofKTL7OvW+8YKXxhFzpVd2xJEedd5EuwqefV611JJuQ5s8DSVHmB2RD1OmyyBFftBNAEx4
kKVHTnpfsyxHSabjVhUkMhGik9LBV0ntMpVuR2okfVhnWOaKhOQ6Q0SQkXNEyf8YsVVL1HRbduEv
8PB0ydutgwi6TYKdXrzEpndHzPO57VoXMMuysdWthfW2RVFZNVMQSlv98IAMVnHyUkJRK+JgFw9P
vtW4WTpcabp/6gfxKKX5PhfF2mDTZmaGSxLmFi/tlU1EpBaCNiqlYJ5K3R55x1lLBJWk5uy3D0Uf
XUe5naG1HxeGnT9OEeygZSdtVURmKaHOOiUCk1COGJfxErNHuEd5uO284th4EHDHeCDXsT0BFLri
s5wHZnWL9SlmOvtFSM1s1JqHLqAVEVfZjny+a6KenCN9QfO+aEp5QTAQYWvw5cJYm2tS+RS36Qy1
D/MueSfEtyK6YZ3CSOLs0BvfQXWlnFV0CPqD8MqjgbwwZHS1uOyIdFTJ/2vGGwwyjtuRpyTwxCAd
Pfm9R2Ik0gaooDr+4LJ49AWw35mqXEtOVbIjiu9VrF01joytFZNziFNhKQDP4Z0FWuQHbxUV9o0n
d84hdfKBUk4E7CUS9roMxZmeBsuizWG3gdFg3+v+eKc6zJwt+NudN1obzQ8OFIbAcSSBycKgYRaw
lIhkWplNjppHolkYvr8JCG6at7p146f9TRTGjy14mL8aCP+/nP+/JtAoBGqqwLTgYAGAgPmqvE9x
LM9/ldi+/0a8vS/0f/pn/S2ShPEGtxo2gqFbNsq5icXwt0xy+lsQGGjzaQ6YAOCb/136V+R/0QHE
ZguYxtbQSv6n8s/fQkaAZEBWqZQoFGX/UQPwN+b0P4X/P376pUzR8auwCZlBgEnuAiYSi/Tzlril
FEc/xC9lOAoLkQcFWXcY7wp/KZMlUs7pntsBExynb8JxZzq1YZ0g8bX1KsyZLm8QlRXF2fSOo7PK
yTYkYZfDfLOPrJ8su26K5iOsXwv9Crej59+2HoHbcyrMCmIU4zkMbmxxlJojwYeFuqvMc2bv9ejc
VjvBf+8kbzeGp6pf2Xbqxh4zaIn66lhKmK6G0R3ro4VhEzGKLF6sdO15151zb4SnTPol6DA0+rEc
mewcCNWkNcWHJDrrAOCUZcsZJ1uY6W1v4EB01YKQXxb7TUAgFBXPkiRbqLqEel0nRCtrtyNCQPGg
jD9aAZXx4LFPrDdY2fyOfPYFfQEzX0fxynD2JuvXGN87xlwVbt3PMsGEvDInA/4pcPZwu6N4V1HX
CLZadxjaM4IeDnNBsB3bJ8rkccV01y616Ezx19PWVrsux8e54a+lfjv9lS1H/SHorxpxm6M/l6Jd
khxS41jqN0V1Qx0+Ctb0GSOxCGyQERQhZmKk/LoazG05+V5nqjjkyhLHZBH8pVD9R/MIbXP++r/A
wa/I9En/Zw3A+tdz+fPvWeC3CuDwOs/S5/jf/1/1fmr4/Wf9LQbQ/oUSAPYrZBOCROjZ/XsmsMiQ
sA1Ak7TOUUYjxvnviUAy1H/RwaV+Dy1jUt5O88e/1QAGwSRIqWkOwkqB24Ie9h8ophnknSBoGlpX
ySmho2jRBkRd8LFZbGKx8tokkTaS0STEdUacpjLvqUgHTtINgsrGGO66rLl7d/M+6VFfNPMZdyLH
ALUDIC9Df7lsUjv1aOcZkA7I+lV5zmWqZDOMZtmDYTrJc5wG0nWmgDxrLa+uN7XeDy1bdZOJAhrY
IqB0nC30nCjQhrg0d5IO7KhfxsqyRLD8CFPOp5Wg2fkvrWn0nD57Hx0wuLRvgdnJt8MYFJyVmpUe
A0pxPYUKZERF6WCi3HpNy+Su1JW8cRMyg+zZGKrSIzKw8BwTTJwiDZzFppawD1M7GptsMAgwD8iU
O1lxGP11p/7RR/T/JmN1wiD/zx/cwh/y+v1HNf3jf31TmvkvRO9IQWwVUfq0UP77m1J1ZDTTmsvi
CohHNvim/+6rayhsEEWQTwvlj1fe4F/6+5NSlX9NS7FGr90ywRsy0v/2F8UazZ8BwFMnz4BF/PcO
471c3ZaoZ5YIYNzO1md2j6Mxi7d5QQZogXM3JpQ2vH13Yz77mD58w3+P6IB2YlRoW78Jh+8IbzlW
PfxYpAAJy95pckYxM/xrS/g/iucuJUN/XZVjojugaEmu0eQTeDcGaXp16zk2mdPzaENdlgKi+eZt
w3U4O/WzX1zprDFfy9k2d53N15d3IVr8fX0wY6Ff8vTglP4mC74be4iVnIOX57te+QpkIvYwZJs5
hES8wr401+VjooIV+Y5V++e4sOB4y+DuT8YW8hY+XnPYNEMgZMZNaw2hAa7iUjkSALoztYWh+Ys+
yq/U2FjZ5o+vr/ijgocLtuHVgoZmm2jxOC9vNjLAzB8GdgyZnnG8bNm8aBYt9ra9zTQErNR0jG8e
8Md14K8hUZfhJOGjQhR2IQwNW8NO/IYhq3x4qfq+3VqRjTWskc6tbN2VrEjXVRKJ2ddX+smwcMfY
jcPpZY7+jch+92jlvi0wJkdgBkY/UpAyqC/Ca1CY92JD+Olcc7Z6Z0mvX486OUb+s/v9fbGMit4O
KZ2FSPPiwdJNlQoBfwU/Mvl5GOTq+GGIbaKmvx5nWjwvx2HFJ1MGbfRkjfr4Apl+bJZVkRIVUsWz
IlOo3eLzl9Ndx9ny66GY2C6GMmQ0giayIICW2GQuh2oxWRUw1VOrpvx47PE86OM3g/x536ZBHFkH
SQ0q9dISk48xZSsJjiD5tcuwtjy36vrvgKyfXgk7HnUSSrL9ubhpSY+LEel3BNIg85ZS2+dIk4mP
jEAB//N7hu6YlQRjk47Y6uM98yMnUvnGeQ0C2WXedussdvn4Fl8P89ldY281+acAjaK1+jiMhT9A
V3NKLb4a3FpGeVPE+TdDKJ+OwVeksigi77y8aVKnNLlMb8dtKw5FwtPUM6Eo2botsxscDuRidtS4
BqVpqaI4gu70wNkpbeRrtWzx8vS1US96b/iO+vrJw4RzxQuDjQqNmXwxrSQSxXtKMhHZ42QR4Dag
M0w15bswgj+XJ5RsLOCsu4AMTbaWH+8xZlylrkI0RVrfvZQOKB6/jm5lJzbmtHkl2p3ZL1gu5pOR
+BR+MzMsESY01TY0ZLEviMpd6xHtiGLaK1qN9lY3tFU7MhTmo9zIP79+I/6c39HdcRpAEYgAk8/1
4681LV+P8TFyV4abuP9pecfYVa8G7e7rYS6Qu9M8xzig3Ezwj8DnL/HRijO2OGhwehgt7pq87ZYA
EfqjnXmRRJWragu3BHdgAS3tO3Om9eW6ITB0URLTtBokQcdRjotvJsU/p3z2bOghp92YTebJxaNK
8kqVh6ZicaMhYJeDf+6d9lnU68bY1EknrSem1Ter2yevISRLh3dQZvNHHsjFDZcSkH9s8N1CtxZw
wuAIhCmth/qbYKZPPkPWFGYT/KeEFV3OKD0ggFEm8JmYhpTCaJ143TLJbO/66wd7OQyQatZopkhW
TupJlxuiSJFUpUl4f/LBl04OJIV506nVNxdzuXpdjjL9indrM0HinpakARdDU3weaNRpYiLfd2qr
FXSiy+abF+PyIV2ON/39d+MFMM79tuWqjPKgK7uxuFe+u3GfDoGAG88Ju33csx+HMAGtYFFnCCfe
m7TjExtECinIXz8eZXqF36/7XAngcpPPjlO/wfrycRhVIKqLUpnvzkBfVmmg5GIv759aK2iPslxW
z1VVIXQY0fIk/blSmBwxHo3VNz/kcp75/TsU3CfT56b9cbl9PChpZcMaAXeKyMQoZ7aHFC2QjUWN
AGQRIU355tI/H5KaBb5kWeVo//HSbaND8kzz3dUx8a/0PCFKu8EU5pkaRf+wjW6AdhhzYm/BoGot
8lhJXdK6PQvFz13CtUcEKpp1pShmcVsX3vHr3/fJC4DzAasR0yue3qnm8/4dM0ads5He8fMQtrxK
tiaWGQV+l5gc3Gr/Z2NN39e797mwtcxQMdS5w6QZlbWf5uAs+zD75pKmd/aPl+3dJV3c8ck3G3Qj
O/cO68XeT/OtCD23M/UT9t7rgThpmH3Ns1WSH/T1BX4yDVG5mk7O7NXYu1+MPIYCcLtW8pqbUjOD
wyZ2pUo//etR/vyaWL3wqCCst6bLvCxRsQaT4QNA2xVJAJkK9N7AsW9mZIh4c3NZRv5dBjnY8dIt
eIsVZuVvJqY/DoJs3VVcc7LqoAK2yOb4+CR9KSn70QYiSLjuT6vWj7EW38iZjIIzCU5KWd/KjTqv
Qm2mlt7m68v/4429GPvija2z1pFF1WI81l5BypGGRG4JCMGvR7mgxAMXuhjm4mVV8i4rICeUbtEN
C8tq1pYUPteUWGammm/NxF8IUiWLuNlolqQTVpYGc6VqV1//jOmN+fAuT78CYwN1UX1q0ly8UcIq
KhlPcomnJzoT2rcNJWkhKdGNFnsLj972N5f92XjTPGCzCyP+BlvVh0/UtrxBaD2WgcAUM6aMFTyX
uck7ZUI5RG/x9dV9epPBQnN1lG9VDlIfh8M51VYVcXfcZGcd5OE2MNqrimZsqhdXSuQccrPMZ8po
7fOQ7mk+2CoEoe/m6MsN2PSoLTpJ/DeBfVCqP/4KEVpd09WTPDSgTX1bVypzFPZy6ySJQi/vIZp1
+U2sA7tbIt/Ojeuvb8PlGw3yW8PhwtO1dFKALksNddAOWtZxF9LkJA07p9JxYBjf3OvpfX3/Jk2D
8EinsrZtTSWNjxfZ6knKkWM65ISbRIRzQ144JOtZ/XcpJZ8NRJgBHGVbZ2M7ZTu9n+XzWNUTdVpC
9L5Y+JK3ilJRHkWTFtehF30zGXwyGIHnCk8PK9xUuP84WNRLhGPGNYOhOqMG5loa/WTEj8gavn5I
f8y63EC8SyyWlDABE09w4ffXJYPe9CmOlW776JxSb2mWACqho6K6LIFJhljXaZ195137Y0mhSILH
kcWEUh8f3MXJKK16aaxrziVi7PZ8gf4kZPvx9aV98tGDMaY2bE0ND2zQH68MyEKSqT1Xlvfxk2E0
MNiDs1071yadg5qYoa+H+/SS3g2nfhyuEwG+ST+aAm5DIq9Ese3b5ubrMS7fi6m29P6SLm5bb+sB
lUySO9l1GTOzg/SV4kj0mKknJ+c/G4w3w7bxtClspKk5X76EIQ4bX/YoMxBukc6DqpAfek/t3FTE
GaapSPrmpb+8gdN4tOxxrxn0i9hYfryBgdapZTzwKWNGimY2mDZaucri64v6fBAcWeQb8cqTv/7h
dTdgZ1Zd2BGdQ1wviAFhzLVA/y7+8vI5cSmOjPV8qoZgxZ/UB+8/qoZnVHUaty61IYNep91PPbhG
W/L1tfye3C4mP4ZxEBmwsNGJuFjWZNNLRB5hklFjGniRuMe09hzjeO3MeAuB+syWcanJNPEx95IZ
aa9FZO5VVENOZ9+pKbcZ+dyAst85W131zfujcAzgOt//QKJ7WN5pb/LiUtG//IGeIdnwZoj5KU1i
zpC7qsrcaBSpfGtGc4hnSizZEoRaSXgLp/aym4yyFpoaszE0ACHkshIriZffdPGU5Cfb95rgIfBt
Iz4CIU+tbT7AuwOGORjjDYzU/hh3Cj28VLZ22iiP4kdVFV4wN2s9O3XEanuzMPdo8w9RhLVOqexm
LcA4nYHzJVhabQTZntyW4s5RRl9hS9KMe/TT14CJ7EVlSdYdts3kqlODzt6HatXZ6wGHzpOCEhZ2
ZEf0YokSzVWUSWFrji2Y8k5tOe6M9nDS5STZ9KYGa6hQvbeQTfujH/v5AZGTdQRSnc8kUedrXYg3
w6hGfVMJjEIQAqdwNT8Y/YK0cDNw61KXBTI6xGurQaXKhSdDUosVeBSKPKUjSOu0y2UIo2ub0vPp
Fi3WTRorVdA+yrmj4r7x0r2nmj56Uht65LatQ+0s6mgZq3Ww6wzPw42E0zMWekUJrTQfZEmM5doY
FHkvK6l+RWClNh+i8cYUWX0swrTedGNQkVFW2suqCZbg4FNvo1Q47jw1CxZdlwb1WsIl071UBug+
PCZZt2wbvZ4nWmidyrZWJ5Fj3iwSA4B0wxOdK4M0YiAgT+vOqHuExfoY5sa8x26bbFo7HXeKyGUk
nGrCjUswrhKyMJNg2ZH3JAfnLhm2nY5YcwSYCEm7WCU52kczi6u3Uq61xdASfVzhvrTycR7IQ3FO
+hyLp00Js4/7N9skEC4LRCJmcpBK3qxIVrkxbFW5kxB96ObPPBkAT5q4UwRUi7kUQuuyRmD1rqr7
2rFIVHEmZVq+4nnVpz6EgX9wivHFkMcRlVuqoXvzY+6znkLhEZzWsUK+aS0x5HJko46hZp1hvPGj
IJl1mQ6FsJD1B8zmL5YWmk9RrKV7perArabTDwxFvmkzM9+EmTUqBOBKGzVX33INxT8a4qCYsVVa
5H4PMp/koVjcRb2PbDPPNnYrDXSD9Gsv+IWL0UaWAm/0ET/Oach4xixsOIUGtDFQU9xuHPKtlSet
yz8krRMLE2U5HSak0bN3Of+o4eWNegqdaqDykQ3u2ATZIu1lZRkp7clkF+3iJFTWXUJ5Mu7YcRQL
wr9vY62AOM1X57uGP5XUEUQXWh/+SCsORpWRNG7vFa8aLv9FEcb5wVGUccuxTEymf+1n1zfy6Gpm
oBMx9WOMox1FfwUZcA1lCy39AEM+OcU1iG7jMfcWmCW7u4zXI71S7aDPFnZHZgn2YSxRlYMdRxKp
uOkkmsEzLFfqTSO/4bOLISniywqcuR0HT6OqPvsSr1nPhgozbCXPefT1raCOuAN7E99Vnh7Okf6a
C/pvgdjWTG1Fi7mukYolJC71tQolk/yEytkkPrMCOSoJOiflUOY6hs2a4EQEtr5j/LLaEFOgsSUm
YdkN+WKsKz4goSMAIqJu0cYGtipZhZ2pKUBWAOHf+y2SRpgWKsIv9PZdVGIcrBKqZDb/fjdi6AzW
ul0t0tHZBJgikbv8MBp1iSF5XrPBiMdw2aKcbKPmoYcVL0chw0XzWInrn5j6qowCCFnZJvzqfAEp
bp0360jrZ0SLzzpSFarWm7MQkEGWdfW6zU3toeiUfp6m1SPz2NwhZq/dyoO/pZAGF1ke38AUAUXG
WJbH1j3Q2/YYoS+e+yY2umIUfb5U6BO8KDJi1dZUTxiNi61e6uNBFppZ4P1gY8F2gqJM6zfVK+bp
V9s3rkY5jtd2ZPq4drykOGFM9xatFCklCjH7RvN50pWhB6eoGVGe2R0Z6k3pFdc9cdY8bw1Xezao
8llV4tjVCRt9GUfL27SD99OusJQnfmveyyn2yVELDnrq7etAuk8N/THC3Jbb0TDzbftsamm/sCpt
DVoDzIZoi+tCssCzOT3TK2rdEIBFX/A++Y2jbIxCwR5bDr1+lTj0OJTew/0Ol04Hos76MMYeWlei
LDy7ieIFMZyIZD2KJiun9Vdez+ftoWp905O8kRcIeYfgFkv9cNZk0a/gDEt734w9czVWibWrUxFI
88EebTesEh1nsLrlk/P3tp3BC8WSAHrMrQOEMV1tJ7NRUV6rBqJv25v51m81HSpqB1LJGjD0grIe
V6NhnGMtyakGYknoRH4MtWxYcWSeS5hEqUXMbTFsOYXN4jJf1GnK2S4BQjWAOM2rnrgLVa5nDpQO
OhgNBNVJlvUQxWmmb3GXlvp15Wvar1IBVItRtwGHYUHJNg+aHBAD0Kwqr1qMGO1xtKFfDttjWNGV
yB0TrlaQbeJYJ8Sto6ZL3rRZXJdD2WzjoOzg+mm4m7FWRI+2Hwwx4uMeqaNuoDwOkh530+BANCW6
I2biK1AWlsYm8sEUOL0wtmSZazCsUhWGX5pOHHnfGPH7FOwUjAhnQl0B7EaRhXzZ1AmNDMZ1gI0U
Pn2TcYFQ1e9gVWNGSUpGcyvbRK3pW+Pa8xtrztbn1Ze19LXKxrZykVU9MlM900cjzSOpddKte4ec
BVXq1qOZFMdYaokmqTwZjxypt9pRAicNBc7vB4wljuhAPA/4v/qIrCVAXJP7ACrAobcGvK6GFt1J
iKG7Gbz2Hmp3Y7kZRUosnzIBEWu1sJrKLX3HP0ZjYf8oyrxb9Y4BZk/2jR5wVmUTcdIpKRQyCGMF
KXpG9gAP2oUf/FhZOTDrWLK6mdr2+1qVNkZe3PS2kv0ILaNexfpYLHNTUizu3hSoFHbdEaT7cA5S
i1Rw2XkgMqM4kGeAMyHrgnkfGMkKTjsc22TwT0qf4be0mKklYrFIBPeSSW4+5ohgk7vKiOikFl0u
I47FE18nJLNGvu8/+irphtg9cO3OkmJNUgm+NtUYn/RhOKbo+KO16WvrwM5hpPthjDiozc51Z9d7
D87dazJAIpNTtuCUo/srT/dWFkkqilEX11nghzipRDWvA12sEyzJ+9TGhx/IOHQT21+MY/JURs2m
S+MSAr24Sjz7Ns3T6uR41kNCPgOeIG05GnlF16E3ENPQ+JB00SaP/shd2cUI+lc564PLnOYdK6Fb
a33El5VMulwDV/nQsD9sRSvjrzOTa01p25C4kxyzHltggkxj/Toq1HgGEk7e6kNW7mw1qB7job/2
Y+VK8/oHadBWnQXweU0MKCRnzLMaSWb8ib75DItHI6WghFYxE7KCGSFksam9TTnq7Tkks4W8EkPy
nBnAtvKlC9Liofbs8jpn43sqqpQjTjXmt82Y7wapJVAj6/LrMCSDUCXfQBO1Nc+yXLyNgbxqvLJ/
zHMLqviUVzYrYv0+MIidNGT12WrCXwmRMvtA7X3yqUNEz6WFzTpSu5XScxFZOuVWiPBe07JsXgpQ
kx2Jx5CJYn/WdPGOyCDj5MMTWBkGBhq9ZTteDeHRl+U9XsIFQZAsbBw7b/DWFUT89T2GityaRxlm
R0AZZptbb6VlUoisc/+UNPbWJCEAjuGS4oZropMhkVda1RH7gRig475TtHTdZk67JEG5wn1ip6zD
dklgr4Xzp2MamEv5OH2PbhaY5wELaCvUAl6EGdONFgQ14YMk60FQH+lyXBmuiqyk3WlGmwVuX3or
szcBkij1Wx9lNJPkicqKWVNOVgJoB64FDiWvjQ9UpjM61cUC3f0oPXZCRui/EKTT4iX1J55qde04
2Y+0GIIF0Qhjsi/KskPJLQ81H0AgNmWjNIciZ5MV1HV/csrUn9tG3mfLCEodZHG5FfNQyD49fnoR
JAIF7SJXyJ/S6WTrIfOp1Zdl4fajl76RHiRtyh5wKwj5SGfZtIJ6EWnMqolTUvSGUQ6mN4HlNwJg
U8LqBb06pWgvfBCO14J0ZEc1hAWTuMBrtIzLRl+rli/mNEkxhWUCCA0unpmeSUe/F2+Ac8uryKyJ
Y9I6Bw5FyDK5rplGyQxoOvahSk2Jd252RebP+XDS57FznGLLqdnzdy0xNuke89QwIp0vtJTMISN0
rh1vkn9xxPRxEyk2RqfQqxNBOmhT4pq2Cni5M4c1sz6IpLbotMNTredgafltg+II87qkMqwt6ea2
yhyqv7Ppey1Wt/jWB/lMrlwKYy5IK7AoOuQvMkWAgAdw9RYkwmvDQ1hSqHF9g/CIBqQoQBmfbnde
25i+ofAkeNFkzXtQs6QNV7Ie4JCGYBlBLGms/LkwPRxUkcAV6OqGHN8NVWvFi/9i70yW41audf0q
Ds+hQKLH4JxBtew7UaKoCUINhUSiT/R4+vuhpL3NorTFqzije+OEHba3JRIFVCJzrX/9zTBO0ztm
h6m9r6spfIqtFNEiUpfqole2vPHxMn0benH32FluVGzjeZLjRaX64Yy/KYyPQxzE+V7hz/5e5nM/
IdnLRvtzklThDW1Hya5cKdu+piDxh/eys4ptFCchXmKJMQXve3JVo2tZ9U2wiqvRTy5U13jxVWlP
prthe6rYkvKKRIawvahKKU5GPeAEVs6npI243ItGSpKOJHkQvLKqchotpGGuts8QQNbhQ1n0Hblf
RKsXa6Oyw32auuE+oR5rT8Y5IfbSoI+yKjdOtxzekcdqDK8mpx0u4fd8GoQ6LwxB8EdR43kkjKJF
rRf26ZdBx/pdIgZ5UekJhyCmvmyDHf6ybglz+l3S2y7xUVV0b4Rvk0SfJV5JI06ALFtBhcaTk2TH
wVf18qqUEFWdpySu32qCjqIzoBzrgtY8Rgk49JvYoYs198K8dVPa4jE2s3Gba9snsGveILKNE4SB
eBIKcqktzRHcmZvGSoKLaMJ2d1eQYdMH9lwsSZRXWRKd2wmhW+Z0busHx/84zeF6xmN3F9lTeRUn
2s5utba8CIHdesAPgJhq94qEmPK2QibqzzdcsPwwWKLaDb36mCrK/XgWtFqXc/Sgg42xOJ+M51OD
pFgqF4RX6XonlfMZwMNYD/2ESLvA76Vqkguk3e1lS1fnBQgUeUre0HaIPzSK3LFFf56Y+36czaeG
iSSSVXdGOQZ+qe8zegE35cWbGHb3+hx8zr6zLVG/H6z6XXUOIKgv/K7MOC0rfrtWeACtcqN1Liy7
rUgRJ3RrE+fmNrXEFb7IccF27oXGrooGibbOxEE88UgWJZNBbujYFQJqhSPuZ8uTK68Y25XXosdm
ky2wl1TYQBEut2qF2A49UcPzhFAy6ZO1OVAd8oR8OxOrCvrDqRvOdbZNtJcbjOwT7GvTOKlBKT0k
1WZuGztHl7K9zF3jTFrWxxCH4y9+nKWYnx6S4AcbWRALkuaGVONPBU4wOR6ngDKaWV9xEeB5janR
mMktyVUJnk4WUQ3E2TRXhOxEADp2BJlQmnxgCrds29W+c99O43mKRS2OGkX1OKbmqa8jwmUS7L6G
bRmz4q+MSUyrupP3NQTWajv4zlPj2HvQ3Ie2pgs7yfNW+kBW0kNVO6VXoihsslLQ+6S8J/fUpPFd
G1Y7l/yDeEucqHtqiSXZbTDta3LgMGPKDJwCVzaOZ+O94y0yT6ep14kIomHTYIdsxu396OHw/bkT
ZnSB6A9HmTnBCIKTeW3NLnqwVd6w36Ee9XEgOu1c4zJNG7ErpT4byv6qJ0oV5C08I2aouupwICxK
U2DXFDQp9lAztg6bznAF0YDlgL8EC8dNL4CbZ0y+YoMlNRfuZbWEPUnKhk8iGrDGmqi0z/wit8AT
ELovYMJooJPNxuu+SNkVg2SmD/PLb1kmM3VbAK6/DSNmzmvRzGQWmRmhYYjbL0aiVYprfG8mqrx2
jE67oNZWtNJWVxPWHuluPuvdxrywoW8G6LHLpqBakKyyjNT5tKfA3aWgF5h4zGlxL9NwIG/Hkw+l
tFVx0UgCF9dBmtXWNvasdLieoj7GXcya/OlMVPE95dNkbENjQNPrjKPzzUynfNg2Kf1hb1hq0wGY
noaF1X6JHG+4R+8dfcW/PTWwJTPyW0SfeLQYfSQ2KVpYuofGGZetJoeQP0OHkzGKYneKv6RY9pzj
5x2fRDMhuOsobUvk5RlkvlMGI2I7BYLx1U41/kjwFNh1lbt3FX7c0UjRNIecd0sEJN3o45CgAyy+
GM7YVHRQjc8ej6FQDJFR7LB351fACUkNo9uTKg5jRlYVwIBbJPKGGsp5ByZ+YzdzcZIy4zvHS8G9
HnMaI4EDxIYzdFBnKKAz4gdZWeASomzWBKsHDv1ZjlzPqidQ+JMxM6uBIN5UW3NtfBoGCICGiU9b
jin54Gbpih1gOvn9HOIX044DKdNzTQfq50t3QTwOZylLZipNqzcJ8NfEHu6F99H4ykR5mQA9Hyew
zuE5Bh6TGzNY5h7HYxVrrNvQ6Rl/MVVo176ycIMX6iGV3gNNK2Y7ksbA7Z0/nVYeruuiRWEqZdo4
OR5fVyI2iY2MyRQKqmyPEUN6lU9l9QoB5uW8crmKC5mQua/v8h8vWAMkCbRSZjxG6RAYjxl1nFv1
bvYDPLa9/hS/4OKV4e8vvjjG2fBSGZHizhy8mJDKNm/qjjebHlHkJ1UBrNZPVXGqYemsbXhGryyU
Zbh2/P055Bd4hMwKBw6z++IOxeDbpVXRcQSN2ofxhN12cKWICrO76WTABWGS+nObZh/+dH06sKVx
SOX7Y27uvpj5kXYEVdPHVySv8j3f7mZsEbc23l3UBq+MF39+olzKIbTDYW4aIj04XiljUadWv3QT
OdANhnsmfBOhKYVfWSs/vwnQKmCGshhDVL7uiwEjfupwESrYCHatNoxSNi0pt4WYt4OWm6kVyyn2
ymL5iWXs83LbmIkvtsRQd8IXb0EweORd+rx9nXDQwo9i30qcpihTGGeZ7xqRPjZlcxKDPdaYTNgp
nbXd3inFvOH3X+hPd4+psQ/XHAI8PuU/cTF6QzRTukz2XTxZJvu2HMw1cP7K1pRS2Unxmmjmp3W7
XM9ljouMxGere7FucX9n0ZY4ZcGHvWnP5xWOkOvpod3//rZ+2gC4zDL/XvjtmF0exNzPiISFR5Hv
cbavgawKAiprfw1x6a5yjXsOimQdWP3mf3ZF63i5hoUd5Lib6LWXfdUZqoLMAOMEKDTancpf5Zos
z+nZ+w990FloH1By2cSZwL9YQVCV6jYO4LFUmMsSSXVlN6Q+UEfSwpTxiTWHO1xPdxJbtcN9/pG4
8tcKZZRxX8pq0kks2//eP5VXn/Kn5v8FGfPCbf9nVeX5UzF9eq6qhA3/l6zSQQZponNjA0GqgoE5
6/C7aQH55CFEApt36m/t5A9ZpfvGPGw2sAxwLgCo5qz4S6nsvIGoxJL1Id0joUMi9ie6ypf7DMT6
hbC7SBoIiiJO6sXeFkmDXMFCfHbHIhLWh1Go0UtWNtjQ8AF4HZ4apeuAkrnvFDPKiZF3AWpsXESl
QaXeOcFshLjhuh0oFUkt7fT47FHefF+w/5z9BJOBDxiQvRlwksEWfUkssmK/rKK0+zpKiFFb24ic
fO3mWUE1PXaV/8qucMxYocT0vUVYhhSLLhBF1ouXpp+Bthx45oyIMax1GmwGqjGtbn9/T7+6ik3q
G7pPIpLEywNFSgiSJFESljrVPDUyS05x++pf4TAfb9zf78Xm7LfYR70Qo4vj/SYwS8YVFuBjJXK1
63EyuArx9DkpEHefM2kKt6asnpwmnl65vWMu4o8LQ3Rja8VznyP6+MJ1HfbNgOvNahoo/+klh1Pd
4PMnQDVfob0clwA/LsUJyWbuCNcyXyzfuRgrTNQ0AKtQxbpr6WPkXH8ajPmbaefilaPwpxtD1Ma7
HSIhDZa4gRerI8xJn1RE1ePCGD+0Tm1uA6d5mjwxv3Jby8f+z97NbXHkcwno9ItjASXj8RNUZppq
MN5kFRGguCHlKMf8aHC2tYdRnAvWcM5Ebvqj7LPDRbFHh76HrJLzPrSPL0qUeaLGjJihdNC4Pc1D
1X0THZ5orzzFn1Z/INgSF6ogZu0+Sorj6wBTMENWXGfG0viDG5FjGyeV+vz7d0z8tDS4zCLQWP5l
cncvLuMS+mi10AtW0FG6layYoKiwd/ZJjKuHZroal5tMOftGR+uaGHOWy0lK6T+b5eUUdowedXll
e/PN7z/Xr+5+oZm6FhVVgKr+xd0nbkH6LX4qanaLU+EymE57Qnd/f5VfrNTQotNgU8fy6icxkzmr
POgdnnE+6GEhUZSjg4si/fI6sycGJ7+/3K+eNZkX2N0TOmjC2D2+KSeMsMVTmOsaWFjvBif4KPrg
vAncMzCh+JU9+tcX80ykZ5h5cIfHF3NLHAcciGYr0mKLk3w221uRlIxwU8O2tuS2168tpZ9fR4u3
UOAbgu8QReOLK2ItrvQgeB37cKivlAw+NCI4C8thWMN6II9ib7QfFnPUEUIWRDos/dKJmU1drzHm
hmkU82mnQr2XBg7jv3/0P68ni1LPtTw8TfxFG3X8NLzl3OQzQ2pBaQ6ORXVu2fl0+vur/LyeuArx
kzaJIfA4F3OI5xxLESVMvDycoNESeNP5SGQo7avKomEfR4kKX7mpF0TpZS/iesj1+XrZDXjwx9ez
h8isCxc3b3qBJj/re49RWjnL9BugKS7wOAXEHxRkJRwGNVrYbW1j+WgCQAcb4Mzy8ve3/6uHDKy8
FFy0QdABjj9O2xVxkC9G2Hkads0JrIBuPGFeCWnhf3ahF+dZqTrpEjcksRRS2UlJmbDFkOm13WFZ
r8fHi0WJAw89sEza2pfhj1Y7WI7X83SLopdiowvbHOHl2N77gfCo5KS1kmE6dVqFLyKCZ5DR39/l
r1bT4iVimei32ZxefLulyIg0btkDU9+YN9OSBp7HBKuEVf9a5KS9ZPwc3+xyCvCdgYxxTf7h+Lsz
UQoWjLoU+PTQ1CcZ1APmxjrE0jEfitjcdEkQ3lvOmHtknjc+HrXwTGJOJ1eEX/GdD96RU1dgWWMP
RU+3L6sSqH6FcXtQfqa+r4svWsIJuQp11UWk9EkJCYt6C+0dFMU6emyrqRNnBoNfZgNmOiwSf2tM
b5lAYQvaQcQ27+RICNxlMdSNZtTXMlwF+6ogb8NbGlIDZqYLLB2V5nwlcVF31p3iM62NudftLgRX
arfQgIgfHvQIVB+EhrGuOpV8jY2YQSVMvtg7t8twZtwrgO/5CG2a7puwslsYK0XprSx7svu1mZQR
MQkmBox7TIF1fcZ77n6kILLzi1Rn2trnng/rHtTD9aeVY8PAIYY88yU4OfHa0oCgwyRniC41qcdx
dotGB57suVnGjlaPqipE7KMDl2nPpFzmfUhOdihGDDOl1sEUbAIDf8dTv4zaT05ttzdVniW3flAB
HDdNXvYbpU0zJADbIckrzcT8ljFsHe9NVZk+xKUi/di3ef5VawNTTDtNRbVpJh+kFH5UeJNCHXsk
KlBw+ncl7uYdb1tyZklmSKci0wF+saNOvE0y2jLZOEPYyzMvspPH3vBMfc5YICAOaWonG5iSOlB/
MAeHib3CAfOxwQV29jcBjw2T6j50DR6wdOqzaMDumhk5CoKbOExgVNe5jom2hpQD1I6bkrdRQZTt
mSrBAVJFO1UrEJL4U53iJLyCvAKtokwNIWEiYbN3zsR8eu+4edDB/3XyftONkXOC8F6Ty2uXOfJQ
QUYnr3iaQxSt7EpAQw28EnaN7MY7qYskXxtiCq5VUIeQ3HwSAuYUMnfL8RqPzUYPVgWn3R8qcr6V
X5K8SZYljqn4xWJd03DhrMiW4dCgH+IlFhtnl7a6NcqsN9bTMqBrGidMNtRDwr8vbPxp7wbsKJpV
bncSSztHzFnIACTui/fj2HQb7KJa820ajJ7eBtjXE3Q6Zuj7zxxIAEVwXvT4UyeniqMqOaWjIRwh
NzQxCIPsMtJrVUC8t2Gqz0x3W3lZjgkue0WfwQ5KjSy4kqLJ4ETQJEDfKQuUy2z9Ne6fMTEvK3ca
ImOVTI18cqcMoCuVzRhuMxCjYOH4wDNVliLKBVwSehW8EBt758LwMFfuGZ+uIXybHTkhMwGgXlGM
xLXHwfIrwUsXi0/Fo+tq0Ua8cKMzbqohH9MTmJdk5EDTmi+UQUQmgZqhKxnVh64mjT5srunlynBb
+ZjDr1WpF2ow6e5Y5BMaceEhzSJxqIidahNVWZVumsIeRprLBDZ7JIsJItaY4H+dk3vyCRcD9wEl
szNsR0ZXp0lsW9amJ5QX01bTqB7lMAzhYzrXc/PgRFD1Ni2mwV/qLBC8BbP2rL0XO0V4XmrIaWeB
9it/C9aea3R+DQ20znL7Yx+1uIfVFXbdKzsc8d+NPFN9kUGY9Xt43KQT0HUU20oRGs3tpJ674ilB
oGm0qusdVYDvrSXAioffeJ5P0GfwD1oFqsltpuxJfUXEjvMBPpz6VrakOSwzepyU4rqG1SlzkX9I
Q3OGyJ1bFbawdsEuYWNCjevv0PcKc1lccdZGW8LPgXbu3sWEJ3prrMjIsfRmsikhWypEBj1+pNl5
kTEAfdtimWaJdZC3tbO3LFlUsM9akh92GJaamukfcbOrYRiTa2P2RbyOec/m9D2GqnGQnlD0U8TC
pO70wtrWvt217ZOvIlc/5rKCmgY/jsyLibWoecM6avnuZuxj69TAtxVOhhINjGy3UBuAyzQ9k6Xr
FOw42UjoQ4KGtlprnGaMEYFrPnjuhkZkIFYntKC71d9rwz/C+/7/NFNblHL/DPttW5mUVXKE/C0/
8d1PzfHfMHXBk4P6Bk0XFkJ/A3/4ECIcQ+Pt0b5QgFH+/AD+hIMJG5VZiJKULEMmKH8Df/YbQOpF
Ge7zB4te0f4T3A9N3lFZBK62II94GLiWcBwOkRcVvYI+aLbeSNJMSiQRzuvavYEmU3NASSvWZ9CT
4iU2isJgoQ2iF/c3fTpzvGnN3q2VY+kPNVGcMBogEFmSfqez9HniZ+oRZhYnpjycnrDFOEmJXuJU
FYcTtj2ctvpw8srDKayWAxlFTnQDnZYwAsweOLENMrPxaLdE/rVdjnQozBicN2mj471aDv2kZhK7
SQ61AIqBCueDQ42QjUNyay+FQxRnCKJcDw4swygdl2yIqSsZzA5skaqt9LnFyUNA6jT7i224qd09
nUcl3jWJGipCWwFIV9kUZiSLpAVmwbpsw4h9WcfxbszNOD2zzTo0rwuHnJA9JRHGrmlUoKqfY4vQ
CxKfixDGq6FzrI2H0bbDa1W2M2zMISAMETZwPQ0VYRyeImmmbfWSxz6DzZFW5Eu1dUus7DmvCsFh
gXs0wqVuwiF9fusrMuPvyZAX7oz8xJVN8NkyoTx250C0nEK3vd/IDHyjN6QKr6DHec1wZ+HcMtfr
nFDnDolUz5mGNAbn2rye72ZPWWm37rkpOPdpQ4Q20QR2QsY2tVIsVmaBFdAuRTfebYFkYefkXm3j
HOeqvD1Puiz9KAzCNxBm+LIOboZJcljOo5y6lQndsH8bZ7wvW0dB3IEYaYnirqxrO720m7ZJ937W
01fbmdLGxoM8gSSeuWm7CnSI6b6I5xIVYYIHzuncwj/zoBIMFWzogQTjk8m1utOm6ChcujYKZ4qo
krgErVxr2DqxHv2dN8Vkzcxxb9pnFkdQeVlOA4lBKIWKeyJsmoXmlLZYdff8pCCgykeH4zsbXJb8
Zt/Gc3Ajm2YUG0BO20J3FvcXfEPqOnHTojoJO6KecbxNxg++rwZI5mUwLOvWi/pk55mjGk/7poys
deJ1KBeCoKmH7aCI8tiPLtHrPJmEfn7MIPlsBleP1kfLQDy5Ie0WGl1p9119HmITD8DKRImkDRHF
lb4lUMW/CzEdSE7IzyDXtp6jKJpWPUeSeEeBBJvUkslAQgdrvdqRIF52p3EGpew04kDO4Dfh+68u
3Qn+LBB4AucDVjslUryIe5S1Va0TyA+Qlf32esq8NoMm22bOx3aOTZKN3MzF4D5pIcYmGPPidXM9
kwttX7q8/P2VrHNydksyh8ovwLXzuMZm27sx674IyXeZIw7O1JFry8s1UTR1fWXUYnDWohfBbT2T
R3aSjbSIcEHJrZMErPfrobRJwU7SrnLW9ZignYYXbN5aRIGIrWlIHFeDGEvylW+m+C3AAAzedgGJ
FtDzMX3vREKYFRb58jbG02nPVfNx1cDkAlAhwrlYOXXeQALrnF7uzLxLTsGeFrZSih5go4YOiYPn
edVnsIiJaLBoIAhrNkNFUQGL8yzoqN83BWvk1psi/06qRHpbdlMim3rR4A3hlGnvrmLfRU1EanhL
UFsZxO+QrUyfGggS9CJ5HpOulTRihIUb8S7oNMmeoFnmmop2Cj6Ps6idTclk+KPXGnCcahEFp45c
kpeQxqZnESEDpJ0IzFlWBCTZUNgmEqgWjWJgbfGMJQwjS3vicuC9mWdzrCsWDhD6N6aj2blGA/mu
L7JanlJMRbKEvFsPbz132Udgv/ZPHtNc9yyxGUyTJBZV9wmu9leVMOtx6/WmZ0NxQN+5YcA0XXlj
wGFgdSYCCGClJtgDeagG531P3846z6NVIFtPr7StG0Txdijni5Q976ZIfQKmYDryQi0ytWKD6Zd4
9Ix2ZJ9wuulWExdvbPGZjxyUbJXVBdeQ1pO+XmVZhISHiQUyzNlrQtLpq9Ac3XHjpzZfgc4br8Kb
K3c46QJvCB8qFWOUF7VsXivfMqjbRRtg0a0oy8iywXCC8tuRWqIUMzzvFiAsae2d42UY06emOweL
oNZ80EZmtGfepFA1eAsovR5I2/HXYeGIr5ZJmu2W4JumOKuyUeG0bdmcfohr4A86rR9m0M9s8bVo
CL7dWxrtxwolVtsRI44rTbuzx0x769woIlSAWP1Q7AZdsinS1L6E/yxTaHCVU/ZbA5awvaI7tLt3
Q+h0b6OZTO9Vk2X1Da8A94qjB0KLUBv9aZ5E3Dbjq/IB6V1KVtMosQ4QTd6lW2XFYXfudXMKkdxN
ajf9VsjED05ZGxWSGXCfdIUVQL98yEmnLgoribiI+Vv23k8bgkywleniezIWjerKTJimfFYEhvB0
rbLMS6xBUek423bWZLIomHElQTzZrEgtJBDL2hKaRexJoyoDKqxim4YFIhSMsgE62MqsIt1uoVfS
/KA9m25SHh4BPOUi2TCiVkRQl0KZbsmIyz7x96b3fo9bwaQM/KMs6uj7wez9q6HJSMYE9a0/uGKw
5hUZxT5xHINFgAPyoPCb0SggFcypiqvQHJK3IdziGyuMqgDAKZwfUFo7H/mo/aMy9HyZpDEBfb5O
qtvMk/re7mmO6NXHtNvlDsfjqqNbbZclViJPIheFTy3LEIAlSAZamhBrk1Vjmx6lDI4fI7mJMdkr
2ZiTZEInOV9EzTC2a1Hk8Qknaov0yuvTHb0SRG7pOe1Zwa00xOyl+o7cPvi/JFGWF2Fq4bNO1GP5
Hq2QvurjJQUW0Ye6Qw7efB2axr1L0yh36BBp0WHsqagmUq+m9kNsFyEScsN23RdDsZ/zYfBPgaxd
UigG5AOrZHTzYmfaWQkfnUwwUl20pt8dqq/tLFGgE5enP1ChdQhucV/7wgY7chQ7LgOoGhngtDJJ
t7uWfrXE4819Pa5ZJ3DtRBgZGAySVnLSFhF4xiCa9GKyK4uCM6jML14tUwOK+QD5Sbsh8FQwTSa0
WsZp2M7HdnE+5rHyVwxNqHmKomyRjnn0sftQBpAzpe69R1OkdOW4rHjFheQFRaQVasVmb3RoAvNW
IMKcEY8WGyLH4wASa4vECaFxD7feUR+ULWp+bS4nNr3ZS9O1SQHToP3qcjRZBqAHLomz8VV3QWLC
F8+JssAWzyPDM5kiVNtFEzvQkafg3XJ9aJpjJLNkhXq3NdcZHNjWJzUOah0nRt3ZKFMMGbLH2bU4
KeNhzHewy73rMWL4TDs/2mTpqDFF+VnmxmXnl1rssQZ1SfENZ1CxCiMT2NOyM9F0Qask7ycPtmVG
8uEOd3N4+hHT4/3kUiyS5i0dntiqtWY7Wxeqc5/KA44zHCCdrB6L9+V3qCdynIR8vgMG5IfWbN4t
bgf+vT7gRF6ZNrALFvQoPwBJ7YIpZQu8FH6HmpID7jR9B6GIXVogKe+AT9XfwaqhiCgAp+8wFmc2
eYjpAm/pOQyul148XycL/BV5C4G0PKBiBVRBc2Ue0DIDkQXQGRac4GjIQKgWDuiakzdht4sX0C04
4G9wssHicok+bOXlHhidKqv4E+p8kLvpgOIlC6CHE2RKotwB5yP9Gczv0Hj+bwv+7wC4/p9b8Hv5
9K/9p/zzcRO+/MxfmSFLUgBEDv7NqbnwPf/qwg2B4TkTHf5/fP8XshQN+l9tuP0G+mIACY0Onq57
cT79wb8R9puD18gSJ8LQDYflP2nDmUEcteEuFjOmY5kLzwc6AYTUZXrxjIZW0UdMY5bdWmNCD2hM
KvhY0Irf2jm296vaVVFRXTuCmvre78MmwtejDu/pUoevcwXVn0jMQJ3NVZCj986C7AFhDdmmRqXC
U+YN9kMfJZa5t7Ew2IQyme9Kb2mwzcoZ5FkNxdC4qP3cVDBCu+Rd15r1R43mtockPg7tztVRU18m
hjTNVZxnMd6mbgDpvTCpZzGVJvGwRm4aJsESj5fEAxR+f5koBF3Zi5Xq0b4iKB9y+uDcnhZ56UC0
eSojZ+sBgbeYlRraXpMqmSztTIglGaz7ZaSRBByMVW1DxNV1gBd6aUZfIOT4AHJWipXCrBwZb+NC
lNGGXCAgZDjk8SocHdQi3oSyAKVJG2XrKB4wqXDTxZrVsAa/WrdAf8XWSMf+vjKxnmvZeJ1VXVMO
QTIHc13PTkhVpxEacf6Kepw2oq0NdUrq9EQ83CJHtdswf0hVC5F3yJ36AUQhw4wkrI1k6+F5huxc
q0RsZ6gHBSFvhAqtfIDSq8RgiySDrSLMzGTSOZ4wmkAoOw0oJddxoNPxxCCKFdwWsgQDhtn66grp
xLvQoabaIOBh/oQ0kSoTnYEy11M1GA2BqSkAc5CTqLuu0y7JNgHOTyg+1GSK9w29H+dPlfb81Ozi
DStQnM24xfQKk3C/I4sefUO78zG6idedidUEjqT1eNcnZnyW42KdbTKTwpeCJJxxaClbTv5UCeaD
WItYP9y3/3dT+3f4201t3336+pShZXh6zilcfubHpuaJN5D/IOMuYODCDmTT+BGExB8FIIpMzE2L
GS4BKf/Z1Lw38M3YBx38ixb1+7NNzX0DqwGzKyb8UGXgU//JpsYHezZwha63TFqxlbRDiwsBZx5v
aV6FuxWDxG6DpuIhQhuBG2yboONtCPSwjO9HH1TR+Km8+ZkfePh1/xlmf7+cK+B/UyJgQbtAps93
UI3XQ5mnVsvcHw4IgGfQbtnyh48x0moqddCVVRIoBl8u4tSvZQfp/qTStjg107nFilEkpiS9sbMe
tYVLRYKW6K4va9zklZicWwy9iSgtbN6uteKW9y5Tv70fk5+OGzhmgkmdnM1TTOAhapZ7ZO9MA8Y2
XCMjpFUHIjydJtJH154btYTFAxDuYm+SMUFuUxWu0OSkt4S0B0Q+hr16hYvnHNOAvz8eL1gWCfZQ
fCkvDhiD+YYo5uXxAGF+JIWleucxERBb1ORLKlPAyMsb2UYgqBgf+V9sM5aTRUS0Fi0qVIRKQFiz
4hH4I3sxMxpFiduUQBRVHuAflpD82WbsSau5QAHnMZGoV4nqoVD1aGG3ovTE14YdV+26LiSru1bT
aVYrl+g3RnfA0C6Yh6eCc2wqKw4i27go+7xDjYGxG3M6ts/VnIv4ljy39IOi1pqjxNSbZ5XDLxbS
C7vzw5PyYUsHOIkJOuyXdu/zrDMalbDZmPiSrvoeIZ8bxOAxBs4hPSJfVV24dWPsBbbercATbu5i
hgQ5jJtEWOcFSXRv28F098YSc9fjyoSZjPneAHja582YbV/5wLywL1+0w0jAxrYaYYIN6fj5ys9i
hrKpRR54UUQKgXUQnfRj+IHh77gimKiBFImVgD3i8c/4qd3lc+jus1T3f8SOOTw4rAwtJDX8l8lr
f/w52szFtdaN2w0ug4R4GJGNOoKAx1dud/k1L150fj96JAafuBkeOEPPSiVyS+sg47zdpHHM1BNg
lPNNi00WO826ae3xhOQDb8vnhaoxx9FZ2ihr7Zakxogses2E/wW/cLlreNvQSQiIgV+CeeTxXbtw
QnygimaTOVN9YaFBPWXkjmUfDJ5hFcmBMHQ7cq1tkbfVJ2XNZxMM1vOO1DRGufgm9MFc7CAsITRF
SxpdojSv+/XvH9rxlOfwIZkWLbUs1CWXiOTjDzm2tY9Nk9ls5oHUbJKWLmdRnLXENZ0BjEGXtb4v
yj86tK8xb3vb6qen9vJT9ZLef6QBuO5Rb3f66V/8xeZfu674+qlNyuLlzyxX/1s40Pz34Y85HTaf
2k9H/0BcfdJOt92Tnu6emi5r/0ocWv7m/+0f/uvp8Fvup+rpv/79pexQfPPbYj7W8+OYhvTZN7H8
/h8/t2ga/uvfNzJZYg6T4qn56ae+n+IkmLxhJTLrg77Hce3w1Xw/xGlK3uD/TDCP6xHz8Hw+SKgS
fDjYcbj7QdmH2f13Y0JIE2vRgue9UBQPKU1/3f2PzY8H94+n6nJo/uddoxJYlDG4Q3OiLtFO5ot1
k7pWM+m+MC800MnOYrS3jV2Sz589kx9Xfc7t//kqBKUJDhvKESqFlxuHUHlFQZvPF2Hv2qRFw5ds
ZD7s//wqDp687Oh4n7ovGbdT3wZZ2IcT3i4Rye+tMSOJc8dX3rQXlMXlkcFmhgMJr3l5dIdO79n2
BOEqKD2/Gi/soYQjwniCRsd3pPfOYDJzPbve8I2pTH2f1YK4ay/CWXHjejDKN4mBXcgrddEvni36
JvQFzIpNFhJD5ueHQwcyw2xNctcmYl4T+ezZBNX6z86gw117DuEPFBeLmXf44gzyGJcYMq6GC/h8
abaZ0wT7Egw5u3yZ6FToKgcbSXM/FhnUsibI389z12E2VKel3JS0Y6/wq5f7Ol658FN5nUgA5MuA
rHp830VQ66hNmv4imcvPfuEgO9Dl1x5Yd/f7ZXVc5i537gokOPbiOWB51qHwevZ9S7rcKrHq/gJi
SPkljvtkm9HtbmvA3CvcL8NXrveLBUaZi9IBGQzpWbyfx3cWZ12jEpM76/2+wmmGplKlw/jocgg9
AP5nGIzmvf8t8qbmqxCV/JYlnr82QvrKP11cEG5g1NM0WHQguKEef5SmHIm7Hyv/XLF/bPK4JeaH
V/CVV+qnJby8sybKtYBNCBnLiyVMvUWarwzdcwOl6z6uvG+iNL2T33+Nv7gI/dLii0zCDYKs5Wt+
9jUGdiFYllV1UTNnX7e+qN8BKYqH319l2S+PVqXDQJpVAnYEffwn1r/uuqqsyyi7sEWczDuZF6re
dr7ug+1M6vdjFTQ4A8yAtz/UeP+4k7/0R1+aOp/lSWWGinUhlhzfoBnJSmBRVl74uirhKcUqLTYg
KvZ5248SKvXsN3dzVmnrxJV+oFaeN4Daa3QV8yZMJ3lrBKil7/74gUBABkGDgwzARvTu0WPP4JtY
feHrCxXMXYmytpowodVm8S2j0At2Vj4732rVNn8oGv4/nJ1Xj9tIGq5/EQHmcCtK6pbYdttuh7Vv
CI89Zs4spl9/nupzLixKR0QPsJjFrBcuVbHCF97Achg63ScqghqRG/2my4FjOAWIDSX5E8JGkEEc
euxoQIX7TlX7pyYj+7k/0ev9JcezpUkOjz3sssvxKAq3EU24/KmIEG4aJ3AIeCYZ+/ujyOW63F/k
73xj2MkuF9/6MjK9Pq1RR8+fqi419PeZ6iy0LBezn0hSo8oNBq+ZPoMIT/+lL4F26v3hb0ySeIQ3
nKRf/mf1ClRlTguyqKqnqvV4XTO0MyiSaxv3gXZ1t5sE8Pg/U60lR2MvX64lPEtkOslYn/RFKYDP
IKaKQ/JC3hoj2Fef9FxMvwZbTZQd6pjNl8Fzim+eTS0M/R6n+1rYNVk24NGK8lkWttA30gIFrvuL
8VpxWH0MRNw1WJokZpI2cfkzacvVVpbr5RPNAf3L2M8xXdul2DtjnDw4Xjl8raNx+ULJN32gA4HW
TbpkJwocyTeVDtajscAg8Uo737iE1pYbsDuhlaJ4bCEIoEnO/OUPm9HyGb0ynQPa0fF7Ia3WMTSg
AODVWnIuXHsJolntH0ewSKjUIawbz0n2+/7yXO2V1x9BEsd2QeJ/bRvVtNGo6Y03BVHsiM+OFRZn
FTTX1keQi3zxERiGnNiWARkuVes4YIpdenF0QoNwTCLawoOhIElnGGBZRgDdn9M4z7+jD2m81Nls
hkBsEwdjAySAj1W2gF4S04Tm3P25X21gh8vfdOACQ/wlXlpdPn2bIWI6TVOgTJbho3XbnUAsjUej
UdSNBbgxFL15kF8QI+FlvT4Lf71remGgxtk3Ikgt/NYmfcbLlzJUMLiJ/ef+rG58UU9SzSGaQ+p4
dWP++wm12FNgLgoReEgOnQ2rpdXQAUG9P4pcm8sPKqlHlBbxvHNpmqw2L5Q2RJPMqSeD7sVjPsgY
ulbmoxjN+mPToqr1H8YDuolEr/SHXwMk8VvKaWUyngr6aj9NdXYw5h6+UWhaSMQt2UaachUioEOC
n6UkmckrdB1T9aMdjk3kNEGEcOsel+WPYtG+9ob7MinjBxS57Y0Fvd4hdDTZIugg8HDozmpBtTYr
sfJDThICOO3KJezC7zPKxdjVlepGGfL161x+PXn5EDPzRKmQW+Ue+ms7RljShQCWl0BpCTt2Jkgt
Z2cWVaZBWGlUJLfHeclhS2gpECsQjADrGs1FbNBNQUpW49J/1meY6H4sUk/4HQoRwue6LOMjonq4
3mVWqCEpl+d96atWaWtPrRqVyB90je36hKgLjIUBMUk8IxAo3s/DVBWA+GkUgX3UZ+p8pTbinkdv
7Pv9rXR9QJj8q1856bmK69Hl5EeP8m+neGqQ6hQ4AXPlD4h3vDnSkMk6okCcd/6bysHlKGbsjiX4
fy3wqmb6t1iESSnKsL7cn8v1rmEUpJi4WolmjXX8hP5oqdTmogXwlMZ3eeihDi0K9EXzfiulvrVs
JNVE/7gWQWNdTWhBGrkKi1kN7HmKfQORPWCISbhxJ994FZkReZwsqJAvr2/KgnwtVDVFDRKjt/wG
hTXQcbY1o/EMMOXgjHP+nZ8i3vdKavo9lgZ7pwPuc39db00WvLdFKs0hoS5y+fU0jL6IAiotcLKx
OmYLUr8ZwNGNM3+dDbBJ+MsRH0DnQOJvLofR4wU4VFVqgeH29Wl0JzH4qdvNz6HdoiXZ9LoKSDk0
yy8uJWeURhfghFComxzp56Lv7I8gc8XWu3hz8jDPZa0SGYq1h5Ne846PfagFdbyU+GUAdyo9oKtv
X2KuPODuUB4tLIwu5z5bLTLiva4FbgSCvfec8HlcEAB78yjcptReSLx4ONZ14VB4kTAntw8cOyu/
KdQJzmONzvL9Ua5eQ5d7BBIApV1wClfNClsp3A6plTkAPhr/ROba+kE12PMzgsBPPbDUt75OsoWE
1S4lRjzpOJKXa5cmwzhQbRkDJad9vUf+uP2cLHn5vwRP1yfkPEN8MqDj3J/l9XYFooGtC0dC1gJo
Jl4OqzoIrQ1RrwVFsowBysuNuvfaTv0IZ1Ic1U4D/Fujj/BR96Lp3GqG+KrpQ28gnlrUjyog+9PG
L5KXzsVDRuRM8EEmxz6V4f3lLxp0TGatPDcCbzTRIi0HpL6LojE/Ol0LoQ/nwHd22kTveiLp09K0
hYcWv+Ic7/+Mq3xP/grpuUh4K01fVm83puEpB6kyAqWI1V3lhBKyUKOfG0I1PzQaTVclNqx/VCXM
3lowkUN7PADQUziwa6czzDIQ7kVsPkCUMvsRTlP8D0LYn+7P7+pCQGmDc0pQoqEQwRtwucqT5yZz
afd6sBRIb++iUEXKE+vHf948DKU0ZEp4LSXvZvXCoKUJcrqO9WCA4vY9rxLlxGP0Rq9qxLukaBj7
hYeT2Gct9zI5HU4wSakHdpfmX9O2KY4q2dWWE96NNXOkVTmFOUoBLN7lmulKVoPQrvUgDTNzP0YG
IlYSBPLmJXPoecmCBhU51Vq1vRKX1l5XpnrQuOHg00tNDmBVthjqN+dCl54kEfAWwczlXPAsrPTe
aRiFBtmZTJH+9eKqG4f5KuTmw0CBx61MVqLAD1yOIuVdi6IQRiBArH9KLW/+UejoEqspBQx9KKJ3
eWwmG6Hw9c3N/YEfFisIgJCL5HLQ1kGWWFfyIkBQogmEyOyvXFYK2NVufogcBZ2S+1/sxiVqUNnE
FoqaLZIK9uoShckYY0YSl4HTpaOPy0KFtUQ07qDC64+eW2cubIDEOveLaQae23TPBQDwR6ydG3xR
vOL/oRX//yXJ63XnB0mACE8StID1Ekx5Gc9u2RRBYw8g6N2xrj7ZbWk/VUId/nX10X52BRpPBxtV
83xvYOTjopKidj/hc0cRnj9Tk4AAN+L6AUGGGjgnodvL2E0gmRSzLLcka65jRPkGAe7QgBByT7z+
+V/pSwuPZulCu5CWOd1DYiXhEx7v0QudGyuIalDaByhB4x9Xmz0/LEDz7rGDBONx/1PKa/3y8SGF
kh8TkxUPIM9q72RUeoHHFnVgjShy7NTCdY7o7JanEBCXi4GGgQx25antuypcEkyJxRKLw/3fcJUA
cE1adHogSiBnSSHjcv+KSFNFQ7/u3NiOOIUQw/YeocFOzOqWTev1LSDvM04Llw0wzvWNNsG647Gp
daQTwu6khyAyKkKijVvg1ii0r5DIgxApR7qcUNYVStzVsXFmvzsPGKQ2pzCNio2A7dayyRcAhRyp
7bauA48wfipweMY5AQEIsOCXgrcPzK1m2ggNbgwEc1RWSTCDB8iyfgYkLBDXmvBslpE4j7Ctdj1a
vedkiP7c3wk3Fs7gZaNvIg3xqCVcLhx4otgz4d+cXSVpHzQcqYFV4yH1X0YBbUG6SdF3DSebCS50
K+IViGEHPVqdJy3g6Z7cH+XGqhHVgJTgYuZWWoN/KqtpcgNFszMsK33XNEkNEAwlc82FU/5fhpK6
PNyAvKSrZaOzgSzF7LlnrODrX7hP/eOwxFKBe9rCzNyaFRE77ydoZUQDV491X9FAgfnpngUd/F9m
YzpHlFLSJw2k6sbVdB2RvmIVoPhDLQYYvYpIkZeoHTOfw3PRggTLvax8SSm0ErUpdbGnydZjCuYA
A+xSjJPur+ir/s7lvcjgjoS5gISSU73ciUplZK4VVyHYMgg2PpdwlWFQoXs/s34Yk5NWJOZPCF/F
jxlSg7rrRab8W1Uepm2IRVDTY1O8qLZXKztNT/LON6CWDYhRZ80/dqsnk292E8AEtYjA7mtz2T71
jj60OzXVcbPpaZXxP0f6+BtetAa7dKTXt+tcDgZ4XM/70i/FgkH74tKXroTr+jwRMV4FAqmfCR2J
cV83XvepASpe+0PoRO/5/6OnYqLiVR6avlY/9VOtz4e6zqyfTdcZ31JMQrOgipQFilVTY99yf1Gv
H2kqSQab1KVeTWq32jtN3UbFUofuGdGYL3ldffYSnIpEqXwo0vCDEm8Jst64TQC98LBRipG7aPUN
sZvLYjVfsGOpCSyH2R3PBRYBG1XdW6OQSVJ8R1aKyE/++V8POZD/2cnlOR9xN9mXoWv5aVs4T/fX
7sa5I1dGjouIgeaDsxpFn6wy6gfmEoLEPSmmMX4wS/adiXfof/hM3PdUjV6Xbg1/rVtJDh9G91yA
5trb5lS+p8ih4q9gdwneJqF1rDpcse9P8OYyEjo7PJlU49fquW4ataGSc4eFmVs9ZEmMIkAyDRuj
XIc7ElsiH2bSf5ZRLvNfH2tJl9hYhOqeXacBaS7JN/Nci1M9tsMHiOAap8bAqSRycYAR6ZbJ8I2o
j44oOT6Sdii4eusspC2tsULoxjv3AzYSA7XlhzbEuxIJKVIfacdYeehupCMezqJLnj0jdLdkw2+t
NIYt/A4eC/KVVXSCaacOeirzzsR9yEfpXTv+yNAIe3vUYNIOp85Gs5oOxOr05X0VCkw7GGZpcKkc
arhrmZMYTxjTexsVsluf1XqFTiJyKfUCLz+rlesheFTDO2NPEH7H9Wj8ONA3/ldMEB8Mow/f1UL8
E+MC/qxEi/3rzVuXFijVXnIP2QNdnc06xSTQHBUFx+guRzGvBgMZoaqw1V658eGwCiYM40Ij+19X
zNCGayDBOsq5xUDmvQqfAhUWzfr09tnQDEdg16IqTwPuci0Tveev97zwrKd1HcDIB3YvrLfXfEAi
gl8hCuNSoyN2OcoUl4U3Dm54Flrh7oW+SD2lyTrcn4vcY6tX/BVRBBhHhaW4zixMCHuFJWznjFED
HFsEL/5NWtf70JRd/Lkz6s2W4o1rmo4lJQDmxuTM1UYs1cIRUdYTWk6yJUNp6zyKOsXuUtnqR9/Y
DUBPOGBSboVzvMqaBi2MEVBo3PNg9OYjbRX3RD67VaW9MSEkXKkyyRbz9cmKI33Wi9lyofgu7qlp
avt908dekFRV9uX+x7oRHiADKRXxpbf3VbtyHtCbFA5r5y4WoqKNiyxW2s4fslpxHpHO0D4boWge
7w/6qgy42iKYKACx1FTiPHD6lxsxhy2dUPJ0ztCsyzM2Xso7CWL6U3W69gTH0xlPQ+9kL47AAtiX
lC+P2DOcApW2jrFDS8P+H+190JbIJujOruvG5fvUVxnNZMsONb8XufrVQAay3rm16KN9noU97yp1
gX5X99aEKAFqMvYDyYH75M1aD899EKg5aFlpfzemsv7gxuX0VTHs7H8616i5UweY15YJpQQcZKTO
+/uLciPy5omUhQGoOxzR1S7GFRPTPWN2z70iigdEvquTMPXiVMat8qBnnnYGNA8EoqgS603IfzCQ
r8ryxGoA84FYXAk5FlPeNBVaqHO5qDv0u9zzlEMbvD/BW7saHCtAYcnxQQP88qNnGLe5GZYrQAuK
2texe9qlUxL5vQkh/u1DySuOLhwsbXSRLoeamqqsEXHhChLT8hhpmThodWL4VutYGzHijRuBZBbw
qC1FmKSO+0VwI4pKdctQOGc3D53nodGt3dQ49cP9Cd0aBTYWeFgiKGLeVbJpKlWZZiQ550hg39e2
qXfAc/jH/UFufSBQ52wAiRUnp72cCoFZ4oxp5JwrJzYPoZZaJ/wN8S5E3Ofj/aGuUbBsOdDvyGrR
E6YotLoBuJ4JCRFhOHs9BEns9BA08ZqnxEZtM5465DJnVCpghT0WutgvixSrrb7+hx9hozBJhQW8
4JV4Vo35slKPBN2g5MkimjQ9mBVWaKod5ntJi9tDdPrRTKJ4x4fFTDWMsofQHTr1P+xXoMB0FSiV
c/5Wq+EiCo6MYUKCj+vCgwVp6VEoI8p1CFfv70/6xutMBEwFhoYjYNw1HqbWkFOqwQSfDfarT4M1
eoHj4j3iet0GZm4np/vj3dq58pqHzUCoxqCXm6rsh8JOSnbu4ljQgZ203nsaqMb/Mgq4QoiRnPh1
RdVSW6dPI8s5k3w6j/VgaWe90NuNG+zWXOQVSaDBWadxezmXxDKGuKLhde6UQUWwykzIIaytPtOt
J1lqztF0oUR8RXRQUn2OElUxz47baOgShqbfmS6M4oXUCMb4AhUJ69r7C3h99sHzkEtzEukH8QRd
Tg2sMOLbc2yfnU5DNszBEscpsm7H0dm6nF+DpMvXn7G4yTSadrBjnNVuV/rRUVwdc2cMJSvkM93I
049L2DqDlGxBLqOuvOxzmw3SCMgRgJsLI+yeLBGqzk6PUHED4BcXD5E5qgiOhE3dHNysNCvIemUv
dZuUweLdb7SNjOf67MC35fYlrAXcQW/zcpEUxKljoPvm2dIjeqbFXL9DvHx5RBXCwj7MQpLk/le5
3nAMSDGD9pkszzqrxmaeoIE71415niUEsBdGdML/2t3Y1jcSZOQLyBehGiONTrnocl7puIxuSdH7
3LsR8PGosVokhFAFsOeWvFjP4tNkYzRhoXZ0zqNs/OMlbb7xK27NlSoq9Q8QlbCjVovrhWkZeqlh
no3CVR+mxvo1d+NWkHVrEEmsIuaEYeWtb6NBVRsPZ0jrPOSO61eWu+x7nNj29z/brX1CLMVbTfBJ
53t154XAfpQh0uxzNEbEN51tHbkhpfGarR9JJ7daxrcOryu55NQVOb7r1kes9VpnmKF1XpAp2nVT
1pzHQnGfgT7kG6H7jQWkMU2JltIeKLj1FWg2tsDzmRiB7pIYdn0zNkEP/WvLo+P2ODK354Ihp1tt
yVBvm3geQhvBAt1416FhfE6V7NP973R90/KXQyKgF0hdylobApRzXrLxe/ts1J1zqEpBYyJU7ac+
D419b+nxeV5acyOUuy6bsCHIuTjPnDeoHJeHzakVD/3GxjsDuVggAA2q+Lq0DZWSaUBgUuePn5Wx
m6WPaez9yGddbz/cn/etxZU0GfpKTJ2m2eVPsN0wQTh98c7jPJgvTax5zxa2m4f7o9zYlfJSISQm
NqbrKlf/r7IfaWTlacKjFjWaL66iG8+oyEUHtZ+r/f2RbswH0h6HTcOFhxt6dU3SirG6AgGBc0NY
6UPU1PZR6SgbH+72KCyb5Inxgq22ZK0j6tekcXhOSUc/FDDFdnSZio3I+NYoQPteLXdo/K3ziTwx
FzIJtoftVZh9zThGd8gQb2Qt18kmKG8Apg4xOBiTNaxeMxFNTwfbPedO0zyaWdQ9cNtmge2l1O6G
ZnoaW1U/6kNtvjkeZGQIljpsLWl+udoV4+Iu1AwzKl21q70XRt0mu3ZMcL2+vyfk37MKMriAbeha
kk9D1n+5+xI6zkWe43XvJkkVGCjV6DvE5fVspwIQ3mdx1h2aUNjR2/ciO1FFpAghcVB9q3GtDINw
jEKqADl4/RArKsBMaKsb1/Crodd6emSCgEFed4qUNvr7cKH/hhziFKZBvqCg9YAYlsLOp8Qf79D2
rh/6YjRUpOsM/U+ruOYndTJS3OXHcQlqC4arP6MDmexjZa7cHf0t3fBtpGITbBGGPnuMckw69ijO
LD8UM+sjP2lq1TgOIpdi5JntfgYnYagH1K0TxIxcoSa73kCQ79hjNZz6tJl1dOxErH9dQqTiIdLb
FbI1XId/FKAq+R4dE0uqmDuIpCHwmY0fGjrexj7F0Cc7TWmIGxQBdij8LLHdl7xS+3rXtLmIviVL
7Ix+0XhhgRiSpv7IZjieuA0UqnhE9TyrTv08VokveKTA4Nvx0B9AdhfOoe4hH/jG1AhM7SdchXf6
kiQ/IkugilO5fdPvkjCafsx9jYNElpmD5jvTWL2EA5qeezd01GcLiVyYKFNnPCbZAhw9QY33GZ1e
bBCQMUq/dUk75j4mAiZl8ULPhwNvsz0+m05p/S91isF8F4XIkO+kRUvyZOZdZuAQXdR/YhRSHRBm
bmnApss8JP15zhPkTCo7R0y212rP9tFma72jqw7aQx21Ho3SCFTnzgrz/I+BoluwtFY47cGOoMDp
LEn47f7Reg3FVptPIrpAP7gS1rEu37ljVIg4tUUwDG35CXxQ+M4tTeMlFZ2K60Us+pO9pOOjoyjD
0Z6U7mgIxX5v9C3C9VYehTsDYasXTUWr9j/8NMvheaUzAT9qnd5qoupZ/XIKusLKPsyL0AO1GfAw
ViqomyCgRdj9Qeu+mdGN4V92XYGF8XOYi4zd7OTlP1gQab/DQsPiByGXTvHv/8Lr+11SJ+TLT3oH
vEP++V+vojHyilUQSYOsCHHjFFT531tWXW1lxNevL+PgPCZNzmDGrivVqqgjb0RPKxBN6aClrGgf
tVrXj5SR7K/3p/SK4L/cD4yF2Rj4O3hK/ONyTrUbd5Waql3gYG5q7DU7GT57Q5R3uwU9jfzgIbGY
HIa4RyIAnX3hj91gPRns3S8IcCKQnyzErPvcbcv3UynwMEH7GVHKiTy43M/uDNt+QAT3MHdujKpt
WqKPRYf/Gf1EDUmxovBgAmpFafoT3yzzURGffozCRh6Abhsy6G63DJ6f50Nrbey463eGLoDEwDmy
iQr/5nLu9jKJ1J5yESCMZOz1Iiv/1EmfPIzLXB5RLbJ9pxynN4dWDAr3DNgOb/cVUdPQ2yRFq14E
uNjrZ8cqkidwPdMxTSJlI+e9sV8BVEmVezpTgF9XD41ZJtyWWtwFbGncqhc9PNWDPrw5KqAaBapK
GhxDJ1yzphZIehDctRbSi1btxxrhXIR/t+i1N84EZGUeFhn7QH1Zxb3C1Kok1ZI2yKxB9/PZFb7o
q/FQoXK8EQbcHAoiLdNBr4kdcrktcvxy7L4p20BBuEbqB6m7SYWZ2JRKu3Gj3KilkstKyRACKmps
694yGhZNYstQB/qggeA4JvPWFGGsoQzxJ5wV+480NbonGJuI84FKGZZdDfL8ENVlfbx/FVwnN7RK
YWwS94CRhohzOW2eW6VPvaYFYKk0Zyu13PcKzFSEVVGMdaRRZnusizl6zLkvDqrolY236dYPgIgu
i7nceVflTX2oIBp4WhO0ozYey86xp32X6XO5D4tS/FQwY97VWucdS87VMQb2vwF2uD4vsjwk+yiE
gHSYVlmCUtvTUsENC9zaRIS2EPhLK0axsc43RpGdTpRdDLhiIMMu1zmdUqVrdeDbuic0gBtW+1ja
av/mUylxvbQg6TZxsa+BE56L9NlMAhpUqlDQ/+5UH+n/rRv0xlxAq0m9OZQoqIOs9gz8iyxOZ9sI
UrOvJBJVHHhHthzEbo7CTUY/FSwqSdzlitGFpPAdZ2YQN0l/WhJt/JQS2W09u7eGkSI1tGg4+s5a
pSbvvd7C4QBVhjLrntshjt4tU+psVGtvjUITnx3Ox0d7VF9NpqqdTESKEcy5Qr/JystnoUzay/3D
/Pp2Xb7rnszbAZPI9voVpDZvvIZcMDGDWkUJ+GCqo/JRt2JvnzhIFSuIr3+YJ1SPXQSrD9081L9N
ZfQqFJmT6hBleXEUotAORloPZBQCj48sdQ5tWZYHwkvFN4exOuSmGR/HNqwPVOLGd/qI0F8tQUGI
zscPRV9E+wIU9MaleX0/0/Emh8fZhTARo/LLFRwcgyjdyfSAbgLmZ4WDL0aCjPNIvWh/fxlvDIW6
CuJIFNeBd63pCQLnCq4hDd4TcvE/vNQO/Zpr/IseJcrGUNfBCFOhNk39nnLgFS1wmSjZT+Q+7L4Y
YdSq1p5rWGufswYNeMwUoj+lV4wbt8St+YGIIK3nuoOBIa/kvyLaEKn2uUpcBq3n/BFFb+udBZGt
2M2Dpm7ULV47txdbku4ngDVJ83nVBlrtfNTAlQKZ/DHAYcn+XaJ1sJxEhsS5P4quDJGtyyKQ0mXZ
NX5oj9wlmas4h6RZzGSPMcISgBAzfui9ZqdB5yHo4bULZgeA0ttxZ+hdvPjAScI/fZxhuEYYhklH
lim4rllV1xxGNSf5q0scmE7pTEa3E7rQUYnsGwNt77aPEr8cu9bzFWsw9OPQjvOn+/vp6vCT3VAX
AiXApqLSsNq6vUqp3MmUKTCcMPkAJGQhsN0sx199VYgJ8I9h1CI7Kekmq6+K8VpXQkQIrMbUjmh8
Re8aWAvHyjY3yXgyhlx9VMp2FETB1XBFr+t3saP2nqeYSWCWKkogqt7ttVxLHpLG1BPfFvX4QW3H
4ZQWqXFQLFEi5Y4FboVswsbrfU2y4fUGO047WEqMXfWlkVZuS6noETSq030ks9e1nQP0NygcDTu0
WHGj8qEqO+tX62rTF7dCswXn2Fr9Oc1o7KN1TvN1I8W48SkohIOcIHClO7JOMfpYgKl1nSxotTk6
5P2gH/OpTA8Z9Y23RvtMX0qwoqPNxU8/8PKrJ8MsnDJ3GQrNz10q5sRPTSPZuKZu7GCgDDDpWWmZ
Css//+vGgODmEIxZGRoJubPT8BryO6dYDvfPyXVcTH0MxSneMHCXKonw5TCAWkhYmzkNeJPT5KAP
hnjXd31KHcrlE+9wy1kcHxhb9N0bcczxs8hVfs3ZXL9AHJjNt8Zs/BzwcLRXgbcbOJ1f/pysGHnR
FSUL5gb4Rj1izImw41Z74dbayg8nsUREweYqX1OLolPcsM6CcGmGA+n1eGrGSmzcw3LpVieWbAOh
UDBwnqx2rubiIZ8x6WETAKpP9h6p/AHgfndCnqX0S6vS9/e/5Y0jAFtZ6h4DwWTDrPbljLVFu9io
aqjxrJ1CtCcO7bSU701FrzdKqzcWkIMvAZ+vTPZ1gWbECMIdFxVOn46abht61TlHtmLjEr+1OWHF
SsQnNnAc69Utro8T2Q8qe4FSC5RO084svkSZPed7Z/ai37pX5Q8mUgW/HW12kNhtqUXthDfVWA2N
mZZs3DFXkQMFPTYmzV8wIbK4cPlBKxy48gb3kaAHfXMY4OS5/pxV/UODbUOCidKYgXowsIm7/2Fv
jcsLI+USwNdCSLscFxF6QNGekgdqVzsn14iyvTIK1a/xpKHqrC3Nk6aQhmzsp1dR3dUGhtjPzSAV
xGRD7nLccMm6Rhd5GUR6izAySTGo7DzUtBd2dVzsUrfrPwwUNJWvURPnv5CLwFNkjE37l1I0ZX7A
JKwMtNLGlDJpgRj6RhbnP5hF9mPJhfiYYbnyEOrx5Pg9HWcwDAhYYperJNp30P3Jz7bTEYegu5fv
lQpXq0dEGKEP9dgSF4dKn3CUB5U+Lnviq+wXlh2U0xrXyPH3bBQLG6cyxF7EhSgjfVDcZ/BF4Umt
R21LfPbGgSCZdaghwuKjBrRaqlyLZr0dxxKNAiv0HWqqh8oxtzag/FsuPwjSIDw7ILrpGKJ5fvlB
ciSPxaSXaZBkcJwSuEBfgIkkL12FKP+xn9QcW/omW35nBfrgkDKbr/d3okwz1z+AHSEZSKTV6jqM
RY6g1bBiTlF3iXjpdRtXs52XjOVv18r7c4GE4TnueiShF1vZunSujwG3DfGcBvsJ+N2aW64ZFTSn
JU+lpkW+m+L00dQ77bjAxtzFA4YLBfpzG0fv+ruy7RmLyiAiMEBfVyuuNTy6Fs9jlvX2ByPFVAlL
gDD+dn9dV4LcMoiiOAywwwYxR0FmDeyobPxXRRa3QdMneNqkrVciXziI36HphM2+ndxOxu1qWPvu
IM+T2s1G4cflqPzTVDhbU7ufQwIfdATR40aP9Jcbe7E48lCUAnKsjbTAwAPxczCBR23cFNcvD7p/
EK4BiwARQKrjcpVCj4xWr+l1JOyLY+h1v73E+ERMpG+EBzcHIkRwOWl0LNfFSQPrM266lpouRHyB
NYdT75G1DIOidt231g+IQvgaqCWw4QhwVs+3VddmXCCwgfO0qwZYeKsn5PPRSL//6eVfc3mk4P4T
09P9B/lHZHm5dmObhJ7ReUUQpwoGUhoUuV2oTOmhLgBYJqlibOHzbyyibPoAbIGEAUxvdYvgHi3q
FouqIMMBbI9p90DzYdIPi6VOG5O7Pj5M7q+hVoHWuAxWPeOqGqhW0+4XE9LhLN6uOwnY8O9R9Msl
nOO+1IzYKYKCJBSrKVfsHWVT6/DmsnHx2QgpsP/W1RBTTUcbN0VGSfsvBTpXGI9oJnWXcHm4vyVu
rhoVeNSVwRvCeLmcDwhaYjyTkXTVaE6OUrQHuJLuxqG9vstZtb9GWX0bcxa5oGZeBI5w1GPqVfax
qpto31BV+JjpXroHTtKdIBG9Gb5BFCVxDUDCsemgCH05vySF6VUMXhU4Xmcdci2397iTfr+/iDc+
F19KCsKSNBM9raYXF21mUFJieoOHa0zepo/dnBU4R+rp4f5QN74XEkVEZyhIIoO0NjYqrFaZakAa
AcYw3T85gX4wutQe3j6KwxenmM2egAl3uWoj13zYYn4azKXgFQK6IWOryvn89mG4iDi0UpgPENvl
ME4BATAOI5CU2KfsRssZ9wgc5qf7o9z4OoC4KWajpQ3xdi3gVlixW7smHcG8FfFXbfCWQ+HN8wti
0m9PpJEwIniWHHRKQut03WgspbMUkogqdPUH0bvtIUToY+M03bjGEb5jRuSngETX9YeacCiGVV8H
Y1Va34Qr6uOc6M7TlOXpi1OIfoOHcGPPkVMSkeCKhwyOvrrzhha3v9mz62CIhPlkF/rsO0WVbqSw
N0dhv/3f/gYyOJebIS4VPG/1uQ4UQ6+PcQcq01VHsbF214EdjTn2nNzdFrRPuVn+KnXktotOwETw
43ZF8jEbF/rZsZj9NMd7F1Nn42FQNkXobiSXkmcLioyrVBLpV6POVjRhEOYBfmLvnG19TJtdWNTR
XhPW8BzZ+F9rQNjfaYPaPGCLYr1zxqb7nDbhFtzh1t6RKrUg82H2c41czt+ZQyT5urAOulCDz1WZ
8UOTiuRHIcz2CMjC3Yo5blTw+JZAUxgTpTOKxZcjwnOTUe9UBWpeB47SWwfdmZP9POEKmylgDHbI
uinPscBgsciMaWeMdfqA25oufPwjN+7P1/jwrxiI0hPiGVg1SQl0+ujrqo+tNYo+tZEVNOjl4qVt
hh3WqACdOsWMnpol730HdbEXPGrNF3s0in3WIOYXJ+70GZyZvYsXT3lb+Pf6m3h+6UzLfUll7HKJ
Ut0a+fyDFWgqOU6WQPXqdKEc33QPvo6CsBr6wICFgeSsRqkLPbVbR7ODnLKi1GpwjznSiPuwx7Tp
/lCvFM/VKtMJ5R4EAUr7Yw2UL1JV65c5NAMY7fHzKEqdNI3At/Xjxkw+J31Hsow0o/vPYHTgvRuz
NVKEdjBz8yexJMfR7ePEV5TJHXetUzS/qlItcVgrUOLeTf3ofp4HHRlS3Dm9GFPypDsrVpv/O+uK
+jlqNSv35z4Gr57NpRX5QG9n59g5Fa5CPa/e6De17p1cZ0LnbTT0KYMA54bLDipwMfoEYNSZa1HQ
LSs7nJ59ui3Vj2JxW3wowmk5j/lSjvjTLlpgDXH7UTdFZx8w6qFbloAG2UoO15wA6sBc91T2TFaJ
hV2rwhSFm5pzgQyZWU5Y2KpF7r1rcz1K8RONx8PglNHJrufGn2ZOlxSCqo5L7m1hi27+DpBFdKBp
acnOz+VepcAZIXDhaUHZ6oDLajPBh2LUqlo5IsLMmQVN6GFJD1UM5f1lQTRwiU20aZ3K0jZ0DFdP
xuuagGugLsirDshgtaPRJ4irBNhDEM+j+SEz4uaDQLZhowdxexRSJtBbMAjW/XCQGX2fKipd98mt
j44O/XNSq3QjEF/fk6+T4bOy+fgHti2rN6IEPDoYha4HyjhPyYOXjpr1MIxG9wssSfvNdTvty8wm
aXfh3MY/oTm2ICrnMfnG/Vm+kBc36e7+MabLwtdcnWOpqy01PejD0HS+/NoxmoQuGNMl6Iah+6Hw
EX5DWk5fRgAPHtWuEPM50wsxI0costjlWKwXu0KxyvIhLIti2Kl2lESHMHZqrNaVzhiOmUITm5pC
DP40jyg3+no2KNVObRYc1l3FxGbLNpuFq8JwJudBa/FP3KvWlJ2s2Vm+LgIL7d2g9/mjk03jR1vE
wAnbDL1qXKmU4bku1CbzE12F2J6xV/8PZ+fVGzeuhuFfJEBU16004zYZO4ntOMkNkareG6lffx75
aj02PMgB9mp3YQ4plq+8ZYr9DKPYeEnDLN33Sy5vgVbhm9Lbw3CHzfj63etVIi5mJ8fKUQ0dCmSQ
mAw4/+s65Ts9JR3atU1n3OuVPxsVpUPPa7G74I90qdnsewyWN9azCH414YI0VCUr61PPtJ29jYLH
5m3uyRw/hrBddv3WedvxJfMn7Brcr5VKuKhMHJBRZFbtouFQ4WwcBN20ofT80SBLD4ZjZYLs2y+G
R82rdcPpwaCrakXkHpiQgbNo4zA1anufTT1aO5msqnt78dNlV4meBe5Gp59im1uxj+ACzM2uQYSH
A5uN1LJcExuNENf328FS8odomj/LYFmPaZrRYF2aNL017WW4WLXZXVSKNkOU4YFz7+R+fdsV/fwg
6XE/dd4Y2JfImorraap6docns6veG6a/+PfYzYXnrqMThWFJY7cIx/4uSSZ8G+rcRpW6DAJyJ8co
BnETqLy5LifXyi/rKqXauCydVpepa82/Au30fay6tXsy5zW8Sv2h/+0lq7KiHi47eNax7n+4gW7Z
jXKq78t+Hq+lZQ+/0z4vxtgLywCIoruavzDXM459m5RW3KheH0d6iN9GkXeX9Ea54Si9N+5uw4yn
cWp2zU+66NQWjKzzD9STl/ES9K/5sbQNJA4rrLq/mU2X/+wSvd7lU7v+WFAO+KwxMlmjIXdANOMB
KyNXpzUKnFU277PMq69bpxAPXTaMDTIh0nsMOAdrNA7miAeytNyDpfWCw/0yl8cq8Zr7cLSdIk6r
bs6jznFxRxzV2t4tRY4H9zA5/n0JvWnaG0YmsZE2m8S5wlMu/RKKennoKlP+QKEtuK8WiDUXc+gX
6y4PLONpHCdTR3XbN0tsGbPdxGxka/mk6e18rlwPG9RGZkUbr0ypuAwGe1LHJAWsuKubZTpWRe88
rY0FvFcNtUNAA2blj/ISkCgtbKvhKil6Ud2XTiXG42I11k/MBOYHF1xathO6Q0bAF4mZRKJK0/7j
PDrmPdrOuDwGixF+HWifuTHtukDE1qx6nB2yZU1j7TdhfVtUg2h5xhfcDd1c6e6oU2f8mOYVv2+a
K24pXM99bpS6MY66NGv0zlEdINhYsgoHQreFUcLz2sdQg5a96ebhihxiuXboT639IwI51AT7wr3X
nuH9Qkq4MHnybf+hmJPmd9E57INMTbhliLKdaFcvFFpvxibLfhezXJLPydCKB1MFTrZ3E/hUUSEQ
e7gRg/KIwceuOqJM1BFp9rmJQeIYFGlMi3HM4gXhlp8WmGUdcfVZP8AyrsmnzBVVsZdzM2J7aTgD
eK2sKj8oAZ7w46YhbF6KagC53w+Dn0VtnhR/AWSEMkorV6X7osmDPzz2S8eunPXVMJFcxqZXrzJO
uMj+inmZ1IU/TwbgIahSzS8lXeSJXbl8K4SRZ7sJ28kmCpkYiQ0WvD9GSObAU+H97WDkh3+KoaAR
UtlZ1cSyVZuV3+gObhR2KWyGEZ1uzCr1EHp4LNfpHLWq4R2wMwNJIBv1gCvH78Y+YlOyH6vJtK9s
t29H0Ot18DVdBxVbsDz6eDET46YM6vkrtF3/cTCX9QtoFCO41VZofDNNrA4vlLLG9MIG9zTGRt6F
a1Rb/bSCyOm46BNVyKcVp2LQR1PFzTzKAgyzho/7KCkzfM+7cT2WycqbMiw5D0SKCCAppBpl++Bp
XZVXXbqI+lhnwFB2Vl6o26lXUEGmxsi/wnGRXzLw6AcncQdYLwn6+NGmTfnNyqrwpu0NniGjX7PP
OL4YyT4DuHMQS4ex6DSNytmhuIdwczx3dZsdpjRtlysDbnJ/5HxjTTOLVLkfimHSYQR9N8d/CXGN
MMqMOvi2lnOg4sZZO8LmVQZXdRYkn8ba7jFTQ7u/2XsFOBZI/20y80UrL41HI/GsqIW0wwnG6D3Y
gSSo2dlF5YWXwZRvTg4Zz9PeGOohuw1ECggmCesp34/MyeJDtoWKA52vn3F4xcK69wcnj9PctBBA
z0b9oUztCqA4sNl8t+n75FGVi/zvZBHPRrlRZ3DIulUQuAejF3I2Zfu0+kXfXepFGvUFGFNe+qrH
6yHGjmS9CiUt3dsaSlcZNRjV2veOrI2OaKPssuuw7cyriqr0RYdTZLrj30qkW0da9ZeD8jsT1NEw
/25Elx+TcZIFNrfwVuKJkHgkT03Yr3OxFEMsGjw6I2z83CU2esd66h3VhdT+2vXoALKteYzC1btE
3LS5rYa5bz6nA+UopIQthPGF7A3yGj7TEMl1BhVFM6C4S8MFmxR/tg0SnTn73qVJfgcT2PZiE40Y
fBmq1CvjOXX6e6gevbmj2ZKG/EqxGhSKZxHAg7HmK8S9nS6mpW3/hak6OvvJx67hUjW6DaLEd5qr
wW1Y4pYI5UMtpvoppHSOg0PtrJy3xPeOYeHk/OWWvHjXB1360zY856/jG3R7uNEM8zNW17liPTJD
720iMYKtFSuuuNWFTCLJxRRGzbytYiOb0I4h78x/6qya/0rX6Yeo3VrzEdDAhU6vh9F6ZvbDJxXk
kM8pf5ffW8dI1L7Kch9idxMqfVXhuvdFkysqkGbSTb9Lb6iXo69p6EYqLDltCOW01FBIBqMkKJwH
7G0lYhKLjzExAthtv3dCfBJ3tLDST0sRFj81sB94EOn8oQFc+aNIYG4hKNr30bhm+We5um0a19li
0zeRamoiObfu19QpAFhIdzSsyChH8WHKpqSPjAFVtd0wZpv0f6Gna6oj/YysWdbYF2u6SR52hCxD
5NRzAaLAFIm787AM+1IOYTFe67rWv4iNinw/4+p3U+eJIEfeEBk4C435HfoKE07IbYmZOuzcBWNd
s9F/ME3Ossigrdvssknjd5/RacBcfvCSe7wh0xxJocS4nDxlB3tKie7BrQeeVKSnFB7L+aiuS7PH
PMT0Cnw9pi7t9zPmRXUM0ahvdqaUy22RhLrY89eWLws00u5TmFcEds2I9FO85Abb2RkrpGWDRkmC
t3LecICG2wBAD+S31AktTHQl6nqRzBLn0zCF84dEtdkQwdGjKMOTOjhR2oiCJvxc5X+g41f9Lu8t
cZNOAJZ2srQlx0WPBAyG0SIQCVt4/g5uZXRI5836o+XM/P0FkStkdOqCg1Zn1pLd2xUtzRhrjcWI
gIT0yJskaqmu2jLAdb0Ps+C7Z2euj3mzp9F3WHT2Q3hGMwAE6EIMQBxckCKnR5E+9u25Gg5u5cwf
C6XJxwueEuorSR/el9269hclaV+/R8ev/l0rGt47e8nC5hq5o/4J++Om3ZUpxkI/9bg2zqU9pDyi
Caa8bdynSI9FoQqqJaoND0spdChoQdeK9DziyXUtrt+h/lPZ9fQJLSQt92Xapg8u8U97WZWzgXey
KMIfmE4nf3BFLb4Jt+LEaaVRuU8S/zHNF/nL6+fwMg9hC+2xzCZbrxQf5KjmQuNWlaIMvRs6z0GB
NM2450A6STNWxbBCKapZ5N1qz4u7T+BngUag2tftW4Qgkt1caq+9myxKmTH54Hyk6rkpRE6efnRw
wWqvJWrhy4d1mee7efE3iE9nc4Q9XrqPbjD4S6S0IRLABn0q/zhBwcxzc1W3iVF0I1kd4tyRnSND
gmWBmz5yg9Oz5jTggTOL0h4jTwnv9yRFdUnUL5ddorXxxV/sIP+ANAsWC2U3THeWXLgGDcpWn610
8MPLATR5etU6jfWID5xza/ehO/zxwXJZu8IYEJ6r86x+rI2B3ZVCC7T3SypzSYgk2z9G3VDaXPoG
ElQDCpmfBFjX2xtIHvXXyB14zQ6RudT+WPqV9w3evp7jlmhYRqQ/wZMuWfYooZj5xW8G/8HNk9yM
wjrQT2kSrCJOCxoLS6gKii3GSsxvdLKvEOgwux9gaMwPbWDiD79qYf7wh7r71S54JCPEqt1bt/cg
mIaW3ujZxHMy7nyv/hmQOtyC8SFIhLYzJ5FXdzK5WiFsXA2jFQxxY63jX7U5nmEcU8n82hilnext
LCvMnYsUxwhhtMau+v1CxEn/cKuN4FAFhRBw4obJ2Kra/6naGzgZyKlv7cPK/3dTt3O71c815Zil
Wgu1D52yc4nWxjBj42T6nITeVnt5UQahgUhxF7VIStmCDsLL8SnAoKDXAFb2vL6NcwSG4yoxx9/L
2pb/KB6xzZUaEHjBZ0Qxohgvx0qGqsYirjEPZu/an1FJcFFXcTF0b7pz6pQnzYBtKMTOmRUgX3wb
X6EGt6pMCbj5MLb2x95S9QdqF9ke8Kb4PoX1mSr3m6NBgdx69C51wpPKoQP0emgTVxxka92VajOh
0tRJW2ovl32rn97fMidG4tS3N0Ug4JAmVWgaf6fOP2M3ep0aM3XAStcqdu5UJcaF6ubiAr60me+M
MUloQxtDSTDhe1MfG9y5T2np2F8FYewSTdIrzWMfpAkovG5dvgoPh6YorRN5jijweoMBANn22Gb3
C1j0ZG2qQCusyOaVjw47XpO0xUoqStCzYf1bn21bF7bXM98OYAH9hpP9FRh2ujWkDgj6ib0yVLNz
g8n++P7yn/TZnkfB+8FjFzMlnDNejpJKP2+00euDB+P0RgOUu5udpolcw+ofMGASu3FYzmkrv67U
osuOdQuUBOBN4A1eDgqFQAxV2+rDoE0RSzFPcUjZY/f+1N4aBVgcRVGXbh5crJejBLIOVkrN+jD7
QUMIGTpXVbr+G6Tgef1sE42f7dYDgnEylWlTanOyQR94DMwDCg3pfoY08YTBxPSvfSE2BExEgIR0
FlA6PBmq0+aQV2RZB5RC0yu3WZeHwMNfZ7LpDp6pKL+xz8F9Mym8RhGFN0/Wbp06P0NUaD2MZJw7
HAApcbVrvWeo/My0Xl83UAbocrEV6LzC/Hz5mWTjiynx8DjqKBNY40i9F5NnaQhJdcgRZzbFW/sd
DAgAbE4WH+5kYj1Pb+3XKFzxYmqsiRTCjWB05W1r5lTH16FEckHNZ3bJW1vxv6OevBVmkPuk2hXu
ZmhEPdRW9xAOSffz/f3+1jejt8Im3MziXrX/6XnJkRBe4GGilyvL7apLORjyu1br9Pf9od6czybS
hBopuPJTkwU9ZHZNRUUcLEPMhMmuG0s5r2duwLd2BvgMUMamB9749FuB5y5q7ePc2c9mtV9HN7nO
qXxn8WaYMUedpVGZ/8eJ0XWm5wrIBf4mXdGTD2UVktgkwQdGZNVwWY6UK8O+E2cu3VfLt40C3xdo
PmgNCL8vt/zgqBQQdUjXtazSC1HNXUwAX/wbTvW5j7x9Is4xwQP8r5ej4K9TN8U2ypJirZOKto+q
Pp/+n1GcAOAALyOAz+3A/SfkC5Jg9NvGdQ6DUN2+LFsT6xevuf7n74LCM+A3GPXAIU5lW1zi+MJe
hX/IQHXvvKKo4rkMyzNzOcV/bEsGnBj0EeBOE9jByZvrVIEKaRr5h7l2rc92X+Go2a4hwbnTXLoB
OvLpClujXhxrH5ZZcNlhjXOpc2Dp/zhfLl5w/SBo6STTNz35IUuV9+OA3uRBeJiWd+P8xfIHeeYu
fLUNt0G2UJnH/5m88PLTFbJqugR/w0OHYH9MOdSIUh939Pen8ua1tD1diLIQTZ5q5eu6KWmDCHEw
OpMMmsbCjqgz2XuZ25x5St663DF752LCW5jn+GTHWw7lU+Aq3IDCovYJuvralLa+KWDC3THTgMpu
pdV85tLY3oyXWQert8GUns1tCGJfrqPVcPUPC+auQSE8lND65ZLqaEiK1ZdyitwlK7/U1lpbcS1I
kc6M/sakgewS6IQ2au5Axl+OjiVgmknonAeR5MP3BKFn58JSU3JhgqLI4r6vzDJuHa87M+5zvHEy
bdwBODJcMhbUrJM92vYC7wUxzAdcNcuHrE/R0MtamWV7JezOvKynoftWIVmiyMTSAhpCODWfHLdG
RcnQG9s19xIoeWlYV1cIDLp07m2nRZDHDfVX9FaQ8JoDMaa7wXGG+xI46vc8s7yfCCXQS9O1bvKo
z+dEHrsmRaAqCWgv7pzJLJHv6bT+YhldeTPllDl2KxxWHduVdH6ayeIuR7ARbRLZGKzpyJ7N/okS
rpHtSnNevgGjJ0GlPmw5uz7RlMXWJEVjThbgUmOz1+OHqlFagSv2029oG1EacoMUoeR6ttHCczpK
iSX5qdrR00q++aIcywuJ8Q36kDjUP6ZzM1HhZrpeNC8Lko22M3wfZie9CqqNMINAWo3Sl5L+bqUJ
fizZOMYB4Q2rOHazEf5ShrSPLSIxfjxIY35EqKL3LrKVKBoam9veEBDjBqZRw83wE2idr2GXUQuy
pkI82VZVjdcWTToZL7VoP1VFUOWRiYvKz2Kw/epSNA5FrMDEkiRqW7E88lIFn7FEGfNjoOtWUE6v
lrtFF63YTwY09z0dctuORlqE54wo3riniGlcMlKInDgGnUSI2VjSJrUhSudsiYtsWPqHRQ9sgfcv
qrcOEmsZbn4CXCKnuKsgMZA14344tGqmPAcJ4BKRqPJj1cz90ax9wAworp+Jcd5Kf9nPPiwyAF+g
r0+Or10KuqvprA4l/NxrvYTlRZv33S97sdr9MA1FDLnG3Ae9rY90O4MLVBCTq9Cu3U/1UC0IarWo
BASmaFG2Xpud483G7/cX5ll38+Skc7uAzYZsQyfwVBPJN5O2dIpOHUBntd9MQ1u3WifJT8Ma+3id
s1+5rYxY0vQ4sPWSvVqc6TasZHg9YT9Emyfw6LGZdZwkjXX5/o/b1ufVb4NMyc8C9wqw7+X1N2Q+
j3ZGAgt4RNwVS2t9Tkxrk0Iwx6+pHbZf/3m8DcqETw8BD3olJ7feokCuGa1FKN+WmI5adWiD21jk
BzrocwP+LEnOgLzfeEApphHYIxa1CUqcjMiN4g4ky+LgyPF3UQQ18LWy21V+nf9z5cdiI4KQ36hc
G2f65VqaVjXwmYVzsCYRQBMqSMEapW6qtRkjH5TMmfFegzwJsin8bNUtMlrAai8HdKeEpJb2wcG1
gDm06L38aFuTyq9B1SdyBkNctCJxfNpAuf8BW7ryxmzt+mfaqf4J0FxDZ8I4S6vfqEknWwo8JIQ2
9G6p+J6SZhcTyIg7+86Bog6LnY7F3sMO6m+YD+qb7bfiiwItSUe6ru5wvhoR5h9c4CKNXV8Hi93f
dnLNi38Po/j6QAs320igCSdL1cxdj0lb6h6KmZS1rymj+yJTES3kcwTwNzbcpvOL/BJMMLzOt/v4
PyE9M7cn3jjn0En7l+mW3tUUuk/OoIYzUf0bZxedya3MxdSwmDyZU6iSIC9QID2s2Wp9zVtdHy2r
2Gega/drKeSZo/vGvJ7x+FvpbkvATubVotRtzzDoDoGibpdWdN+QSVnpZJrDmUziraHYPeygDX6J
Rs/LJUykU0EwrZfDpOm5V4Ny6VnN6X4Q8lz9ZPvVL3erTbRLqmBTJd6w/y+HyqZt3RI8PpB4dA89
7Yhd1k39mWv29ePIVzLJJClzQTU9NQ9Xs5ujRJXpA/CM8KNJneQhgWX7BSKt8y01Te+hDWbare9f
tm+OCnfQ23YIkf12Uv+zE8Vap3Zi+suhRNAfo7nVHL5MaA5/d/u6+p77bX216hwG8vvDvrGkaLxC
5ua0Pds6vBwW+/DUHZZ5oiQ9BHsxtojcVP05vOrr3Q88lzd/kxuA7RlYJ6MEC55bckT9D8L4vqMB
TkuVVvEDt4nzeZHynFL4601po+rKHUKdja95qkGdzELzkKj54IOgumxGFV7BFBkuQlU13/55BdHZ
gtOFnA7PyeltFbqT6xi9NR6GtTIvXSxo4kV5ztX7o7yxghRRGAYY7rMb98sVVA1Iyb4u1sOaDuKz
66jworTm7DJ3MKBd1xao+r8PuCkfbYwMygSnbH/dwEjJm0AfMEZO+4jSh3kpnV7uDF16120KIuL9
Ad/YidgkUyenzLb9c3IA0IsSRobY7KGtluRB5LO+mbM2OHMPvwEW3wSdGAWmBcftlEemGneiAWxr
GkwLPHmyok/mBJcsTGsRJ2p1Lq0stS42Q9ybxIL5NZjyHy1It1tlA4dT8qCXhlX4yWMwowXplYZa
DzPXwbX2fXOnK8SoU6Dr/76q5AshpnbCAcN9ejvbYSL8BVTqQY6N8bme53sC0/7Ma/PsCnZyMcNg
2ZTAuEQgE51EU+GSJaRqnj4kw9xcarPN7kvAEzdDEBQf3R7Q3qpQB/ADZYB2lu5ONa2FrEo5XSm6
z3OUotV504KsRRPXDr9abbFcLbbZf5ItnXydlyivbO7VZWMlZ6hkb0RmiGtAKCTWRSgZeuvLo1W1
2YqWb7FAdVF073GhX5oY0HD+GwY5LHM4RKAxmlyay93cg0G7hBYm/oo+SYJrSj5yOLRLDnTEChZv
vn//VLxx7l2s8wRRMYkNcnEvf9zs4f+Rr46GDOuhTuVl3aU9A3rKfGQSc+lbZyLwNxKgreGyifmx
ORnyZEBUheEm2qU+VB34NASHUFECyU7n3W9V+8nKBwDXfRF2H3WQ+QlUpKW5tGWxNB+GVIqfBkiT
P3TggVNqtYRfR3+hFPDvi0I0BROeCxF905OrAiiVw5sVanR7szCy5iSLhNIPeir6vZWKJv7n4baO
RoAREdUnJMxefgOshkwvBfl0sFanQ6oeMe0ukdnRDnPzs6it5cx4bzxecCjRQkAFfZMy2/77f0KB
ZOkn4FG5Pgilqtjyld7VSdbEoBTPWe+8MdRGO4RCSeuBYPdkan5uOGpItXPAHLElEPU7ANP9fG3U
S3pmVm/c77T0udghNsF5PaU5Lqa02l5aziHoih/DilQCndfQ+vn+t3pzlGfeMxVuFKpOti8cLk+m
DmmWaK3pyqaUcRz73n54f5TXy8afDrZG8oaBdZ4P0X++EJSAKgcGax9wASqAqyRwsDassi3L4EzV
5PWEcAsCawLZ5VmI8GRCZju6ExZo1qFuMlgMNGHRI++7M7SlkC318gKnHbkd/E3IYiPjvdxynjZn
Z1KBgN3fPgVpeoRRe4tXzUBtEIGvUvttNFrnSOpvzI3IguIgr/0Wf56kDm69GqpEn/lQl7LZ9WrQ
u2X2zN37H2v77Sdz81DMJvneiGq8gi/n5oDGympBy1oqJ6eW0N5knr2grmWVVHTEPg+Cf+2t0efi
7gRYwpPIxX0KmFlyggarKMLrNguXI1XfaVchJ3jmRJ1+tG2UkPoFoBJE8fhwLyeWAFHPhYX9Y6WK
Fbyll/c/LIiJd7VlDdSWjdW7a6y8vnaAX1K0HM9xKl89nfwCtr+/1Q+QarBOPyAW3E5dG6W89hsv
n8Bm2fBSE1051wiwg3wdEnUZwJs6jtNSPwi8NwtKqML7AtZ3gTgy+Xc9fJ8zH5y4+OSTP/8uortN
xdWj4nISjzSekaE4KeS1bCfj3oXvNUYzOZ+McrFOduyjpNLf+JWDAFOJZx68jqHAMj2Ypg7KWC2g
eJZDgikk0F8n3Y2jk6Fzpaa24JUf3TFODKvydjX6JT+KMA3vjXxR4eWKEu+NKF26nBP48DbKUzoD
cJNC45jSVLFiF7hlF8HuMOFmTN6P0hVeiTx5FnjQFJ1JXhFPmNcQU5zwwkz83IKTCnDhStq+cVRD
IoHX+oRPoGl184iLQGhFU75KQMBmCsllRpVqZypDpIAb87WMCxn4O2HnQ7OzjdCFl2bqVlxXuVte
ZZ2dfu67SXxqnXa6tUoPbpByiiAemrb40woqVlTtV4wWshLxn71sjdLZleHQuNSseheCRTaF4Ara
rLhvHQm0ce3GJowqK+N2hDkzbTXecbnxUSAucBARCOpDAvHNB6/Ks/lDsGZ2FluDszymWecWcdU6
FnLvSZt9M4ZsyiK/tMSPwB3qo53AdAHib2GtNgdVL8hVO09BnNfrHzcp7WOdFi2yMbih/O0gDoAZ
b9z52FmrKOPGa+vDUBp1AcwW+5R4zEeMuXAZC+Kw1vlXoJPt4+pq+b2VUwp1LzHKCwvChbwoW/KR
WA52neLwkAR2VAQQ31onEROS1UARdmg562/+aru/cYvSXJdyVk7slQvo5My31EU413KOIFjAFaCZ
Un4qU8CPxWiHH4cCP/S9ci3jZ2PKcI7gudgQQea0fBxGyN6RPY16iFWTiCEKgMQVOwH56a4f2/y3
Ag7x1QknuHq2XHp31ygTm+4xNCZ5Ma4OAorBNHZzLCZz/Y78DeKZ4Lv7nwJqJFK8baYeK4BgaJxt
HbCdVP76XSNLl0dhOZQVERahM25pIZXKLp2t5YKE0y4pUhjJR2LFlT6nwIBy3zdVmcaTXTTHKSia
B+UoF66j1CskCWlkc2yk9fAjmRTkv6GYy4+d7ldYm71If7vNJNw96HBbxna/9L9L5FPEzl8c+w84
80ZdCmHUhxT3u3qfhUP/p6iq5O+QFJsDAKbBTSRyQzzljmy+u21Y3de8zmk81KV1q6p6+QpTbHwY
Z5o/sBfzYqPrgUHiZijylgDfVRDfes4EJ0dVfZQ1y3I/OoH1IQdA0UeuHuCztto31r3Pl5jjoEpy
+0IMnbFGtmoAXhqwBL44WVb+XQpHTXug3eZtF1a6jofAab4msqu7iAJZ0F9jJx38DDo/uHWcUt7T
BYR0Q9nLhvep1DTsbLsrpjhp1ZLjXt0VCS0PYF4fMEvEdCIBiXxrmosydmYbWnc4tHDNZWnvf/Ol
oed9ZYjibuqFXPfNbM8FHlZpq3Z8TSj2Rlh7R0mP6Ns6278WEOQtS1ZHa+FuKnbsqx/UnFQea6tO
hmhA4f9jZlbJI+n5DMTcbCwjwtmgSS4M4PP1B7dLso8wDhIYB5OsugiwMlXrDhnWr31pWn/mOcz7
fS+b5F5nG9dntKspgdukkyfICeQzukmBQqWOYTjRNIVsl0oE+Z2RGogZZt6YPLpt5rbQSzMH4G/Z
J0+Jkw4fRcGm2dVZiAViFU7l10lm4fXIBTzu54pLLRIetMvGUz5EFCNrm6h0y+7x/TjjNFXjDBBF
U1fYcgUKryePTg/Nq8KiF5posH7QYel9Gby0uUhta7quReqfqQidhjXPw2FrvimkbtoJJ6+/mhbL
TiSsVAHi9w7fZ/mh7B35UJCh75B9daC3Z/a50sVpyPY8KlzgcGP9A7U5yU1yoRcyclvc+KsYbzoo
XhcTRN8zCd5bo6CNQ+y01Whohb6MbDDnbQbTKMWN0UroxXnNfhBFeSa0Po3it7kAf/K2BBs532f6
+3+i+Lx0AhQcFB8MePMhDa015j4FPzmCefnXvcFhRjUXZAhpNQYoLyeUpggybuof117v6svFSKfv
Y1bVvzoK8rd9WuR/3x/v9eagRQgqhEAItifdtJfjLZUzQW0WyEnAKf1Z+eNwCQWhObpQZuxIjz3i
jAuI4jNpxOvvBtRwQw1vJScMPK2Xw4bWsiKNOYbXbs7tYBu5+p4WOjuT473+bowCepK7mUyFr/hy
lErCrlJmjpQlLlMQL/wwSme4kmaen0v935zQf4Y6WUfav1VVULy+9ppV78oNxyPs8py37ysw1hav
IkezCRpQ1KDl+nJGSVuIKsNr6torga9EJsivo2Lhpoi7b9NcbE03ixtNgSoqnZ5nIiigCsUI0zt3
oMXb6kxq8ca8fUDfnA0qsoCyTnIm3nizCcIkvM5gcF8HOhCfyqY2zhzz523439SMedNWpiWwOaYC
iz25TSgaCkzkR/86XEfwLBIvieyi1BmeUFknsp1yveVTP9YQU9zKQ1udKNK+s03ArNRFiuRnA9pU
xqbj4hCNN7WNTkqHGgFAJNgw16J01L/v8M13l6Trudz5nHn8586AZGynuBYF10ZXOTuxaH+nRxiA
7x/f18tPS5q0Dh0RMla2+cv9kFEO5fFt3eu1yZYYn7oszlpLnvnIr2rh2wXIw4GgJFQLIIAnTwgy
BNIN+sK6KSFt39qmkR06gG2PReuTGmdJcpOELsQrYu8rK5m73Yzm7ZnG+OvDTNEVBBJ5Ocb2XPYv
p1rghdJv5c+bqYZBk4da/h6yKokX16i+vr+qb6SrIBl4KkmWt1bDqYZhYebIsmpt3riFyRnCTVbf
YpbsRIsvQU+Ns7wy2iy/sIRf3RRof39QnlXH6JzUd2FXNLe+3QR/3v9R29F+eQSou/AqsAbQBF6l
qjX+Ikbq9+aN1U3q2uxKQEZ+H+5C2VKLtuCnvj/eG+sNzZKaH3cnx889Odke6oOTAZMbodoKDf2w
cqJRr/mei+5cmfYV4IedBS+HZialMpeH9uT2xE9lcrARVTfC6ItD2HWIqEkrvLQUOw0kbRZrnVd7
ABr66M2gvCRe68hODMtDglHErl9dcuolyR+aaXBiiInhuSOwbfGT5ef2gZ9B8ZOy4amk75inRgkf
ZLwh34Srqpz93Jb3xiT+GuiFBBi0uL16bFI4j8YojgbmgPv3P8jrs457An1fhN+xagQk/fIA1Ckw
wTF1l5u2hNjv+zD+lARR+f4ob2yz51olmq4URV+RAcC6qny1O3WzOnL66Nhr+4noWMS9arKLQq/q
TGz11qy2yhB2YP/j7DyW3Da2MPxEqALQiFswDTEzGiVLsjYoW5aRc8bT369nZYIsong3441LTTQa
p0/4gyGvkdWrB1gXgnMUk18mqfJVh3kI0zZ9VKVMhi6iIxBmxiC0n+Rh/080XrSkqszJoLtgLf25
M+vh2FRt/+X+3t14FvRVGSNT/IJcW7+hHgUhfULx1DfdwtzDrbR3Jdzjx88Bq0h0Azh22Ti8fBZV
4NmYBLyhvLT6nZV21bHVykexNQh006mTesvymwTOerlK2ZpKguNQ79eo6+zR4FFPdmwUu56eyUak
ud42oEWSJySnavxZHew8KxMpG6H7QR8W/gz71Mt7M9o4aNfxDAAXyFzGGPTJjTVkDPWYMU7tXvgV
+ejroNXhaTLq/lRjs3V69BywFKbgdF3p/kNzvdw7bFtbF3kS4etDZO0HvSx2SIBvITKuv1RW0XUa
8RK+gDje5SrCmAJnmFklazRrQjxoit9iWyt2GLjVXt+U8ev9x7pxLbKijfg2cn9yzLg6eYZez20w
86JsunBv9dhmz0VUzuewBH41l6j+ofGi4IuRxm81euO/h3ymYwjp/6c69umzOWbJ543fJK/9y7jM
NiOEAW0EyferazGZiYjz3Op+W0Tmx4LJ3kukNt3JDGV7zK4c69DU9bQf9cb6hGdPtTMKPYn2mRBo
Q6mdNn6olKb6EQ6R/iEuRPpFiMn2kNxt942abbFxb/5cYH2mnIKzk6ssxlZSd5qQbPRTMwz3fSea
P7ntnI/wK62TnpjWrlUkNl0ptyCTt44LWARG70CVaASsDmVrmGPZoU/qkx/bjke2l/hJpjceihzG
a1YP5af7r+b2gtISnGkoQ+LVaamcBdB57Oj+GI7qOVMUxVO56L+ndM6OAsm4P+6vdyuMMCCixUF+
hMPA6gHrGZv6Xgy6P6Og+DYErnY03HjrI7gRRohS5J+k29zF65oSaUDkkqxc+EnEVZV3TXQEC0Ur
eXQfvk1kqAJqIP8DvmOVdFvYWeQI9eo+GkSZnyk0zvNk2MKb3tg1SSdjGYjUMERWB9Ks8qoLVHQp
zNrKj1FcJr6L0tTT/Xdz4yzQRAArwAiZAHJFyHDLKCiYofm0m4xnStgMzZHKeipQn0M5re42dA9v
vKWL9Va311gXS2h2tNjKvOsOSWjMO01Bx6Dvsci4/2i3NlBS8fC1oARGrPkyDKNtnmBRF2k+DcZp
Fzn6sIMMsGXqcOuBSI/x0QLTDdhq9ZommqaklLnmT3kegyMfBnKzbjgVSfXosJWbHy8TiNzU9eQY
62Q8QZpjjiEu+WPXNXsV4RIvKVEau79t7+CEVeDmG5Ikbg4ElC5xuW8NHPfUaVXVV7HGtvYqUvR/
0ehr2x2Bvj5aHQbduwZpkz/zukpN+nqWgvIWrp/6jua2+oGOnymVasZw9nQtmxGXhBEw7ZDgc859
mNX1voud/Jex5MovyY1CbiSoJER4FPxDGIoqewoapgH4ai/940mNzJrIomDOUbetotFY9REUadPx
U6N39t08RIx/xi3BhRvfFV+MPHayMqExdLmJhlGJRU2F6yvKjKojcyjCu1vvZpxaj3kVJBspwI1j
CBOQApyIwChjjRKzSsWoAH/b/kRQOaqtMpxGK1J3Y2uJjZBxaymJFSNvBzRMNn35aDHz/dE0YseP
mlYcR8YZnsGU7xiY+b/3j+KNlXhPMHaBdwOnWWOg4QxMw9i5wkeHC+pQjygvd7LysmhOf358KZS7
5Ric5ifl1eVD2WEyVy6zP18di+5n0aquF0CM+pmUsf34AXwX4oBGILUM1qSMULEtVYky2+/bLGGe
qruHjjJ5AwZ2I/o5ZF1M7UAXwDhZfcVDh3FgE9aqX7SFfbTQrkRoEvW7h7dNDkpsmeUypl/Lb3Tt
aC2G2qp+CqTLNzQlPWRxZZzCaukO95e68UXhcU5/VTY9HBCYl2/IzeDDQVNW/S7L0yeXmeLBRSLh
UGgDou6p9df95eRFdBkFHao46WBBiOCrWiXxnZ7rSmm3JW2FYjiCOUjPo66Gh1JRGf4SpCdkueiE
3F/1+sRDnAFGA8wKTA28ncuHTKXpQ8J80S8MqzwEqlF/K3KRf7eRKttY6vqASNcRyi6ekgnour53
R71lLFjlfkfRSsJbMQxtEdq9/0BXq5DAoMwgRZ25HTmJlw9k6ovZ9rO1+FWw9NDBsu7ZbJutltj1
KqR8TJrQzuCZnPXXi698wXizDvzAhugIzb9ABW02Nk6gjAEXR0Kq2QAYI7nEuYCHunwWoSf41CaN
69clFMLYnZvYcxLL3EP8zw4NGp+ZJ9Qif7ViYW0UyVenn7WB3VEngyGjSlnl7IFULDTLPPDnGL22
PHQbz9Ka77pufp067fP9l3Z1Ct8XgrhjI3bBg65e2jy1dT+LyfFtVKTeVITFPqK2nhxRUGw27q0b
bw6FOpIMdDvo6Or65Z7i9Ir7J9w1PwA57TWx0u0MKHEbb+7WA5EIMiBk+C41Qi5XQfiZUByYrp+m
wXRuiPQvSGo2+9Esho0E9/1mX50S2C0GWCD5wq6muuOSWOOACL2vzdH0VIcIgfazlr10uhX+i+C6
9YRSQ4aagm69IE0mZV5d97Md9cnO0dP8Lehc81yYaeQzXlxMD8EtdAgRuI4AOBTN8eFXzSyTJo/s
JTNtXJ0rMEMFJs227SuOMj+ZWl35gt/zw2nG5f9YiimtyQm25OhldcVObYNaX1PzEqDx78N8tJ8A
7eB36ERbTARYAFffqvS+kt0H+tbCWZ8rnEUiMBIGEWG0B1ySm1LtQDovI1qSqsQeFJMZaFQ4oMGP
3KMwiseqaWyU+0r915Q243drGjLhVdZcJKckCKJi12FY6HqLEpufg6TNmWBB5R49BdzQ9wiZuBd4
9aIgp5yDwNciJQVRHkRBt0d621x2Zsd1jbhsZP8xQYn7ZE2YcknSYvlGXJsR+J7q/IveOTTPizKK
vQkA/QclCjVATGplAZnS84Z0FdmPfwHiVT+CqombPc0fE5DXFOoftGgo3oxF6V6M3E3/7HpNSz0N
yRNkk4vaDPdKHA7frJEWALqG3fid+VH1yVLs4mflNEZOVAvtf+Mwr5PDyFxH/1q5Wlns4Rar5S5L
5u6JWX/7u3CdzgXT7Cr4fAFsyc5TMRudL+cgb2NptvY+Q8sh9HKsMKpdW1c9CxpDoXpwBqLwaQIX
A0cKd4V/7VgoUAeyZAIcW8Z0yGZID145Ds5wtNS5eTKstNWRR26F2MXxpHxadPD6nm4o5h5cazwe
Rd2b34Wa9V8jxlTgREPxXaCoFoNwarr8aCWxVu/DxkSp2Un0boa67qqvOcAXhsKF2+mei/FB67ld
uTj7MDGRG7WKMP2M9GvQHoyeDxIxPNEiW662+D/3NaYvO7xlguXFrkX6p9Ut4ACVdCm/WokR/5FQ
zv0eDbhYIMYK/R8bma96Hyl4A0KDtuyjLeruQ4kjoMQr1pbjd6KqAQEOwq0PYWFV7gHUrlA/KWYm
1S7GSP016QoHzjUD5MZTcgRxqgtEsXd2YUDqNDMBKUNEWjE8HEBprCCwRGkhMTLrprOJRCm0Oa14
RrcaqVqLY595aeVglqcLjD/uB6XraTqYB7J+CGAw6En4VmnQBIyQXn7ePC9dpX9V50WbEOMIAttT
SKj/0cGK/dYXLsG9s7DhILqKGRZm2jjAlcocLYatH3QdTyRxEWkaWNTciesrEcgAoPQZIeXGSU1r
3zOJnPd94Fh/l66VljtnUpVnpc+g/8yppQRnur62+mKE6Ccie66JwdPzoZgOjAcpju02Q8VE5ZJN
jsKJ9b/iCQ9jZCKK6K8Gu5jmpEdO/w04af93mo0CwvpcptFBj5vs73roEpQZwzb8iJwocloI56fO
56JEBb1dELPmHl203B8AlX6vKTiD5ywM1IQKyqx/54Zbg1cFeKGcYrUUyQH5UDU9DKMDNiFtcjQm
aiUtHV8kafLRxp1w8GgmWqd8aNtknwWh+0ul3xV6/WKXP2pLy3v4xLXW71PTrj/GWlH/zKIZ9qOA
/39CjXeudhmWJwif2yJzD4tAZdabs6xNPVGoSnCynJR9GhO3mZ7wLDDgStdohnqakzsvbRlg1uB0
szghPAu2LSqDBEnPlHpjR17ZJWfEe4tvVT9hMk0ahsRrH2XoXRdYPNsgfdu+3CG2j8Y0nV/lY6Pl
VrivnLGc9uVcOtGOTpHxa6CDGCIvP6FFwe9Xiqdw4n7xWjNrXK8Okrp8pRLFnjtvFCCnVuJO6clF
ROTjJK2sdpPmFHCwRa38MU1YVu7dTnG+d7zJn5gbRNEutOKl5bUnzddwtgnd1Eq9T+e0r1/DsBkY
XodhjT2DUP9O3WGcfTcOwu5UOEXVS2JVV5wHTVlAwab0pTcK+6uSh+4pnQpyTBTo0L5f5bddjIL+
aJblc9uFBoDZsP1GwmY8NeB5dxMOB8ecP8XGt3WdAbIqrsAOTlZMTNazualrqyF1zRKLkng4FpyP
z+gJVxsB7Dp/lqvIOo5swAaVcZkBMn4QQWG2JTR5KRNCL0F9m2K7P4KMGV56rdtCBN0IGFhTklpR
gAvVXPuSZ0U/1ZYa1c+Iqc3PYIHz51As7lub9urGe7u5lFScojaW2IhVDi3UCekItMefx8G0acFh
ErAkKpPoDovR+4Hw5lJMal1XNrVMc7VUk1fIulhL/QyVD1sks9wtaomD7gwS4P5KN44FcAO4U4y0
GGsJeVj/OxgWcN+zKa6ea9Mczrm12NgjWcqjbR8uGjmUkHX+uynv5SoI+U42ZDmORYLkbUP30tNw
Y9mn0HU3tu7WA8lRGCIFwgLvv0p/NV1tgiFwque51xR/ig3ntVStH/d37b2tc1l9QIWUiA3SMIZJ
a+2xrswY/hlt9FwESpt7RZnLvEBoyxcrwiYBmD/NHG9azOS5TtsA6V7RRF9T0WkVg7piVJ8m1y1Q
ZimNQT1gpAaPQscbB9zWWGV+jS02ot/YRQnSLyv5lQXW+NMM1dCPcvqTDBt1LHPuP9SNb9cEUScH
FIw5r1RTGuQtWn2co2ecarpfQo2EZy9Z/lmAaz7PMaCy++vdeFNImUkLKGRq6YKvDvm0uO1iDWaE
0kPSed3Yaz/c3HU3Gky3VkHn06U9QjlPRXR59Bw8yyQvJH4uEiU6zGOGtZaKRvX9Z7kR01HsgWNJ
9MNObN2H1rpOHdKoYxXMQ/xFIy3QrdRAYXseqqPOWPobI4UtGbUbzyZZU2AiGSkRkVbNRyxXY2Wi
I/is2YWDbZJYYFfEtPU2Tsa7yMvlcWcO59K+kn0RzvwqSvTGbASN04XP+BnUhqcNXbg8GUHdj7tQ
M6Nwb6ZxYnwZLT38EYxtKDwHaTPUv5em/1aa2fA9xAgKs41+XF6Rk2+cXTyGk+EViErNT66WkSsV
tVN97bI5cDH5YC7n9YOFgxQC6l6v5hKWvkzTLwQn+mjnjIvzJ5Le4kdCfTXs9MgYvzDiS14taIC/
S41q1OvRQvqKUSi23BqD2MnrUqUD8ujiYetpaTVWL2HULt2+6MLk5xIOVrs3qfcGUpHJzT+ElRmP
+7Lu8T0xCscKd1ZA33A32WGX7ZMyHf4u+3yx9ngk6B8avXa+zFHdOnt17uevk5rCBZxIapD8n7Qw
3xmwvLFwCVI8sARsme5QA4Mu9jn9d/e1t+ssJvlztU9lqMTfRzPXPqrj4FpH3AOSJxVTtpe0Civ3
ycUjxfa6LjZjb1D7TBwKt1i6nXBLnqY3tOyX2mJqD5XEMZvneMbizSOlK0Yc8PrwjVqz/LufSwUW
hBvrmodZAlbps5FZxJsiXiLPKpu+l9jC+aM1ZeEHc+qMD/ykFoOryoXoXxSJQYyK2H7sU1IkU+5/
UVfRiJ4asYhmo4UkKxOky++2ZnyAkfKU+IrhJqc4EpU3FrqBFcAcnIZsCyp9DfGUitNyCgzITZdo
vMv1orIu1RalOt9JFvvZqNzmO9iK4VdQQzjKRaYfRFOmWBYEipJ6vIHwLxrX+UZb6/qLZjQiAQpS
jkMgr3X5K5ZocZakCpNnhIr7YzLUywuF2xbD+Dq9oBmIaKZELiN7u+4Wx2bU8uHVuu9WbnhoA6yL
usAYyelt69HXCETHQDKIaxJO6bWcTxKGqNC1wm+j0PiV27P6oTP5wuAb57izW+O3+8fmHeWwClUc
FjTJKCIBQqzH0UmJzYWCUrUvyESf6PHTkoFSe1YrTquZu+VRb7X6VGPO8UGJrfmzaxbBPsdC5U0L
DCqlNC+/Jn25ifGUB/byh8kpL2BlMi2wa+tMNaBrICmNyfOUCO3bEgSWxnVECu5lwhDZrh+RHDzE
S4JVZmL1xsG2B+rsSVP6jxt7JO+81U+hwwCwjfSI78tenbKcOcJi10X4LLLY4omjYP7GTNz51+ym
/FeeG/p38OLFK2aFxgBXbMQtyVax4vBstRd/U2ESBlyYC0/BYC+/sgThvz1ckLnfD3mP902hap2D
Otgy2L/u//brDwSQhkpfU2KeUDZe3UQ4FS504JbAT4uEU6Ra9R7+i9i48G6swvYYku8PZ+iqWEJa
P0dnpAh8J8iR/cuDX2poPWjnS9caTCZjPSANpF3u+it0QO/H2K44vhNh/1eJ4K1vYXEusfs9K8qN
OeWVRSU9Z8nDZxnaz4wcVnlxys9RkaQIznNeZtTjQZPsyibP35KwT/5FyzbzGHIGh5KGxbmDTL9v
e1N90925DL0M35v0+OCbZMhIlCMPhkjPFq8CLhzsYHLn3jxH2QQh0iDqNmMRbMSfqzfJ8zI2JQGU
vAnkXS4Daq9EgeX2gNZz+HCHZkBvOx6ULZHgW6uAFZeKp1JtY91IG+sqXDp20xeBM6NJF4S7YNT6
jeHUVZJJ7JAQXnqDmGZcySpXogvV3qlCnqXTT2Pm6NJSJuQOzut9HM7ZIS6MdmNy9H4ML4KFXJVi
RzbliOHqageniF6oqTehH4NK17vpj2hyd8ZYfYTL63cuMkDV+FIm4ymbqn8GtPvtMMVSpv0Q9cuH
xjR2i0jPXW8eEao7N204HsoUC8bK3ign5AFe/U4CLKAdfiI/dU2RcXO8WcxmSHz03OKIhtdg/qwm
K/t7QjrhKCAM/OzIjDCswtVzY5OuLlS5RzbgbTTCGb+usQYgAOTHzodDl8I9VkucHgyF1nZT6sGn
+5/NjbyILxlOF/MknY7HKgC2JhyopQ9Cf4gQPrUx1YKFkeQAeo34W2xgLbixr7dOHaJjCE9QT1MB
rC6LINAZ5AXMyXrEFYEYGa6nzuoRvnbq4a3i53XwqKvBO5TiP0uujpxVIpQ8og7sx3H+o8k1/TCn
kHpSJ9xKT64/XERdkTGlvKEGBYZ/GR5mt+dgFBO7uWjLOQuCn0Nb9RvMnWvcsNRBJxEiz+BW4ca9
XKWvm1F1zDr1k5EY69VGxJRnjJya8Kr1vwPNzcYD0+DI8vQuTkYPyqNBka9kre7FWoAoMamw9apm
AJ7298/TjaOLMYCEhBNUSAVWe91pqjSi5rOhmAgPYFDcV0o65mqdlf2+v9SNzaYIl5e2YNjA38tt
mA14U5lYEr8ocrTYoNsfujrZ6gjeXMWCKATmgvRv3ehkHCn44u3EN9t03hvjVLyFVqc9Sm9DohLN
GjpMBk0z6u/LZxkrSwtys0h8KjJ8gu12YKA+mht5yI2PnRk3fFduSJIRdVUEEef7qFGs1I8Mq34N
ItV6UadQeZp0rHy9SDXGjSvm1oKyInDgV7DumunLsBWmr5rmPkA31KAH1SRSo4QJ8rwHs5wMx4eP
BJMnxuKkJHCY1/OeFp1XNy71yC8597t4QSxvTlLj8W0EriIJKTQg5Xjp8mVVZVvncywvzlGLj0qr
n1NDjw5BWX8aEubG95/pHbm5uolMiV2BAmERVtYElWhQBksgju1HlZ5FT2Ez1m94/gXfwmgZ/KWX
4ghgnLRfZqNkvcfAdfwH13mENNwiLBGRdbNCP8peQ/5cLDNCK9i+ttoTK7WfpJMcWgCtpcY7Bu01
FvZDXe+CtOqZmZqSrldi4AO2fu6mU69OavYMuUw1d8ysJ2sPtaneC2wvrUM7a3bvRUmQ/xwQ5f1s
6lk2b9we1wdKdo1Ag4B/R896/TUyso67xA40f0x7e6fYLfjTAiwoNSEK6mizbxyoayod1R9DS7Jq
qdsNx+DyXS9x1OGa6S5+XCqVsesGK/8Z10Fd7qpQjJOn22Nleq1SDto+FkZlYCac6uLYd70bAr2N
bDll1OuPepWI4JiqOKzaesLEO43oQd0/Ktexih8rixmALDSUrVVzMk77iuKUH9vgqfXSO8lrWwTT
oz0FuSPc4HRAJcxuXTLpetehB6Msfko7em8JnN213p42vrHre0SCfCWTjZYNAWsVqgK9RLGmNnU/
TXpjj8Np9YSW7/AmoTiPekVJOgXBkESY5gJZ9yoHirUSaZG5N/wRRyIvNq18r6MXtPFEN65tyPOk
Bkg4AAUjcFweJQc4xMDcsvVJt3e50qenpIn2Q1r4sGq8Ko2Ocprat+Yr3aCXJWzPsfy4FjffAovf
OCf0pSgXUQ2WoNbV5laKBvw3dmtgNiTYqKgjGpKLR81h2FaolTJmUZbJ0dPl85Kzp9rc6w1CGZbz
vSET2k1h8jBNhVUIBYRjoA4g0vTLVVBmn60mtRof9rJ7DJWmO0BmDR8/9ExX0YElLbfQF1uFAbAV
USOUoPYtJ7KPhaMV57KmJ3H/+73RNUT3lVkTkFxgdXzDlw/j6lFn5krR+F1oBmfsD8pX7KktnO6z
7IOSt/FJm3or8VDZCY8L5fCrMk7B0/1fcePTs+kZAh8gSSDJXJ0Oe2jmGqOK2scawtxZepSfFcsK
XjR9SDYGedeQEb42+TkgUEyCThp3+cC10EudHa390JxRzyryPWgWYyeC5AM2rApU8QSMpqIxiKiN
DNr0VKGvNnZ/3H/k6w+CWk/i/2RzxuZNX/4McuU6L2fRgBMR4Slr+nqvwJ3eiADXl9e7aJsE4jDl
45u4XMWu8cW2LS5yswkV2v6WcxSRriLNo0ev4dLGG5fXradiuEwBi8Ak499VwBHxqKjhMAIpieJ4
XyB3sp8Gw94/vHeEZzTjpTYNtI/VmWUwTtdJUXK/z7Ng5ywVSmcdaKn7q1wfSohbELb50KXg3bp/
rw2KnWuZXvhmjyhAvMT6IbEw94zwWt2or66XAtXAJUftTYQkcl2+pjhzeqSLVCLKNAkFGFhs7pxu
DA70ATYVC6/bDMRIaXwhCXBUGavFFuEMpgG+2lfjYPgIXkTDegyrB6usOSdDJ75WQQ0O0G0c6+P9
Lb0+HgwyZWtDyhjKrb18zqCwkZiK6p7jMQgMtcv8U15Y5un+Krd2U+oJgfTmJuAyv1xlJIOKy8zq
fbdzu9dqMpa94cywa2yj3qpv3nnnl6myyYjHIFlj6gybexVOaDplhjnkA2DVSt9nuMY89yl4CPSL
VftVGgSc6SI7iG0NfeSh04d0G5wA5Y8QoajfRTrhV22mBNiOVmZxNBB+34gBN7bjHV+MZRqhhi/z
cjvmSQpXpsPgN90EwMRI89NggX7HOir7fH/nb7xfSHR0+MC8kwyuOy1G2ZeTPqm9j1hlcagWp/Js
AMKH+6tcB7X3MTi2AIIASkPq8oF63MoWPSR0Iqb6KcDgOSnawFsaccxyFN3uL3brkWhvM9PiuuB6
XC1mVE7voO3V+LilGW+dEjinKsq34vTNVbCLgMshk4u1CkxWx2hY6lrjO8s8f16sEv9Bo+82ovOt
k0BCQSWD1CSNmVUHPTaWpQPbxCq1O+1Se/qOmmKyb+z5y/1Nu17IIpYJWrzQb8inVwvBf8QEHZk3
H5x6dk7mZTgh7qwecWrfIkldHwaONKktMtaw6NF+vTwMCnNIiQtv/HAKiyM6jpNniRTAnLZkB7eP
tlBotx7tv+utkj8U8xqU49lDbGSbbwbCF15fJ8HXwbLyjYmHkGnPZWzBIgIhMekgbAKQWKVFCS2S
WZ+SFr5UqTY/UxAAHyyR1e4ZpT+3AGGNCzlI5JYUJY2y5Z8CJrKBmOESpKeUojrCJT3BCLw3FHWh
DxJEHRN1LU1e7BJF6wMHXzg7oea2cYw6Y/4W0lOR9uW9+0lDVwkMe27OP/S6iPwMpmfmLZY1/hnE
hcrt3lfFd5yd9Um6gkXawx8e169D1S7tiIir4vLF1lGbLcz1cp/X7pyKLBr3EWFrf/+kXveGwQHT
6qDPxnTlihBUj3qYFVFV+Lk2iy8zbbeP0sI79ILBUk+9o2a/KtDd3+6veuPQQjXG8BHWIq3wtWYb
bgutWGKl8BktY6s+IAC5ANEeyE29ttxi+N1IeUEgMEOiJYbAGZfA5VaGmV65dWkVVLZh9kK1iDMx
qJuPpqtkpz6DFhc3qH4qCVS5rot6P8Wnnd54mRUbL/Xmg1PQIHRtU3GsiZrcDkVHMV8wlqzV0EuN
WHymRi0OfRaVNnhdRd1IrWRKsfqGhIyqDNAkRHAdv5UBKw0zECndFDY3Tos/UVP71BQmgOD+zxaZ
D093jeMolsd7dhKxRfooJ9WygXG564Haxbq5RJlvmUN0KhZs6VJFK/Y9ynwHRGDDjXz1Oq+j7CWz
IO+R0IG18wqlGZMN/BPQ9tCKZNcw7UB+cLZ+BvSRy51WpBEKwxgTfZ60Ods40dcXGItzQVLFUWYQ
jC8fdpqSANajyHyBLMv3EKT7i5ZnD4ulkTeadBGouSnyETe6XKVQ7CUymiT3lUGP901TVq+NMc4b
LeRbz0LcMTDSgBt0BS6pnDJzRjg9fgtg/dAFmniJI6N+ejwGQBCAEEsuDHpwtWOhNTjT0CZ0xrEC
O6nGlJ+1JtKOCX3mJ7dL3Y1Id+Pi4mBI4DR9Jx2hg8u960S7RPisAUd6F5exhqzychus1xyE1tfH
nw0yBrNEKdbEapdrjWXAZQblx69rBcfFCpTIMcyDYiK6mfMZwTaEWu8veeOlSRoiBRtNSJKJ1Xa6
dC+6BTKuD3rW3TuidfcRGriPr0LCSVeGCak8iqsGUww8rU7A4/tprNce5Lvx4yAic6P1c+NSek/Q
gHFJBdE1Aii0F3VMGnJOVbT5WyQ05dyr3fy64A/1Qa/V+EVF6uN8fwNvnA8Oh8SrGZww6tDLd4YF
MdfgUNY+MIvhidzd3MN5a/ZFYDxe7pJJCyypATjzytZCgK0dm3qnmqU/CDXYtUbxCys+AcEtKh8/
9LJEoFNHj4ve4OpUJPqUIdweVj4C5PlhQCfglMErO+VJt8V8uvXSOH4q+RrzNCwOLvdvKqJodicD
WmTUjfu4s4c3G2UqSDdpmYbeolXDMe+jrcbqrWXhkGIVxX5y1ayW1dxQhzrXlb785vdKk4W72G4+
dmPCkM1V56OqlQ8zwlF546bhSVkZNdPVrpYTQs5qOpd+qaefMhRcd1E/Oxuv7kaqwGUGsJ9eq7Rz
WMUQc+4QyUvZT2Vs8nMTz0yBHEV9weYr+53GXbQxD73RCWWuLS2N6E4jz7o2g4PJTRldNpVvjUU2
ewRu7ZOIB/UNck+Y7ZVqVuKntBmhhBLQ9PPgxFPp4UW+BR64Ecre0VSQkMGBXGFx4IOZUzxald/X
QntB7d1+QWb+YSq8VEOWrotSLEFSGi7Pq14mszJgycH33rpPteiLJ6vpysP9qHLreP53Ffms/2Fn
zGUlYrfSK9+eQ2v2ABG3B0tN6IEUmXGOZsjMI4TnrXr6VjAj54LkD7dXBrTLZQdG/4EOjtIPZWmB
yBPY6WJgxF0ZU7Q1A7t1Um2aytIfhr7aOitRke1VY5WpQ5xAuZ8EXOw0GisvqjH9rEnsN5LoG+eD
z4F5GEgdIui6MmrgCuIwWY5+MbkGzzbXe0eJt4bAN56KXh1VCruInrVY3Qe6aOwmGqrBJ1FqnpII
UKdV98E+UZV8Vy6bYMIbr0z6BlLG05QHhiZP0n9OitkBxk6qZmDETaI+4Bjw1BpxfnQ6yzzeP5RX
GygvOlwDuYWQCaGkvVzKcYakE7linDN0/jK+dGEeIxUq9aPZwmqd1eHPwFi3c+Nwzus6fbZyYAFB
0gUbn9hV3s8qkqtGlQxy7EoZsxAFNqokkWfVLnLzpUot9VNnTS1O11rRvgxGJ8ANh03zx2y2ycZZ
vLW4VEmW8j6IA6zbn/A18mEZUuPshGrxw+wnjBjrxsq0fZ8Mrvs0JLr2NA2T2z/lTd5XXx5/k5wY
tK6kkgKVweWbVBGMHlBPEueoj9C4VGfFM0X4/7xHaFLkLNQddJVXR7N2YKwTRsWZei/aGXFqHlAo
FRun5SpU8p3BApQINXjDQFfWz2IGtlvZwdms1Og0h4n9JpwJnnfevNvVRLshS/rP9zfw6quTi8qm
PAZXMBDXmEM91EVAIzg4u2Y0fVFKvm3EGqMzBOWttvw1sJ1wTKJCkwXsOLnz6gHbRmSNmAr7PFiV
+AsnweEEUif9QytM5VUJw/xD0KTRKyr35SmrGuWURJZ1yty8OqauqnwbBi3uT2NstRtf0HU84Idx
gvh9tKuQkbrc+aCfY3sgYztXmMwfsyipPi6ztSV0eWOrwdPIgb8E89IgvVxl1I22d4bYPkd0hP6M
Fq176Wn//17SXt/IZd6D80XX4/3mQ90L/WrJIVidWDHYztJVOmtF+IdbWUKY6wCOdLuxwlXXG5VC
7zwVhMnPMlSbNxNz82mHXFZg7mim6zb/RxK+4vdSD3scqqNvLJO/McWq4EDPbvwLT5G23vFvoiu3
KA0abG6hT7jz1XQMW1hDIk08jq4R7ApuCxMWoB58p8sDtSrK877xMAChD5RAKvA64BxbjeHrfI49
kGg92DDk5cAOVvttupyUVFjnRenRdLbpjfzRd3OVeL0puqPjpvkTt5rxqkXj9Pei6fWCxqge7u9/
YbcOFwUB2FoJxCfTuvwZieghueUYhEWYAEktjQSG2xhtrHIN9eBp5dwVWSgdnab19TllcT+G8LXP
i8b3QTdK9F6Z1w2+KnFxjLJ2+hrAOgdOVLlvCESnM771DQbvi657OoWeD8on+ufxZ5cKSAgDy+C5
bjxmWaJqY4azqx6DWNfLRj804+MteR7dIXRRS6IrD3DqcoeHLIti15xx6AQIuxNLjY5e7XS7pHe3
kuabh4qrDq0YJn4M71ZNvdlc4NgUuIE22WC3Xl7CkJzH2fS7QcXLqw3NnTbMBewcx/X61EEjwe7t
9un+vt4IJVIon5wTQgStvtWvUEBUVnVQMAewa+MH/gHDZ3t2kToADRZ/v7/WVR4oyT5S2ZkVsShY
rzVnAa5gjHpIlpoOfTNHOyCPbKRe1AlzZyzZ8LBWHCtKoxYYUOi3AbG5fJ9CH8PWRRQSkBKyN6FZ
909dGvzAp+hhhUJWgvAKZAgRS7Anq5UQkAgdPMyU8zh1+G0jBaHAUR+EgsPQov0fL012vgEuUKbz
jV4+FtmQPS+ZrpxRcxNvXVCMh0IMxqcUrZaNC+3W+ZA3DBc7kHe8yy+XMnIrUmrDDf0Js8dnWzHi
00gRewgw5t4IPDeWIvn7H2fntRs3sq3hJyLAHG5Jdiu0LFly9k3B9oyZY1UxPf356HMzaglqeGMD
s4HxzFSTrFq1wh+Ir3QfuNrPW31qn3g3TZ3dlru8y2Ig0WSjCpqOnR4uJEivLUXRjZ8BiEM6VPuf
/6dCcOYZLnK05bfmavXXa7i5d2G+Re9CAKQX0tr9BZ3dn7T39pQIbjJR9WxjFKHX26WfFbd6wrs5
HPPgCpWRwY5705g/KLPrfgAHzadELHr6lOfRpRbLy7yatjBsH+/PxIaw9vxZ9W6ZsAm/uF03JY7B
TuDNXQTCEOFKV4PlyDASEhr/8NenPdibSeiRI2MDuOb5ul5LGq+NTtz0tSx/lNno3hmlVd/X9Ra+
d1AsuJCpvPJNA0DozPkwRWBWe/6c1qQNobRxAwXuu10MBbakKicHLY2rt59sv+7PPykVwk6r5BSi
QfT8yaiCMlhqcNstGW5R6joqGq63KGpQwakd+2MXjRvsP27Gb28v/CfReLEy4Lr9fe4Dv7NEJB9V
IGZy19vFr+x0BjF92CyNBGA3ibQu7V+1Fo/Eb+Sh1gcUGA5BaByQjASXY+XtcfOKFr/NbDpmNvrL
URsVFz7Ca7ud5qi1c7PYan8uvf8cLMrHznVmh4AbjdZtneXuj3Z26i++nsyrbIqGOETx5gRTSzz2
BSI+b7+gV24YIE+Mp8Cn7IOQs8S44Rg45sCek9LsE05F/YTbnrxDuab60nlN/vmv1wuYf3C+afSx
6c6iYxNimEWxJ24aE3+nFhnwA0z/6qEM5/bCpttj+tmn/+9S58BGiR9shXaEuJlrjI7CfkU+DD2/
v4/BrEIZTmVFT/0c1xF1CwG4ZJXAUtnj0phhuhlG935d8Lx9+929RKfTk8V/AxIQ34wE5GwztzTv
W2W34qbcjP7GXkT3LxQ6bFXVMCjwTyW64Gu5XdHi7ygwxuG6a8LtCit6hZ2pDvKborLtk+grNy5B
H38OsjF6fPtHvhI8gU0gBkkXab//zjaUmfvzaBqLuOHnHN0ORMPcdY/BMt+auBox7xUPncovDG1e
i2Tw9uDrkLuABjvbVZp3lQ1o6d6sOQ6k2mn9pwJYxF1Qju7/shT9FlDOFBR8juehTNImi6CyGDfM
XD/5XgXRCijfUdni0jX0Wr5LyNpRVih80vM/S1q22ZwUZmSC+Gxvh2JutndWCySxDRrIgW6mHsyw
U9ciH5ZjOJfrtZzh8739OV87RLvMyk4iwl7knJu6RFnfD+h+3QwBanZcyyKFfH/JyPmVKASlC1LU
znEDnXF2E5ldDf2yCqObOlgBvjDt7q8lQ85D53COUgRAuwuf8bXnQlocLMSeEnL9Pf+MWkwlWPIB
ziUA6BR/QlygcuMS5/a150IKdi+E0eKAofR8FWg77boB8b6ZBQxops7VnRlM1c3SDMWH0p+Mv09z
ucZhluEXzcs8l3RBxXIpe4BhN+gYzl+zii5PR5H5OCMUdCG6vnbk4CrTdUA3y+I9Pn+0YujG0PAD
42Zw1+7O76v2a4CVSIpzxKWlXvtW3BYQDLk5KDHPdodErRTtzyqDtV/4tzov5K1Xt5fQSK+uwjVM
dgvNi2r2+QPhOdQ7LQIQtzPGPUmnnfwHbJrq49vnaQ/RZ5cS3EKWMMnckS06S27NFjU+DCL8G7cN
tjtpRNEhGHWOon7nzo+qRsSNfKC5dMBefC2qVe4nSKT72i+IVGJQeeU2C2ou5RSky5A516XRh4fW
b7YLG+PFe9wLY/YFhxTmBLHr+XukTClFlxvjKayX4J0TIWAz9PMlquHL4Lj7HjCuoDYG5wjk/fky
/owKcTVl40nUloWTLgI8fbLm9lBgHdXUC1OM3rnHKLecaMBPNuB7V2Zp64bG77/8pPwScrediUWs
ftE7VrTmI4yT+SW+N+uULHjBucqqgodyHfPlyimDCCh+4aMt+PbKL3JHxvc7AxmoXkBWcI4mj7qe
HGAz5QlYPPqPRWnaiDwGs3UIV9u+lqEUR89s/N9uJY3gKJvQvQCTfPmxGV5GMCiI2eSu5+2fvtCj
GN2uPVltH/0Coe9+qGByXAhrL4HedNf2Jha9W/QekEF5/rELLvc+G5b25HRqfB91wjmM5jx8AXLj
xH6TlxFJzjqRXtDD/7H6IcVhZOEetepAHX3dQSSojPEOHHgDzaoOLryGV3YjJQZJPHktYQqpjOc/
0JlrS5pe1p1yuJCIGGAan0IKrz70Ob/CA3/wbWKMeb/gK3C32vl8BZDrrxPegNJxR0Ds4nLcovtt
9J9SogoxkA/zvjspqbYHr9LhrR4L728RWn9W+eNu94cQeH6noaPerUp1p9IIhnSURvNuzJ0yfXtr
v8RN7sswi6SR8se74KxkpKOqrTmfu1PlWetTmJd5sk6Fcdt3M0d566arepLZgxchsDS47vyxyfR8
PVFl/nU82+WOqFq5wmGD+WeBRvWW3ayTV51o3vvoIyPi+N3yevXl7Qd+5STB8wfUAR4NkNNLLhgV
Bpom9SmoFV19f4iQprnoRfryHiDL+oPHBBvJ8Pjs+ilFWPVh0danqsVdNYZ0aT3Uy+pB+23r5fvb
j/TaYihe8iF3z0UCxPP9WFem8tYNMZp2tYNP4FqNd2Rj0fXcb9OFA/ja2yMyMAghg4Q4fXb+BFjt
uZ+j7hQhuO2sakiMEGrg28/zIpvbBToYJMAV2LsJ5yDPKWyroPOb/iTpDv9yM986qqVdfpfblqWm
y5Z8e70/TNRnyQILgoumJ0QKTgc/eP4C1ywMsIvJ65PAfcwAyx9ZCxJmZClJtTpVG6NUhximW7TB
XS/sCPf2esMCqJlniXBVnssANyVEazIXTcF4W5kBwm1C8jsZ58r7Zy0nDVRCDdHXgY777TDO3vU0
zqpILWsYkerLRFDF7rCIW0YpA6IBci4fdKgZjda5S9t27TbnR9lNsE0w9xK0BmtzuLdrhotoNFQR
YtBGU2TpiGZkGVeTV7pppnR3M8yDGkB6Fz1kP7XpNe3mYfngS8fOrpx5kt+dXRwuzsGWjbGp57DC
JTk35xs9R4Bba5Rbe0S2x1nH4WT2VrwMeQH1R8xDRuxt2p/NPInmUeqgz28ufBle/NmHgZiItS1a
B7y6c/FJd0TGPS+QCe25tFCEhzYfBFXDWO2ikt0rh4hG+c6A32V8wQw93wMGxUU+wzo/mboMDlEP
6cBTJmRR9xJ/8KUsaUD0YcCCfDbZ9gtoIMNDc94kS3mUpamE/3o9LbV/EKM2b1HzDm8HY8t+hTq3
nrxIjAe7c92nDI27730oraTpJluiQlBm16jCVg+oeDVJWzZBrDtVk9xu+R3kBX27oXx7cIPK+Qeh
A/f929/mlVPKAJ9ZFL7OvDV/DxX/uQV9zG2jdpdwzQzPIS2wqnTtFbLIQrhJX9Zf317ute8DvJ9P
w1A9YD88X26sDQtKskmQs9E5W5x6irshNI+G6C4R1182MwMwaSipQVUkAsHpfr6WQ9W6eeMoT27P
/R+HWbBWqVRt9JRtmyUPYder7iYkDuq4j5bwyozydY6pTs3UHkB4YnkuqiBRgRZPERo8vyQMdTpJ
mzUetFcO+sIt/sq3QB4Ypv0uQMJ1fnYDdKIJpl6N46nswuU3QzsHjZoJ4T4il7m9y9rgUt7wMiV2
waRwImlYMBk5J45u7C+5Dq15ypbROqA+hCPAPK3Tv9bC9DttQEPf1aiH3RRrMN9avpDD8e0NsQfl
s9iwU4a49PhMjBDOnlnAvdxl7MyTp4LUcaR5DHP5vnSr315bV0cQAJcgMjhYv1yT6whOByRIJkHn
tSvqi2Pb+qyZ5zXeE4MqwFMR9O3tLqtzZ0h7H0Paq4qdcBW0uWCjZqEnkIR2MKlrBkVis4Hh5vTK
ZfbiCUxbBAfFK/5BfK66adphXWLXz8W94ZdLeWW2/vplw36pjsVCj23wccygjYKOQryaTftISN+e
sqrRT2ioa3haEikAxyt65iiYx7EN5sCYuKlC+dH1mhXU2bL/9Nqep0d/iqZ/eifb8P6A0/zBy+k4
xsPWzV9ruy6/B6XIt6fZN8qKW0dUH1pw6V/X2c3v4VSFHwdpq59+5vZl0ldz+a61stI4jFpEP7eq
94vEmbIMffF2mf4ds0DOcYNmytNaNcBwfFd8gPsv0f/3NvdnBpWWK9a0jJNZFuJHbupWx1O+AlO1
RNYg2F/OUxMvNb2qmNG396mPir5J+zGbPjq5RisfhEYd6yLn5cBKAAQxFjCegGvwqtClHTG22KxA
4ofURHRzQ0bpdlKM4/agmkD/S50bAHgfW/UQmEYmDr7XzfqqmkUuj7pdQp2MVSP5bJ2M5niCsabS
IBfWFfcqqiPNEqBjWZYOk/JBzltS8oNm9HJmvASEnOZ/jGZimsU11ozvvKyplgcsB7rxSmjk/xNt
ljWXr3DDLaG2Nm3udB21V/kEpBRg4pCxq1DObhI4c/X3cEZ/PHYqK7ivqxldGbBnPL+1+BJl/i0s
DqVXWd9JT5qVerz0VcItrrpED33RJ1bYV9ahmcJySBdn8ppEzW1zJ2vH71KBIwNKvLYyflPY87Cy
EIYPub6ziyQXi/sLZmDTxIawTXGXb7MRJhP/p+NW+vLnTgTK416Xtj6AfKrtWBRl68f05Ix3wVKt
xRHRsEkcS8PKfgKU99XOzFrNhI+HkrDpCP7jiMIoPOHCdSgwDXSnzyXyXHOiyXbZsNaEaUTRoZcf
i34V5Q0wGPWEfnT9vQqD6p9pm70pJrHS9YX89JUkmE4AuQIyjXA/zueWww5yMi1tnkYYbskQ5eWd
6C5G2FcuPCgYLop0ENmJcHvM/8/9iq7mHK2Tu51o/nQH6t4trVG7TPvAkhdC6atLgYOlyUP1A8zx
+VKd42yr3BrzFHJ3vWs6xJaiSq7XWYT/wd9H7V0pi1YwCIAXUm7oleaSDH472XYz3NaMEFIRmtNB
tPX0M6hCOFyrN/x4e9FXng/sDK1a5mD+DpR6/nx9R39/I7idStPsH1sDyG9MC6v7kq3jJaD0S5BS
QEOONtXeIOCaOGfmB9wRqpHmesLgR8jY5cYgxOG6EcTb1oxrAifKeNgsr0AgO9yyLS5gY/3Gy8Va
44lL9YMiBPx2a9kaF77zy40LEnKHDwFM3AnxZzlUo7JMbuSWXNpD99VDP/sWLUJ/it9+3fvrfH4z
w+fZH54dtcMgz7pIaxjUWZaF+iQxgE9cl0l01zVt3PN90z4niL+93iuPxXrk0ShJ7fPBs0zArBDG
GGnJnUzBFTPkTn4o8Uc8vL0Kjf3XngsNNPpjSEqQdpxtI+QVV2aq46lnjrwmtj0bt7Ti8c+yjLLu
DiuXOhPvOSrlu8rOs1sVLCWqCL7wdOqNomgSQMJ1n0aeWpajt1j2yfWWqTwCTA0+tm5jf5Lokwap
Wfdyi72yFAzupbJlmoEOxTtHdsGnwB175Mj7ggnOUlmLmWbmIPqkiNzul58NvRlPsw6rw9AZ+U8h
Jrp00gn7j3awCjsxzD5aj0MQGFbcK730iY/Bp0yqxQiXg8IM+7uuMjMnlWjsJi4LHxzj0k74JSjL
G5+C2pqfWkpcysxVO86xHRdZ8pSVc99w1S444QDMTm1D1z/CrJDfazuX1UFvGCXFU+mG+AG5UVWn
ikHNmiiylDb2ltB/GrCzqhLVFLM6ZatBg0/URVjFE7+sgNaJJ+lDFW2j/YGXDtHBqHz1z5JHtnEl
83z4tTaq+JH1o+5if8xGRvpLo8jBxBCYMQgFRJyDvW5HWyWbMUBzui5BuaV9nHsQPgkjEV0nFdYo
CK7o3jjllrt+MkDC/Jwtb752+zXLYm4j/W0hX7KPucYRULfKqI9R4fEJ8nFDK82YTVMjZR2hE2xt
KjIPORsquCrmSaH8kxnWdlqqai8eFNLM6QyG8Zeo7UKi3LwhLOk3tbw2Ha3HFPBm90/rjcUU176i
GNGFWz9xr+rxYKJ79bEvfOcHu2qwU2Q6DDuBX1y1ie9sFMsW2tn8tZoiZFaMiYzo7TOxB4zzk87A
g6k8aO5do+D5idDuYikryufTmBdLmtM2uaGaKoc4m7IuzWuxvZ/FWOB3+T80YQHqATa1YMDwYc7F
tsagni08iObT3A5WDOQ1S8xBXYL+vxLKYPeT6++h7GW/a0IxP6rsUJ1aRxR3UBPGR2fvgZTNWqfg
nNWF6/GVUEYHD9ABNz44+fO+obmFs5VXhYZIUXr32zwbTVyEov/r3jKtBVADAClAh/Boz7+bUWXT
1DulPm2rqE+bs8MWXPSd394dfzTrzrbHPn9jGrbf94CUny8zhMEoZZfrEwr2i5NE0CXukQN0xxiF
32CMYRwvp9DQ43eza0eyzsUmAeAENFlsBLX/TdaB+Apey9Wxawwj7IA1dz9bDSltsnkIy8QbFUmb
uGYXFDDrt/KXLcZc3rhYK35v7aEsDrhubHU6K4NqWIqVeqSd9SziEp+EMhUSdDftMT3qQx3MuEeo
ckAs3Ziyh8xtwofZrNQvXW/it6uH6shGHGQMu7hYj/mEC0ycFUVUp6GJXmxs6w0DIK44HeEgQTsg
IYXUGGjAQrtE031Zi+44GPAKf7hLZDVnLxfTLVnnpjrlQySx8tCGxKimKG9kbtsHFKWa3607hh/e
/qYvUylWBeVNfrODqM5lCsehrYdpdDgQbiU+5msg7/CR997BpFwuZCuvPuBOQGaYykTgfOqGv1Hl
R9uiTpSZfnm0Ke0fXUT+HtGQjmhxRt1e1Vzqzr32gPDpwBzzXgHtnXW4y8qZKyEMdepp0yyxMHvx
brOd+pORefbV2y/ztYyCgo0WIPxn6lv3/BxmY80Yl9sudHpvSZZQuPFEnz/RfmMkQ9aufWw4Wsal
mQ1Hrg/zvVqX6p0mg07s0oyOYpiG60oX5nfaWQa9iLp5wAhguQ4qO/rp1jp7N2DP9xj4eXPH2bBu
h95tLnypV94ZPaBdHBMiMmICZwmY409FqDc1nVycY07UpdU1JdlyO3ZZfv32K3tlU+wo3B1cTIJN
P/D5rjdHHCFnW08n2+rlZ5oQdZ1SDtIdMOnX+ZUw0sa10DZ/e9lX7gHaPYjSIlUIiOUc5J9HvlpL
NU8nbYJb9EZaAaGQzcnvzOlTNXfhhcd8SW5hD0fR/4dncGjnHT3F9KEIa3c6ZZ00f9qltxHrjM4v
E6ub3bsR3P+PwlXyqe63LZlxZZ3WKvy1NxxocnToR8XYfrbfKjeaPmlRyOwAK0J/Hv2pv8faHdfp
Aezv5yYXuj8swh9u583qHlRhGB9HJcW9snL1GfnK+lfhB6MdW6Px2S/oFFDxWk13XFv4lMnbr/nl
9UdM3Adnu34hZcpZTAuDJa/drZpPnREF2K+2OfNl+5Ih08uPuaO5AfDsqHFwNfuf/6eyznytTKcJ
q1PdTEdm+z3Ehll+zpRn33SMIS481Mstiw4VAyZA3UCGEG84W66tew+8fXnSIl+4XpZjaYoeZGxd
x6WwPgEcuARDeaUIJY1Af37vU0I6Oh+cZBWuVp0f1Kceceg68XW+lPulC4EQJsdWHW1q4h9DNjf/
DhSFQ+wiPvwVPhWS53Y7w6HC7tLQB4Yl+q+93+AJgaGH+c0kfrfzef4+wgrAHQ10hcfhRE8DUtbe
crx0Yl++9eernM21rRqTJXMltHKJh1e6MdaSGiyrTjb1Akg/PR3nSDdXb2/gVxAU3FTM0kEG8NGJ
Fc8fDmfqYhr9Qp20RlC3JGd/tEZ/Syeja25Chu13vpu3IEfL+cZRgXU9hMX6xdSWn0yTqa6kqb1T
HVXRe9EX9YVf9zJO7z+OuhxA1B9KyPMfF/G8SxDk6lSBUwJwb3toDJv6ENXjX0v285H5wiTPexsA
k5/nSwXG0mxr0KtTR2KEz5haaPPqizrSe7h/nmGyDCPiPxDY/YA9X6ZtHVtmLfm5S+GZ0o0UX1om
nQ/FtHRoRJRo44pIHZiK2EzWpvJgyHn5NEq/ugLrNvwP7xejP7493R8aBfv7/09gkZmhqGUtitd8
M05w0qb3GCqOxwV96gtX7stIyYQc8C8sBtxMyJGeLzWOVP94iXCIpKNi/imZBN1SHt7ezi8jJUwC
AKMMKvd873zKY4fl2AiLi51+d3FNma9jh35WOoJKPAxykxfqyUvrnR3aDjmlXFObnFavVp8h2ujU
XTXysb3xbrHXSyIDr4Bf2DqA8ulXcSMw/n/+FidchGUfRPoEHQfpFDzyujjI7ea6l33+WbRyofWR
L8GVnP32Ti9Be0KFfExMpfUl2t0rhxNINRO1XRH5paKnzERhBZ1H14zRT5wZ9XaHnCoKk3q8ZITz
kqVMCgV824sga3owtfbd9Z+NqsZo6lQo1EkYQ/Cxgk5fJFKOWLQHo/IZbJXF+iFsMCRPDL02n40g
nD4jT4LyZOXQVkqWnnh2WKl5sOGj2X/Jh2sPk2fnGgU1xLTg/DNgPid3tU2wOHqjhehnXnBn12vp
xQMcwNvGGabEqq3xCiulMfEma/vw9p5/5WThvwRNA5s5bK7/RPj/vBsX1WuLG3E6GQ2VZSYa58oe
1KXi5tVVGCFA6mReC+Xw+Rfwu2atLCmmU456QlqPU3flLaK6cH5f2VOgoRnT7thIGCZn3xkXvroV
+3nyaoQ2naz85q5jkHqMfi4kOa88DytRwqAbBVHuXK5YBJk1uwzQTvOGRVQ791OqcK2+sMrLSz2k
bUH1yV8wOTkPsCs/3Axboh7hjyi0uFYKdQDHKGfdEgYp6qrYjEsaya8tCqmdl0iNRl/mLF9RtOjL
vqQONUA/HaVec6CmXZ8WyzrfOnPjP42VYV7Azb/8crB20LsAI0Jc4k55vj8A2Q0lVCYck43lg+oR
ahvs7iveEMWFhV4M8gl+LAILjqdDP/8sBHb9uq51Y3tYP4zTN6F6B/WoBj0Zu5bGxwKj+erYN3Vw
XyKVcpdLY0jfPm8vnhRy795IAIIIcOHFtGAwaKBCIB9OcqjCeKycLR1t6SQlCfWF7fNik7KUvcMk
HDBFrHn2rMI0Im0E2XBS0Vwn2RJYyTbj1P7XDwQeAVEeBKQgFP+x6vpPAJkZWM6R0RanwFT+EWrZ
U4C7+kHl2ce3F3qJU2E0yDeje7BPIxG9fL5JpgZPIOGW2cmuQA1hr5oHPW5WC7IH3bJ2bYKvaE37
fFur7Lg64foQrcP6Ge2u4qFwpqnGnr3DOM4dmqDBbUNn/3jdtO4UzC5w4bIjkHH99m9+cZj2bc3E
EmANZxj60vOfXGH1WLhZaNyuIBJ+oEElDVxM/eKUu2p+wNGu8JPeHKa/tf4ipINR3mkvLM3M9vmy
fjQjS9Jlxal2vBaVpFEnfdEOB/y660u4qBddnR0RA5mItg6xdwd6PV9sEdmSz+7mkLeU9Y8CqsXj
1i5U5Hbm4eUe1VZdXq/bmt0KeEVTAr52a77KaRueLDnaxqODpo77XhdZcVMVRtPHpr36beq5jTej
gGMMDq3SyIiSEr1PhayqGahYVKb8F+VL8TB7JWgAs4GYF5fGugJRbBAUAyogS4/5T5Bh7Fs1pZlu
/dT7dyrqrB23MFKJBcLtq1vlZdVjNgZBm1RTJ/Ba8UtnPEpUdVHw77YpXbJ58E7RKtfPEdm0lRqD
L37LyV6fMNzGftdSlDlSrfirRcJakDzCPPB720+GeZM3yJ9wIEp3TIIi8+p4snShk9z2ay/BFL67
noUpsM7JhpRz4/xs3LLZdT2q8U7YdWYnWd30IoES5C1IL2KOdZxgMOFYsxVgOJplCm9x6sx+MoqJ
vGPmz31BSQu/K6nl6onrajPAahS0iu7boGDYRr4xyHTwNv/BE8OmriN3U1viuSAKDn6hyy9hV/Xy
Ghy2bx5Xq+5xg5RatU+uLnt5AASXfTZMDTpxxI+AR6pMbaamwyyMdz7KAuhK7v0U0Sw4YBCAUU2o
3dKKQ9l1A5eznf+qYRLgOoRvCnpexoatp2jU/K1uGomlSSRx41kXz/jiNFV4tDdpfR2QFpmPK5bA
D+ZoNMaxLpr6AzZp8rgWXnis1sbM0xkh2ve8afe7VUj7dtBDcGNHc3SYtDU+RvPcfqJKdo+RLJvH
Vi2A6oPg07r1LT8P1ZjPq29PMkF4j60DrQZl99X9F7EjAo25qW8BsmPf+wAI8oh5X3XENZ1mZGe3
+ltr+/l2NMIZ7/Q+L/IvTa7KXzTOlyi2SwJc2vbBCElZ9/QpUNEGJJSHzpKs9pi7+Jc2ILQHZCq6
1G5l2GBg6PgyrmZ7/HfYW1TwadXvngNOrbBV3bctzPMvjGA7/uUKstHB6YQoYgNT+/cyGics3Lbh
GzNV+4eLY943XlhWMZrfvA9OWYTtobK7GTxs3ThNCkan9JN8sNzTtJVZlBTCtq+sNbM6ZE7GpeVj
zauIXRkx1kaVX5WPPQ0WUujKNVXch/C1Brn2137Qm/WhQZr+RxP1+2fvumqBwTDqMPZLY+Bbd0Dw
kzoM2/VGwJID86PN8YfhD/WXcYtUl1LwUaGsBg3PKweK4vtaFfUYDysImmQYhWSku5XNkpTWsr/v
RenypgWRZydhG2a/iqqw1GHDwDhLyHemTxbBpMGgVUz3meG23zw9jO0RXlT2oSi2Nkwy0IrRfQ86
+D7KhvVkN441xzl4JRvzxmjx4zbCUj0OvXJdDh6+9ydKSeQypMiqdzOZ0QYbeGYuPrkdmJ7BnarP
+YI+JV49hapuqWJlUZLce0greKvjHnoOoU6UVeubypZ+CYNqsZ/GEAXyRNW2+oUfoKdRNMuR8MlG
cqKj5JGiq8hQw3KgZqpVavVB/oGDqM3rjVH1vfSLhpiYIWgQYweu37urWOe04aGiWMpVusmwijBe
ynyejj3VUR57QxkOh6X08C7pIZ3EXTX3yyFQzjbEal5KxJxFmNlxCFDbP6xER+S0lQxdpIFyawL6
VPYcA030jcNoBAgIWTn7OPdlZcelBh6TbAsBNjG3JuwOWeOAOs5LxNSavLLcJDJ872fmluGHgVtA
vJumcvo1s4Ue3c3YEEH2mIEmwinH+6pfMc9xx2K5N8eg45sqx/9Q9ZMaUgRAKvrVvlGvV/YIajYN
1kDod32N6Mw7Va6Ayg1hcfMCgu/vo9Zqv85Wj2V6WfT9N2XYwNDpAyAdMIKck7HCCwJ2DeRoCBRC
4rIurLVJnKbsFfP8MTi5lSPygyI+p5m9ZXmi7QhMfIDf2tcptEDwGotHL6zfJ2h+A7f7qqkL88kn
rJ4c7MjaVNEtvQdf7zbo3NNrue1W26yIN+7w1Rdbd1Nw2hmw49NQx0berdhL1KhsJYDGOO/azsSD
G2IEE5sqMK/MlbQjyefV4qDJ2Xns2o7Pktd9rlKMU2s/Bmunnoa+cvSRPNuWGNqP3r9c3/17erib
e20Re8aYVzP/A9yoHI9a0Cp9cHXUu7EflSpLo1pwnscw2Lp0NKX8zfDd5w+NJex3v1UgAYXe6pnr
FmDsXagDpuWeh+d9Chi/C6/KMsD9NFgX43cgVv62XfK/I1Kh1pC2G37vjE3rIn+fl+hnHmeBf9DV
2lpbuZuZ6H+RwzPL46CjzkvQPVTeNdwxrqNsGszggONdOx5Gcvvvo2dWT4V259+WAazkuIHMWBOn
MEAkBApm/ZAt/Q9t190viBcldtctfHso8HZ1bGyuO95d5vgHy8vX9mA3XVmkpdVT80WDazixifoW
yNd+WR5cMyvWA30IYV07+PxSgdbDeIVBw0qIZFYxxBPSFW7cdz2a2tZWPRi+o5nsOE3wS25l9LVE
a+t7N2+Dn1qModqjgpbwEbctQFNNj4xEbg4zVEjE3w8R7gXH3ploZ1RGBlq0LldsUPXWCCPBIMBR
KaPb5j30zNJOtgKcrS2H1U2wcXRkMoMYzBO/dxDUqr3R8RA/6oOvjt2692B0yvJxBB9TpQNZIMqe
rrEtaeMNAkCAX/agc+H930MJ4WrD6olQ2PfWANYjZ5SbbGKAql8MxHVvDqcWpscQvTcREP2qVGR8
8mrpDXFvSGsBFeTaZWxYfv9bo4b0xZRh7QCJ9ee7wrN4uYtUxv2gTWTW62g1fliVbT5YTmPNqbPo
VSQozWwnf9yqD/ZqI3EhtQMeNlL9ZqeMJLPf1TRaHzdtVj8NswijgzNi2xercOx++7RUnbijIKzj
MajMNQbeiwtRXk/OvwUgnZpoVqxF3Ao9ZAmur/0JjOnaHPAPCZ209ahMklk7bHCns/YkryYUp7Ip
xAKtvqaDNq129bWdrO6DsY46S4J616rMOsv42WQ1YJx6Ev61FIH82ZR+8G3lkmH/S82c1KUFMCR6
9CzBiVjHPkazyoegSOeLjii99n/zaeya65kR2m9IJDWbV6jJvh6LCKcIb40UQAQgrh+MZl4POCDw
39jMou2ToMlAAkRz28FvbRx02K2+c0l26rF4iKAcMD6bswrMV7lM2y30F+RLaJE2d1PuWF9DY7VR
Q94m78ZcBxUkdDONj60J6i6W6v8YO6/lupUsTb9KxbnPHnjT0VURA7MdPSlKFG8QlETBIwFkwj79
fPtUzXRX9UXPzYmjEJ24sTPX+u3S/GyzhXZlaYStPI5sQs+uVoYd903HJZhpH5nQUtH7dGoGNT05
kzXZ8aTq4s3VctERZQv9GNXEB15gSquf3bQXflIS7fG9KoL5ZnSrGmxsB9aLfMyo7mM3L/QcrFnv
1lFOkOt7oOz2aUXIK6J1hUiMlZUPIlY+43m1bYLGMIoBzRPhtSKuXGt1EidQlXX0qBP7IX1SPtIJ
n8R7TZN8GHP9ZjftLL36acgczoBC7VrFBj7B9xX84ctWtFPw3nil+i27TpexmRHKiJgVgU28NSSN
RT5PZ0n4UOl+HefQ/25pvxlORbawiqKfd/fUaWp1r6pgC8jX5eZES7WrH1giyGnwdVhg10Jd9uhv
gUDqNfeujBYaAb5YeVkJVMJV9dxMNJlGzlz1M6+1YX4BZLd/TQSB9IfB8nM39YsNWziAePg/RZj8
N9j1uhgS/2JeE8bgOf81x7oWQPQG98ulLJbiaGS5/goKat4549g8Li11JdHi+AOFQmW+X7tH1lPW
6P7Dd6o5DvzMfRphTWENO3f7H4RHf6IS/xVx/fvPhmucCxOO8l+rcmU7z3vpzfYFKCGP89mdKDRd
ueEzXTPLu2buHsYsoDC8dobjoBHJN72ZH+p9C2NjrcwnaIogVkVvp64ydyY6vVwqpxyPuUGiaGCw
8Eb7MK6HAXzg70Dn//q5/nv+KR///oOqv/0Hf/4JJDWWeaH/5Y9/uyt/jlLJ3/o/rp/2/z7snz/p
bw/9Z/eix89PfffR/+tH/tMn8vX/8f2TD/3xT39IeUL19jR9jtvzp5oa/ec34Se9fuT/71/+5fPP
r/Jl6z//+sdPCcx1/Wp5Kbs//vFX519//YM4p/+CsFy//j/+8v6j5fP+d6c/xp+6/Pnx3z7p80Pp
v/5BuNcff1k+r/8r/vz/To664A+e8W/XLlD0DDySZCVcv4+S059/F7j/RmjwnwZZagaIG/T++L//
wn96Lf7ztflLN7WPklgcxbeE/bqCpP/5eIGig7tABF77ynBc8/j/MybSk6WOISMAkSBGvQHlaC91
bYZlYLaX3Kaqj4VFMQAsbdvO7HO+KrXxmJHNLp48MVQ1W71k4RyXOBvq1rHop89tJe7sIu/X69aE
umwggbvanezeKJGzXQOBs8IdI7WRvH/kiNmd9YVUJIeNnvV/ApTobK9ri/s8MLZ84QIZcVSMCL0K
jJtCO0TorOZ612eV6SA1MwqTkOhxG38Zihk43VrKSH5qZw72KM+vV18172OfTm0+Wsd+pXhdXrpR
5/CQOsPod7UqoMc74d9vsZhuThbWeGe8ahlgKgtbG8m8tWZ9mEJ3v22Y2ep7NLqqpIaTiMkuEh6B
ID/Varf62y7X7JkXD3X10hA6xPS1WMVdRrnO8q1W7paaQZ4nToGPM5rzLRzSwhd9/xTObv/Kd+g+
wnDo8coX1CeNlY2ozrMyT54I6d0uvIftnO2OpspjNur5VxPag77Z2sJ7VHvmsmNsSmbVLbtIecR8
EcxvGh3qGZWkme7Kcz5qPTIBlNtV+LvZ7BeiNWR4pBvbiCdoC9JuacVMS1IJNh9vzZJvJ35ZGi2y
tvu4M+hrAIAaObuX2VEXXYzy29IWW6KnTdRJtrf+DbHLK6jWjrL3sKg2S/padodMqsxIObSy7VS5
+PSPq4CHsV7GgufnKwujqH6rKciRZAghmHHWvPQfRFOseTIYWO7jkVwb6+yV1VTxStt5eDMCyNc/
jMlpj4E2rcQo2xYjrpvfzJYzACh74cs8GQ3Ef7EFMiq60k8GrxYP0+KWibLwaaqNFNiAeLuoCJea
DN5lXCKjLtr3YJiLwyrRucVmjt14d2Tex4Zw0WKvteUrhrpxx3grKDz2N/u8NtP4jckVoHf3thEI
cDAKgBy1PIK+VmXk9nv5ZR/XeWLsHfX6uzP7XqeuLTF/da5fxztYh3pg0OPlTIW1kVCWAiixu+HT
IOhoy60AImdt8dvY2rw1x1akBTaG8m5uG48HpoKpuelqvsRNSZq6lxLLmFNQhmcqbAIG8CbQPTWI
ZEPEqJjlV6ivbv6gddI+GIWxn7Jlc4vLJApzj/F2ZtYn7+A2zTvM0IhglbgtyGxRJwdsyOGZUNct
3arGr2DWXvG4FvWaAH3YqfJtdVCN3vsUjdv8ubjS/hbuZXuyXC3eZijbLLbYHLNonmVzp629eWFz
2+OMw9lMMprUDpKYDx7OiY0w8cNdPVAo5PDKF52zxBZzZxflU4+aAeKUnuZlAZangm2h2tTPunyP
9xyXdtSVymY+2oMTGt4+nUkl4b0/2XVw53BrGk8oxNk+tdv4+U/orvFbg0W3x4AzBOspF7OqD5vw
BbL5orSLpACyOS1WJ02GOOIKblenbO7mICifzWWV3wb01q8ac/63rd5Cip1n10g4JPLYHq3ai6+N
5UAFm3SCNu2kO6ZmbWSXfV6dI8r9/HFu6Ag65pNi7q2CHB8Zdb8iZvoLbmW/VnfE02Igm6twvFPY
Br8FxI1J5qte11cT3Fwnvt1ih/LYa+99UvTmaMy89SCn2b9ThQqGBCVOJ4+zZbMNTSAQ8TztV5H+
NAZxlzX5fUCnfZPU0rEOuie9+R3IeA5Td6NjJKUeToZg5aJ/YFTRTqxI9klFu+5eVOdLzXHPXZqE
5Vz5d8swu1+v6DpV4t0+q4SZ1rpa1y111wkznJl6s9X9DhxSPe59Hk5JBu+7xa5cTTeyGz1ntyJb
2xfpbeq2IjHiRRIvc4AUW238Ga75XAyF89DhE/zaZe0gfu+tDsif6SRmNurgc6/jvN32tLDIl03c
rMZ8gSjGZa2UbblOhOTMtNh9pSO6xCazoSx+HMg8GaDfRyUPy2Lp5QmmofJOaLLmoypL932XPhX0
fI/FiA3gyfCAVHw4dcXaJyYLEK84pZtJ4M7geczDwqZ725rHlf3N9ctnT68CxXff1d8zzqeLyNpR
AtFLusZ7I5NPntuD5VBKq5PZ2IwniRwyiJvJdZ5CX3CSk/CXf/fdbnkdMnZ6FsCh2T8VYQ1vBecS
Wyb1mLzMTXM0rm8mrCtBe1C8PeuU3BQrwFjPQxJVWlUPvdv0RpoBu93lkzPN3HDzFZe2fN0ni7t3
9ikcqBk9AVHoJQpK6navn6nlj8FT12+hid6LLFrfThYLnHlSs4FZRNogF1HI36HWF51bBNFgmUBd
kXId1aDgz1earb+EA/Jss8CvEI2j77AjAqWO5IMHVhfzo41Ze1xsQ+4XH7TtIShlgGOtofHpsHou
dqNg4oz3up5KuWjrjJaEKQxIRQI0bR+Yk3Y66zkiEByYB7+FaZti36ikeXBqc74ESq0Wvyvh5ed8
MnCO47lsjR8Lvu0avKflgsYEU2TbgTvefCT3UDTcu7m/PDAzbRx/VXNcds1vK29KZh6AEvdjbnsn
OBZyQj9Me0EIbrN2FeBLN5ZdPGNpaKjvyAYMlN0qmtewacM1HaAvFC7QrIqdyurDAzqV+l4sLbRE
3G9X6KUg7TzGyVR3Z7OociNifFTLkSt3OUNLSZL1heOk3Em8TCF0QcY66yLqxw9FnyQcUajPPQHT
2IxdXKTgVmN+yv1w7CWZ63p+hkBZmju2r/qxCzn2InAX9qDOsKUbyaCxnqyi793YnSBoKHxzqm+Y
BrRJxRI37WtWb8YXo9/50abKCV+Ncefp9Zumey5Iknhf5kZ8r659LXfZPLvjQ8FRFTeQj8DlYDtB
hKG6LlNEqvPjsOwtl3G92D7rV+2X3+q8yH8AYDgee9HUjfFWZ7lzOwlr6m6CXZg6msfR5Z4aDG+K
wlzYv/hKdExSd9M9B9Id1uPq50wlJF44b3IBcJkjElwGItMNSnlSeHIApUDb21kLjN4p7NRWxwW5
TV5UhoS6RCLcKzuyueXeewBEKx5VvorDYqC6e55tjcfBI3Vvedmtcfm1l+X2BjrMCdnNMAKH2hxA
jPwG1Vc09qH3NIthcbFQmf36isw561Pl7iGPL2QCEnM795pDtYzhLS+xnojNr73TyJvqCQTY+li9
vs/ScsY3H0PdjTp2ArxVkS0mTF7u0gUiGidnKHnwqeSMS8eZvTQocBUx51Z+fxm9tYV3ISQVAsmg
JX042hAyHqWesGXXogRrUYlfecuXbXLqX8pXSsQ+JqxE4QMTMfWWeKapn+4ZwRcdvMzAOibdMU5d
JrVhdPJALxaiF5O0Eft+2zNGE9SwGItDFYx3ssl9Lu1wztSdNh35MaECYgbhn08ckmnlP+Z6zPWj
SwFWBjvaG0eomOx55Olxj8S3+v3HACRGPg0wR5cKNILD8+pN+/DU7N7OIQlcIcx4toIh9OBqbfd1
2BeVx5Y7FjfKzX2INa/Z2qNNbaURZWNbDlHhB8uPrBOueVmxPnZxj6QHbFvO4asuwlAcZrOzbl1G
LjuCn+oI0UUlXqUm4XoqEdXgDXQPLTkUE1cSqQiUn9bpthrlaZubcL1cI/WPme32vgP32+IcG0C0
nvWqEAx3Yg/OQ2caKwpDo2Gg9MCO2N858Xk5Zvc2ayrT5bEgk+MwkDHzu2xAOaJl89wv8nqjRsQ4
5ffVBLTz3RM7MWKWQ4dCGrh9YT3W/U4rax4sQ3HxOyv40epGQle7WXbxm7ZyomHUfZ5yK6NQc0RV
vNtdt4gbrl2bPlgoavUYlIb9ObIiktNjVdPdsLInnH1wNxyhu8g/VtkXNzuy3Ke2EqI8dPIqWwuC
pbxj7Rzinq8OticVTAVBOywC52bHTXlrLUFn3mxV29vJpKT41VvFZF+CCfgXbwVehF8GArEpqvrR
HuGHyoWJc/HaH1u1bMdimJsbzDLlxWuKgkEtz7E4u/DOWrXuN3sNtJNSNVSgr9tx4VY9XeF4Kfyv
/JuNMYId6RrcweGwcTapGZV2W6PMGTKpXxELW9ld42qE8pxKsOe5GFubNm7hbge/XJvh6wJTWn6p
J3suEnAus35ejY3CqNbwSpn0Mmfni7s9qJszfL5h3MHTlVParyqfojYbmO88LrM35E4qJ0nN2b44
HahZ2pviCkOib5jvrdXL3ieLX3I6z4Wlq6idgHqOdMm7SHIxxq+fi6F79/UaDa2O7b6aSaXd+Yie
MH+edt/4amIxfG1nbzq3Rrn3Xx1MysnoWfq7zf0UPFVjtxMGEbgLzzRGGop36p2B2oQUJGhJAjLJ
xaSxIPftQURd0EOeWU77sHp5ffLHLkBxLXCZO4ScjwTt35kr8gIjq004+5Z4bEtlLrhbN5BHMU0k
3FUzI1zi+m04QcMu7qO3e2aXjiVuOdhOx96PQ1nWO0UBK53BQ62MPPUqP7xj1p2+M4YWeTR5jTwZ
w7bdasoug6ijvCjMubss/8D0XJrxEIyeH2fAMkPMJcg7ugtd2XwjXq7t7npgtz1eFSvvKWx3hgs0
/9WXNmvVdmh6x2IRXrw5JkS3Ol7lqudWBPVPOihYjgnNeFmNLjPuq5W6DL8MvYd1MYc7x9QdC8Ta
+izkm0Gyn2+02UeAZn5mXM7Vg/QWGJWJBLOLKx1oOFOu03eCN/KLCyd6QZDpFzdBoDDENGr/tduN
76d6M9v7hqCG40qcbRU31VwpiGdwn2T36/25Q0E4zxFNFlvshat+qYlRvcoA+gpncLdLK9aEaf3C
qz++ZrY/exc1yoI4odog+GEs/fDVo/PsZSps6Maa7QWUHXYpygT0wXFyuu3DhR1/EYtjfi03AZI5
QpWmjSz0UQbWjAqDtDtG28FiKLOq/V6tHa/oHugNDLymZL3SnsO81uRMwaNHpIU1rNV8FF2xPGyY
RI/hDIOQ+KUWB76hCs66WO003MEOboHqcQ+XZHQRl+VaNQaWtTXjshpnIHyzbGKjV8qIcGKI+o0E
eF44A414kNQls/+TCb02PrJUB9lnN1f5W74gQaFzwGgvZBVJrL/ZtFy1lXjAmQN19yDNHGS1WpvQ
SqmcNC57S8TdkVmg/3ntjfPftJg9yFxK3km6zzGgs6padzVb6/rMjea+D3ZlnINtBn93dNm+daEM
tstojmVslW74FFjEGMRTPdYvwW4NXlpvq3RPuRILFHa5TDfulpHmmi/Sc84ZQpC3HcUfRNZYZo/5
jnKayLRrLCjKUS63ghsfycccvK4hb65ULQ7Vh3Xh6/lM7qHwk8oS84dLw86d7YnsaMrBvncwUP/c
HadvjhJMKc01HQF+OdPF22dGC+W7bFZsm/l6m8+me9KjlOh9iN17oW+NunQ/X1WEK7tX94zE/oH7
PjSPFGTsEQdr3h7KrM1yJlNnHZ8MGmyGZId5K1+aquPJMbVY3IXdrli4mwfPnc6FAgcviF25m/C/
Fy+IvUhW4RGzP0CwiYHFGWdh5KeS8WJ2W/BiG8w+vFugHNFYnZ3cz55cEQRQgD6e9BWxgHcSNEYl
2jXDS+hWdMtmkyUPCPrqV7EX7YlmISo395yl9zAtPgSn6/nDe5sFjflVe/5i3fQKGJjDAkNolNuL
Pk8cVW1MbB1wBOlcYcC3GsPsyF0ZvhTknJP9RoYBEfF4XZ8ytFnvInM5b69ww92YYWSJyRdo9EHo
sOKDPTGfRA3fGg1LIL4zUnXtGRql+9VzmSUN7EUezdbIti7EeCkcaxVbtIFCMjmQLHohPMq3YuBE
866ostlNB1f2SxMhIOrGV183/fSASmvdf0u5rI8Bt9J2X+0baJjXAc8trd3d7xlhHt+qyui3uEd0
l2wk9wzp6DYlUrW9JSQ9LWiJVvd+BZ+bDOCod7122+7VLkpniDyI0g51RtfT3AjzvgUIA4UH5mt5
42fftcZ7Aa9eHPrRaNdD4ShTYcWvcVc+ob9CrSUyTFiPsne0JvYq04e8ZsmNnL1wv25Y5+4hYSHL
R3c2+sijEB1Z5qa6WwIOA0oglgmaFpTyVwXKUifwQfNyWKbdqCJZheEtQz7iIQsr6KEEpX7grby9
krG2POssBwkY6VnCYNP7c1IapCUdrkwlgoCgcIDi6rLlbJzztOps5231vfoWd/n1FPTUtMbmxgOS
LmFRB6e+X6YcjZpdrVQZ8VZLYKmatyG32j8TGPSjbW36tWhwRMfhHjj1ObC3PowHJyu/tHCtNGJt
0xwm425ixhnH1psple6g+GfDeG9UXTqpJlVxOiEbnJfXzQym97kP2rdFGjpuC1uhRW0MhlUE3Rdh
rC540rBMr8UGP4ocYzCQEQxBcCo9p+4SmalwO3KcdvIpqwXKlHwrfNQxDY7oVOQhh/caDsFHVQC3
RDLXJCSWftM/WHW/HFuv795pUspvhUdEUkUueQo3jsfBK0LwpdlboNuNDQlFYa55vIGFE4RFjMmv
aWitA2BacWyqQRwDW4vbbtLrae4m9+yNpvswy9B4r8dlvuXf1dNwbIkTEUkuGW2d5R+7whTT0duE
+9lRxt3BV+rtNG1ef9xgRj9LZESv9bB3xR0CrhWbBTqzb5DC3VPeieqUad2xXIejouzDJmkst8RC
8Fy4O2RdqQV7fSdKAAUbyZSKxrUIftoNQVtDLdQZdY46D57PsA2FXx3sequ+loOzdxa096yrg+nt
8h19MVVeuy/NpzFzC6piMLg7l9JG7hXV3eSvadiVZpCguVEnHcxoVMJgqw20yOFuk9bfW80RG6tU
4ACoupNGFA6Xv5Qbs73pFOFNttnet444QSdeSVMH+rMqcTtV9uB/AjS2ihs0CMtYkDRFuzBe5zvu
33rH7r+Ex2Vl5rXF2t/nQ+OiCmC+Wg7D5pFzVQl7hzpwvAGqRQy85SYvf5qrScPOe1DiKOFIKWON
0KiE9sBqHuU2TW8Z7P2XcihopimcAiKC2Kzgmi68WejGiqlKgpmhjy45rNSga1RzlY+zufhPbsF9
ce/0betGo9oK4zfnXva2u5MnL55fBXdzNViPIOy8BLRznsZcOkNiEUqKLC1zrAvJbVX/3S+a4IO2
heYua6SfunU9vIV9X6t4DwMm1F3MwQmhx1IlI4Nne5iXK2xpKJScJw4acbvVisQds7lGeypCyR+8
PWiemhWtzkUMQetEpdcHHzZvbzNtKArhlumNNSl79P7oToIEogldTq8EKrW57EwV7Whu1qimYJ27
pXNkEMttUXWk+HBMCn5eH1srcC/b0KiPfb9aMtCBTVFueSJIwkLYJxfV8kxQiUCJTa1Gm8BhqPdC
B4kclnTeNnS8yhrNpHZ0dQ7CnTIRzvDt0Ae2+LyqV35Zc8dBupcjoAxr9kRiW6sJp2He334EDDm3
paHQz8Jdrw/m3Dg/cwtB8Y7R4JlzZU0WPPLZIZtFdutaBPekPuRNcVTV4DTR3gEUpC7RZXHdbH31
vOOt9lNM58o6DKMBTLA3axWvgdG8knSnklbZ4W+j0sZzLl35rcn34lBVCB++lZqMMrBe0dapsbbu
kwoEhSGAlMbv0fG2O6BzW17sGTMuz+OmV07DxpGnISTRjxIIwMs43EDenoBGsKK5VYGMty9qddNc
w4YwD81FcWaW0Q92KKzgS0f+0/DomgTLcO+jH3ykTC88AnfYwZEGyIHVXrrLjSahlHC0AN/OMcjn
LoaoZwRYJ7dzkxHaBb2gHqna0AFvFg5hZGaJV7vuwZinwP5ehOvg099D8V5U7dbcJ2h2bCeqG7Oi
FlW7GsUKUIWHU8do9xiEj7CKCCBTM2JuveugDaUTPduDobzH/rTIs9P7tnGt3kXq6+PizDjyaqS8
zqAgYMQ8vdh9NZtR1wgvYaFk6yodIXm+iUmLvbmuXgo6ic1kELXJzFsFc+LZCH7ZCTXScBdMbk+C
ViLDApdD1IIeqsmcMlm9rQojV1zrOhGjgO7GXjEsx4V3/8t+VdFFBd9/jra5G5Gsa5HzJNfWj9Au
aUMei8F/43On5wLxxBlxa3CEW5o+dktb38hW2r4E1ZWmcrIBa0Zt5yRPW729O0xI69pdKm/Ym6/N
Ei7iNiAhbXhynRzW0yony4Oo8+QXQZ7ikzfKubvUldN2yb4r/3abB4fF388ksWZhIPwT8cRKHLO2
n7NoKXt/+p5RdSnfHZK/2s9drfvGQeSz/jsmkXyHAfNf82SHS7BcRTxmya1f6+XX2IX9jFptcoJ0
WSdE0CsMHmymC9URb1mY/QSnAi5jYFk+ek2O+Uny64yw3yx3mVvTXb6RHBkvXDWgUpTCc8PbqiMz
n4S35runBu/D0hvLWbia9UmKbPwhSXAKIqea8F9GWtZ7dR6ByfMze7h9ucYJlrHrWZAcnTVWyVpr
/45+46s8dZtcxTY9ywf4BsM82j2oyBcuGn8E5cEKH/NDkrCEBktOrygPsv1CgFJ7dLd59e5z3YfQ
lJXlEuBs77qf7yyr9MKzCcKoDkGtrtg6uMdricguqahBmH6vvbVbFzV3srjwojo3kA3IS4d2FFOi
ar076EHd1vyyerNcL4schuutvMnvyIZzcNI/AffrT7ojAsBpf1gXsmleOtlaKZqN7a1vaxajrbRV
cWk4LebzOpSLecbiUpy9QWwebB04hR20S423QIsUMaq1JiG5Bs6RRP76bnftklAuqyfyakKMxqvA
Lj8C2t6IJjSfN2Kj4qAueFcjnZtPVjM46WQY67lk6kSxRsLWS9YPvvriIkkN0qnpSnE3CmovzybK
1thF1pwSzW/cwMj23zZd+7x713kLt8SsB/POXEbzucaDNieS9YE5eNtcL6FITyXG6CAHRlXWvOrV
ECjzYGjdpIEdqrls3PxtlfVwwygOcbY6Y7U1jLte82oF2/5hoB7l/YNi4Sv3HqGTIQxFW96u0jFo
N2S4MRYj8hyw6Dc8I0V5aBt78B52tis2e59g3gMJnFP5wqbq033nM/qdcPAYDfL7kOLnd6V2290o
liBy7Taf1nZKmSOq0EtVVrDF3baTRS1Q6oz9LNRhN7sRGWIlvTD77vvzgnFH1Eo7P9ZRootlYAGD
0aCd85NRcE/sST6pNj+vyJkLH7QSeebFGU0H40iYOziCi7nR6MNljlW7O9PwNi9vtVvm1qOUs1++
eWWG0TPeaYJFw8E7w+toL7cMcU9GnbMlyhtmfdykmyOWLavaOO4mHivi5AYZfrcUYmEdI3Rg5cV2
YfRLSu6oQsFSKj+ExgWYPizO1CPBqdZRvQwQMDX8bg0H9MW06zzLWKAJw9wvsugFtgbpuo6mpKZf
qN6N5/1aOonKmnlvOIaA0vhYMDssJ3cTTHj3XWX78kfHU8OUv627TEtGBM1Q7FtgSTwujrvcNsT2
TxBMkGWsCGDYw2OL0H59nOsCm0g8DA2SQiTerUP3imM4M3Z1RWsYhfU9MNtJsLvKyNwMtKfHvGxM
huQVcN6Mg3bT06kAsl7jCYtCic9bDsUDJ4dmnobahQ4kSw6Bc0wErFxc3ESGcvFpm4O0ImtZGtUf
EJAvsr5kzdpjki5LPfuf0vFH/9UMSju/ZZEd2nTpvCJP6oqIkrgEwt5vhmsAbBEZWWBq3n/gy1+l
wPGUItNsuhSyn8MN0Z/vn/uBpO17gDQbgbAel+W8F4HOjrLJwvBzRLTTkgM1sUzLEyY8aSfOhtTV
jYvVvcqBiORhrU8hrxb/4q1165qoawSYIDRxHjJI4M5gU1+3hiTbU+GXhbpBQKatKyBNFkEeoR8p
f40V3Nh1WO+I+GJ4zlrLxZtjFO7yrOo+N/cXEgtt94iUBi6eSUk7xrEAjbGZxpGYjFEeDlc3no8/
wIil3yFy1IGjp5tVDEWVFhnyLf8Me6HlyQ/zdTtq8naoJKmbucbuQsrJC9RfsxHAPZbemB05GxZD
nUaDNxHB6gN0cFNvYvmEgmnG/GCTkpUf+Pe547kgw1o9LUu5Gr+rIBNg27wr+h9DTlmQ+O2WaBwh
BrvOgcRiWEanmqMEllUbYeXJuYkMlxsULzz4hvgc10HJJFjsrqYxY5bEABabsQAJAwVDyoHrRX2+
NdO93dDjeyywN60XAhA9cV+prZbxSo9J+BjaYcc1WvS1cPtY9UslXwa/kuFvgYdlOxVjb8hbTEtM
qAT3EwukrbKwPiqvNSC78FLm9BDQQ2NBpWLF+K1a0sspTzO6NrUAl1Wd1LtlTdFAdvx0N0un+2JY
LMs4R82w+VGthibdR2+BW6sI3J0gUujjosbzdN5XlAhfJlu3mU7rQrjVPXJQYR3mP2M3J78tjaOQ
sg9TtGFT/iYbhqCzU4hVvF85Au+suLD97xyPeEWCpenrr5nwt/FeDb2P5alVZo7Ytenz/SZsV7Vg
seos2R+mkrOO22JCcn1dJgLrQHpq2UvSx6lIxbuWG06CkngTXJV7sX4Ensqt7xow1L0FiGJ4jkJc
kcB5Dl6YY8fyINajSZDUTizjripy4maUh8BCoQpDWFQDvU8zgYkZPfYQjw7YETGBEeju4O9m3gzp
xNgbXsBypD7vzMf7W++w114GkREpiZaKILqkn7d+pX9XWsPdPDlu8Jv/bixahrNIfR/4sFDtGWiE
5WyVZrWkrbXxRLL6ZEF1RgpOFCzO9jU7IE6sm2dDGnncTh1bAmei8CRQn1hntgq7WUgcJZd/x9gI
fRV+8zo5INH9PxydyXbbSBZEvwjnYEgggS1nUpSo0Za8wXHJNuYpMzHl1/dlL7vKXZZIDPleRNwY
o2nVl1lmQXPRWBfSo+/xrH5eIv7HCbtzIEowY3otYdYOXXz3v+c4CJ4NEcNhawVATZY6pPLSc4Sl
vjkAYKybt77t2+CV5wemiiM6u21ey6rJ6x0tMobHuSa8uF4zh+4Izt5T0axbD4zx+EPgie/+Tk3u
Zn+jfhirV57IHUpUL3S6Uzxr/Ksi0SUOLCor84MRLM5ONmPD9FviRKaCj5LFprpxkc/Dh136pD5k
wMnV8jrmuRFXQKXG7Dliop+tkS28aoNzfm0+16JDRV27cs3sxY59ER6E8Svvn5BLTybDNfFLiBIQ
9WgsN5lNPgFRvwz5IemaIsMHv33x6Ek6w90fl0NkjKvaPevAYfo99Z7BYsYZZrxHQkavJ4cSrmte
PrAGyacBBxfgpttqY76njcVpUuTfVVzYabpNY7fU335KNs9nDVV05PrqiXN/cPXiKlw4vbC12hbD
MKqtD9iN1oFRRs6eiq4RLcr3Ko9e1bIR5lXkte3943yX59/8qov7Uz7yJsWLsxDfyzdtotryK5ps
Sio5Brqqsg0+jckuh8pF51m2fLxD8JiF3iiemKKaesArg3HjucPX52H7wLpVnbCfkOJqeIdnn8Qj
ydrse9OsGZL+pCMOq9MkY0J65Bg4n2GoeymnMYcGXvguGkuEs24ZhuYD1v/qbZTVwR/88eprKrR4
aRzyLpsgd8x1HPpI7EIR6XbbKrdMnpwgDzDsNoIHO64IY5tjCpPJ7lVMaqPbNGwADVkB5XZERaop
f03Bt3iHBFN789dMrP1ueLn8+csfZz/h/TNkQmYbLZnzNgnlxM0Ry+TIRWsrzysYaV2xXj1Q/E9L
0xU44geKH0rjYOosKgxzrpdOzJVO4dyTO0I9tzpNTmk8oKErM+QnS4bracEXRkTPM3C2BqfbmZk2
L2JKs30lNCNuuUa2QooZyi9FAPVYTEF0CYOoIFlIju7shY7zFUXENkpQhTwnbJr96MeEEEiUu785
boqjptDpwePbIIXRh+t24U10GDtEv4hozkXBBds5trToOroISIg00y3PHYdqFwJBycap0ghhcQ2f
qHhod35gg8dkzVyEY3bQ5y6emjd3AaAfLa189f3cATSQdPWWVa0/MHSTP5p4QvxomYz3srTjp8RG
vO2Koj3Kpif8AftqO6ezvjhgXg12NtW/MTS1LM8cL0eUpWDk2ngDSffe7+WWhWP9WZZUEjqSPiCC
7NF6Q9qBjm9VLU55leZ/tJ5rSPdc4/enZU7zsLBQtwEpZMchWo068Ocxd2a55K4Ii6eYiNIvgBs4
Wzylww8Ms/gyxBpxOpjG4KwicrBNmqdX/95HsXEyjCk+YR++YeLOW56vPWbLbsRCk5pMYZpUepf3
ZbMfQd+fyv97c1mrJyz+l//nZpX7FCyMnRtYk/I59wtkNMKl6t2FhsyCxKr8MaiWmSZd6gkIudbN
Y1Wxlzl7uEm2cZC2pIUqafuN3zn+vI0pMdglZP2fIjPhlJBhc/QzNyeCarDi8FLxuTSGhdBe2hLO
71lSnNp5iI7VGmeobffIKH30zNSgd7CA1ujy2zyoCiZ1Cn+2YT6JezoWBqaKcvHFKqs6BLqkdi+2
8QGVjGXhCM1+u8xlcV7wZNxW2baXNck5rZdTZNlP4mI1V99ymzLcNW+1g2jPxiC24U4OYf1g1oJp
d2jjTZ4zMm5nxF0WlXmDxyuqxpGppkKcBbO8YCSIndYeUp+90TbMfL1HKQxbIqNV8DD7ApWiWsm6
On4fk6L0i3qHmzA4F2AQThPQ8Bzlwk/PKc+e82hUf5K2Mud8YCtZt834UPAPPzHPtm/FyHBKFXuw
mwxbYWaGOD8VTTDfhrkqrmmcJ4+uTWdsX0lSPXnTzA7ajSL5mjcJlrIgdMSpmzrnkspF/Oey4al4
vBAJF+fV70r3AFXLfnSpU7+Dm+0+/HZNLv6i/H2tPYRRb7XZiVMrqkY65WF+NWP8AwIyh0xynzTU
evbaszq5jjPBd+Qbz7vORd4/FthZPuNhkP5eNVWwbxsgMNt7wCE+CZMQY8vrsLoQH+Au9Mamuana
YCiKecnkgssdlIKXg5ucqWwwlBDslikex4vA8bLl4EfsLVaLeapQ9D7bADP/IsOOxB6d3mq1HQJq
4g/+djKgKJe5eihSDTq95LSxV05SkUFOpbNBPoieDC8nvJ3onLwl0KROUUxWg8WoSd9ZRdvryIT+
aVxRX1C11b7DTJoRLWQ7mBEtpZainp6TPoYpSAXHVrOmPYSUQj4JjqhX+usMgIDaltvC4+D8rGcz
KCIEQ/nWyXh+lnwPW97aoCQ8njl/V7ys/d6nmv44YJX7zfkrWU+t37q7rsycV7D+5gTCh+F200S6
3NphKX6WvGe/inoF7j9W93y0cFHbiIXNDNV1tBS7aTYTUn4UfvcqTd/ynmYVwgcr4o0mC+qfAlSP
erv2elr2rEJEu5NoW88MTjPzQNh8aLzCD0EfJO9j7JvwTDeHPY7Szt3NYnPxNnMilo8sbV1C/Xit
iY4kLx47pLO7qPncISTQfzDr2DusqSuOGfvmvxgww/B5IVL6du9ocA5ZQYh4N3J2vYPEM9aXdi1F
BjG5nu458PZv6NnpnNN4c+H9X6p3VTZBAhWbnvNzqTHq7nvIN+8SH6ZPdHKBmbAUec7fOoW+f5fz
oqfaF8CLO9/T/00i8T7ujoiYYIzNz12aN/siq9rm6FKysR4zP3XtZ2N6WbKTXPj/n/jg62DH/kyM
f6Cu+MhqdYEOiLKP28ddfJIhpXSLs1nxSu8dkdR6Ru8A88mlD+6ivZm0hDkR4USsXlIX7eE+4Xtp
JDfhuDJGpm6WBA+87maAEoVsMBqk6zhzOHLwq2jM3XWxc0XvY0NubJGNNMsm2N85MS6GnVmwhsU1
5ofDioBOOCMY86d/YiRvOK1U4zCClmCfShA6Cp6BgI3di5PUgmorGav43LHiEgyQPAsvvAWhBIcj
DpBUEiPYDVmccHpy5gX/8pix2QZTrOofueOlOcY67PMHw0PHbiqQdaRBmf/wIiaJ/hKFZFCMuyA8
OOT8zZ+JoXBbJ+1gLjy7nN8uR41ht4Yjv73TcfjRGD+5uQYeIptqmKoREyetQwdRCpmf0mW2F5b9
xQscAwIjdI8Z8dVTmT78jPMCRwMtMUkDI9/xWY46MYIs7ymOwJIlbfEARaUqN2kp7s7DxU+H4aHI
Zi3fc8HHcAx9mwz/SClWDtYBPn/OqgOP/VNi9CB/saudDywzML02UiY5r5K+rn7otcZwC+2JkhuT
tZBg8PgO32Rqelib6Rp5rz1cu+KK+DK2bBkWLb1ds3SyO68mJ9S0d0dD0m0brioMz2wh1TtDqZ8T
+qjaCw2GVY433fX0c760JgHAkc4dlqqB9/8PUzYy2PUrSYXv0FOsKyvZ8IVYFPSVDVomDH1+fpGc
OIM4sCImzRNq585dwaZY+sB4AKGzj2zJV6Tk3fp9tQRzekMddQ6hUdW3CrIau7rrNr8zOzGz2oId
yiavwJOQo2pfJYCM7WpAkW7nqtXJKfeK7jCS+V6ucGl4+HCn1sWesJmevyFbLfU2LdPmoV9EKV9S
7Dd/MSDP5TkyzbCg2PGCvsfjCF90WfbdaKH55SzR3HZxoxO9reXfEs7mBXEtik70H6xX3L9/XS1j
HlSlLIL2yy6KDB3rr7CZDxE+1X6bCSv5mSWqFw++wcndJyxWHVliPsDse7Ai1Ef4XRrSy1yizOIi
XBt9CtY8jert0IUwCbeMdIl7GgWj7DYi2+AeGphIDjYYf1qYg4lQYc2iA70untsZvfnYJNY0n47p
V1S4QSXQcadFFuuvgh5euak4tvfbpvEn0lr+MHDdyc78tTIBBO83rVhI/c0YctidWww7+erw+AlG
djFLSNnEkirVfvdkYGHdV7yJ2S5kJnQ+yHokfsNhZp6SPz3io33sK4PdR80FHhbaddPqkf4HWBju
lFUlK0sy1d3RFWxh9i7/OuIsqmvS1z3O++VUqCZJzHbVYfsfBCOWeZd5wZOZ7ubIb/QlhGiYWnq0
oOW7GAMsVdXhW52t47o+UDGu2KJw7BqBAwwpm2/MKaTGl6dck9YCp8ppd5BYeIwQBHjYg7fjNvRw
A7PpdOtdVNj1Z6R1r9+CMavLfUQHEJcxp5eo6NE9JlWfq8qIb8snVfNXuW4GM2aIHfXVKmwHG+hL
I4drCtcxNSkZrxiXchmAUNVz35p9PhHV55ZoxNrevE7M/LWjH5beoxkJK7+A8yoj8cGyqoz2bqyA
whSC5ToTkjAKd/QadmrYxjmBsmuGS9mku5oEafPPVLnnf9NlgY65bwcMv+4UoqvgZ38Z6iYLLgy+
Xrj1JYudF1/3+FE7P3Dnh6Xg43lTLMOXvcD5Om7StBLnsMICtQF0zH5qmBf34CkWpLjjF0hra913
ZzoB5APPJNgJE9rUBZ8+LsI+m76h9JQ7CpigKPgcmMg0zeWForHZPaikFYdgkN61w9Y+/Va94Rm0
10GZqkOYj7OXHBYhNC9RUmnhffGx5vO573PIKD4/HxyM0on+2LIjjkPLIS1vjjHHabZrcfQD2Pqs
ilhkcJGuaOt0xUX3pKoDFjtb43v59Twe+tqohW0PX8A+FKN5VDWxRx4KXfuCBTa9+GTv31assSnT
pFqeqLgaPo1GGtiBLANyP2YkeRFq+/kWOAqX7KoiGiRjHLDjGb+FfaiCgFAJXlxgHNPIa5IVMRuC
CSBD0pXHwVVA3JAIzVnVeUkvjGYIM4tfPLPdj7oH0aUTV747Fy9hmOT9JpTu+ugPeFIYopFNAyTR
CYaX1e6tHRFS79InjvWKKfi19yaowoAJgi009cbfZHVcwnggmOeeg7zz431DMGY4tBH6/Fameb/r
pV/8DLyy3kKWjj1mmAolrcZs7jxFttbHesTFthdF2rm7ZMEBjwUmqbdFzK5lQ4t41h9a4eXjo9WC
KY6oG6Vfs6iQoggSLfy6nN2SryV3+neZN3G2HUnn8BwcUm3PTQAN9cjLZP69dmQNyODg0unrKf/w
kxWwt2ucFlcZGST1MOHgIghKNdNQTcW0g8clzix7g/yQ6rXdBk6O3FYig/+gAt6NCReP6988JLH7
MMhkem3yOdRnGdrp3ZsjyDKuM5bHsE/z7uAmzJOHRhpxgu3kL4zPXiNumk3Kc1sVw2UQ0OOeBmnU
paxJCoY5p2rTqOXs2jo5z0ZH5xAW3DewUQrfdM56XIiqf2Y65uuCwjU2ah+R7PiWY1aeGtKYJ26V
fM+0MnMA0yzdLsXKbHf2iIUQ1KyUTR57hUnwNDg4Yg4u3eEE8nIHndTB2YpdJp0R1pskD49yyNXe
LTin8tKchr8mWxhtmeEjNn92tjtvKMCdsJfnbu6N85XkyDZv8IvFtEsnzcJDEGkjv5EjG/Oe9hka
WnPsjSzm3TxppF6T9ZyapsovYVZhIWBbkIznbvTCapdwHHhT1N3/6IMhZf9FPyHHy74BDoFCl9y6
WaccrwlabqYiiF4gghHjWxZQPHWbAWvpRmd8Tp2yPNjKaS7rRI/sLCZ8RyNkg4bw49ZRGS5DYIjm
aa0rci3cdgMTZy3nnTeVagfUpqU7MpDDYQ395jZwzdHpSJNw7LtFdVG1n+6gymcOPn8H72bE0hwG
32KCj5EHk2aTKsUxjx3sTUUxwW2DuTOyAQ5qXEUsejr3rGJTOrvIGeCApGPaHy3y18XBmsPZeyQA
fMANc0dHyJLbt6jobIJVR5GmKn1Mgblr0JP9MQrXU4FBnLw15VecMnyR7ChBWU7Gnb1DFVTsyXIv
df4QFM+PSR3lv0KFJ5dCTjc4+6PGENNq2cmNzzaRHUuQ/hLkin4I2jWdrcI1dSFh1h3ycAQcKdqk
/DKuF7yFflhYHAKoFD8GWmrPehAetVioRUyGhZ9Ao0Ht6fc0vtV/nHGMnofUOvWpIQLsbtuAxlCf
/szvZiA3KAg9vtD7Ue2A0iA65nrB19DD/9oOKLTnATH3uaxW9WxMUKevBarorR/RX7AzRMxSFYYj
FvltQB0NZMlwD7sK1bPwsM9qt2MApOYx+I7mdk1/t22XXlETuMtgqcuAISSLCGOz4joZKJJc3gbb
6W1sOqoYY4MVwoFA6LF1Xsv3fHDb8jSmLhQoNCEOP6O/Q0xeWJdhji5dmb6J0GMANkSzMII1S/Fv
Vtq4ALvY9W9qkMQQIYrR2cUjIcN8CFb34OMbeAPPhrmWhZp7VFrFGY/NjlogRdDiO3YscTB3ireD
N+ibW8Iu22eQcfikSgdQ98yR45GEca92bDDTp4Wzyw8giPyCkQlzPqB0Ntil2XD5tPMFysCdnKNq
emXozeNHaUx2bjoVXGNfLeUlIUuRHIYO7X4TTT3pJJeytuEnMknJARWVTp2XABzggeBQg40XeTUu
d9hWMSuQCHAfKYRvhxPOg/E3PoL6QUtgxpu2nUay3QDBd346ddMhGgrJnqAUT3g96myTC1Dc52zp
9Gk2Zfu7C5pq3rA2X8/86+Ap6Fo8s3yLjn+RLKC9Rzhw/tOcePnFCXRzcozsP5ldW3Nd77yt89xP
IRvunrcoaRLaCklrySFjSw7f4WLuw2rTAWDDQ+pOlAkts2Hz7Fb/wC0xXfRLqP5ZHKoCJAwXLBnH
hKTWxqkn/wIiruzeZ2lcDgoiybpoD7auIBdQoWw104AXAutkeapjVT07ohPZsWnuacvZm4lReSTr
hg+dr7ZwN6tpItxlzeqF/R9CU8MDhA+9bolhYpnU2o1gIWBZrfd4uDmNuD6suyMJtl5uQA5UHAab
UZ/Q7xIyNcBCdry1QcyyOlKfZEZInmNQC+hx5uwUn6yYsotdneVXpFkXr73b4BJK0s96JfHzcl8i
z5+DjFbSaKi8tKimfvVVruwvNoyv9sPDUcMVjcaLezFlHnvy88ZzdxVxBkxyUVCcqPbz44OA+frA
rwh9gQlB/QOYm3741qNEzxlw/JV14QuEHg8mASbMym5FBQvpKNFEUtqrij4jp4F1JiOGiL9oSu92
tXy2XzwcCzQcpvIgQ5ogPYvgjuJ5yhYS08ckTOd8F7QT5rvYutAmdC0CLXbDSBDiaP1C/edHY/9i
8CTYzVoLlo5cCij/NSbTlyr2ote21umWoOC4M+3q7Z1+6vc8X8rd6sd4dSErx8t7OGHHCG1pjnjp
kuE1bt0sf8hlnvfHgBdAyda1Wu15DkF47DMKgSGWYam+6gaVyiEbc+4CiG4bIbuVpe+MepOw/g00
vxh0ifGWYrW7ZCzGvx0QMp8qB0TAS2tKCSrHuGwaskYHd3Lvj80clgMDh+hQfArnEOlQR6elFNOe
tBRPndnxVbNbV0ucBAQM+RhNezq+35HPriMusfLf5b4P+aU75IXdmI0xjKg0XsAmL7xoYofsPCem
I36N9beEL3hSwwRUgOMsfBtwU3rbYXr4y41Ipw0avXlirPTpa4aE+Zrgi/wze0vI9cSidaMoQz1a
GloecbQg7mqQsXsSAf2N2njnHK4g/4bF1hhzx44FX+YjXu75XJw3Aycr3+QWt2oZo/iz2jHdfjIR
n2vNJLB3SSd8uhn35r/V7bX7y1mxTPrGYvT21oJTObnkZjfJabgROorP2nNZIlWTSZiiMjqZNkV2
r4us7cLOpp23Bi/3m2KmOekhn5hmctqICjbCmPnvQE9CQMpxTrX0OFcMIXn9g0MMDm7xwE6ceHXE
NxvqOOT4VFmuMv4x6RY98/HVSfME4VM/pnzhV3xDBMzq1Au57hSBYlBdhNOGjKiJjE1zYdwUeyIh
8R89hiRSlRbBFheOSvezdlFJAW4kpAD1jIGTpMF72IRB/wNqn0BSiuW8qdis1KdQ9gRxKYeoeS7E
BOURi9uIxksZFNmh9wQAAcYaoIISAaB+95QJAYa2fHtI8agMpymQOt7TPefV29EEeXJqWCXT4wue
BeuLRFUnCztFyeBh555z8kE+JBXE5rDOjr0zuN4zOdNxehzJk9zggTL3xjNL/mdXahz8mCQFrgZ0
taPnZAXLPr55ZxMTXx3gfxgYsGVpb9kya/4TEUEeAtU/F8Syd86ZmBmFyKPmAVtzMV/dkTaCV0qk
/fLY9CaOD10cOvpaeKAVr8q6ICxbz8d0n5puOIUsb35iVi1/LUlFly7+N8yxvIv6D+UwR7m8uwt8
fPjy9HGmbxfygRceyciyfITXN5F97ReMiX75UI0weIu5ln+CWEQvwORC/9F6IFMfmAcwMvJ2X5pd
zi6BxSu75yc60oPvOKiLm+brfMHCbgh5y7qM0cT8ZZ220Si89Az6xQ9eJF7kYB/4RsFnYCcO0xlc
XreNZjwviBf0h8H8SzsQlBy9IcoiN0w4DDOOpouiToztzHJI+Q/+rRv4NajmTpLtZVaMzALKI8pY
5iaJwS1z4iP1gsXkh1ywqx9jKuj7/b3u8QxGLz4GIu9v3Uh/KB8NcJEdP40hUoQ576zbeVXbebXj
z7my/b8oHqAw12tElLmNOKFtZDWut6zDVLBdXAsuocMBdZURa6enJbMzn07Q4TiVnUJRjnPJIjtN
sbA/2jirXxzZ1/LRsQFOlpCLVh6dOdcX3zrrvlu96FIHcfrtLpgdeApHWj6EHZa1R5hXjd2trjvI
HfbdurvktXFvEFrVDskyfem6Rb9XWIo1RGQsXw8d54sYYpIVSHQVVr/IKvJS26QB9b+xVcPeLGOn
Pf8aRz6g+h7kTLG4h4MLrBEs9Q2qfUrjY93QqZtV/Skc2/IRrL17grq0+p+I9TG+6oqTQ17iS+ZQ
Zwbz6jDRiy1TfxyfKQyxJ1StlRTcMAkKY2mlv2GOYKLrO2K+jwn5C8uq3wl2zUQeQS8JWrjv4ay7
zI4r6Cb3MVVtoVn60VftLUH5rlrdLuii9MaXxLESn/Nxx++LWk5tMEGuIffeSfPwYMDi4PsP3pjE
T1U6LTsNtRI0OLsVflzRRW9Y/JPxBXe+ZEj3ch4DMVs8lAr4Z8MLvY92oEKoribBjEM4gG9FVf9c
jnbiI2h6J8GPF4VzsjGTGz/Mcwbfh/puHBVE8s0dZR6njIgFAIY/npj0Qca1Gz46g8GlQhZKh2QE
xsYiY23YEbkxDSskk7BbJYFbbAY5ro/cKMM+DDWMInjduxqIr9oW7jgercNGcdMMAopQGyRVesCt
EV7KlfO4T73KtSHYQahiDbIXcrsQdKF8lruIufOxTv3o90zvfCs4L5BTefYdQiUngFEkBkAfEATu
qB+GUECYsunq6bGSSevvJTkotZvYs4N88Na5uI5MEPmxCQwr73Ji/QWjOSimY9A55IFLM8hrpTp3
/kVMJgw+BvJXv4eQHzRXTVse+pGHICFoDWFtmGmC4B6J9rjdR3lgj+vas2BftFk9U5uLF7mkHcEv
h9cxyLBXAtoR6Bztsoa/xmWOvFNmJAM3XicUjlxHvDfcsh3XP2tc9W8KgWsFHzVrzITbtq5Y3K9t
Vcl/tWm78icChJudcDaUzf+Fb7wiQ3TnbnohqOG4D5h2q7AXYqfrkWZS3KDDWXCiQJH2e93Yg8LQ
xa0vSLbE7twkDwzBduJ3je3viFH22o2F+glfVBfPcg7lE8shW+3UpGIFjwf1q9+Sx3D+NrNSHv4c
qS6ImDzJ0AadK+XJyx6LZ01gVOJw9kpzUrqKdsCEOtgfGNhLXKSd8D+cscH7NYlG/gZQcB/c5rLM
yi9NRTCiJARzFsgLB+qIWyNLAZSf4MvwCPF9csw/8NTi/ALTxaP5APcJlyhc8lbuE3e242kJfThS
NYvln0EFTfTIYrFiQRTOKRanxl4rNj9gvQZcVDt++Y4cbpqwlxlLxG+luPmIXLxWSVkc9ZQ1FCzw
7iNB6s1Od540vyfw72xK4OAQSb2N7eqbF8eTKSbJKCpwjWr+SERhE8YXo1+4lZcXWEzepZya+jmc
Z2k3nZuG32z440e84mZXL7FdSaFwsgTdhr37jvLS0ac/jPeNSHHXQakNC8DJ1rL4CvpEhhsi9cFT
H6KXszpZmir8D4Efk1SKtrYpO1HdgqaThFZ8sfyCQpI8ZhX+yb0lbkL5rHXX4yI4NRyXxkkFkBbg
6nvalNwfGj89C0UhIPZl+IDNiRtNAocD0g+nvcU00VxsOOvrUNbTu4qxD5Moyeb6CANnrnZh2TRq
A7mpfbXMy9twzusnhfC9bBJq4cGSxxZcBN40iWnwaDDr7B1G/b/c/qSiHO1z+oKQzqm+HekE75dx
iU9jNaCyE/yyH72d5uUYNcIRr5Uq0e4yzKuUBCQwXDa4uSLW8VD0uy/i5ZYbVmdR8qJLtlhbBvP+
J+0b0wLswuUJ13CkuERRnpKNhayvHsSiPao3Ym2/MNWb3wwJ1YYGaWD+UwoSFzmHFWKGXe1gGQDf
qGW27AsQFtyDIWBW7iHX0kqAycTFaURXLua40sNUirCS4xnnxRkeDA+o/qXPZIHzzKXFto3b4XHx
eP29EGGa/MfEq8VFNKJxmcbRys5Y3VXwAPUZ3lISxP6vEkpF7JHXbnsiCU7Y9IdcDnH+VOOTLj+T
oIvOQ4jxE4LVqCUEhsKbXyfjNR9xx5mvTrJxj65T9Q9VS0XyTkZwbFbgUsL9Oefd8l/adM5p0Z2f
04ezrq+1E0qD2AxsNbzbbrdzrZT/TLAgqA8cSh08gbWE8CQodFj3Wer015qzzCPkBDSDJBB6YE+I
RfIcN2O6lykLq/rADMqRy8Rz0x+VYZjEkG8F21qHhpTas/d07hqA2j9S0gdtnajnpcFlv4Nf1hcM
H4s9w4OOgkOKIxGbVMO1jkc3Gbtz1i7JKeiS4jkM8R6B5fLa9w5L9ncSpFTj4H26Fr1Wf5ewCjy8
thOMjcx1H3mRTsiXQ/LTJWq5bPIBOxJXl5gfJ4zrl46NJdVSribACd7YfUarISHozWhylyRnP/m+
irbA3eTDPWl+rdZxD/ci64UjeuryV7sglfa53yNvMA9h6OTQ3vXXJXPhlhYz+Z6BHYe/j6PE/qyr
sflTrbNzcVsXgWMYRIjDTHEkTZwMIDdu9uStQJy4AkuvPoppxEDMhw/lLOSGmKLUVbsGFpN8L7WD
CNrPEXUsS4iV8Z6/wDhgjDy3qNHDy4BbHp+sVPUf2AjEJXKxsAwNXHl/UK6oY9Dq+v9soroXW6z2
v3yS4sNJHEdeYTW2ziNrk4KbBTUwYO3RBvM+dPHYfMyFiHk5sVu5Y9Gm5QHhXvYEengpnptCTueM
DWB0WGnbdnY1iYwjL9Y84wlfjjdexQNKdpY0h7huQLxXPY0XcNnH8lAOpXsNp4r3g8M5CKQjV5QD
YjFp/2NFDHE0IXiBEULfd2C50SdLQV25cSfoEeQt6zM3psE3FgxnhdtTbGCnp/4+bTEkga5SvArh
mxGVyWrTRTsNaSNHlwnKb9edKTWwi3wI8AFwjhYJ3l7lZ/jhlIl2XTMQjuNioFgqSxNC3TGg1Evf
JhKcDbCjlsAtoRoObmhpyEQeSakDaZFl24qY7eW8FNNb2Q45KbaedM5LnRuO5um6lgeXUqaXaHRH
/waGwdJCohqdn61HOAOOVpS/92yjQeN4asgfOWtkj1NOqAUcKYcIHvfW3YieZpZnJGOrbvAVcV5B
xNPxdVESfa9dmyG4dKjqXLugF7FwOdmw7oWZuuHBrmtT4MdxWrJtQUJgPkXrWrdZFJCkNgPgW/JU
OAt3eIcN/V04SukkcDO//TfYuH2KeH39Ckodvy6OmE7CmXkuVTlGZs/1aVIJbYdMLzD2P5VdPfQH
zDLxzYRe+8MCNJ/3/TTMb+wTZf6akGWRxbZpC3f6yqyXdMDF4gTtIfIGNhtmJLI+CfYO/+Iia8Qv
wajxb65XYqmqXOSX7Pxim2EgiYmkK4m8VI/BS9CGCsw1dhr7zjmZdgMnZ2NT77JIW3mqGbD6j2iC
//6nnuKs+I8JoyDeoG1WXWKrCJ0jDPHmleh9FqNsTalOHWctuBDZxP/6OUx+hFkOQAOlm9c+bguu
C1RWPb2zDOTO3BtSEE+hM3npDcshRsRN466IxmsRhz+juBYvi+NV3Wka6vUciBYDhL92b6KYMFa5
IiG+qGfoUUOS9mbjFmq9lH0Y/+oHAFTf1Mos/7WKxyhiZtSq7zmkjuYpxWcR/I+k81puHcei6Bex
igTzq0RFy1G+Ti8s27cvSTABDGD4+lmqeZ3q6ZYlEjhh77XJpy38BmVZRC/QYwZlytGgMVdftHV6
+YuFiphebMniP+0Iv34C1z8qm12Aix6ySYfm0KEWwiIe0VBu3DCNzpKT996flj6AAxKKbyNMQAaE
i8iEOMdo56YBT3k/qmZrh+HkoNxwux2AARqwdo4xzQDBWE8SVdT8oUcv0J/wNoSkzlky89ULPU3c
ykXwjtZg6l94UpzuDYggITLbOR6GaDszBcTA3ZZPnBEAYLopR/rRM7LXQZft+jCO7zR1+AAAzQGI
hd1t9I51Odf5KZeEJCBpD5uEk1o8UbiO57hdw9vcOx5+Sl2rD8IBMV3ILNNHHB7DSw8o4KCiTn0b
oE8PGt1Ef43IwEC9Yon4PhjErDd8CptlM3pIYFVUPfKHWfzkpPtRIlTBSEsKGP+aYvF3bEf9FGwr
kj9+Nbf2p7/pWrhAi1tkgmMSS/Dan5zc/CdXCqaU2U/qPWiiGu4XKidx7jyWKoifVputy2Q7hZ34
8KbfShgfJcM3CboCs0kYbvkanU+KvRASS15pCUsMSzFP9GyNeRKCFJ72MkOn8oGJQSICtIxnnu26
4+knM9AL1GXEBKiSpl9g0vhD3h9iGRoGZi2aoQT7YVFA6+oxYnkEYDhPfmEqCvKBiWBLRg4khqKK
LDy2fecDbu2VaE+2uzY+2lc1/x0ayvELOQcMgE0ns8uMD+K7iNm1Z7uM1R0aNVuwQ3XBmc7AJ1LA
aX215s/06Sih+q5kG9bP83PqAs+etvia7CMDVDYoDVaA7zbqsvVaEPUB9xVdx8HVrJ7Y4XHwQHJL
7WQSeiGZgEsX4TJPdD18NWUT3EusKA1Lw7bw/zNa1jYXalrStiEq5Zm5QSF1+owJq63+1AUUx11H
lSb3iyizXSXgE++zVC1y13QybkBQlGn9a2Pec97dYHWQMHgQCv+M+BbK9wgNAmtRNLNpfoZZKa4s
/YhpwQyKSswOY7UhaaHaeV7KXsJReXtoXA5bRU9fX8JpxmJdoHR9rp0+JD14svwnpt9psSsdGLa/
g8hHHhBIosFwoLTBbwJxkabXiFNKYSMS1k4o9qK5ywmviUdsCqiNMF76RbixcXkemqpRJ6pKaz2u
IiJYvhnAeB+iMc+K287eyS6ra4HYc+vZIwByYr5/P/D06EPZ9zF1oMd4NsmyYrjw/K5vgLb6ijtI
IUbWA4qTNrAdViJOoX/yuSNRRLuNLLFx5JLXIvJcc7B94FW7ZXQmGGhywVzh0qlDLiJlizgGOcMp
E4TGIPxmeIap4+S4PsT0MBrZpdQCC+WmctJ21xEgeGEpIq+1r1CESNer3+IKiAkdTpt/s83KfqB6
2lBIJoM0Gw0nvy0ski2qSBfIlOVnJLkdxtUnf6dUS2COcqbbLwNmnwRPTBiY2Fngga1C6AaxD97v
7YY5k9TOvM27jlon3rguu1CeqVZ0O2Shhgx1LvETPgu4SwyYbst4iJFAvtpm3TgmiJpHBvEY/Iuq
YRwdofxCF+TbBVMUgTurYVbgY/yErUlI4KrxOPSGiUoaLHa/WwVzS56rbnHSJJLrFH0qDiSwrYpZ
xhWioFW8BAXDiyuLRCqC2AHPfqTqWPI/K+dgthNZjjGKpulUs0+EPpOag5+37NJLbzkjxQf8BmX0
uOD5VRvtSZYalWNCjDO3N9m2odUfuAwL3ybIiDgdBu8dTBaEI/P0E/EdLheGsCvINsfB0YbavunZ
sg48DdeVx7Y8DegRcMENuGXRywbRn6gqpm/4KK56tzBUYGZo+BgZQ51zE4ThRTKh+UdnmaJS7PqK
ffzQuG+SiHH3yHRbXnJaZfrT0u2yJ8QpAqXEMrGczqbsnnkR+zKZsdj18YFtGF97DPiM5z0PjQUq
0ndm3EYec/EdJ5b/gWLGemlLgTLU6z1Iu2BH7ucR8kkOzpUd+aTa7xZE113fdP2etgu3kmfX4mjQ
N7zmOWj8+wh/cwI6gghcHXiFt0XjUj3muiP20HCAsjx1Jlb/7L7cHVvepd3xB5rrQnP7ihA+sA8B
lke+pqkkrcqeS9D/fliee1+H1r5VafgYmCFkqblkaBCRF4jhLSfF5ndymEDjMe5a5Hl2kN4V4QJO
hfWD+OOySG9OBMJP3Y3i0xdHiAfpfdZz+eGGu83PNkOMi+j2tvXOB+kynvimCvXiR1Kq1+46Z2MZ
3kXwKtfXKO6K/rMDGbpvVAyUNnba0kvESl31uDLxTSKnWz6EwNt5W379g3GIMMnWgGmbAIlVOnbq
y6sX6gzVjL2/Lchju0BJDsZnd3aZmLQUNxuDSBhNpe13R4y1mTh1HaXGGPnszXXLP7ipCC36UtY6
f1gWxnOQVho30mAOQEX8gKdBNydjiYZxns9HZAu3RPohjAx6m1VX8t6JoNC8QMIQKUqwQBy5M9Y6
Q/CKhmXHwCH4tEFaPOPXLIGdtDGjpLUX9ItIrJOaegFujlWMB3AF9PXgnsv/8tiaWSmbMnuYhqae
vwmxQ2Q3B8ESQroZ+4PnjJXZmwok8HZElO9uqXfrTx0IGKuqxTE+VX7kbpjVeY/cEOG1ontFeOLm
eD6aqPwBUKvvAXrPPe7t3n2CYiyTuuCc3lFJrFcvjMuEoGmrObi4+XeNl2IqJSOuxGMCiYWDyT7Y
FNt/8gm7+iYLjPc5LPi/aYT5mWb6+sSx6PfoHa3izSaZ4IqzQT3hhvlGkzr9QLPPjzO0GYb3ZXWu
kMocXWCCjOA9JRkeT/4pDENAP8XNwryJ7MHutvDWpzunL2J3N1hlyKinzuxnz4uC715zWKP8ybtj
VTch8ItRvAuGCQyJRi04HoY0OJJxw2Lbu2F8kCnwKRkV5//WwitfcakuP2AmLegWfkpOHGpFlBrI
qdFMFvHjPNnNtedjf8Ku7Z6oUCnFPHBBuNLs4rkyk/8tpVAYBEIT38e2CZa7zM2D8IDRFtvKbM3B
gRzXAWeBCycrxJXz4DkNzReVws7L0dJvbQ1+F+YqylGCfO8FknsqTYjPrNKRmJk4r1lb2cQLebZr
ggRNUfHe5jp/q+j6OeT7+CFXVX9VqgCbRT1Tvo/h8FF0FfGFpkTQ0Pduc++kqffZAnL5k7szDshw
kMUxmNnpr97yV+XRdJDZ6j9XqpPlMeLF25HT1w+bzhfho246ZDcBprvLaNOI76YhGHFuBfq0aJdv
NVTDB/XHsutwxuxFm8Xzj9/VdrC3YK7sW5gBcpPpgvUosm9UshYiuZ5fiyCT2KRHa25ikViDfY1i
byISkSYL3QjPbz6BoURgHBNlKdMXm0nChkuqSjy2Xuw2SDA598otTkzpd6TXTvs6D6mzsJh3klWf
is7G6BGkifds5hwAnLe0Z2sssrfFBFesVtZewOe7t1E9H5vGiZ5CzOSHtWoXc3IIMEo4ixT9AlLp
JiGzWJwLfh8IRmwPnI3nTh6bmNGhzPCq5m3hGD6Du+O3ZdOUs+Ppiui9ZY+5Hj1kGs8el9VR5qn9
jvyB6ApEzyxVQ7AfBL+NZTK5HoGU3KzfSDP711i2SIGqQL4jxBSnxodBXI3CuKjwQUMi8c5/2RTl
u4K8ok0BJnMT9HyuZoZlJUcH3TRNVdK6LhSsMpwCALwT42Dh2+UjxoYxMXkUv+Qsm2jpTZEhC7MC
NvbSq3JyeqB3Iaio7SOarOmvmdX87UqnppwdvtAbkt9JWiha1TqN36woRa2WWc/r7S9FBNkuRGHw
jtwIMNgu6jBgsQCCG1AvHSwBwtg7zbEkYmcLrk7cIaegEY3CebztPKW9qea2OIcYbfioK7TcW4od
aw9KHbCn294w0fYAU28cEjSeWFABi2buI2cKpk6ULsdh1pGI0KsT6IOenJdx6J/ibD3yXcc7pVfk
gKHF+g9L7bdAGpB0jrHOczGdsVQzrVTBIP9FTt5vrEFw+fV8qyt05fJKjlYUJWMwkXsC8aDHyqS3
tJ8VFxpAro+MfvdWsI1dd1sJUR6iknoiRyP6tHr/Pve1uQMXkIlznDkcqg4I6wd7RMY/QH3a4o6H
YIqq5p5iqbr355v5PEBq8ZMqh+/br3AgxWUU7EkK6RzoGzzRlmP9JzV4MFEsgBbxGeyZuxhWjkjB
Ku2SDw1AlIs4Cutr2YYlnEtClk8R0+bPKNTt3RyOWNAph3+o3Jvfum4fq5vDklc3Dfk/E3a0sR3L
+ZpU9dj2OvuI4JhvBjaij2kU1HvI6E5O2B5Y1630Y2NjsGm51Avvp7Gc6pkLaz77VFpqM4Hl2Ywd
2T5H7VI/U9xCknNDcCHE7tyu0Iob683NbAC6zHL5BuPhyJTCZgDJx1w1swu9FAu53NjLtrnEvYAo
RCd5FTI9oLbdUNLH73rOsBKMbXhEBgSAQxLLOMtKv/ZVT7NJIFCP+Mi/IVPXqdi1gV9wyPz/jahN
9ZflVNzsPFKEH7RZCZAlxcTeDtkAbV67sLmmovmBuDK4Gx6/m+BVD/mfMk3FAzku8sVjbZ5U/RxB
Hqf+n7cadUi4c/s1l0lVjzkta6ZYz8Js2LDh726VRf47p2K40ut/EoGZHnoJ9hhHPRUCK1IiCGr9
xSJ+Kij8lL4zPTm025wtNmwABnRfC5QdYjF91Zg7u6fl12P3l+lwmvSROwGzmkf1UgR2BHUqJtFX
sb5HliNvaNER5DvucPHquxMhO36nqi8tnfywor7fys5jsA3brD0skMyess6oF7oUzpLAKPOXRA+z
UeOKlMA0NaMW5fv5lnMhJG4HwM+uX4N82N/kClu6ymlrLGBB7aLThERs9B1zhhVRlPQ+aFkbthmB
fRYps90Os1aCmLjftabQGBpqrKq2NN02mEcSIWQb6WFXrIpStkVdRSKXSkaAlRwnyxuwOfSP7mSR
njjFWFund5VnPnv8G6gDtRPsm+zDTPhKoejFmHxRKufzbOCZs2cPOM7wVDjWq1hY27gEll7s0BUf
zGjyTxPa6hQPcWAOJGofIETe5Eclvw/2cJE/pQ3DsH0o4C92GufOlrQxpDFpRw7PhAFbFvoE1s06
FSwe24M1MB70TBhcK1zZ19D18yTG/0YuVwwDLezFe6V7+8MC12YdiOKVP6PxkNxwa9W/pd9P9wVq
rBi4OzFdW8G8/+YXp9gngYOkwHgsHpohqO68Keq22kSM+uE+YOgAvpMOAe1yi12oQBvv3XTskEqL
UR0LGWEUKFh11WHmofSb/8tmhFG4Jc/SxljeUh2jqJIfDF74j43xcz2wOY3L+oxJIN6oaOrfJTR6
PCrzwmh9LbP+jymX1yy91QiSN+0woeVGCOz5yQJTaBcMUXXCeJY9aVYOnzJ1b6kbdchY+7ZrEHPO
8YnHiZIL6PqBJQNTjciuydex1UMXQf6US6lfJ/gU27I0brdFmODcdIr5603r94blYanPKUMPqqks
bwkEAvF6WcGo7whC6X8wYMeGZVbWcMDFBUowP3QXejdhuTs1zPNvqyW7y5G/4tefCp6sok63lnIA
/Tt4db6UKae7mumMe6AEisBzswnHi8YDjuC2qMnqzdGVwOX+hT4xvzM/sQ9RFfuaoKvefR6jtstP
pcM6e9+vnoeRByOc2TjYtP4Jx+MqmhGTJmNuD395fJ3mULOx/yOIHW6+bGOax7Vb1VMI8+FpQnZC
b6djB2d/NJU3TD8ImxNqNo9UqdgG1ithcU5JD40dK08guqB+oXH0OqYdihsckasUx9BtbhS9tJ7u
zDzN8ddInxcilOpxb6Basq4rstvlry54BdaQWNot0yZkIiSgAjZcjWzuiiXi5uUHlITZh9NogHCs
qjwXIsxh5rXFzyJyh1sVbbW/B0jjV094AMS0m8CJvZNGR61FpKvZ50HTHOkO0UjLsQkfnQn0XjR4
ksa2WqNrnpU+QDmD2O9qM/otODbg2VBNjK4Zd8geml06OFZ8QQEjgu1Q1f6ukL69mzR9N3pB+IVl
QeTfnsY1Z1SHRMaNFZRNPyBCzeM6RIXfxpc1bxr7MJjZ+4+9aUtI51DQARLs4aCgFtOFt/CGPCaE
YA+1pP8tkGs+MsUhy6eOPQ+9cOqizYTowAIywlhkEtMZJkA2rALGOtj8t6PHUH3vR+H6iebGJ5HV
W4M/pq+WJsnsJtCP04B5lJC6DjXusKkGH1yg3xXyRoYTdHp5gtVVk1a44EG9dwHjNa8ssixinpkb
WfGXTRPbfuQe6gIkBoplCr4K+n7+cSWwnfqzVVNykeDUb0XPVEqj5M365USvwMfEHCWv0EyYR23Z
dTh8OvahuLxyrwzgSIFa3eL3adJnNyvzTCaIq/JZU9oygC6OHA1W5jAhdTP3JUZTgWUYfWT+B46i
TN/SejTx54RJfjibCTk//pXWMgi1DTS6duI2IqdQHFAHDNMx512VNTue3FjAOdrULu5Fmro2cGq4
TtDcIjIgylOZFeFMotW62gMZSwSg1kRmDUVFCcf/JFGdBw52dsqNLMUGRhtiin9sI+3gv6mCgzIB
Wiikp9BzVMGkX/Iq1Sn6Cvrj0geHB/ul2zNaBgPOxbO+IAuJb/4VkjBfYmlb/VGnoIMIUeE62dCE
OVjulB0ndaBJRcrQOWwwyjIXy+eMATIi6f6zzObbXqoS5p4ONwWpDvmCCgyHibcZOl+Xx7Ge1mFv
Yq/+JEzDrk9WSVKBgx9oTIS0S3mkmyY7MVimVT7AuZPhYdGhG51mOGspks6GmhOgjDgbd6RHgdLD
4smne72C5oH8uLE8NQx39ZAywUGb3zYwtqJifsHXhHK4MQEttOBmHx/KYQ79Y9018bSPrGLVGOxa
8ynECJ93Q8E0exe6l+nY445Ejl91YXftbrSO1rlFNaJ5dWicb0pgghfTApM8qgYSjL06G/YOLK+v
tiBSe+OBt+auqX3xFOY+ofPY3JE39QHJKSfEYdFy6pQb5HtHTFV94T8ZaCJFNYJcjoOASFNreOus
JXxGAGWmVzKK+scgNB5/FDE0gEpcVx+avnaB2sVMZByhafh95GUUtJU9cbbn7R+KhWb8HWH+/BJQ
hxtKsByPsJNh4L9HotC9qypXoG0Ztj831jj8iz38IUc8r0haKySlD8wRXfnoaUHh40bzjscu/8Zd
EfYni+nqJlCZfJQcB9XBTFVe7hui736CgJycpMCDSMwFo8vsWMJ1y7GBFnxO+MP1HcCwgKgqSxRe
spZKLP+Yx48vXabb8RAvXfQDMc7GU02CImNGd6CGDoBr2EmeBe2p9WT7twcuwlzJtsim69fJvrPZ
sn3hJ51flllZb7y2pD+hFiLhLBrlGJ56P3UeJroWb984przLB9i/VGeKo55fXnp7T5dsiDsGBlg2
sP2zwNAyvq8gsVlJhi2DVpETyLmbqrV9w6ETMPSnUUJV7YgCR8scOvRtInBpkkho6x5IQpAhEU4K
4UgVCP2dEsJx8f0gPY8+VnIu7KmEe+O02AmDnr1lEjZW8Lpm2Dr4d+ACISo0a8ErjU54IU8Br1Rg
QQ68OXRywwivCuoEdZtfvtVw0adjPY71j1XNiNNGZrM8s8XsYB8CUPTjSTyq+OidNHyFYV5e+UUb
dgJd1Z+J/Qg/HJ8e7sgQUKBB6g3i46KJxn3XKN/aR/TA7WF1GbInOFPoPl3b8+Z9hwTO4HO1Mfj1
eL4/i3VK1V3lQwc+I4LNs79dl9dyZw3TkO2sSevqlAJnLCDFEsKG1WJ2roDOYW8H7PpueZ4UaiMm
wOewGzUDESd1ym1VURJuJr5MUKEKzDi33DQ8S/RbdzbEzeLgcCt+E6FIz8z+NnihKgFoaqrbJx5G
m3lFYzXE4fiywhU/jTHbi8imcnArOaMtrh3ObbMqER7wuUBu5qTEXdxz8j7jJKg/nNYn85anF0NB
ZmAkJSSFQWLjSiQeQnMQnUxWFNlrtzB63o3gs8Yt4wP3qQAc1iaav+E1M9C5ktn1si3oWOfeGgob
b0q2lpd2aCi9eoau9WfnW133h3Fqc7GGdcrwb02qONP2eTuNU2M4MFnj2WMd1swgQOFEesjxL0zk
7LOTcWo4eWq+nTqqMNJUK7NPBw8d26AF/uXtmcuak2ZfiHqGeDMHCSXuXpk0k+j+AAwLlr8irQkE
2dQOI7xv6RpkCpSebnCkIDTBpu9sB800LOb8ZSgbvo1ycSbSj7xgjqHxxEyS5rmN+90y4ejfOFBP
p21l1WY52JOVyoMposg9DBbjMKF5djZq0sNP5LDf3geVmi4Oohz1rZgnlwgasm44MR23sosiUDQ4
uEYGARVUBURmYrjwUs1uhLqpo+TGWiqh8gW4hgg2YesG64SZrMNXHZhsso+sBYbiiw3vqO+9AL/5
UQiv9V8kw2Z7Y3ejWo9V25Mx5rZT4x8Xu5PRidtiYiBe3KCmQ0Y/DItGsC91bZDqW1up8LXBFkne
FFCo7HswY6POGbf/P4Ja2NPwY3dXq0O9mfRQQtYHL2vsfyiT58cxm4BKqwKyC8YHx35aNDSDZJ6g
xpy7VoT/0DGwpQs8uwi3IbLH6EzayBp+aeihyRghgRqgGFI91FXxEHaesXeGm9iiL8IM5yDr3S5V
Hp7XKCYLmdKKCZzscqB+MN+TmnhJDgMikp29tNl3Xl2Aa6cKJA7lw9T8ziGi6I3pBjQkxofnvHOy
htHA4I0AEptKD48d3BAqytpQEhe68F/5m9Lr7Ntg4bizYxvMXEqYk4yidnwukAqe5MqW/wZRsx+w
v+eXVjsftmbVmwzwGx/XaYa7Qhae3vhAXHa6tVfs+JZ7joAMZhzUAUr3Jkqdd/yog3xeRtsHUMUc
fCs4d1mDWOIxhC5k43yuAwZhrfXkoEG/SOap5bZm0LdXliSQ8Jb70DWItnYVY/ITcokc0shcxwdk
Y+z13VjWH2tt8LfWLpFRh8nMVnnpFhehknEghg065rswabo6O2hpWrHnSteqRBm7Ykdqpfiv1Hii
8nrmRmrb5lZNRZ83VswDn0E/gGhjl+qyaVVInapSbIqphWXW1MtX4NYd4N0Vp4qNOeXsCfc1Y9S9
S+voRq0yzhnlFNSGto4/4Mf8hXXkgWE10xN6Q95/Oa68BMxt/ceZJuoFbPDMgcdEdY/oMXsbrME7
lBGPYTktOTkXdeHA0M9pA3zlVvdQDNA6LfHwn/KH8twoO2DtWiLV3MVFWV9ikZbHvpLBWxtV3IEs
svEddZCCN5PGMY5aMMrlhjsh3BU+smTAQ2m80UMsgKZhIDrkI4nUKMHxzQ1rRwx4ObXhfeHgcQap
gXjNYJZhkwKlxPXWnZ963KTADB6KMg8ec4Rvl8ghaojpNPSikJEpWkulf0aqjTGhbltezeqCQaIS
j73vlvGqS8nLH7adXcFoquWyYFCmDhWPgL1HuZ62fHuau2PpNQSeRpVztxvEWMwn1rl2mpiqHgDP
Ulngg+HduPJaE7fIaLlUexPmo52Enlbld7kY9gi+NXPkSsBbAAVqIgpfC5RR6G2UgU2GNjrIgXcQ
+AaCAPXYCUivz5B6tltP7x2H1y+h+aiXj95WebN11j7qHmcrG6YLsxaMHQGOPY9nP0bZsMlSLKmH
zLpxLjkJoFYpBinuthITigCGPjEyStuLD54y1Y1hS8oP10vmP0CnuK3Rhvy/OMNRBjtALbcAIE4Q
UhARzYP9EClpJHvW5wTdopeoAZXF5KDRc48cyW5jG9LyGJqRZtfXaGTMEoT88Q7d522OjFxpW+S1
XriNamdkfAXxDIU5gumkEVl4habFJo3/vHzXTctxtkSx+nJT1nxbuEcxNwgeXvXS47Pl552J5tzN
aHfxe2FHxpaKXxZ0SBT24x65pXeFRhazmkO5kaHzk6o45CUlz44zmxWlHPI4gpiboqwPuY94zclj
huqZmwkWYw46KPEa4S1HvEGT2XbNPLgHPKoiPrggjk5tDOAFYUduDKMTreUFd4TWh6Fkx7JzekUa
RRz0CkxKZPWP3njLx4hIn3+rLYWSb8A28qK9ErYsSEFkwdJExcJJomz7QIwMk0SeJDJnCxKJ3buO
bEWBlavp8l9QHWCYm2hJv2wwZshNBl3oRMZVxfbJTbtXm1DC33XpAWiT68R9j2C3pcEPPef22UwU
vq3ZgPeHqrPCUddBwT3rpS9IESSAz923y0peEK2IR8ckqNx4Xcmj2wOaHNYERSwtIvJkykDSfc2a
wO0W8PlcOc1HBdjin+CH/WoY+0b3zSKt+Y5DE3s0qXAehjsarGdeb/ys4dxF7Kxi4l6oCOLCIqgm
uPEBUC48x2idoc+l7HV4nuzyNGlwWFvTL/GnlQpLbEN58wyhZG182KZLJ1g19OoTeSmgNioEez/S
UhCEI1AjEG3dxcPeQ+OE4NONlhYFxthHzJvoZ3ZD68FrEhWoqM0YVTA0jBZ5edczHPEZfLd+cWTj
ZtknXwQo+EyqaqCGxkTRblYDjxA8kmDcsuJqXfY2df/iSyTyN/foZAPL4/DjTHERFTeyob11qPGj
hHUWJ07lOIToZPgcA/jT5OHu+B7aEjJNqrwT4hU3u3oR0rpHVu09ARt+68+fvuO2eg/sU4yHsopE
vEU8EvjsZZFjEb4V9d85F0mfgAoIbyNXgva2Obrj61xUBEPi4Rv8QxZYk7+jCO/cPwV4fvvVoeWy
IESHRYx5geczQYhSlZcRGSA4JArhcxlY3e/sDjeUeT03BwrB7DqGGEZ2qnXwlUOmmaOLHThFVMOk
NhWcBt80yy6YW3izIXpAlvPDTaVKRRr8gznMMo/KwY/OSy3Sf7M/SjKpKrf4XXJHXWrCqxmlQHnh
d1+9KiU/FDklkqAYLVDHVpUlC5yxT2R4bc8YV8A8wuqKXC3PLAtSRlh8MzMwhkmtQqeU6uBcZ0iz
MFSo5cr/Fj7HCG/VbnVR0u1zBtFii6m+/2ERO1sJpYr2k9HK+/GRsW2Zs0kfGiCszuTTTfaoku5F
FtX+h5Vi4jktpWTA43WGgHdokGO5nVM5XsyEwz9ZkJ00O0ZMSm8znH4vaCLofmUHoc/Kfe+tWvzl
rkOj34ORVeETpGaiacje0MNpoTbloO1YtoDSQlYIdXLMj6QV9P/ssZU/Vl9QC089MsqTwGDsHH1u
69cFdOU/MEWpfmoERtmNEvX6MFLEPHa99B+aTLGOSDlMgdlMrfWcLaq1LnWvq++cZPj/vCEjAEwr
xLEMBhSxDOR/egn8/gBJnukJlIw7C6qasd2fm3iQ19Uq5EPAQvEvXCPnF4168xRlC+I0idnvgNoJ
aq2duSSIsbCCBNeRNYL3r7iBteIwGFmjuSX1muc4FLO4QN13glsGuaV09p4rDeB8VzYBijVleaw2
OwXi6wo7U6ikQ2z4o2z6coIobPXmEDoWbgnHKPp9F/Usc2THFOimOYtf8GGT1uU7MsMqjl8VCkmB
tg6zsLHDJFzynLUqboRB1fF3qouOGQpcpdVdKOk0n1CzqtkXKggeAqv3/sDIfCnb5RUQ41NVyPnJ
mhfCG7rZuaAtg/XT5dkjftnloeORKkBbz+WpQoh7CoRBcoFaOT/1pg/23DLlETG2vpLws7ywzV93
dHjEVM6h9YWA0b4jpJfzWYzBTvVkdknAU3sn6pf3LBhep8ab0C1IuXVzN7ybsQ7dB02P7rmMrHMT
zXZi9/7nyoOyS/3hqgHWJA3gPbQJJNuh5GlYzjJ5ZB+rMdHEYW4+MCq8s7CPfiusTs/WAKmA+r44
5igpyX2u4i8VgErKHMPiTDG83aRtVXGqjv1+ib3gyweq9G7lzY1eNYr6qXFC+96d8nSLnOsrjQin
ARcZKiSrCgIEoxB9we70unLjbwbcAdC1rC7BrCFJNZyL39aGLrcso3UuiUt5riWEBrvqlifEg6Rj
dBaJQlHU3aHDru/KcpQ/SmXAP2Qtjx2ZgI+WGdf3gJcyoY0NcQj56xct+3Li/sTakIMdfZ8LnIvM
9f3/QmUPdzCVbrDLLv2VVPJJFq3dXawjfRG4kTDM980REdf4NiIRY7Hb68dYh3TXHbRIyw6H146o
ODAaOE5A6yz8Xc2PzMN4O3S1+GMjmtxGfiBOMLjdo2cG9y2VWfDfiMft0AnSgZAgOE/C6cs/vi/1
h+tH9PeixX0sWGKrzqqu5ITpw6ptDA24pHcWSJRAaXlwavUf4SvNDowEQ7yKkcSdMXDB0xZltG9c
j2kvEq5DCjcB+4vXE89DvNFhqRDHUqqgDXORoSWmLJ37SpviDSZQhViawhFNybgfnWA4+kEz3YN0
hek7BgwAyCJikBgzXcTdx+6CsckJ+sGC8EVOESueOdpQLsdP3CxBDdd6CR8mL7qOOEvuy3zVAady
P52EbVXf6HFf8I+oT3fEhxPnIzLZdj6Rz5S+tWW8txiiffq0Q3dLX4tDiyACgynTWvxz/ZEH6Am3
8EfRczk7lTX+wwaIZ5WesfLm/okz7jNs1uK99L0pAU7LKErAgGqIWITS3DNdZ8b1NheQ6/MG9w/V
v38QnuZcgDCIW9XtQ3ebkp70UoGRMoA06p3TxtURdLB+InsMJ2g9hacVb9C+coYTZjsb1YiKZULq
N03b0Pt/FjQhn/wUE4kL1lVhzfu0SloGxBPNhWA4Umo8NDVA/EbMRA1Rz0clcu/og2Ij3htSIUvm
hrFNNq2/tZMvSP8Hs18djY1qGt8dy0Y1TppswDY2g4yQTiNzShoBrrf/cXRmy60iWxD9IiIYq+BV
EmiyLFue/ULYPjbzDMXw9b3ol74dcaNPu2VR7MqduXJM5idBNTgVuFr0Jtom3M5U9j1nKqYQdHEa
+Q0FZbxmFlvITdkuRBTIxKHI4xM1v6Ouc3YCnpOxceo+hfYfWfXnUhePce2AFejEXQNsFKtNQUMG
f0ZGZqzRtxS09m9pXKonfidiw/ta7g1S7wjMjvqn27r3LkeMkPEE7b5pnML2lwgzfwRFDO4vppld
uUTGszU3hDgck5CnWVJ7ShH2zUgrXNgpDLkFI6dMX7iD1HvXLKZdvuSw8TCa10cRASzPa9wKdoUC
K3AxNMAxr7mjsw7tquVDn+gBmUIM+SwLzTPr2d63R1oJDRPDhYS2fmxC7310gPr33J5uSeQmf4ie
+CfqhPu/nlVpIBMhdyQMyHowE4ZornX/bUpEayZe+m1Q5mnwaSSov8rCatQxqBIOMAiK0i+ECaJe
4Pc2zcmN8d1kwuPuh/K9bUOvOURj8f+FlEwGd6K3ZNDVOzE/ZncWVtWJ0zj+zCNhnttW/eoKdwJ8
tM/ENqxzY1KNPVIMEIRA57ZGbyoIH2V0zwqLKKjFznyHW4tcf67Pgd735T1ZFfATWcsipYvJi1ap
KBui0qzmwOs1X32a2pfUVeHVcKYUi6AWb/XBeQUFG70iwLCCxvF21bQ8+RiRFh4noyVJWMCIb2BR
XqgduNJaYD3kShr7dp6SB0sz1JuZY8btM6NfsaQr6lWr3XPjpu3e84D2Mgha5L1AStwTLCH5Kwa1
ReOpnitbxw2bjY1feaG5heukAvQ28ZDwTDAtx9QgYtkmPbfI7i8LgYBh8xmtG9uZkCC5Mg4NwuDO
zPvwtuQuqIaIdjx8iuFFSeqFuU7TjoTRy/oiA0asZpo6xkR74LQinXmGsgL1BpfG9ApKrYp2wuPG
uXF0Vm19ZNl385zUF9KL7PKNyNwtiO73WlQbd1Amu/M0uc2JLEXzJlsukMKQjY8SPH+2UfwIJBIn
beQ+gMf91G2nxoeKWLcpTCI6Ii7NWwj2IuiduTtbZs3bh9dgIMRgHY05v63hYJ8iKwj1mamxO+nH
/ezxgYwyH5ptPUbczFyn8zYKB9g1IU55UvgbnqTTGy993wqo8TqIQz8k7dlvSsEF+CxSRxzcrtSP
jO7GYZrbhp4MrvdH7kw6Y0dlfojFCo8ZSf9Ts3D18Vgz7NpQKH/A0GFgU27bx7kq+kOZTNMbif3y
4PYlUDc+WAlhkIXo09TUy8VrWanrkxafW6+ynlPT5ad1u9RDVuIXvAI1hqvWZto20+LnKYF1SG0A
YFABL8nejjoFEUrBmJ0IbGF7dSOW+jZSJGhWO/5qurDaGWMYviu9vwcf5jyaycoxK2QYnq1OxNe8
GooXUmvYYHNgpt5A/ywr26H6LFNEGraN+k9mUq5S9tWwa2WTQ4Su6LnQhvBGpQcbRajH39Ru218Q
XfYjF1dSPPA27gyjmPclnBIuilikS7THwdp1MzVup7RjT7Ui93dJmFjxjv0R1Y1YNTEwatWMDTs0
7YQtdLH4et5H+3BCCOWbk27L1LBmfJe8VcKGucBaRPUTx6rfO1MvX/tJJT/Yg/FXgPTaOQTJ/+bS
wAbAmdFueuqC94m03vqRcOvGm51x3JE2z2/IJBm8cEfXnkySKB9DqRQOCUcLA1E54X0yihifN9cE
n3Lj17hveiozhP2AvwnyGCd4xsQ3lbQE2GQxUio2iOWwoXkPKVJ45kqKF87qox3uRDdoC0fbR4Vh
/HnpCOZjBa7TBBAzm4fOs029OyEgs3nCvtxCFwxngBY0cifF1NMGTEcPa8N8YHId2xthmeURmJrG
7X6WKHt5ro4J5CEmulnS5VC7O5oFQxyc0fDlWIUeVFZd3qpEeAlvED3eRYbB4jdyqTuoworxoE1i
qMyeOFJz7d03ad9+9byK7sZcyhciWMNujnqWAly8HRqeLL4ITbtk3gYxudqGqNdfWU17PKuo6c5A
TD4k5EtuaUxH4s6y9PIjZa36Q6oyDijAZM2W6f1DV4NhMLM4+alNCxeUNqzlWaF9xq6X3i/eRGnl
rNmvJd7XXdUXQxB5hlztf7X7hqGjfWE1GR4tqwhf52a4r6qlP/UpEP+S0pvviIuzT9KDY2PuzE0M
NGMFpRigdlxaoI1M609YI7tf2akh4J8LnzVX5zrcONTODbD1TzCWncDkrk+6S853IjSmYxnx3h4L
1jZIkGZ/nzAX1ZTHrjQuVfwb53K4LyH4XRyH9BhmT6jq+kTEMC/SHzb+nO5JrK0cXdV8DRMlsgh6
pwlY1gbkc/SLkpVduQbUH/OkaKZplFG+LMp8JUyHetHRPbite4Ztr5bD1YN2nK3J8BJxyHbelIbP
jlC+HKlacMSpXdA2Vch7thyK6GbWqrlPm14BqJ+aYkP/2vgIQlEFPKI6xQuae0JZ9/q9RGnCzPB/
nq0xl+42uZE69SBHuhMticOBfpni0sIB3YiRa9YGMG4PhSwvNc7dJPrInIFCZIJoYpNHUx4kY8QN
E0n41enakgBtyp4WSustA925p3LMhQyl0z9KKGTCfAr3SBG3IDOyMUHP/d89QZLDUvTgYm0lT8bk
wKUc/1ARh+EBl6E33eg7GcQdFqJsR6tE+ARlw2DSh5hUgeFfe8nabQ5UOmiF1VIL4a6FLG5KH7Rh
dv+AcCZXerKc5FPNLl+3iXsCz/9LZyb8SK3Vv7MOyXY5H1a+tRdX+KnDazFCZn5zAZtSEDpF1WbU
BKNuj60bWWm0azQFwzpMoqz3k2d03zEv9f93J+4nHkGbAnXgkRwhg78QcimOi9a0CWqtx9KK/Qz1
j8w3dea37BsfQ5JGP2ELCzVrQgETr7D/ImdoEWSQxO84dTxt4/DkkFjpmqMkYy+CdpKfYEshzVez
RdkQSJmDRb0e36iYsY1dA+G4eta1BbQqpEkBDPkXeEptXNKa8MQWAFB7XujKeRp7sBDkzeKzl0zN
b9y23S30yoxIbtN+JJxKJ9K0ahdR1PpE/Ud69Aj13rFC7feaYB5KCgcj5mxrpe+afXLI9bYtfM+u
25uhieVVKyJxnjPNcTHm4RzE3FDgzkNKEfxKOj2AEx/v+slJTpZZ4C+bpv6GK1Q/eijR71mTmj5h
ugxlu+yc+zzVeoydTGbioba05j1hUcmhhYRSh/ZMnGSpk8OE9fKji6L5W5j58tC4fXad68XhTKDX
wm1042p0gp5oVZRvNnWquz60/8G36uilAGnaFZ32pY2U30yWSg4Slthq2i8/uslEv187KsIiFkhX
TvydYfxgE1CaZ0Gh42ZUVkIWn8QZvI5IgjQDX/EQxjimNmAjxTFSwgLnU6aPK4Bro2JqpcTINzs1
avAaxKw6Zk0zdx/IT/fPxJXbS8kdjz7PLKhHbLyDdQALY+0XvA6IRvZ8oYFSfS1dqsGOWFD7U08R
ucBvWpYdoxQiY0TQfHLLo87LjLy/F8bWZaixROmI/9g4c/GquDV5G3Bqb4QiSFNrpE0+wrBW9+SV
x8cljvpjyautJA1LaYgtSJVbsDRw+IJ1YOkyuj79DEswFCLfJ144vgBR6c+UXhc3Y+0fAcVhY3ll
ucsmEZAUmlpneDfNwd0BtxlrYkpK4OYUpJWpmOHmTdxapX1A5anzySA1TkE59HQF4kc2zgK/txGY
Gut2+AaM0i2LvP1QQ0nmnW2/I9WmBKATNYIEdWdKJ2zTvZvHSQLSmBIH9b1Lhh8AGoaJNUzEfO54
8fy2SnDxeJOgAGPNkAQ2Lqm3cqXdPyI4G8IHD2ee8JuxA0KGLhxq/xxH9/yEEemZXSPKU19Itn9J
SlnbN6HF8REFPDKCuBqbejviPpnOVtzh6aWyLkofcN6YNChxv/mxhKFb2yJnkXLB899VgIfj9AMl
Es8TZaTxsiHug6HZyCan2BY1HwaCm8gfVNISuZjTwiK0lo3wEBHGseDzHONLpmIIn7LH5bBfJu2i
8hUvg0sWg1nLm40eJpk9ZZ7do2YZScFuJlNpTCdPjI+h8NroccSNdIOhhEEizjSi0PBZfMiBDP3S
sspDjbWDCSUv3Q5/ntGy3vPAJB0LzVj5mdJbfgkukBtyl348tWoxlhMsy/oZEDNAuJZlNfCEap3E
UmmE7gOQVza/pKh4W9oxrCEgZZnGb9sZyU963K7QvkqyjGeToCsPQ9IXVBi5UZ8fFFAw8PcTUDAS
oDXYNwjt+n4UHQGVtMzeR0yqjIWE5sTqSaYTTlW1d16Slt9KopsLkD64v1tIfCbSGdt7HLRcgWXh
sfNUdgzpo9FgW/jT7Oq/WadRhUJWSj8nIAG4a1Y1cEr+I0nadMlswMcrHOc0joOU9yR1ap772qBI
Wdekdp4NVYS+KYyy2LWgUepzYXjyQCWb3hzHLIeCJ6fE+Frppky/qq3+LGeUQSGowtik7BeeWb12
C1U0UBOChgq18ZwYuv2nq4GrSx679QUIhH2lo0W+RRzmXGHRQZ+7kEuSb2A9ptYXWNneKSpgNh5v
V8id2gewU/0In1YhtJpF5QaYLg3XlwUL1R2yF44Meo72Y5OPTyZ664/WZy/UBINviTy0VLLsJBps
yClq/gItfMJ0iyc7zMwZW20zPUFacc9caRg8Iq7mb5jnKXCgHhVVDcx8mCnfA8a5yU3rjZsjAoMq
tD2TtveatNPfbKVJQHcKlz0xoK3bhXdosNkzShBzQP3u40d8F1Sv4kCIf60BXwcPA+Bq8T1zXL8B
dTo5xEg3E1XblTU+0OiwLR0S4sDhHghJ3tw1rugxRJK7fROdg3dxGls6zeHi+gU+q50xCGJ7MA+p
W4zMAAcVIVdRpwez63IsIe6wNylFBEspmnsyLfKh7pHgtyGtXKAL5jEgZ/KOwXG8oFvr5zSq5VF3
XOPd7vvwBCePhitX86qPpW68S6ZWr1RoP+cDxvZB95J/Mxf7vU7GmlwtqJEKg03usZC21cbM3Dt3
MqeLAXFwm1e6gBxKgg1PQ/zcsDBzNnaPPxQG4g152XhFEHQv6HXVTxQa6sGt1iElvIAdAmCJg8M9
y9yor0wAbruOUsuhX536GVPpZBruYwz9FUwU3ITCkFhX2rogVr/Y0CpyYFdAot8Kt/3z2KsHgG3C
zxmM0m9IFzc3Y2U/OEANgyysp43lage2YcjehcsLWyecczcIg8iZ6HjxJGX1EmnO48CIeTRgqwQt
PZH3QB0y1qkcUey5DlFGqqTzQi0ozbjepAjW7W4CKn8plVOcucyiwbk3doQJ3opGnKEEh4RhYz1m
LhyfjCWf7Y3bwi/OR4pMS04cH0WZnQNOvT0GE66L7K7QOwYcibPz0ZKK2PSD9eqyW/JZ6xQb4utX
WXvhvTaZl5TQ3GYgcx0ASuKj6vJ+Ny9SBfPk1TuU4NJfNDiig9PV3yD8+gA7ax90tv0Wz8QhKWXf
MscDlgRfzATLYsHTpXuHt1ScHIX9uDWo0GpD/HaqJfVsKu85j2DGUSMMEUZ8L8QfgTqq0jpLjNTH
Mo7FGyvxs7NgFDfaJKEh2UFTHYyPeVb/zCa7dDAQukaZFhKq3pytsEj3lhRH3Kr2TrhOhaYTxges
ybkftTEqYuXMQdW35gOSv3t2kvkMVA+tORyfAerYzEKLr2J7PuOz/IyNQRK7aYFj41YO8Dx9AYFk
wRbRJ4mNE1wEJV+rvTAiGLqY0fgw6GgpOZXvnBL6iTYOXD1TLXftZBtk7KzZbjYyLpsPA89xMDYV
dOBmxDV8pqZTiq2SvBt4MoCyGsZmcrHwsuBx9jCRzMdm9TYwvjLOzrntdwrwxLhy8jiecFG3lbhv
8H7iRzfinU4fLrIaPeVMqzuDFDRueLM/EBbDmjYaahOr/Lew+Pr07qLdWqbAk6u33QGYy7ht3aS6
C63+xWP3+BS1FlJTisVR0Tvahda+ltb0begO1wnbvZMoYNzBQAaBuGgDmGtAtQjrHaAeZfcd1Jh9
3WvfCnjxhlqtHpMwWQtXiI6mDI6ig0xa+U29IC6RLB8rquiJveqK/VPuGeoeA9mFwDI9447OFsed
y8q37Dk85lLjtsvknJzickDeABCwH6VusMIgxFBQAgA5Mm3or6WpwCZnS3V2alB3qIkPUt19jzEt
d+BpSGPgMo4dcwPbqydAaiT3DcShALBUs2u8OnmJDe0bWPswntxEA51JOvoPu7EOTgZu9R7Pf4Vv
OqHkWysnJ1haymsRTsfpyFzNe7CyhjM0G+2QyqF+oIsl/eBCjz8qaWw+S/S2pJ6rB6og5J1pqcCb
f+wqsdGIWvKxK2AMEMVC9rAipiiEKY7KQ7dI9SF7cHPL2Xiuqd143WBcGb8ajDfpfkIg/LCtXvxT
g4t3xojmeavSqDOPrH+51icfQ2eHV8Fb6YyuGGAmcC+kHO4cS9K1mpZ2NOzYGbyVCiM+b1jwVD3X
hITOn2LKsWFXAxFSvvssyf4lncRR7jXZjr/xTnq81PPZWMroLdHorXZDU24R6Fx6gcTXbM2/zajU
YxNTY24DI0EyyL91N8T3ES93Lg0G16bG66VHxV1TNC1bUTPDvJzpfkFdz3bB+ZFvHMetg3kc3BfW
wqQ58oEr5UCDyT41W95KjfTu3HXJPiSoj7QrAeWIIt0411PLC7B2imf2K3TO8lhPtl7B7YizF65X
HEhs3IiycfzbFXJA6rBjAjsqCnllh3+N1rERPFx+yZahOVllbwaY8qsnqrlDiq6pZdqZOuXtIiJg
WTCufeKnoq186F9aDVNcUbqCbr8KXlItmaV0tsyNt9JG2D7fJkOd9GF6c5so8HosViXhmmWyJrjr
Zc0W2iz+RdZc13R7aBBXJCMhKvalT1L5mi0Ut0xzetUdwSuraZ1TOYZB3mbfnZaDuIHy74ESFDO/
TFJmBJuif522DGcSPXCXRs5ruC7q3vY8C5k+afdz3K8/QxddhRmvLz9hOXeaG3X7yEi6Z16ls6+P
FSAQu+jzdymE+NEnI/3BXwZRJU4qn4666i+U4UOSEIbxh6F/76zlqkSKuDCxxdr2FAPEi+huwqz3
Qw+3RLbfEV7kLauqlMDUpB9Gp1R3LMfWAukV6JKxrhlj5TtYGbe8Qr6Z4E4gSadjtXDQ2MSyj2Y7
kxmZ+ijZdC0lbIOqCx8Jttw7g+6SIxvWfUf9whboSbRZSCIk6s6ZXmYv3cIeZpCKAk9UUsXmsMpe
KotzVWoRUVfIv4fB9fbg2H/RuhdQ1p2fwxw7Jxn+ygS495HHxL5UWryfZtJfo1WG6a5DBN+1pQnR
OhlGjTUwew2nfmnx4mzYm4NVMRh6J70A0unQ25PZa5d6vjj3JOxGnWszVOiw+/BqdQDDUbBdKSpQ
M95DlhLHkiEODMI89HLJOTnSnJeeGb+i/YRp4k6V71h5sGEPzxpVZQK6SE3qCIsCKvoC22Qfycpl
8C47RVMbhFEN4t5+GLEblmN20LvGCBppF4+KvKBfJatWmBY0QHU5w3AhrpGdHgwCfERLp+4L/36z
t2xtDmj7Y/g2Jay+YagvaolvLnQaRhKIzgU853qVwU3Dqb7JKCc/XdY98QAZtHbm03NpY3hny+r8
cE2nocEiVn3L6ry9mGQRaRlFOjbd4bN1HMIuG2Ukt3g0cVELL1rVTYaoDOAmdG2EGpHUd16vrngI
H2sD0/NMa+EGZsm3p8rqDIam8vs5ZlpUa+t4xuL43Gp1c+xF4u2miASiLJnbkuh7LlpejvZkBxg1
nmOjvNZ1y6sUaXQCwhHJw8g4dBvYZpITmnAhs4fKx8Tdd0pqT8QdV/GWPbWJQXd99o1Xa8XTpR5j
DhbN/KA58ePCegcnTlbtIrzTj1rYP+QZlF2GCt1Hq9H92m3Sfzo+Ao4ZHtze8bL9hIDlc4K0EJuw
KPnUXDo00GvDYzIMipofUhsbTL9phJNoLe1LRPJeO2RWqPBaS72bczSzygQDECh+zrq2ZUCghJte
BIaXCzDw7V2b2OWhTWMITiGMGeH+hV18Z+OlhnzKfiZzv7gOiOMCfWRvjpZzkRztey0lATzxvShD
Xo4QTAwfzy5XWsTSfgzq0B2fXSeqdonjps90H5watjkXSzbWL7kaVnVDGr5bRHVX1B4MuHpwfXZq
r5GrD6RsuRS5ZG/mCbdOtaCoe+M8sv7CDbzT16Fjp4VMrQTzqdKOvOgEgvje0+wRlR0WTGZRlXBa
yEVfcvj5J7mATuSbW8tPr5DdrdWs+xqaASsupPkjjn/8ibHXJ+fYhchvMnBs8LSn1yVjbzIMtAqk
PB0vYVsk26k2uveFFR3yBwXcUGmSUzJEkTgWDi7VCj2EWR5NDHw0oD7YPVw3zTy29iSr8h3PWrUH
dNCSaIHrZ1M1B55ZYlZm7qQxCQgpH8o0aVcYdnwyTq69M4UCwyc6tsUmeb9SI9nEmsWpxhNJumTm
1Xg25VQ82VPUv6jGae6rLNKDLl7GZ4M2APQ75KJTJ9ApnGI+54pCncosmA3pB/4DYu0xTo5rpkpS
7LTDFggAq4iSIQ/oWarvm7qzgqEzvjKvPDluP/4o7nBnAoAGZy/hl4ltl9X9xXzQ+T4rbIGvsGng
AiTpEvZ72h1Gtqth+IB9ezhHKhLpLUessYPRQQ06CqPj2K+5MhPwRIXYxHXXGaxmKvnakJ7wbeqi
H2SCIK0tPU5vDI+lzTsg6x6ldH+MIYnRqlprn8PT8icx40nOTM+Byywm3+bqFSwMEvvK5bkpBglB
aSJEFNH9g3+9Wfd1+gQMh9QthnU7W/6pPmm+5kL+m8tO7HPVZj777zjDR1jwLKO2HRbQMY+pU2if
bl2FVEit+XXsw0RMXZM+XmjHDRfTfNgAl/0Hu5d8pcnbZqWrbTMaOPdcnPpt01Mmww8PDSNe7/Xc
5atTV0U12XqC5XZERxsW6t7cLl56dMoEs1zTKiyxc3PHkQmLALc4Vmx9mN+6wawADJGi4rCk5jJ/
HixWlSc5jim2jbbkawrdCrNiH7MTRGCgHybhEwkw7Ai5hxzQHfMSi9BWYCDb41xrWWsmRftKKwzR
XpgytnMqIB9U473EnsXOVxtUvM5jGCcUkdcqwYinD3cL9mXAK0I6/lKEH0zby80mR61vCKmbByQq
dRzAKzwTWpbARTAFvjZSwenHiljcdDWO+yz2sFz2/OO63kV/8CcH36MK80Qk/pPkRnlYMLCvZjoa
YYu1l12boYkGEFSa0rdkZd+Y3vtzNkEew3yFgOcpI7qGohV+4vG9xOqOQaMe0WrN9J2emO4UKxb4
XHBbsKWSdRgh++GkwxtlmY4OyeKf9QKb8hgbInV8tGWwwv4mQ0ZW1opdcwNqirosuhtdUiyIaygm
GzSHbM/iwUr93MC4gZk/Nl7MTL2mc4kMOc8wboj9W5j2nOaviwswn0BKUd1Nf5TzNaNndzPE2Ix4
fnZTObj3eG3EpcWpC8QYSGNjs/idHTqVeB/8S6zBCMJijtmAja+RaYFyhTMHSYY73LFZlgELSJ2F
qHJKjie66ZdNsqh8pf0YxnnQY3npGIQPREMsunkgk4Krp0qnAQCGeW08TUZCTotlkJ9TzL5Y1YKK
cNAbtgClF8eH3m1IWycQvu2883YtOgw2U07eT6YrzOxhb7+EsfnGp7oq4HhzN5GW3i2hXN5KG35h
1Y1Y2lqTOs0lKR+MTFe+q2b81Glzo4eUpX0I1nltvDD+IvQPWIDrOgd9zyAYD4mCf8m6YEA0500F
1BMmi+T05dsztzu3xcJT6xWTUkpfGY1vHu18TXmmhWSglDJ0WSx1mZ+uk2gIrZBqjMlFacFmvyMZ
u6mslCnSG2mNghR+rVP5Ny/ub0+Qn0ANZJJeo/MKh1KO27K3MYEu1LP7vSNN7k4O3k/4hLA4k7QK
TLdcnTNLyR+4OC9k0KhxF1IkH7xIHgl50q9gEGIHVs7AT6nXwh6D9unwNsMEIbEw99M979/mcSKZ
OR+JnFtEqfifGY/BzKmBBthTGWM/pKZx6nG+HhBVi0Oa9lSEmJT0scHzduwHKtacBlZdM0rPE/aM
m+tNuxiu8F7qFuvvXP9eIm2vmpYWyxzKYjPm6Fux6T3OI70KcqJ0JJ/ro1vTRYUJTHuPKPMF+djq
IU+TWCAHNsZn2Q1xHdAuCjZkhBRaCqffM4S2p2LB6kU1Zn1129k8tMm4Uhwoi/NMRYzA8tjxpOmZ
7ZT3kHrabbTMamdDwcUfq6Hh5qM5UQDUYHNvxw58TE+jprviVufPmt41kPsU2J/7AtrKGolwPytL
ObM/pfNSnHWY508SqbY6YRZAr1Btd1RFNQIzbd3wXvU8tlcWulXuT1UG6SGei2EMHLEQi92x9ys7
YjeFeZ7a9fBuVPM0ZdMtNXVnZzbqm1DRVG9nhdsSfYjJr17ogQR6Tii2jWDu4JGKMLI5oAd2EzfD
Q5F4/AIn3fk39V59CtHpsDUi/bVu/qJpJA+jGR1dxw4Wg07ftATeIyK5ExvtaYrQJnPMPZmeYbfQ
c9hEIXFg1JrWyM/uQr+rM+fjXWbnUN8MGTXbvHYL3rbpqJtbzAqUcc+j+cqxXv0yBSxvNZfLyW8X
OT2htaone4E+nhLDPhgokqdc019XQrZPvUTnR7rpPWN/7on6xCPmcKvvWFHq9UnojXtkmAB5kU3S
x26OYGdS0vIAUWHOySQ3KXnoKLxzeCtlV81SxnhmBzyfIKsIrFtu3R+wWYweqw4MTCn31INUY3gx
jAWqdC+z97nIxVdNmdDNXnLrlWZXtgJNodyNCRqap0hRHbRlWRWREQnpwS6QBDwAB8Ama7t9SfmD
35q8qoNB2T5qBW2JC0HdgB/RZCxTDiFoTvFwOQkZJrcEGNtldIGYoYlB0gIRmU5BMk8EVorRybaz
VN0/t2Ir38kG+YmTKnAFl+yK765WJHPsg5sA/N6QRzuAsGv4DnLFo7cWRzO1smmyAx6FFTpx551O
TOSQFJ68r5bsA7p45C/EiYnGyeYUi/a+6JbnClSVqVgZAWWinkZb2t8+Qj30ZIUXW4zQvoUt2S8W
ubYRomhAQsTOsP67nsMyyX8KrCC+1wwNPqzEWwixalkwtKF90OE749nMq7dFpHs7KR5EnPxlgkOA
AD5p7D4lnMAagvdXPTZrLYYjqQhPtHQbxTCT0gHsbgQP1C87BDQCfl3xqnqRsSsDv40OywHb4mUK
NK79R11Z2WVRpO071GeUGxZFdegdOixkh4xbgiThNj8NtL0/UJtc8aWZUYGHRgWJ1ztn5BuuzrIY
9hVp5rsIwNBvAlMAmDDQJ+Rkj+tHblZXOc/ega20iQOLEPoyNTLopPsrKfw+UwLEyAFhfc+RA6HV
SfkQeIwDOTEj4GhdSIGJ6r1mk+BSQ7pQP9MrZ+u0g3GoXPPF8Ka8ItOSNx8T9hzyu5Ck4iBPpPmI
s/yREgfr1K24hNB0791ac+7xCLLNZLFMT62RAa2Pw8eYLeWOYktT7nDS9zSBDJbnw4KcX5qhN74j
gQnYdMlHDWllXOvBYL5poDrrh9Jrxc5pq+JaeOm0s0g23QAaOl4w83+Xm86yFJxsTE5nlpz1q+XI
pg2UisenTOXm/ZKGfF2tJD2QjMxPzIJsSIRJQBx45bpXZ7hldUS/86jhSRBN3qvbKJ36q28j+4M5
pj9l0azta2WkZy/ue4Heodl7IFvGDyJ+/KvPBoZ3RPJ87sqLnPLLaKtrxSKJKL1HZHzMk/y2lEMW
0Oexdq0Qetp6o7Bg8WqUV1NWdSy48fIXuwQ7TZM0WwWKOarmN0nAAZktxzpCLC884vJsCUvknM1S
lkBiR+PWNhN/CM8s7e35u5F2TTByW0m3uk7XvWPLMBinkhoxGjxgc3g0G7L5PMYNLFDUq2qZYRmx
kD6UkxGFRDp6SztqnOZkwKpmvHVmo01oMEZ41zSlORzSnt/F0wK4CCxnJrgZ2wCnKeyhNFPB2tjR
PYpDJZRs3G1oMnsHeOTe6EJsu4vDudCM8MscSslQxRXJUFqDhfETs7W8Akig7Lvmo/iL5ZIfh3yU
GrsdjrtSpx/EH0nCXV1cZGdoVV7ANzB/mAvnnyL154cGLOTYAWNIqqDdjDxt6Uh4ehaKRnXwE/mv
5xAmIzPCGr5HQ/pL6whBvDfycd852sF0ipz4XvlocbfACU+kAUGHwoaojvG8gApjJWCwBDGEZu6t
uuFDITn1BGqdzC6dQaij9QSKisVmgGUPkMZU4vAWSkyXhbwuWlDjhAi4SH6YElFMLdeDlFWK6hBV
rA/wTVve8uz0XSz8tpXdp6r1IqeroZiTXThhgt2SiOOhwxwxqFdgSpht7GrQ7yQt2icvzTTviTY2
4UujAcdagk/x6Ys2/wzCwI/CjkK1mbAu7RTGgve4g7m3yWLbujTh3NO8huk7SL1kCfc43MsWDahQ
a+cgW/ps6tFPJrPrkycugJPlg8VEzi4bt9h12pS+O7GZBRa3CPHJfXwcjpqqxzSw9Y4qUnhaONQE
p/bZnJPmsWrBU0E/DuUn/HtZPMQImPZT59jslYA8VPGj4mVQ+V7o1eUV2LbDtY8e6aE+KcKfU6Cc
VHNWES2+6xKqHOsxSa0n9ppEWyw9crsNJBQ6CLfcQ6IgCQksI9NQJI0wZlIQXS/5HTlRizLr/zg7
rx3JkWzL/spFPw8xNEUxmDsPrt1De8jMFyIltdb8+lne81IZmYhED1CoanQJutNJMzvn7L12YXmc
8SczDyPNDAJ+mVTRwDjm2k3peKCKRN5bDlC0YjKZvUoPWLIzarCVWy1TczU7UmSPE+gWa9/F7mgH
KzHUJf0QVFrkZC1fmpx0uisNvOgLFlW5ywoTLnfoLpNm2wRtOD9zVMPAT589Lr55ujUPHPpyd59p
L8Da2NNAanPT3lqZnQqS3tPRecPXXFZ3qhJm2TMOQN2yWgS9wfUcwVqpVjSbesiHKejPwAowg8VS
s+OVpIBVa2vS2cTr19GqptyyOXsh2PVJNy/VEaui+aJ1Qqw5MjazYYsg9zVIRH8bM0jMrkNwtShp
EIYdl6TJ9a0owfHekJVQnCn+UnOgABpZdtMJ33AgwIyuoojPvko9uFWQY3rYjyPbxUw7gd3S9/OM
t1VLYgZ6t6zEhlUnfuN4qIhUtKv8eW7Svn4FcOcm/ILI48ESDPsmSBi814TPBicyxGxxzKMunK4Z
tM+GvF/KrTVw/ei1zJvS3YxBj4Vl4MZf57HR4wnNWdFCklPeAQlYK1+w95JpqokO3Tucjb8lJHS8
MAypzbd40vH1aDpOqIYZ6hZ4S3qCYdPdZaMoDvbFTFLapFGtrIoWOw0N5yLtB5LzQkctJYiycMPg
c8mJdXxwUB+zhpEurXJLE+VStsWl3M17PExOG8TjzwnDc7kpTOTWOwQ4U/c1swY//JqQcj6ebDnK
9Drr3P44OHRMSRJqsosXfWzQJFthcKpQHNlnpNnTGUMiMMCmHcjHdvIFqD1BOBHVzy3iJYn8LWa5
mFSM/Gsxuo+vCzxwya2dS/Ibw1kmJ4VkvIJOE2mmZNTKQ0YDkQyHQ2EnCH1FHaaoZFR4DgefZAKT
Nfjt+zwjJbJL5msLEXfHwNnEr9ZS0GnXBenId7UKLASwCoiWQ9q3e5NMi/fa92iHV9ZEaHxAC/6l
riqzKabAPntlVRxN7HRfQuk7LnwTaQTiSnxhV/4CZTaO4dtCvZuHoifRlY4H/eKkjPc0xYjnG4fQ
jvZSYXBgYcduwIpDskvXBGi20TOXn5UT9oqTQjJg+puY1R+r0B6/ERDVvy0pHc0Iy1vWT1vI4fRD
mxDuzUV2IYLqGLS1RNKVtQuKcLu2y1MClgPAahr2NNsIesknxi4wpUEGYZVXi1y+it504wvpE2G7
S6Yyucg8opgMj3qKvWTfjLa+aSjFl7MSyOBSCEduscJ3Y/D9k8tDtNFQ1ffRTBYDOjJC+1ait0j+
KQqaQNuBWS09WHr73VVrdb2moRm63q0NlT8ALBHLTyXFDKRFeHZiH5GsdarpaU9oTKX1DFQNFgFh
Hb0H7/XCU47WjWBcTRnXSiCyJy9FpF/TQkoI1M6SEFmBHZSXcGtRwMFTMIORKbB1T11TP6U1fAVz
Efi+VH2j/J8D5uD+Dr9pCU/eDJhdLIabSGFuxdzatDNL283MySPLdVcGqCbXTQ+96joeezmQqaCK
6Fh5nBAOPXP+LYrF7lk1MWC0KiwpXi9Cm6OrITag2AXwQ5CV+43jf7sl+w1RUQhc896XjC6vKoF0
79w5F4VhN5cSLmnDaBNtH0lAt73IPDzXMQ5w0rKImiJDYMqlKnHfDT7q5ayoj4O4CAPti5Jml1R+
9JOEDOHd0q508lvklhoVqC+8GjOwoPNOKzIxLmauZGTrcSO7EzvFzNO9U34YMVlhXLFRC6zVDYfU
dL6eOjbYe7ts6HohNKqv3HwsX/B3TByVCqt9zWxZb9M4r8Qb57b8GHM6YfJsQgfoC2Lt9rnCWh4x
eFHOxm6YSO5lGEDhciLvmORN8N0F1U8Pva+uwGQHJ0Kbx2s3FjmkHD6BJtG4VQ3yzg7bR8J8D1Ko
QU7QUogx7OIvQPFUlMELcAfk8ZSO0Q4xfTttdGQAA6Kh0sjHlGYAi1sx2oYCo/BVkfvRJfGi6xfv
ytESBtfY413peBYwv5Wmz/Yt9AGGRIVrP3vFBdwMBIvWolzifJsypczXfj2Dy8dxSR2Xsaqsk6F2
M9LqGrWOODu/xL3r3/E1meuh3O0vMtM5unMZbsmV7FUX7Tl4t4iICd0wdw063aPlMZjFaD6hOQR5
itYtrI3NyELNL0po50VGg3hI+5Sx+XhJJLjxGtV0NzZZJ8VNRwsm+JYz4WPlkC7rKTw6gq0OlJh0
HOk1kdIUunFmxRsfG2WYsU3w/B6sMVZsOYhSnsIpd69dtxutZEV4jZXdzDY1D3SqCDD8xLpfrdrc
ct84mQrrwbYZk77ZEEX3SJ2ylx5D3fgNUS7kM/ZzFb25HceTPTr2ajwXyRwR/zK5aHmcuZo3TUUY
CKm3rsaj45YPClDtjLOa2nXjkKDDz1Zir7ha8mRA/3Vhtr72VpNsKYqrM89EMFzj1JNPZI+QQG5T
NBxjpqsuM20TvmGb6uYNCjmfV4ufPLgK4Eji5KzqLRiQnmCk0XLXqp0KzZRJmsi5NQMF0gkMY26W
FTiVGT1UHcYXgITC+/9MYyNErq3ox8+BjwHWjvLvjvD4z0pEkFvmWaNC88UR+hDM0j+Cvu8Y8fOa
bO25r8MrNVFPr1N09vldUjuwH2hlcfbNxtoBd9hJxnjSTuF8lK7TWii8jHHx1HkSD67bosmFfuk7
W3IcnOmzD5701hL8enJD53h86YvOUsWG5Kv2DVY2meF1xUFE4alor8Kudk80CKJkjRLi0ixwNA+c
TnSDI1HAnPRWwtMyPhrtCP9YJLGbrqXFjrGiB4scMXKdcYu9a7mmBby8ha2wm30/1w6tl2YmDKhf
iLLCmzauEe/p6wJgHpw/ExXJJiU3dMHAG7TWC2rP4Oi5jctiCLZKnUtZ1NNDjN+zTNYZdCJ8Ymkd
emYnOlE1D3k0j4wuIKFiIjBIUHkI6gEMiRqO9GOHawRZksjkGbaIZcy1C//F3yBVNhAqkrIVn2vQ
8s6mbzg1rxPYJDNyFRH7GQgqtxhPwr/MqMpImqrelNBFfMpodzRzv0lGnkmmX+ROZ6Rw8zpQf+0w
BYabcOrN1wTX/Y3HU3ogmNvtCPZbyumsLZt+cD0GgNA7HCgAhbNEY69vaMg7yp+ajZnhymVNjaYW
VfX4lSFRFH3zKvKGb3BJZxhPJemAO0kjM0CFmbRp9xDpnmG66rwi28P+EeZMjxx6/eiqYh/VgUVP
oA5yrHFE2FUDZvmDY+Mu3SZlUl4hIMi2Q227h3BCdrrJS/pP/WRgTrlF5F6YkyG3eWluCCLmLB2a
sW23COvUjlb6iOaKSWANFyfp86du8tL0OrW9sUTgvtjf/agW32nUQPQtLeUL/nXgg59rXhizWRpA
NuHUgQtfxU7OaLnL9DNOTr3BMtGDEyusKxvDM4c6eoOltakyTxQw4bIMEkgAcgEdjyyCL8vUjtsB
SkevwZGFC+TOrrDkqQ61ffEpMt/usaM9O5lVOV/sNmpuEIQvQJeqco88gfQTxkiJQvcz9zsoYxPD
/rKnbwMtUEfcj0T2WxCDDVVN1XY7UyNRp2vpjWdOcEn5DLsN1QG77ODiHew41VRmZheoB8/x1oVG
uzmXE7pyiP/huiQ9Ew1zZc3pA8HRi7cfeo5qx7bTgTl4ZSiqp+ziLKL1DkLmyzTME0zAAtJUclFO
V9VpAVGGHdy1ZU9NsITxA6rwRj8A0Brxg+nBoxj3IwtWDYHW1Tie4CpGDel8BceeJ9hx1FEb6VxA
mKVvma1x4p5Z68Lu2FLWVEl073WEEK76AS1hisQ6LfHN2YygiAohkrLdVu7Y/dDZZQ6e0J45Na4H
54aSlNgr2dXPZRz6+9gIVe9CKSIPIZfRT/nU+o9dn3ZPovGjHxNQBfuzAc5wQb174juywxGVeWqG
ew7tEUiSaEKQkJp6ZCOPwPs0/Fdav6RxanVh9GT1s/WJJtF89sNEBwRNePBtwfZB/roO4Mk9BBTr
P2rbp1nEWuA8gcMmDSlLx36+ywCj31R+x5cHmqBIXNVDHm51VWtJFmpN/lPvRGWzzQXG0LUW2Xxl
JYwXSSEVw9MUNdEXHwWW2KFxj/J7r7IxlAQ+rqwtvWNWNXviHBGiPn4CT2mZ06y9fuLckwHmhmtl
ygLUd0pACpMPZnV27/s3eF2qimDXmtCg3KFVdpUjwc2IViVmE9dJpMW2J7fjSlYMoAG4kbHNLI99
b4scMJjuMQX5bzhBsmdG0uOwbZheH93cgfEPEOi8SEYvJ0pSJz+FTD6/RnYzvHj24N3gaLBmWhje
TBa2BBLqh2LsPpNqWY/V1VLTEyoRUbFX3cYDkz/Sgq1q+ETIDQIVRDwLIzMwgwGWS99GPAbmdqFB
xrIO4dxDEKNLq76aSM8t1wzmGQVFfTsyFySoijhf4zkNtGH0edPtIPzhbqg791bGZf7owDIM7qwp
JZ9WBsNEanLldr7YFKJqOfcFlV9uJdTLCNR+HR/ivjIvkSar7siQ3m2fWk4vmM4zGYmNT4aMSyld
Qc9d4YMcQcxYoPoF0YKHoNHxVxOJ+tnoBsBNMtjfsiTzT8hg6p9dbHfXSezpqyoLw2wv/YGAJB9z
BO26MY+/53N7wbaqJRwI3LGcWzdguHXbRkHkUxtyJL6ajd3IazTPbX1QA98YxRZkIz8qMGmVkxfX
0JCloz7robOOmOzb8QVPmm/TdqcgBeLe4Dr+UXps/ne5zun1MpVYSv+70a1ObrKxT+gwSfBeBAmw
pSC0C9TE/iLY+zcF8cFi5QMeOwzDEg83lB2oqfHHUyJMSQLCkCDTaiE4eOGkeXScBE3sOFc+Oefz
EJ4bjGb9tp9FCkp8iZS6Q+xi9UhSOfKfJiIzuMacYJYJlDfeDmwPD9Jd5jvig53qnryh7FNRhLRU
Rz90ID7EVYwB7fLbAahFqVTgZN602F+ss5YAL4qDCAkOAe0+N371YGkfDLKVGMB5q4E1R5aXWOAE
/LyJfJAebmBKVKnuSJWwYnA6WtA7KjPB9uLzngJIp8Q3mKrPh1eLiWCk1qarsIfRjoqn8ECvGVy0
VMtl8qsJOb22a1YfJIw05GgjzdFLCFSuwl1eLs2GuToecFopk/usiUSDCI50JLnWfut2MbxAoDPV
ii3Lb64NI6dXJ5hAeXQwIjI6JWVIkZ/PxKQmMB3ARky6xOMMAJ7K0piUtJAOO6Z4zfOmA9syD1Fo
31BGdkj3MtyaDNFVqVM8EhhHkMp5erHoxuOMZW5Fb+jIeXfi5rWlc8hFgVMjbCaLQDzPHJXjpi34
EE4l0GABnziPF9tx9QNUbr4PR1PtVU3J/cM1l4ekJ6Dj6PqSyeRQxfm3KVEyobgXy2Yg6tzdkOPN
0zj2NY3WqCd+7esy4mA9ZCXlx21suVV5J6XV17sGaVi4FkOhs6PVTraD/VoX5iYNUwSTpPFhPCGz
5zDx/IPFVKNj/9BI8rM9TjaWzYTS/soZQyi6cZrVd2Cr2cqDtJpuSiYGtr9qurB2njIMl/oR90Ke
hSvET9YWaRsywgqSFYI/f3xlEgiLIfZtZPJ0jEK0HJUlbzKO3s+CM0j+sCRF/OjQsaV2o2/8jaAO
jnaeDpsH0TZJuSFbwbsqeK8/YXdcYCbj391SkNEsYpYppnRlKD0mSOpl7lzFZcjfgHIPW5DUBQ9Q
Z2s11S3jtRj2abSo2nlxhDsfQBNo3LIFIYU089SqdxMIv0VaH1tVpdZdSw2EhEMoM92VrKdMRBkp
5Mtmat3QQfXiq6cYFCCKqNgvslPM7HztI0zuq82YJ7K5QU0b55+KCPXsZ+04Q0+IIaL3tRO03bhO
Y9sK7iMLgxCTdc0JAT9sKZ23EqSHa61C+GPyFRMQQzJEXX56RHxU3chJA7Vh1mC++CTEBViSSD4m
5IfVyNlbC82LnCqH5v2NJYI0+OGX9K1glbEog9X9XPGLOgdeq6YjuSC3RX2jWpKQXwZDA3yX9LIS
mDBt190yjsI5F3bjssWFQPawyxwK3EunF/famyEfgKdY3JuCjBWXMdBM68PfZvRzmN8Atnyi3xWh
X2MOyiHEw5KPE0pRRJWYINy0PyUekqEjC9rinInzrkPgKFbQcmaumCNmxPapu2xRxboKBJJGDoxR
4T23dKmo1Kvcnb7TPkfGSuU5o1qg3ViltCGJxJqGH8rnG66FjulR+FPfPqVZVOh1TjfobWYtZhxq
OVHOCWyenloO1/fZMli8WVH9CkdHH+pK9Mt1bQbK0hjc684BuxA+a2FPNDMWkTrfqTE05jXGW/Ix
i2rvdSEiIgx3Ui5APCZWf7AfrkjhYukgeSrKMgzuejz6OyIzAKa36fLYC+h7l4zmIeyf9ZSJaOsP
M+xUIsvqontg20kQPOd5Ub7KOuT1xAUTfWKJ8d7aeXRpuGQLUbTkkOt7YRnfxoxQDwMdtWxBMJFr
/TBTH9jHjmiMz6XXe/ErAiMIZpNpUhKkvUCdhzKQ+ITqlJIoGvWbJKj+hA8ZTy3nVRM+dfC6vAfC
Sam2eHP8L/MwDXtfCUzKU5VfNeIiuadJmr1ygJ0PtH9xUXrK6baENYNKBOzfQQJDNjDf5GZuXjFK
xNNj6mXj3KzKQfJPXjqkNB052n7rmGVflPsOqVcwaiAn9RXGuiJv3O1CxYzhJaQWXC+dr+IfAcDJ
62kmqfEkEr9kVpd2TrWX/cIBFCpftY/iPmEo09TwXSSHVmy0TL3I8Z0cvS7G1rslHpojNw4QJrtp
mXufGDlXD72WA4QNkw/tsOX2W/Z14btj80nA97GeR0zi1nrB8bWuWKT1Ubiigf9VutZAHoMaou8u
59Ps2AzwIiR5GO41zeyhOSgMysMGyFyONspv0+rO870RNxyVlmV+0n8yGLstSAvVOUMzXW6F6+JH
BIsJIRt78ch41VhZeK8s6G52PJH1sLWWtvbOYdJgKeUME6wZcQL+AN0FtirGM2dt+XxudVONdon+
2GNlJk8BOmEZUNZvgsV43xZGSkQ18xY8h2A30FmkcJfxU1gEZ3IqlNm6XfLR31ATSfXVLzDwrmEn
MyWG+2PPHIbR5jNrgmAAXAgnIO0CRmSPqrOIqaiZgsJ9dBhTjjLfGjBdPTMllzoAGBeaExldGLWu
3WFFobMb7kaFSXsAYKrWimncExp5O90lnE4uE3J79r4UAGfBWkWyLnYMpQMMrETBnqaxLJ7zrmkY
eCT9HKKsvGA7qW5R9O0iDqg4fHugKiD1wuxzzwo23XmpL9MrkfRx1+7suXKt1wrslvup6n24jF3I
vnOCuoU6rxb8b5p4tE+fIBxkHIw5PN/JqbfTZaUVMq4ftu0k3DcWFh8gMVy25YCcv/MAsfATv1UA
sJdX3AJOCEknyaP+sSQ18JHZ7RQSoeCFPwFs9+lDXXsavDdKhX1mcQ85FbvonQjzNP5n8p4EGQQq
nr/MHfnGURYyZcUWqlbeHKLBdu2QEoIBxYWbFIbJTdWH5Y8s8HwaAMLwZ+wGzs7xBnpNl/H3fELe
bZrXJp6CH4zwvPLLyEZBaCS6bo5HVtA0TwVoBsjx9ADPgalpDaQAgtg/pLd8Sa2owhTHwQ5jH5nk
ZNZULDqmR5Z640z2eMgWu7pqojHonhD7TOp8gQQ0+052IAs2VV/PpIn0AeuIjnDMPxJXlEePjJgk
17RTPKfKIq1mT1iF84NkIgrRxOsiRktJv6t9z72r9ZAepZvW21ok9lcXWx9eepT5yNHItamvnUWS
U0VbDIHWwiu5w6dg24io4mUvyoIiqOfd8CZl0d7RAS0VGk4ANWyzPDQWMquNzs34VoT55O9Tgitn
2E2BT2aCSuhGrEGyF0QRsniAZ4DiH8hpeSsYgiEUFcWSzNgg2NvXzKScC/ySE8ZqkMarnhjQecsx
xACaUvTMHsg11sX6EJmhYXQ0VzeMI4sGS44p1Lc+cqpnz+qFBtwzj2ZBeGPxL3bFPNw7RdNfI+Jx
DyTmWHh3UongohhBEcy+619a/gWIV78YllfVVTEQK3saX2380IYOE/ZQe8h5hGPuqz5wWAoJJSz8
RwZM3OPc8hKLhcw32DvJ5TJ4cvNElI+hX+UE7rHEIZXsS87XAWyUEwpUuoshhOxsy3FrQYfh60qt
U1S4xb7smYKGaJA1fHT0hYfcmUzKez805hPqyjLp6DYkNX2BZUE4qQ4auwFXSGY78h5QwMY3S5tn
JWADb7Duh8UbCTSrfce+m2rR2SfWMkyEVGHN54bsm/vUtqrgxa16y1yQE7I5RoGUuxojxomI3flW
65mZrBU7NzOlVfs2OMxg13Ti5He6LGX8TBrD8lxbLqc2akF3XXrc1gfSEePnlinOGh1sZb4ze1iq
E9mZ/lXek6uzhnnqM4dKCCLCSkyywRXI/fSefQFrEiWBsraxW/tMr5McX+Ouzd0FC8sY84pOpxpk
HhBgTeeX5DsyUUmSFg7hDqBQ/TFZi4zTg0ToMuCgPKSd7bjJJuT95Kibm959TEYqy03bLyPVvZqt
+8qbLXzG+aWhfb0gJw/3Y4JThxgl3wyfBdjF9GlupzQEQWe3tCXM6GOTwWhFNzmENTXtrIGsTXut
iDPIrVWvK+YwtUcWCDD7SgbzcMYMEC71T9du+gHb4lDN2CixRXUTfcsS3Voxb4Y6Kjr7EV5uQv53
YDHab59iBSrvpfPKYbpBqGNV4Xefw3YS7Jif8YKh+Z6Qy++9Hr0xCWs5lt5bar2FGA7t2n6YAbIA
BHEgTwTrg5mpPm/p6XvLpi9l+TluRDnsE23VDJBErXS/T9jIeux6EwahYu3mSDjVgXFRFH2KBs2K
dZjJDp2rnSjQx5nu57/+63/+n//9bfpf4Y/yvsxmooz+C/zVPSKQrv3vfwnxr/9iWb/838fv//0v
yhAolcaF6MKpzTd0uPj7376cYzLe+Kf/h0rDvMN9VX0JnK6uN1Q+4z6zM/HqSOoJ3H74tDHOE8rd
2v5M9dJ4TO6nlLlWjDzp40/j/vphpEuTm6wIH0+n418mqL9+GKZ3szOy739KBXKPjdCV/ybwtHRb
OeRzvidIBTtwnUYcKf7DK2PKN0barnIU1H6lf72y1MyArMgaXzkrpvsmn4llcRDHua4TXmOO/CYC
AFcfX1P4v35dBXBOeULTM4cB5xLu/utFkU3RSnLRexMAMrY3nuodwJGdNvmKeSyjp9XIa8PSXLVG
3BuJ7xQQvvEzdmfl0haqmKZuSH0t7YNDmzahidX0HAoI2LzoEy3irtMpqYbHUfSBdwpzCpvrj7/E
u59M2b4CKewZX0uN0sr3fv0Okhu0mHCwz7MrBuRJ1fQZet6wbaUNqktxqHmbpQyPH1/18l/9x1Or
hLQFASt0MXlQjNCXp/ofT225tGlkAqd8BPVIiEVVePn1kOIsxEa8dGvawS7zZRJnj5FHOsdfHlPz
h6sr7WqeVslfbPnr1Xu0sk3b2uVjUI7dOc2VeQzbi0wXPuJfLnV54t9/UeUZqRDmOb7Wl0foH1+0
lcpiIKDLx7ajsiwQfqwxEzW7PvWnXePa3vPHN/b9zymk5oFEb+gZnktpv/s5DcCeesL+cCZ1Et9C
5F/GLPQxAMvFxYGGP3Mjh+Pxx1f9/YZyVUMDXwvJIdzYv35Lehx8UYZv5zLliL5aLOdr1NLBZmpm
Ld/+42vxmNIZ84yAe/p+jeHZrG1abMGZ0bl65qAItwQ7WnzpRuGm+/hif7idWmnhelJoBq3uuydF
YwJ3aF1fgoEudn7odV/mixsHFJDEv0axTqxkFot5+/F1xe/PjebCnsOvyDrqq8sH+8dzYyzEo9LP
gjPqq1NlqSbbNQoWb0ivhYjtFkR9PC7Nl9wRr/qS0bNO246cgQBiRcNq62B8GKnnfPgv9yBLnnx/
0H95if/wGR0KTrrQDk1H2373GeuoCscWeMV51iSTrKLcoS2HX1pfFS25j3FW1q8f35b3Cy5PtytZ
p3jOuCUsIb/elYhqefEiS58l7zbCQPwDHU0B9NEOBGcFReqgHYvpPfaTbhcTkLv++AP84UFnvRR8
DrpbwlHvHvR0ENhE+tA9O/0kj5lu6SRVWYAYd+j/cqn3OztrpL5IglhnEbSBy1C/ftkwmYLeyyvn
DNDO31T4anfI76kJGefvi6S6qjj5rfC/qo0QAZSNskQc0Cz54ePv/PtabXzhGz6MzTe3zbtdriPM
BR3/ZM7W6Et4t5MnjlWWveGm56RfgmIdMnve4JGN/3Ll339utiWPi3oeWzq34dc74C9j45tK6zOS
DyaglpnczUT/aectqblmKHWXoTXaBb1zEYd41dXHX/z3H9uwPbE1CsGRArXFr5dnh/LwDLTiLBNO
siIZywnoU7RsVNwOXz++1u/vkuO6NkF1WvLaM2r79VoETpO70XrB2UbOuLNb/1LQRWaPRLpbF/aU
7D++nvjtV3XRViqXRQZHsg1K6tcL5iguBs/OmfKFlqiuCDdM1GFg4klrOA5Ms3O60T7mxNwAkZpD
Yu7cxVHHmVC75b4FOfm1RGyvVoVu1bVZ0vEtNuziII0ajOdVFSW3fmT8u48/9rvb5DiI2nkhXMfm
z0r4757FoZ17qLGiuJJLsRyAhjWH0srFholcdg4j+28v4e/XU7Z0+F1g9/q0bd9dz0Z3RCZ6WjOi
9ImpLUbc65BEA2D/TC1AjHu7j7/gv5ewfxwY+IaIlmzPBenlsQT47xbVAdFEiYqpvmKY3D372sr3
Wsti7UT2dIzVot6sUaeEwU1oQqq8S/cL4+uNTRGzNVJOf9nZ369C/+/zuBwbeCqBG/rv3kGRAVXp
JUwlRDNFHhHs2ajvY1IF0c+gYg53bKLpAvqxs2RfoJqBNAwe9VGTUuSdFJGnz3+5Qe8Knn9/IHRI
nlKsiYxW3r2VzOsEmsmOnyTMs2ENFRqlgiasiSfUJPYdGZIoienOQjQirnFWO9Nb9s+sknG0GXLN
uPHjT/SHZ0S4vu8bz5be5XH59U3ybWvk5D91KAKcbOcnYn4EMDXvaT6oH7aga/Tx9d69uZcbwKYg
fMdB7ixt+e6ZTHsycHp6HVc12GjYwaCcxhuZOky4a4Uw/+DVjTPdNrS3n4jYHJq/PKLysjS8e0Q5
zLL1c/8FB7F3h/e2z4iNaaP2Kpqy+diRUwcd1J5e/Li55cSvYWlFd5fw2u/5ZWBDDazYnGp65g7p
qQfykiCMM9yZVi5CKMjAwvsZDlCWQmdMVkHkxI+zct1DrDLkIDltRnSzXz6+ie9/NI+6mR8MIqRm
j6G/+uuP1mqAhpTu2bHioxN54xgINm58xx7orgWZBeePr/duL3E8z9G+wR9tSybivnj3WkeyiVyA
4NbR8/zBxulJB3pi2FiHGN5WWT6zg//lubz8J//5M3keJSn7tuJ7Cls4795cB4MCDX+vO+nOrg4u
bW9yP2agRZ1u146ppy3AxfIvD8e7LZvv6bmGYkA40lxwju8eTiLz5hzNJ6EEnusxPsyxqJk7J2Nm
cqjtqpl3UL8s6zi1ouqY2iNuWCc945+/fHn1+wfxbbgjkg3VeBwd3v3AhY2+p8H4dSLexx6vGbZF
3TlHU56zfTt9+6Z74eDt7en6bVQIqScHttZN85M7xKa97pi62i+0dw1dElDCdvxpVJfIHBS9YDdv
E5R+6bkGyxFsbIZr/rdWQ9/cCnT7LDxR39jnCnJrRBlbo5eDagHJHm10F3FMq+aYtOh4rIR9bOED
ke6T64nB6ZyU1qUQje34NPZ5PxDiGCOxX2OWssInNUJnfk4Q2Gf3nK9hEk7jNPVyRYgEbO6Pn9nf
3hEKdN8oBa+Gmk46l1v8jxpEotkjEwGdktMWTEjTYHRWjBhB4sil+k5jxfvLj3Z5OH59Yrkgb4jg
D49f7rLw/OOCaYt/mzyy/GSPU/cAMLd6JBg1/MtVftvSeMW4DLW15KVgp333vSoQLgmi8/yEYIMs
ZzqHx0Yr0lr0oIh8ruTRygEtEgIe4X0isySr8nbtRnP6lwPm+5WcD0JdadDICFowvn63KEypAnpJ
RMAp9PX4rOss3hVkU58K0vgGKPMXDmRcVidK3vovN+EPr4ekNeXQLnApLt7fagGdr6xiQW4I9sK1
UxTxXQ7LaDtensIJY8cRzY9LWCQhxBktmfuPH60//NIUNYrnimO9Vv/eYv7xS0d5K5c5R00ZFgLZ
K5rQ/LsV5/F//gRLhG022yQ6Xtt5d1YYxrJ3SSPnl16wJ4I3nZwb5QWz2YXJGL4i5ycB4ONv9oeX
hl/UhZXImQl4zLuHK2mjqYryKDq1mlgcPbRXOAiR1feoy4wkE+Pjy/3pYYbBLGxU4PzB4/zrO9PY
6dwxEotOo5OxjU5pw/oWsHhMU7oD9UBUSlbB2ZiT6joMGBHMXifu7Kb+9vEH+e1UwMNMi5y+k+tc
2sDvjyWDnlAQNGF+AqMqyVef3Mk7YdaZ0jdNYOmyqsmtUp+nFuXemgpKxhunpGO8Wjxjhd9Td7Kr
u6CXIFfBtTSLY60Ybxi1aYQfSrUqOUsmpyRexup2QZY03NXCxe7v24CO2nUe9L46lIVuUOEgqwXQ
+fEX/G0HZzNVtNo5enIUVvpd6Q8pkhBpSTfGQ7H+40KM3XfDAOIV8RABgB9f7H3/h32Uu8kfBh0x
nZX3hQfKhsKL2SQg52Wq2EWwhb7h8wSVnXqzc2BRcylJCeFcdhLtQH1J5xqeKiJ5smv+1eJRIogJ
1q7XxjekZotqR5Cv/JZwhhV/eQT/8MRTk9F3d3nDHNqA757AubQx9rbxCR7mohBrk1erQ7d9Nov0
ypuOycbPj+/OH9ZNh7vCbaEEVPL9Mz85iaTfbqWncfaHDdlCBlmsG58SlrFdpWR73aqQrMMqTJ4/
vvJvDwGh4AqWKss2GxSTl1+/a5sJkpnqmOfQIWoWK48Mc9SffXyVI/W++fhif1gkOeAbii9sfor2
6q8XUwZHgKhqovSUNx07TJZrMaf/H5sQ6xTjI1dLh8Lq3Wl+JOVhiP8vZ2e6I7eRbesnIsA5yL85
J1NVKg2WLP0hbMvmPM98+vtF6eCeSmYiiTpuuLsBd2tnBCN27GHttZh69po5oaQJyhkAqaopCHlC
rASbQofq0AQYzk+z/eMF3vuOhGaqreIvZcX6eoEz4By3NYvYQ1EopYanF8cW3uFd6GA+a5hcZUbK
3Ab6PBwfW76Njek7SD/NgeV90BaXGSC7MXRuknitYxbiY6hQA9qjjBJ+0QOdzu6IXCP6FsXov//o
ylhKvvdk+QzvXC+5Lk1jqhU/9ko0XvbJUCqbCUj7h3GM7X9HdOiQwwgKBlsouJYrb/7N4ZXVcir0
Kt1CqmqG/BxvHl3w40HkdLPu2UzSbQv+V59m3YcPMFazlfTqZn/JcGhJavQCWSRX9NqUBbAjp0ik
e2g664zhIewkwJ1vArsZ9xP8e/R91ey9johNlVZ5hQD5E7deG61TMPuTaggvhcDjQpoFlRXCQJt8
bqNjSwNkZT9v316eBBId26GIpto8DdcGdZEhoJNkFk8e8wOMR6IgHsf/VTZaBEiYTJs8ylh9mcPg
HjLuwbijfihGiGveeZrl06QJag90CjhWi0Nl2nFi+oFvek1bucemBd4JN0W+M2thbIDrql9zhtRW
Vn9zeaVR3il5fzDpLnY78uHFHFXf8NImtkMQvN0MYmYgXt+4hO4eLIdQUgsrE6ca/Op7Izus068k
0tAJf/DF11tvqlqNd48taJfoxn+vBQoCUIAUxTPArASijKBh4OD920wTyMZH0smjPndtc1bQccyC
nmAO6TCmUqp47yuF+9FB8eQYSL43ULFZvHKq79xaV0aStLtMXePrLqxqdDmGoDW9Sc0MFUqqpoHd
KfCpyGohYNrHa5RH5SoFk/sKJyRXiMec5+faWpaKLlaU3PTMEs/QhiLf0rnXDlE4/WXAaOg9Nndv
ceQBhIsEHjzoi5PbMc4WwQBlwBoxZdtWjxDLUwG15FAUrKQc986rrK0aOuEykfIiMK+0aphNuixe
2iEVoRqde1Kg7D7kIjfOLbj3P9pI03aUL2FHfLxK7e4yHbwTORcJ57KRUcN/AIls6HoG7OuZA8R5
Lost9DhjvamYLfH3bgQWbY/ehorALgK+JlIRgTu51L9aw4ao32dsf8P/N4YoE669ST3MOcQTfwCx
8PUVTMC9QyAgU8C7UWPFjV8fAr/1/aCOmAieHZCIPQhQ6DJEdspjUpopTJSV/bkJdDh0Ej7BgSNt
csUih5lB4pfVFMAwnrXtL0Qd6yNTqdnz469w7yM4tqo5NlhFTsLiaJutM1aqWpteW1TtF1SWskvb
QvEUNbO54htvTVG90AyKlITwBDiLBSFPYClQUwgC1F7d+mGr77vKhPA56o0VRyiP7fWFlYUSldFj
R7NvgS9JYDU1I4EC/L4D5iqAC1noUfsNlHh/8InA98Dp/d1klAzJqDCzPN7U24ce84IGOdgjoMmv
J/9NTGHAuATxRO56U+jMH9LSfEpK2G4psfnI0YM91ENoBB7bvL3J2AReJDijRMbOImyEkRFRwEmS
VlCq+6zOI1xmYjAQaRT5s1WgtdwMPVPYhfLPY8O351TGTpwc2ZGUYKPre9E4Q1lVQII8O85s86k0
G1jS4Uyukm+PDd07PzKbl0kVZYQlnqJXrL6aDPxFCEmEh353+SGywz9qla19bOne8WEbTVm15QMu
88wkbNVo0gPHK8NaAcZmt0hSRnV80YYB3rgkr/pPSSqyH0Onxv9avI2fHv+Ae3sqgwgKNLZOErB4
AchdS0XJJtuDPmr+6MMRiJoR+f77fQz5GuGhw02hW7NEHPWxMBUBcYJnhXHcQ2/aVs4xobz4bi+D
Hd5PMHkUnWmSXJ8RyrezM5cCdUuwpj+FOecX5olqcjj11+Odu3MNCHYdWwf9J/+Sh+jN1RNmaAKi
di1vLCdl76tadqDGPW77vkJhGwAaMTbSyxat0pVvds8yoR8uxxYGH0/+8zeW6fNIjDg+h7nx7Ae8
SfHOzVtGPXhP4a2NRXaE26/bASxbaz7duRnUJml/0ZAEgbG8GUXUM1QadsIL3ZxZLIXu1tSmya4b
nOj4eH9vX0HCLZdJT5yNSkFl8V6EsdK/Dl96DBDTxvKnaDhlJkUV6sQQrijIBT42eMeXsiyHBhHv
Lv9abqsCM1VZxrgXLYBQubfOneVCcBIZyCgORb0TcH88NnlvjQIno3FUOUWWcf0lyRuGCnI2w3N7
iLYDULQXU2eAQRWFCdFM4q64m3ufD5wDZUqbHBQMzbU9aLFndTIqwzNMHYgBvwgmshlVksF5v6+m
K0uya1CRui1rRO00VqXaG95cWO53rQ/7nWONxcptv3cT4PuwKArhUsSyx6Y3GkyAULB4ZQWFcuVm
yjcEAfJd0Bcg3K1Gb7bQMf6MhP9O3CaOhTqEIRwHsJ8J3G8Ro8Fhn6DSR6CuAf7NN8zC2t+awv2u
awCtzZHhiFqmZe8+LjrhIJyZMkkwbOnM3178ohVh2SfUQClYHdsgCXamW/hfO5hJdhUDmtFKZHjn
fOpQIlK5d/mQgI+uDUJRwBT3QJLZt42JyHXUn/Vc98+oE9Fqt5o/Hq/vBn0hdxW2VxJK2ICB/C3u
gxrXkxW5neHB7NNurSCG5wa84S4aBmYTRmKDTR8ZsG70piBV6OunQk76DPR+4XcIm2Flw+88zzoF
BppEPF5cz8VXHlFbnAp7MDx0bRu65g4C7xswKcyp2ohDnurBLQ8NwwynCjjWZ8eO08PjLblzY8k5
JRIF8hxQdfILvfnkpj87ftTVOno4g3+M6KZ7Y1U3+7AqgpXF3vF/hgZ6lZajA/BFXzydcAgasJR2
uhdnjnph0gRa1K6zvxXxHP07iXh6ao1eXfHyd3YY5DgAADIC6XUXTrd1LdGL0TK9XIXNF1pxt5sR
h4DIZZNWyMpuengFn4MW7pstBO3iIswh7FZWLu/NIojnPQXHY9EP4y4vPjP8kzHMfSRAE5KLP6Jm
8D/NfajP779N4GYsyq2yTQ/TzPW3LNIBGr5CMzzNF/RdOkhNi7LRGc9nLM/I6fS+/+y4eF+QKnxN
XNW1PWSKBxRk6X7Vipb9GhXT9hCRV54L5g9W3s47x1Q2+nWZ3RNKLpGhUPgFSm2mpqdSud3C+Dqi
XtlCohzoIQTmj9d1xysRfADBkSkICHr5Od/cCTeJ594oeTUz0Opf3Z6sbsMQIFJLBkIOaL26jr9i
8s76OJzkWFxC3rTlMWUsJuY5c3SPAS71Q11YJcW+Bgo/G47Tx6u7cyMoZVpUp3+3HhanpIlQdvNj
H60nTWJ0LOg3hk2ANPiO8TnmvI1+/KEYg30YIDYgxZysz49/wB0/wKCcQ7ON2wAEc+GEpygVeeSX
zFeGw6wwI29I6BvMN3Bv6KMGSRHInWTLdJZTrdyQOyVdvC1zTiCvSYrIaK8/LYPMVVMVYUoYZImJ
WUEftjnVRoJpRkAbBS/FgaQvCpPnQdfibe+g5+3MofOv2Qp7/3gf7ngFWqmkuECdOdiv4ydvjlky
KipZtZpcZiXR/uVkZNsyja33B/NvrSwrqT10RB0U+cnFUmN/p7ujifYH1NCtkxXfhOV+nqOy9roo
XwNz3/vMPCyCm0SHi1mQ6602c4CcLpPrl4G5MPMy1XA5fHUDS/tC0zL92Y4qXIBCS8W4ErTduUuy
+UO5hEQewq3FOxO3im7DThlf4IGoT07e6Mc41hCuCKK19/u1kbTw7I7zGuk6ghmhZQDTDvwzA7mL
i6hTE0UVUK1I90RZhshFV3ZteUbCr/MPAVqRiPuOOVjvU1UxdTyjH81Y0cpzfuu6wE3S/ZE1ex03
uXjOCXqS2Z+y7BIT91fohNZTtFWJ+T5NpTV87Np8bdTndrcldBtnybSGxLMv3AmjUYGlKjG6tOGY
HfNUjfaVlTU7oZtrscrtiTIsl/KMHMYCR+0uPiw6rS1SQ8y2xXbV/BVqUQ6dJ1cUWp+8ZfA81LOd
OrlQJz6+qHeWKIGEvODgeRifWTiN3i67GDFZ3xthpat5SevsqYvCvNiWSULL/rG125yDSg3tYM6u
xnTt0prB4CraI6BrYbd1nlP40PZ+2SEYg9I3FLpT17VbvZRgdcrd/j+Pjd+eH9p5ciKB9QqqCwvf
XDDeIQZEKD0ryqjwpd20qa2yZ9DedjdpEFUrIcStD5TZDZ1+Soy8BjfjjUYGhx3KPF7rVxRRrVQ/
DqBY9o9XdfsBeVptCsMyDmSCaXErBqHD44uQuTcRVL8UjTM/KwySe2mbu2spzT1bPGsqZRtK3UT2
125PRCItwTtNHkRDEtiRwUUNBTjDyslacfaOKRInCZnnMoH1WsRfMXL27QCpuDd1IvoLwa30JY+V
dKfMc7xyKO+bglKPTiC406WfQ5ajVGG86pnDKMYXaEXyk16Y+R5u8TX8850jyJyEhJwQxMqm5/UG
Ok2PYJ+bDV4P5dfRqaHQzqIBzEcBS+A8tN3K0l5HIa59uEXbXAJyBE17qB+vDTJOrIaD7fceooIZ
ipuOFZ2ncPS/FGZl/VBrXzsG4dTHmzqjdGIHvGO7MtOHk56iOIMrL9GjRXn38Zm9dXYWDofMBTAS
NbhlJSyrEYjTY2SvIDyAWkOfgr3o/MQLIZSBjWM8QhD6zokvig4MEIJeplAs3fkyoO8yc8hT2Dk9
AxbfPxUQzd/GKoQ+E0qIg9agWPd4jXdOlQwNABAw62XjdhY7747w62RR5zWQRXs5pMhnavzzSYhG
O/4fTDEQA3CBXJsu3bWpSOvGPky11oOsKyXdDvyzoQTmISQxW2mv3VsVbsaUZRRZW1ycJ2S4O9iv
4tYb+6h5cRTNPRLwal8pdDgrG3jnkAgK0RROyImEtWx6RjBtlGolWk+tRmjnldo9DQJZVRHGw1Nd
TRBWzcX7U2oKbnwtYmhQLmSc11sZuE3tiEytvWKYgZvs4DzxgaKlaDdmaFSHMC6jgjaGR1r3EGIV
rpH6v2BnKZuVlu8dT0HsxbusAUqkMrGIB7ouReu4LsCAw/I7fWrRPAjPeV3BSEeSo0CE2pl+un33
QXIMHJMENWF3+TyLZqLQMJuNJ4xsPE5obx0imGBOpgJ70mNT99Ynt5g01CW6dBfPFtJcY4J4FNG5
ZN3xVfdXPkf+HtzdBI+B0h8em7sNPCy6XryONKXooC/RtHrXkzaGVu253Hwo+RlznxDNOJV58QmR
oejUSL0uOH6albt5d52EASTAFBFugBcwFuaTgkKvNzZW9BV6j/TPwbaCHRQMkluxrPePF7qwB8Tz
tdrF3IAMPG7iyBm51XGseuNSwTb4I1fi8h9Bvvp50vO/YCAtV/KRRYyDOYN5VQDKFt12KuMLL5cn
jY3SvDlfLMvsLwN8EU9Da1crX+92UQbIRUgf5Ewx2e3CwRVdybxwUqJWNlkJENlJjVCCsNqXMZog
ZeHTv3sXMUgllTCHAhugi2s3EE8wHbiz3l/MYZ7I5EoN6Ru0QI4AF4JDXhf2Gs5i4e3kRvLlAMpQ
24Ldbul4ximfC9TUx4sI6fRv4aYeN7BgRghbZ+30UYVrb9dPbrKyswt/Ls3KoXuQV3xDqhYLf6fA
JKkHDEJfGmvuocqChZbm7n/t7K6hc+5YslkhlTvuu0mp+npLW45/kqfoh1o+JSi4KF19Z5lpnEDr
EtYrt+613vom7pHr4m/mlkAG8wGXI6Jq2Y12mwbtxY8Vf9fpMwylCjxZ2p+dIdp6ozNr3G6cYQp/
9K3ZF5vW7UyX5rjuQyll0AL6GqRZ1Z8Q/uqrndlZCeBpXfkuEKYq9llrdegit4yP2Rq8Y+WmrjXz
g4DCxt4g7ICOJ4xO3d9mbqvJllJI8YlGNIJDqjlN8KcxCpodfQE778p9vN1loimHt5ngkoBHLMJm
VdVGS6tq9QL3XXtEs9nZ9AjPPBO0Dyux5e2lpDvFDB91FGJnEvPrD1o3vWZN+TReCtH/h9x48sEf
AvM1yIk3Flqg/zz2bLdLo5cgB19e839c27U9Xy37wQ4Henupbv6HmlO5Rz2yGg+TQPhsZXHyD7s+
PxijLcYLxUgYh+namJgMP4Jn1LxYIG52MAISvXHtLxYEnGAh+yk+MGNdM6Ggp/PRQHNrJXm83V0o
G2jkvGY/YG3lbrwpoGURDCMT5AkXM3Agye46s4RFSZ9/OXZtfTTRXPBXlnxvfxlsI1Wg/uCQNlxb
dCFITqHZsS9+1aEqylDCOaA1Ddl6NK94nVtnx9wQMAMqDkzmg6C4NhVYPQyoGnymhp8gaUDv9tSZ
Y7ytStIPlaGEn44CNcDj8/M6p/j2mwKQk1OnoBG5HDAgyC1/s6Vw5PqBAxP+BaQj2tzVIJDg6MHb
zPvaUObyA5V38WcIRyfKxoVfzccSmkhzC+QKYZdoMkvYkufCMZ7hkBSHUiUq2qRuL/QDSreRekwR
7uj3j3/18hzIH00gyti4BdSb8dnrH61nRILI+NSXKIeo/BOMzQ4Mx1Xm/F2GYVm+DDDtpisn4dYm
GFRi71eAhCB5ubY5O6PV9/ZUXSK0Cf8G2o5mmoJkwZMbx11zcP1++vneVUrGF1an4k0k0vDaohjR
KZgQLLjUKH086c2snkCN1Eixqh2NNGMtjVmEg5I8gBIUPgvIAljRJXKH79nrBTRnF0g2Jyi4kBlu
d4FjZD4CAkwkbWw6tX/Yc6lsB1g2v797tcSgRIN0y2QtfnG3kRRT02rQqks6QM+576FPc7ZuhwDP
E4yO6j6Gg9A/v9smY/CUjolqdNn8ud5hST6S+cJipGtKi2/RqFdgo1rQkZbWZJ8iR2k+Pza4dCe8
kYIaONAo+ukUFxcHt0G53i91ZbrUldGc0tSdD7UbBDtEbOfjY1O355VhCDIWPAnESOQT12tDsFRv
yNnGCzOpxr4yzWJbSAH5IA/+mVH2Whl9vLcyQhisAV0ERrR4+AqjAbEHb/8lp/mIvlSp5FKrz2x/
WmX03sYn7DQy3IBTgZPCRhqLw9K7U4SoHgJbUjgVfGT2fVDrcgf/evkh6TtzZXDntYr+1ktiD7AC
AQ6wGp6gZZXUIVwYlGCojoU2hDl8XoabPbed47abLk+hx031qDyOJZO9aBvlBpqKY4OM1kjc/18X
qmDgQF8wEzM0Y/HiaInzvVJqOrU+zecvauMq+TbPlLFGDmlUnS20HekeRldFQ6JL6fZBbiDDE/d1
Hm6ngN7GNhTo6T0+Mcvn/XWRYCQklscAWLvwcIR0zM73VX0coMF+Dpo4PHWqWh0MzUT32GH8YYRp
6qRBMX4Urj+tONhr82T1sj9HgGpDM0dPQ128f7mWotCDkv1hGu3k5OuZ7k3KEO+NeihaCEGUklp4
lB+RXyh/BIm6htZatAp//wCAt7TroRBjAmJxhIVVuUFCsfxgUJ065PrkbGNtVj+HQC130FHMT6Pu
WB9bPevPtdYE+wq1hV0MvfnKo3ztiH//EIYgXpHawI7FIuhAqbFT3NlRoWzxX0WJMlp4AQCGDgFM
zy+16qXqRHBQAtVc8Rryj/7fg46rwO3z2MAuQAxLLXuxBzMsKPDFhvoxYRz8a+LP/gdJQbnyqa+d
xasVyik8bpR8JRBv4QbTqJjVzpyNo0Mv+MLAsPZZm/R658Z+dHh8qK/d4P+YYnxVontplLmLQ+27
uVEI5FGPkej0j+h18XjV2vjDD0ZUNGZ/LaC6WRoVZRINOS4lmBhezpQ4St+ieuxoxyjvxdFRI2aW
qlSBzpig6fHSFl6JtdFtlfgaAQKEtsAyYkS93bYZ1NQB17fty9yh+6IpjrOxJyrYahv/SrKwPJMf
j38wfzojGRQ6T6oTJV9tSFjhjS6bI+cw9EKjcHbwl9reZEM7o4s4eo7CTPk8o5G9jwbQNECV7WMf
OJkXv874Ds64z+2uWmleL2rz/7MmA2eAI5JJ8cILaFaDUo7Z6UfYkrMvvM7x1pnFfDISFOvqGFlW
1cz7k97XCoTHaMKnuV0fNF1BZNmY+j2aK/W7so7fP0myKkkOA3KA5TYj4KEBU9L0o2Mk1kcAMJ/Q
wppOdU5nvSjm/x5/1eXllx+V+IBH7RUnZi4ufwGdK2gqwzgypeZ+TVzqyJwB5oHVRj2WswnT8jCY
P2J0effvtsw0CwEgDQHq5ss0OQmJz4IJHGDJ1fRCuF/RjAz9jRDl9EVF6+4SNrN+9hXIs95rmWou
hRD4W/B3DL1fxyqG5dduFEzBKQU4uNParj8YMZOUhYkepevUxT5NM2gTOmMNG3PjHsDJuyxXopks
korFbvcldMpi4r2ZkdrYlIUo4KM1wqfEIT6jNqqs7PHCHo07CV+VcQs9Hrzfwl46ortkBuV46ozS
acvDgNyzSkmiBTQJ7mSc6TZnDiWWxxt8a1byORLfc3QIYpYomFpEgFvsWjtlvqEwhMvAFNw1v8xq
GA8R2jor8dLiKWeVmKMAwlLhj6RaeP09pwRKPRNkz4lpsHrXuEKKz/cGBH9R+NNS3PaUjGiRstPq
JuNrr4T1iyv0ap6SvfObL4b/cm3eZkang2FYP6W8516XCOhUImh0qzL+GGWtuk+j5IfDqTg83mUZ
Ur95PKVdMnjqIrbEl4PJu7Yb5GrkNoGpndLKj747TOduzWQIXsqq1Y+zQXQHTDJb2eu7RimN0n+S
0xZL76RHNCQcN9NPIzPQByVDJA3WlflkNiEEGSRyu6rV1ga973xgwCZcF/JTBvaX6LxgClFizUz9
FM5NcGQ61N/EmlYdjRi9RZu0auv6XXNC5s7aUf7X/3u80bfHmcI6VGFYZ8oQfP31Rg+03PVoFtYJ
DM64TzsLAVExxEcHSaHNrIbvG9mkjEcNGDABo2x0SiALWHzYKdKNZKgS+xQ7o7O1keF4DoesQla9
ou+38qzfW5zjcoKoWYKzWVZkGiRLlLnv7FPCGT5Bq1E/64OF2tRgDt8yLs5KyPe6W9fHFs8n+Z0A
NfOmLJOpqphHGIUjcZrLCcx7bMwIsQ/ZF73wZU1YM451aOdHPTUZsEMz6TjxBm5ictZjn6FXGft6
/7mJIbchRyheIKfNXloxaadS08It81BZtK1VQiKUFxBYe3wUFvGW/DRkZqRk/Cf4xiV0k+Iq+sl+
DIOGNmQvFjTnW0MDF1HVkKs+NnXrVnDbEkQO3JZO/bKtM/fwFDait0/osMQnV0/RWwphFR+QcThG
aaZsoW11DhH6Df+HRUJayBMFC7dkCrg+73bDCxk6hTgBYLf+nF1+ANRwlUBVT9O+Pl7lneNnvrW1
uFslTXNYX1qBTpIGY4tAcWQSne3ZZq9ta7MXp8f2FhB9LhcN89+zwgQdBqWK68VFc9nZfutAOQ83
/WcE8F7QBkl2ehO2X+ELDX9VbnzRu9I692nnwloJ5TyBSrBrE2WNdfzmNDGZALCNuJ3XEjo+uTlv
qqGih5hDLRXnhGYvPGZ1b3lwST6FKO5+ebzsW0sEubKDD+CDucAlEsKOiTgVolvCc7dGfW1W9kMp
9HOU6PbKuV1+UckXx83GUUNXzau8WFSHnGxR5a521u0qu+Rt+JfilL+idMw+a5m6xnS8XJhs0xHC
SlgN1VKwStdbyJxFJQLUH89VgcpO3bjxB0QmiDf6bG2ga/n0YYokgSdPzqnSJVy45b6eaqD+HIxI
bdBZnFpbnol5m7W+tg8n42/IE8VKgnJnM9lF0Aey9CwHWa6XZ0k+NyhSrTOyZ4g+NYW2Y7YbHW27
jhDzosr2+JwsnY5cI0QBhG28eMxXLQLGBvGOOCcrOQdOU+06DdEMdWzQiUXe3f6nV0AFoorpztu0
7rmqj43LP/zty/DbOLZ1eXSY6b5erOrnoutHyzpXWaX+MMpS3XV+zXTSYzP3viNVB5IOcG38tXA5
qIRYHTpI1pmBOeVgT9MfhjKme8YOgzMSZ8FTFYjq+Njmve9I30POZsiTuhzrtEEglG0S2efYcIIL
IL7+U2wjysL2FFs9G9S/H9u7cy1Ipf+/vWUdwsxL3U6oJJ2LsfhDrYf+w4T+6b99JJx85cjcM0Wa
gTHpwTg2118NlvWxQtMSqUmEQM5pW2TPgocK6eXGWfFi93bRpaFMdkK+SiPp2lSsDrnvAAE4O36f
QPUpKQSrKE2IGwB4bHp46FbC3XuL460HbEWhiprO4inMgsY0UjW0z4By6yOORnnqdN86J5qjvdsU
rCCy78LgBOn9cnxpmozOiqH5PMMx+StNjelZjRlhKv1yXNnG20XRE5BxBY04Sfu2WFTXD05TiE6c
6R6EHxGaMICMwz0Z2uBhHp/D27uGKepP8tV9BbJff7Gki4vJD6SAk955dipZK5yh3ZqDA6eA6NST
EdprFL+3p4S+DsxMjGNJHMdy7mHqZoZDndk/t0GtI6IZRJ5aa9Ve1RvzWKKRtHK3b92WC5AZYBPJ
CYWxZS8i8/sRZeQg8HhL7d2U18GLMBNjpSy0IAGhXECPn94RoTPdU0o2i+fH0ILUmswxYGLTzY4i
TRsk0tL+c6RM02aIs/65rGgZiNgPP1coIG0JUYdwC4oMFVP+bdM0vX7qQbHRu9R7sfKlX+mRrr03
v48AGTApOJoboL7Zj6lVp5pyjm1k+hoAAr8Yw+k/1N3wLS2U5qykNtrjLU1loy0F4te5e7SsvJGq
yLrXw9l5ysfEPEGXbpy1OXmpxrn6gHMJADk6xpbeZP2nxdTolmFGHHfaG3tFsYO9bcX2ryQe7KcS
1c89jO/Dk2IO4pyP2Xjqy8bdWTWMJ0O8SgZ65yrRrIeqVlaUuLYyc30TwRV21hCod8q59ofRS0M0
W6Y4t7yWLHFlg++bkjMCNAVofS2eZoQFG9MqJuWMGJfzrLc1wqNgebygz+sVUze31paoB5qUDG5A
7rAUdUlndPZQcYw80TfhLooV/Yyus7oRYaOckdms9yaqZyuR+c36MAooiWYbBuXIx/VWdgpddd0Y
Y883muYYdVZzNJyoP+YoVq/c2HumKHk6EkUvw52FKaFMmR7asKgpbcFAwGiPT4OO4NbYZPkKWPfG
GbGqt6YWr2OX9oiWjk7sJUgVbupQy/dTaCB5qYq/g4AG5mN/uyB+xEtIe/CXMcwIXJeS1PUuulPG
0EcF6V/fFdY2VwrUUZOw3CMKx6iFyIMPgwXKw8qFOEyK0Z1SV5l3U120Bz3W8o8usp1fp6AvTz2K
uacCoez3hrT8QpgXyS2l7BQf4foX+iIvtdhIEw/3n32MO+v7qGvBD7TMyoNrpsUK5f9ihOr3jkga
a3ISCpJUQq/tAbQPhsnEXpD1+SHO5/o5RnJv3+SIqeluUSnILMGmPBO65ZvRbOKLzUTeypG79zOY
QQekxYwPeL8lyk93KhX1TzXx0GgL9oWihqhrleNsPs96EjH8ktbuX3bTRy0Vn2z+B/UiGiyuNYxr
3L13Tj/PFRw4FtVvXPbiSBpRoFtx6SRep4I3nAMVGfW8yg4Wt3slNlwW7jiNNJoJI2DqJftcoizq
tujjgnFIr0xS/RnCfbGB1CDeh5oYnka/sreQKlUvIeoEFz9g3urxbbhz+aQ6FI8m6bVE0lx/+tHX
6OWiRO7lWj8enEYNvSJWm30JS9cXi6bmir27H5kCEU8CvPZMOixu3zjM/lxmfer19mhwwJHdG/S5
rTaDayPXOyBpsZ27NAy2c9rp22KEb49LuTaGem/boYWWPQ5CoBtiQb+s3Z4pjNQTsOh+GQGBHQKm
1zwz7b7xT4bvhuKmW3uCzsluGZBYeT7uHTA5BUvgJyf+l+NQ7VwFk1/OqWd2qU/RCOXbxi6RSp3R
Kn7vF+YIk/lTKQVFSx3l+guXfRWX/QjlN5J606YYxEB5GJWlMc6+6l2UFCtLuykfMewvQdbgEgnG
GHdceK9CU0HNam7jjYVwtioy9ocGktB9M6M2j1Sd2MyZEZ/Vzk33vWF0x8aonE+0H63vojfXerI3
B47Qg3okR45Lxku23Gr0F+10UsbxlIgU5rcKiMgppam+5aiVm0Cds+eIfThPZW/+oM1fHaNojdZq
ecsohco6JQOxbAeEN/r1N3BqFCqHoplpMrkjmHAEAy1RhBcYWMfLKKq18vgyOqE0zuNBhYDHg7Rs
GShAKEGwlVua56I4vzNBv+8Mve4QgoB6vXWQDk6C3F7x34vCCBAVqhJsNIznr3WgxSLNym8LgO8K
quSF4eWjCF+UVoXv1upoy7a9hdS9M3mQoK8V6O9ahisAdDj9d/KZ6+0dx4Dy0DQoH7TEUr0icJ0j
k5rNuS/6/FLrJRrrqhaS2DBB+fhyLRIb1sygpmRfABOPB10Wu+MK/pKebs5TAy5ql/Saf4iH+p09
SmmFSwUOkHSUNHEp+WA1omndfM6eRqa1TqHaGii3juFT3ajzFiVV5fx4VQvv9GqPegWkkTQLVZKq
6/3MwPsMgTVlT6mDXKlt1cGpHlvoWGZ9rd17xxSzttREmHQFiLfEGFUZhDNZ6mRPZLl8p7Lwhdhk
Q+Ke3QqepsfrWvoCubAra4sjCkB6VpqM2WEaIYbYwrIlea3slDZ+8YVA3njhha6+lmbtPkGdbGxg
1NBW4s+FL/j9G3DHpH/w+gHOu97cIUvMJA1F9lTUZhbssiSbtuj5GF9qw7wgRpStTlfKVb1JO39b
lKgJnnlZzlh8zqllyWJij61gni6JNT0x7+P+l3dK5XXMMX6C3Kk7lbH7vXWFr24Di0pHPQw5Pw5i
+5VvsPBNv38NKTr5IATjPBHX6+8kvSrUE/lTMlsKnd86tbd91UCta6PbPLYxXyPTg6M+iGyr+Kha
b7TJr56AFCNgHprxroD78ByUjv2tK8LqItoRpSgfDtX9yk+VSc5y41CikzVQLgPFoOuf2g4abXNF
zZ/6nkHipI21TWwG9hZSfPVDpBCptODjflZOY/7RFLGxD5ze6VdczL39kikmc2Gy5LWUO0hltOxA
hv4ETdUMImKweprndnm0qj7Z+HAtbISevLOf/PqVeK2YtQF8SKq0OKW+koneyfhKQWKIZ4Crf+aj
XgBymeZ9D5J0W5jhv0WFuuZc9/PKPb3nFN4al1foTclg8KvRCYImfypp5D23hZbt6mS2vUgvfzz+
xPcuI+EXoocwkVBQX7wcTqn4YVFO+dNU+flPAMnJHtmkgRoQDzVSLPMau97tUwVvAkg7elqaBNcs
llbbcdlR+Mmf6qgqPyK7HuwQgOmOw9S+uIof7fkg49eeL73i0+8dI7AujBaqJFd0aK73VDWGqVFj
N39SlDg6RmqF6NyQwHefifCiiiRAughUyOPtvWsUADLCzoCrYZ26NlonCT0QlJafQrirv8S2KD8Y
AfOgos6sg28G9aeotLPjY6NL2Ojr2SW/IImUjPe8m9dWi1T1g2QsOT5haqImaqsnXq5p31Rx87nR
rP+YbrefnUb5XkFw9hR1bk0R2TbeR5ZBDCY53ORkrAyMZA/u+nf4iLw4rV3lT1nqagdzsrtfaKnT
mR7S6OfoWv4HmCSGle/8+iEXTkuWpIByYhzmyMWHBpTgJNNEmV+vp8CD10b5UnXW3OycePzDmFS1
3QaVOv+FMrd1AHgUHkXkTnySojj7flEeaPaGH/hwa3WeO4cBsUfKvzz0ZCLLQLy0aax2dhY+0ctB
Hqtzpp2wash0a9/YTprjH6cpfZ8MAd9APjKEo1w3kCI3zU8fgXI4FuPoqelDaNN9INUbtSvgTScY
yJ77oYv+JsCxV77CzVox+yqgQWjIZV/qLpSBqVgxREZPaatp/6UweZyBqyRemqPiKJ2aMU5rsejC
JjAEKJ2onnDYaK0wFX593MqxSYwBvfmPpdFH0bH2ncFJN6BqC6vY0s4T7Yvqtx2sfno72e8rWWFc
1nahzgL3xKTukvUmnlHYShPRfSyqubiQx32jwsX0EipkmyxOxpVHceG3gUKSXNIEAvchZ8GWKrFd
2dtWYVrtZ/4+1h3zkYOVtLsqtfUT2EXj5bFLcdm6N3cKc0DxAWLKORwC/aVEY10IM3eNwfysjjqj
rjoZTBbP6t7OjJlAcRr3g1rDfBOm+YekGJQvj80vHo3/Mc+RIpOXz9TiSoMhMMzWiMzPjTHHe4hE
e/SzahU45OTu4lH/ag2OvR2pOu8eG5Z/8O26/9fwIgowmsBow6A0PztxUuyawWk/xbrufH1sZXlw
f+8uMzFcFNhUluXHYLb/H2Xn1Ry3kmzrvzKx3zEH3pw4cx7QaEcnkvJ6QchQ8K7gCvj19wNn3ztq
NIN9+TB7QkGJBVPIyly5cq3JbOrWfEy9TPkiBkYZFSrN3YQx+aFqcu+6EMZw4dbOdxCvFCF0EAr0
sWDZnn4twmuzSI1m83HuqnGHzakd2B2MZswWLb/wwkucj/Wp9PwSCX0Qu+i3LZ55pwvmiZOU9myb
j81Q95tSs5uNWyBDqxrVFDAuFO3sVKS7vK/dDzhYLLreqnho8jdKp3PPHMZ8qouxpwbmu95NWetO
Wpak1mNsR+XW6pvkSm+Z48bawbuA9r3wkFGPYX5l0TIh+VidxHaUN7DBRutRDv194wzalRFZ1rd8
yGBKObK5NOz7wk6i8QOMStUK43XNWyj11gtn0VuPKBZHh7Lovd8cAEowtl68DbEB2BSGeWl24oWv
E01El/FHZIAWYsjpi01xN0gzvbcf3a6AUOql3dGTPQNHVWfeziHzFFlVPZqqvCgtvj7rl1cJWk8a
uYBKC9vudOlwxJOwx0DxsZ4Ygc3thhauWcYIVejubgrVMaiyKNlaTtIHtMr7XQUHCAPhLHwXdqm9
jctaPbSRuERcP30P7PBnV+dlxm2p8ChMTq9LS7M4Bquxfy2DEt41YGeuX+O4KBovCA0Dwu+AX8rw
qeixd9cvbLrll/8naD0vzrJMRcN7YsxkTV+LRwN0tU+dX7J2kl2WiPCKhxgHme1cGn8+PRf+vdSz
gQPQOfj9GmczUzIW15Durwma2j53NLEb9Xw6eHaP9ILiMNnvZar60R2yzE/FmL/p1AUSZfFFnwhd
U7glTEidPmcr12QPvJ0+VZKBkYPndpF63zbxYH/OmlgbQ1y7huqSLtIK4V2WBVzECgjUllMfhajT
ZfWkKacOafQnZHEVJuS82M62KJHbzdHJRT20AQQitX9vMG7o3kMDVdO7qS3i1jf1EMo7AhLhtgup
oC+kXafxhitCupOGLCkIRSsIyyoFIuOCsmcn6hMsScZrzCzTdmmIcHpgtUXzxcWr99II/nq3QQvG
qnfhiCy86zOyJP7lYTXgyvwbuKPdRpMcP2J8KH2tKOJfbzkngcyXpZZEhJfOkbVOKuOu54NDUeg3
w3qJcZN6PVw3xpvc/IOmp879NMRe6POtOdabDktWJp1kGBk+MsUjEXYVZ8C20Un0ZIpdweD014lb
GvupHQHIEsdWDkgOlO0bv+Jl3MhYPmPGjxdS++pVDmGpK4UXVxGfEW12JeqsTR0R1Xu1ivavP9jT
CM7tIUazhG6wDrp+fFSn+1khhjlK14jITy07xOKwoK+fV6M/1Vrybpwd852CL5yPxFhxeH3ps+0D
xXaB5RbTCwDk9dJiHsAJMUSK/Nl0pzsMacJtQc3yTm9oAr5xrYWejysbCQhHMWD36W22idJDailR
c0v7MP1mN3Ft+7DF+ptibr32Qop+dmd4v4GWMhiFlBn/XSVYmZYCmuNaj+QmtboDywhP9TbNPc8f
OaQurHb2Cql+6O0gmURoMjj/T+9Nnc1ojvTcjn01MtWR1VqadsKKQ5P+R25lC5mXqQTPmqpbYzLd
L68/2xW0zB7iyf5buQG0kJ6ueXoBI8htbgwGctZ0QXQVkzkjnYJ6LNz8qpJemgeiitJpq6nC/RW7
blj4WeepX7qu7S5Zlq7DIFU209iM6tFihGy0xnpisuXZ8UYn9nvHSPa9nnfXXVUPvHKn3KvlfEmK
4ezp010EzYLbxOAW8WH1AelDH0mASYYVyrFrH+mk9jsUtxXfzPPwGGOA+xDZxhgggDtf+IDWqQa2
RogtMeaz8PTAR1ebuvKkgy/zwNJI2Rdfsbx9bJrI+FiVKt1jR5+OWZzkFwLGswzQHzmGTmBCspVp
WRV4FN7e6gQcwoRDqDLU2DfJ4dv36mI2HghZTOWGP5sfDDuW1UHmUv9qd0XygMpmX363sQy6aVHy
HH2ryqaPlooqnS+dYsJ+Ji3NL5D2rFsNxZ170ccMrSeRNSp71DId+Y1oON50KiPHm47kTdw7epRd
sjRflSmLnQpRcOn6cH90jNfajyn6n0xH1cOVJcwQZ8g0yzd4ys/OZho7M/Zb0Vccc4l754TFLFEy
LqIfmVCyb1LL2gvn+WkMWS6G9JBclfYXxeFZHhlPuaG3DMoiiN+AlMbRMN95Q9ZMe7XVmEF//Rs+
3cV/r/Z8uEIuXUTfTj/hIRYpLJhGvdLIkjs/zZJhDLq5NT5Opdd+8OwwIUzLNAtEn9UXuK2n+/h5
cag+9E/pClGTOat9zO7WJsuJ1SvY2M3GadP6mzaK5KkqlcbHMKHH3LhL3e+v3/ILD5gvlqHAJXHi
ja8+3DRtOIBHZb6KtLA9mGnnvisLHawQta0L38xLS0HJA5AFRAGJXp7+H6C+21pNzEEor8YqM76V
jpyOIUQLP1XV6kL/YHlW//k6//0sgYXIWJbig5d5ulSEeGXXz/Sao3msd/gdWTvUL6xDji3nYeoj
HLtaBXO6tJa+3dTl9s0PlV4byzIFAYt+HRxcRDeKSNHqK7RMqz30aMcfM731eze51Nt74aFi64dN
CQothN91h6pVFUOt8Uq8qnGp3mrelL+nv1j5di4uze2/sEEBnwjw9ITYpGt2lkCXvUKvjLtieh7f
bcRwrjCjLtp9JIfpc1HzIV8LPpfqAvh2epo9v81nwTnIZVALzthwGNcmEzO61ZXRyARfwciZHFRv
GTsKOqOaf9YehdUFStxLazJztYy9w/Fk157uoM7IUQKSsrwqvLEu9nOjesWuoaZwbgq7L6mrsWO4
EOxeesDwwGjQcI/L1Orpmgj2wwtxsYiYs0Lzw8b6noxYEbq94xx0u/5VKmjRvb5TX7xN2PRgNIvE
5driRpOTqY9eWFyJxmhv7bmtdx0IJzh5U+xHpb1E1Fivt+Ro8M2ZLyXRhli3CnJaH5G/Sdc8MmpB
Zm/MxoTi/1zFUX+Xdmreo+TCJlcv7KB1PFiWJQ1a/KwWht2686BWVRmD8BnHcjDb4VBPwshAgoQt
N8wlO0EZaWpgFJYbxIy4bFFSGC+EhLNjlc0PKk9hhjQkIWFdmQpyEm8uIv1YqmmHHlcjy/GDsDAW
3Hlz0qj30pxnexcqXhjuaqkr6rWZ11l0O9aYXzB3QNfuAu92lbIunQk6kVwTCm4LLeCsnozsCHfZ
ejrmdWP5VYR8l8zQWIGjXuNxFitXIFoaag9tiLh+Fu1rDUWvC4n7+ZZY3H1RWyd7Y9RvzXXVOOGV
pBuG40jBu3WARDdGU8orx+l+qmBrF8rK9Rm/3DOpOoUsFR+EnVXDN6YL5wyFPhxje5TiPiu8PIv8
GLazvWvZJqnjy9bJjHzTdkky4UWUi+bCdlwHba5h0SIhWSZ/ZPZjdTyltKMUQu1wnEtd/23PU/4p
F3F+J1oIr69/4EvV8edJyFLQopZ+EL0LQN9VVTJr+ai2o4VGHgFzw7BMu7X7Xt+9vsoL7xAS6UKn
XuyhafGdRi6vsEosssbhOAz1dCtyUfmWdLKDi3SS7ybhJYrhCy+RvupCaFlwZXCX1XqpniulNvdH
g7c3fhiyCqHcvjAmWWzCorBzJFEiPdyGWjF3fpR3pnoBeFvHanjKZEukMh4dC9rbq21k15lT2EbU
Htlk6Qi2Z5ZTvnPDCZf3rHGYcSgV+sqhXxjJzAT+68/7uSNy+lpBCxASo/RY5NLWuVRfIudXCjkf
RYqNr3cYBIrbme/Wi2lXw+CDe+1iyqN+LM3RS/G5QNnCG5EhUAf3a2+miXY3ziDae/plifJV6dOk
3tE19NCgUUWd79tGw7ljE0lmeX7GoUjzew1INbf9ClKr+c31plZ/ZDLenTdxEstLRlXnb5gmCccE
3IxFwWGdQpmJl2DEG2FKkzQfyriftrJjlqVVcmzOB1h9vaN36GAlb5tUWmIiIoaEIneZJF3ktU+3
VmYYTSKR6zmqKhavKTNzm9ieik+vv8AXbo9VkBBEIWLZPcvP/8iFBXBwpZt9eFSiUEegrO29diPN
YUTOv7dqd+/auDZvHZnpKJkZRfT+retDiV04WIDDIHtnUdCpSmlVineckVHbDEQq4fcDZjBznIXf
nbKNgixitnsjJOznCzHpPFqgarhAimwwsqg1mCjzuPbmcfaOctDKYFSt4iZt3OJ+0KS2aVxWff1m
X1gP7gUUzUVsBbBt+fkfD9urFCwtU+kc26yB5lIZoCM+lI/sqq0VCoA2ai5kjy+crOhMkXAwTw4H
4+xQs+2QBLwpnWPEnBBcg7mN54ryA8km4TtNaDSp38QVDiO43CUJyfNEh0aMWlzcZq2Xl2/M8+g3
sq1plrOpyaHXY8OCsTMF9ywegZ7rYKnyQ4iC0TYc1Oy2qJXkQrbzwhMH0gNoXCjBpLSrj2gsU6cr
O4URaUjmftzh2F5Fk73VIk36k4rtx+tv+Dy/W3pfBAuARo71taegNHmWYZFFV31FM96fmXELfeA6
7btdheVNM1j2FIjJHD4yvKwMPkQr3DNev4bzE4HTgPUhCqK+chY4ChuHJ8ayME6UWnXo22L2syTO
AysHJCmjSj3khLu36SjzOheRPqjB/P9Sbq6O9wL3GUCCkblKT3pBAUiPJKxT7orEqnav39950sJS
S3my1CfAyKt3ilRty+cFo8iOE0XfoUccVVtLrZR0O+QtiglvXg7O9lLAM9G2GKycfrRaDfM0pwWA
UDNzkVUaKX5Z2NlXuAKXgImXvlaEeoCXwLvYsesuah0ao0i13jsmFrMKRpZjWW9Hs19rzO/DgzU3
qYxy7MgY6MvUwvCz3ovffr+cOJTVFAhUnOs+QJgjHVgPnnfs+r7ajaP14E5zehNiDff2WLDM4jLu
RR2Gf8LqySa5Z81WDsF64Hns3aJUkQU3hlBsyiEXmzwqUMh768uk88Ch+kw7oGO4yg8Tpo2LYlS0
Yy01/VaVphUwBtscimjoLrCrX3iZS3cMmIke9PIxrvapjqCNFs25dkRLD5ygaVr1CV1S7Ys9ZDYM
oXHyrsypk0gFTb16O5tK+jmWjnkhJJ2HQGZ7Fl4pM0ZLebOqdOtq7oxu8JqjRLwEB4UuxNsyy27d
SohlcvfSJn4e4zlNCVmPlIVCCo0BquzTD6bqWiNm0qE+ekxzoZxmI39TXTkV+PWHuTNnbtgIi+r7
6Lidue88s1EepeLUzY01qlnzO2xwLbiyk0mxH8cpL03LF21hfHfS3o4adFONGPGssE+Ko9Snut95
2lhqGysRdQhWquudttPHoVBMgPgsYWJuiiLP+Bx7zjjVe000bbyzzGzASBuTc/2rmpraTy2fRydw
hZI423xMo+zeLSsY8EkoyktTFOcRemG+gJIBACwd21XVgOwkc2Ym15+0dbj35Pw4jx26b2pc7NoJ
o11VhvJC7nEeNUkol7Y0mOfCS1mtqShmy8GXVce474oAKsJA+8WyfRVD+O3rH9n57TH4QloFYEal
B4/qdAOU6VSUMU2oo2wm/ZPJkOoiyOO2chM6ei/39SAxD54F8fTCyufZLGZbjNXSBubbRjHtdOXC
iwohGIY+2trAcpEeqdjCoc67yQBDMshViUNmN8DVn4lxFyLnC/e9sF/46DkFWXy1eqQYjeDYkkdr
KIxNwYbfgiTI7QCyc1vm7vxQxuPbOCZLmcBXtvSd0GbEqmntZdTjYYwZltMfHV3GDYPAYRgdVL2K
96nZvv0s9J6JY6CRSM/Q4z99vklUl9qktcNRbVRra7djuyXB8fw5NS7hVGcPk1OQqTGkIRgWXLTV
TpdyULqYZBV3xxoT1AMC9IsmRD/eyUjVrsqUEeHSyy6ZvZ59JCwK2AqXBU4oucyqd+tQV5pjlbTH
LowgLwGHWXfwHLzaB26OPr7+mSzb4SRO4tBCRs7QhLp0/Nca7smUprOYBnlEKtjbSvpbd8VYe36U
5eF2mp0sQCwxBHUts0AajXnh9D0/n5bCa9FiWiB72qar8ylL8CuM7bQ5VgaTrY3ieHuzHHOGrWcR
v4N+mm8m+k4mV2DlIiiSodH9PH2z6zTJ+cInJQcAEWMoapU6Zh6dU+lq4ljMRooNX28dtNyOej+f
zPTD68/87DBc1vLwxzJs2EJUfqe7qrf00J6qThytycBiFiXuMfXLbs6sHRHF2plxE2oXIu9LazJh
tXBySFhpqZ2uGZnMbwk7bI5Na9XxoS60WH60BQyhDfMk86PjZMNbGz/LM0V1xyQSLR5O5irPCZ1c
KllvNQB7ffVkD7a9sefI/jghSX4hpToHlFmL5IKNTG5F5r16pnWK9YZV9OKo8IbTnu5sXaJ/l4uu
BbJVQtT+SAi8YuvWtfeRRL22tnGW6O2jkoZdmPqt0aBo8OYXTWLJvBTKBQvKurooL0O7pCy84pg6
WfsZr9DhG/V9jG6sJYY9uFR0iSb0wmsGxKbQpG9Lu22tGlWXs+UolVEce3xwWrrTUkuCGPrs/C00
M/OT0TFfdyHHXOkzEv1Zj9k9QFW+H+DOJaD9gSio2WgkFjDZccZxrWCemQ8nqTfWrJkTxI8FJtPj
HO3GK8Ooo/nBtst03DWWKqy7qUFQYdNZ01j91PSS0Yfa0roIcTaddosS9zYoCNq7qtdvx9jzqmgD
V2S0/BiCRfxBxTdLHJrZrrv9m9/doqlMDoEaBx3aFSYVL4YBJVIy2OVWyaFULP2QKUJu9dr6WLtx
eqH7sMSX0zhM6QFbdplIp/m8Btrqoqi0Oknbo0p/7yqTXXtdOmijvn5Tz7M+q2Ww48IAgSONk3qN
tYvYs5RobsZjWaqDc6TCLSVD30Vv7RrXockdKphs24FU+lH50Fj4vF1F5Gqt7xh5mX3N5rRJ7wth
jeEn4Bkvfpeaeq1NgYWOub7VlT7yfJGRKTPF38i69nNz6OwjohTEdDdFXPqxmprc2GIsFXZ77K8T
5eCVHYhbiaaE2NlQDvRDUqPmGGQNJCU/m/PJeVCbUFX8KcSS4ltXtX3oj9Ncpj9KRVPjbRHqZn0X
oxKabHPTMsZN0nbY3+VuM8tPuWnOySbR9eG3pmCqdDeXWtdf56jEGrE/GfGskZ/HZalcCa9hCt3X
9AgExYfXYXl3ZZKELnjkZKQXWA7nRz2ND3JFXvriabAmBmMyxzVQBDCE7gh5aGsdWbkigqGzwcu+
fXr97Z8lpgi5QDkgF4bUwjZYJRbxOESTR9P6KO3caeKgdwuzuXcFeQ+mBTLJnjoGuHstcEtFRVZd
Vtb4+PolvHDDC9ue0W1YfOeqdsoocnyCpwZsQZafDbzOP4uy0287XJvfCgaR/XPmWMsgPJrS6xPP
KwtnspNSHDsFhZvPM07m41cFrWX5W4q0Nx9ev7PzVJFHu8yj0ibnf+t4MfboSkAEsI/5qLW3hXC/
4lOgHnNN9LdpX+Q+tp7Whcj7wpoLcExZT9yFOr5KnnD5UG0GIhDSExNuJnrf6dCPFbP4OEQos4RV
1r+PvTr69fqtnr1EjldgxQWIotLgdk/jPWmNTePYsXGYLM1bJ/L0q4Ru9VUiMYN4famz8+x5KaRY
LIxNSIVXW1akcdhaymwf2lhpvputh5JUi/DTvV50xpFxo0vK4C8uSNDXGFIDjF/7lxqLBqFrKPbB
NucfoT5Wt2OxaBu7869CV5OPr9/eefqLwjoBH6It7xAqwHIs/HF0imKaC2BL81CpSvag9Zb61exJ
JrZpVtr4HpQlIvd6OnbhUVecTvPVUHZugMixvn39Us4KAVSgoCItEjBog3OUn16J6oYtCp6OfhiH
PK6elCmeWmdbuO6Ydje1tFKG9PooV+/mFJLLxm5w49ylmVGMn1+/kPPdBad7YXUvva7FjOj0Qry+
pYGZONNhRLrbj4xY3etWW+4HuDTHNy9F+UhjTWM7q4xDni6l64qrlXU9HSRIUgVsE+eG/V4XkS0/
k6a53ofX1zsLwEBgtIRhe8A2JmtaPeOUnvEkVaXf26k9btvCjn9MnTsHQD9iH5t1ujEZWbg2zToJ
Xl/5vEXKJ4RIKlQLFJbQvl9CyR8bLS9nV3Sd3e1jp618b2imx2QozWvFCOstj6gO8sabD4PmdDgQ
a842BbO7aVs1Odp9lfqaOfQBxIQikDLtfKeoq2OeIXvju14T+8nQWw9WPUZHlam4IA+FfmdqqXMh
4J19nctdQG1GDsulXFsPNCXQVSKziPs9z8m+jpumOWLIk2L+M2e7wi0uTYmv3D5IbdEiAs6AmcCt
nIc6kgG7HOsUUpdpxvVuKquYFroRIhiBENbc6NF7WZVmfyWcMIve9Vhg52QK0HluGNlX1Q+ejF1l
X6UeUJuvhJEwL1V2zyfLSU7HNRI+oN1SZqlYoZ++WqWcZwvNB7GH4q1cae2k42sZC79tkmoTjwoT
vYVubNV5NG5lFVJk6lMSdE1qboo6Tfdar7qBZkZlMMdx+iCz2Ny1ltUE7VxlRxWzz5syb5WtZqbR
R6+r9Z0nEmuTExyPddzavjVE8w7KiHKQRTld2LlncWm5O45vTI/oIJIund4dQy4JIyWK2BeRUwZ1
n+Y3rpsYflULPQizvruVrlUHatd3NzTDLo3QnEWjZXngJiYjlwb8+gDKhFZqiozbfVFNUE6bxN3H
opk3g21cqqPOowPkUroC0PWfNchWFYeWe51k7D5FzFj1xBBoWeqEu9ESMt0ZcxVWd8wZp8a3MIrL
+fssgP/UCw/7LKHAUomvi0GTZYoOjtbpw06sbFSxXuMSMkxt46hqN7nStLcWZgIIkvChK938Nso6
39iyKLUPVIMl4K/nMMZubIVrR9nRE3o3IMWPnEexQTYCPXks9+b5Z6brDE1vyswUrXsBGDl7wQ5s
oEU+EggMAs16Zm0aRa2j0RUelLHp3veWA797QPcCnCm78HTPlwJJpIcHiIOUCMft6dNFit+yk2Ly
DlVr5wcgRP1hyExnM6uJ3L4e788CJYfMIse/MHKeBRdOl4omTVFVJ/QOMkuinVqgZeoOun2N7sMn
kenZW9s7LAfWTA+N5Oh8mDeTlWkrMV7vOWDqVlWEsckT9L2UOCTq1c4lltzzBMUfMY8eOoyCZVjy
+fZo5Z/eHzimGpoGElcmNJECdmjVjDdFIpJsF/eD2wAfFk5U+MBpkUDFUq3LL1o1juo+K1MsTN3R
VLsgRmio2qNjY6s78uh+/lpTlP6mpJwws5stOMsz5Wu6Ne3MnvYW1ACEI3APyW7kmKn2TpN1Fvte
0oQNdpRSToU/zKFU7jwvsu5R0zD7Q4paj75JwoSOhxnCbDg4aW3JYK6bEPGLLnQKSvBCm41LTI9V
QEFDEX4HOwBGIdUB5f7pQxosJ7JBfqIbNTfCvRDi09BZ9gcjlM7GMXsbvz4HPs80XMK9VmGEhRc5
f7rjaHN5DLKvFtaoYp9x5ZvEjtogVrXvWqoo2ybr9KMWm+NB6Xt79/qOf2FNPCuJ0Wi6wFZaW7bF
fZzUFobRNzJy7UOU9NIv+9rFksucNihYZgH0u0uSJs9Z8ck+ZECO4MFYFxSA5Qw+fcTRwPFuCWu+
BsAxGeMd3Fn/ooxdXtFD06b4V4Xy3JcGPSszcKo2NzeuRUcxykpNv3JTNQ03TWO3rT9hb3tnNk0p
dmERO85tVEfuJ2sWevS5Sgsl74jEkPnw2cpjo/WVIp6a+wpbCvoCXhQKcYeCd5cGw9Q57ge10dwy
aNSqqx8Mt561T5gUDsUNRthuBqQSTmjdlDkc6sIvZ69nJ0YyExEa26KNrAi9bVinjyB7ilZs1Mau
oeg4tSebgHmeUgR90WXXLcqc3Y5zJPs81M1k+PTNx2M2dWhBJByb72Qvh18ZMh1Pns40qs/cefi2
SLf4hTNJv7CZaLkR6lZHVsUUkDdj1HZdeJoI+Ga/T1OY3JlM5xymJDUuZKBn24zlSApJBqjxKUlX
ywl4cKGE0njddVZ63YaDSXM2jK5CYKvd3Fu/MPw1L5Qpq2C+3CJ0DD4lOO+QBtY6zh79oFYiWHJd
92J6tBBn+9Lpvbi2Dfq1nrjYwFw27cmmRqGA2VoyAKbIOBLXwVXtAFxJDe+a2Jr2yiDSmxmxyj2k
50smsGdLcd4TKGxkEkk8oCmcfj9zFjZlZZbhTUO9/V4VcvIzO+6+5lJeGthYCR0vu4QWHkkR2wQI
CrLd6VoZtmUapWV7TaysqMEQESmuLH1UvhlKatY+FE948EzxesioWGO/UZjZQ221qtRHbJXmdpcI
pU4OnQuSzQSUhvX11Gufu6nT/uZl/9dP+d/RU3X/76fd/u//8OefCGqJJIq71R//9zb5Kaq2+t39
z/LP/t9fO/1H//tueBJdL57+cfu9bv+x68tf37ukKtf/5uRXsNLfVxJ8776f/GFbdkk3PfRP7KSn
ts+75+W45uVv/v/+8B9Pz7/lw1Q//euvn1Vfdstvi7isv/7+0fHXv/5ausT/9eev//tnd98L/tn+
+4/zv/70ve3+9Zdm/nMx5QHeI7fhpS7qOuPT8hP3n6gOQOizlo4LPcWFllVWoov/9Zf+z2edkaW1
+kzyZCe2Vb/8RDH+CW15UWfASB2qGnDAX//3sk7e1H/e3D/KvrivkrJr//XX6ZZmRBAbDdI7ggSN
H4vfdrrNTEQiGyxJfcqE9MGsqhZrVrveylY33oRwwpRdEnUAQNp6i5eAt8SNP2r6rnYmZP4M36Vz
sHGaMvTlMOvbGoLy9o9H//c9/nlPy6fxn4jw90qLnTm3BgttjaW6SdwU0gKJojMZ6KkJD4zGePD6
IqcP7nkRGyCMio6GGXFnVcdGliugLni+lTjNIaLT8w6rzW7n6jH4w4WlnvuBJ3dENQ+txl3oZYTO
dWefOY+4jxiDNkKcnP2+6prwlmo/ybaNzN06CK3Ui/1obu0tOuNGf422b9j6TTIbg9+HdlFu5kF2
elCXUYuxWNQ1+QbinBS+l3XV/N7rE9XYhpNRDJu0YrLhLorb7B0nqi72nWpEPxt0h6OtZdHV9xWM
HT8jgTYVm2iUpXanNCM/1KPG/o2xb2r5SFEXuE5Wg/U7mRPF2fArzPRhKhoWhvit/TIVmURbJpuq
zFegzFmbrM499ypMHbve9LohxjsVWPFj3w38bkOdM1IHrRgGX4jO+el4JcXPgCRF6svMy71NljnT
V9mqw5e4NTE6xf5WxL7IBxAgtyxl53eOUVwNsdWMu9BR26cyG4twmyPu8mMIQ/lZjkXxu8gT67ap
spFawIj7Rxrtc7rLIMYM3LgZKxuvTawvblGZ9WYuK+VH2zfOx9Asso9hZwnhJ2aoub7ea1GHGFGR
9l9cKAC6GsAQ7r4U7ti/m92KJ126Wf0NMm75CIqXR77ejelNoWgugd100IvsWq/7IiD8/SjbJPnB
V9N/RzYKW750rmwDzFyvBx9n4Pa7o+GWgcg7b0ZVoqTx4QKiUIqLazbyi5vxK8MmmrUv3GlqNzMj
nl8jozTudKP1HoSIhpSHaaDXqaNMiWS9OzW+kcl3cz3GuJr0Xfa+7IXeUNcW5idtkIria/3U/Eg8
r/ssw3z8ROIYun5iT8lPy8ja9y3ixvlOn7rxVmQjh6WklaPSIYvkjetJOwqwlqNZF9dSfVLHMf05
MAKRbugZW5avDiJ60CO96YPeLFvFFxZKLPuwTLUrsKLS8D1sKG9yPUf1NEtQ3d9IrwurAAi8fOho
wfabfBZGGJCH6I6vVVE5+O48F/MDSt3RfVlow7eMQfsfkUCE+NHl3PvS2wmT900Hlr0RjetiEE5z
sfObXh3xiu30CglNvAsjf+gEhn4y1eqfbdMadPgSp/+i1UXV+7ozGj+zqivHTYMw+uzboQSO6JzK
SX01VbI7hWkO0686G3wT1/XiEdOL+CbMzFjfUEYyBWq4uDX4JMDTtyFNzIGxM9IE+HlWRnsGbqnl
I0vV51sND6lfWtyqlq8IK2WMv1dGM4jbvvoo0mH+mBH2vUCodvyrN/PR8+M2dr4WRmM/6AL4FZcm
B04BF5PN9DU98aD2oaVfTyGS+X6XaVm9ZRiI/a/WMJqDGvPN0ffMwvratkry00Wi+h5WYVoFE+lD
42PbqchNkqJM6TMAVOgbww7B+OZKDl/mAtF6f+T7+ynZQI9Gqn+p8LfsN1kHWallrvHJHehh4s8d
IjAfxmWVB14WutssqmgcuTVdZz+r0l4JmlCanwQh85sIYYf4Vm+MTUDAEQXt4rD8DoIB+7i1jZAd
FWGGvAMmiqqNEeKe6sdxDcedMleYOLoY021VNB23aSrjO/5dgXNWyl/Q1FQif6HGsgiiKDZ+04GN
vkgP0QLfq2ycxGQSKoZf5tiIbJN8yh90aLr5Vjer8REArMp2Q4bcs1vbQ2CLHLDGDKPGQVvdROcn
cqtUwspOrHpTTjhA7YfWSuVmSHUDNYxksK8BHcevWmnVEtHPhGvCjgjwtq47nWCWV9m9FWoK5jJq
lW29pAYkNXMZVb5qiQK7llyt/KTSRB0k6Dv4spEZNZpBfHbCMBiM5jj19Fa3QOrl6LejVD1fmxrr
XgxFlfgIcyU/TXZr4sNH9JKA4aG8CFI8hIdNFY09kwLwqr/mdZRMV7K0oqeEkXhzG1npcG/mRToE
UYqA+cZVO/m+p2/OmJlrNtO2SLFhPWSlh2arISuP1rcxdTHS2EP7M8R8Jt7Eam8ggp7XBN9W6TRa
8AxO+clYJk1QO8L8XJpllPut4wwBDHf1qQ+rxvQnYDwwDnp/kN9j2ycJKlTfhN17UGa9OWZm6Xqb
RrPjm0HE1v+h7jx25MbSNn0rcwNs0JstyQhmpE8pVSrVhpBUKnry0Jur/x9mT2MUjJgksoFZTC8a
aGRVn+Cxn3mN22uhfjcD3XqVs9z5IdVG85diTznSR1JLbWBsuujBKOz2sYO5rQWOElXDobKTWvOM
OE4Sv2jy5AvAXPkHmLjpkw7Av6B6YUpZUMFJfC7KkDK3PqvNT5GNytcoHubJ7UYpTD3kLVOYJenQ
ZF5vWvUPmbsNO1ZbK31MuaofIM3Gl6qRNV8vGuWZZ8F6bEUjj540qUc6btZPDMTgPSpwEVVvNInE
bzKEJJ/m0Vz3edTwyNSpUQrOX9m+hsg6fYIAOM3HRtUsct8Qu0RF5KbiW42Kj4dmcX+5uoILuJSA
4vQicMwReCX6yh4FUHvyOiWma83m+1EzG52H2FKVu4OGaa6lJmbiFlGT+GQgxtOklEl1iPsW9cNS
4USieVR/jgbL+p6A9ba8cBnGB6Gbzap9pXbGQevS4sTbS0UbecfSk5N0+creVL5XTq1LCDooPCBp
P2ddoCn0iQ5yWeQCMl3afVvABYMInBNugKQZMDUsHX16svROL+5Ru194U9SZxoKonfqbwebLjtZS
5S8zjIN/YlkTjz0PBfuI0xd5zhAlf6ndej5SXaMgpchRQ23K1MqvdAOSv8y0jbnYB0O60UWEPqtW
hK1PeRESwpTYIndlZ+B1GFHO+BKNrd55MpaAkMRmvUM4vZl6BA/mHg53CiC45R9UY8ftlqi5h/U8
VG4haUnFTURznTnt6CJQ+u0WJ1bcaJSHlzJHmeRFqfV8uGsVbHK0Ux0Z+otq1eMIbrll7TTuKLS4
jShHujw06h8DHNpcWiTFte1G4ZXGdavysyFOJm8EapTdlYOG/x0sVzVj41SKdujGZHhOI1Wtgt5u
NekORdQ4c6cRKSbPrpFuIEG1mlcBgXJyU/4V2zVghTx3I0Dng13YzY0o1Sk7TMVbQclI09Jtep2V
15VsAigzqpiN0eO4TaWacs4YZxjf6hnKKk9ayonjIZHUF7VVMY7EhmWmhTRZqfrcQbcfaCfNvF3y
otr3jZCt4Zh0tDH9NAIW/BhbIp/9eWoJ7PpJMfPHojan701aAdc0eBdznxqYFftpag9/N6oOSN6O
u8l2UfLsVDfWC9TEVWv9zf0c2TUbazBjD8LYcKtPVft3vwxz4hpmhXdVhpxE4SmNzoMTtU0LldOR
B+FJGGtAHOy4g2XonqcxzyUwo6OF4S3y5KJ+WTBeax+6QUudg9OGmnPMDHm4wfsztmM3xtw18/MB
gKiroEzwwxoVmuDq0mT6AeSR2sIdNdpUe0q6XD32jqQup2Ie4OFwGfICLUlX3mpOOknNIevlrjhS
HEoUrhx10G9wH+xC4beRg2C4pUVLsVoe9uZ3JSb8d8OQJIR3WcaL4kcrLG3KkdiyeQ6GKHP0h9rW
JX5XmIs/lTCNlMMst6n8RwigRnxPktSpnzO9ra1noepYi8iCZiMJS2Vmv96yp/8XxQnxq/zcNb9+
dVQn/j8oSaxV4/97SeI1/vW/3O/x9+J7+3sdY/2X/l2YkCz1Xzg3wDyDvk9iDiL+P5UJyZb/RaVC
gfcA0AvI9YqS/E9pwvoXXXkHeR+qmPw765/+d21Clf/F/w1aevQfEWUFOfCR0sR5Gg+UnBYXvXMI
OLTOV0zqecEAeYV2RiNSBE48VB4oOYPg1BTH3yblSrHgvET6n1GopNBUMyjUrH//rSwRGX2va5Mm
gigMvaEDmR8iF+JlGOy5UzWXflfq8U4X7+qX6bS/wRvTA9jK1yKZsSyzjgsAnu/VgRp240myaHcq
FOtC/FYH+fenoRYPRxnIuoKGwPmn9RG8oj5sRQBmuo58PSl1E5ljp/Ir2aG/EykV9DG9S6L7Oe8k
uJeRlN9qZZkYx0ap8amV60l1Aef+SFAaweWprHoNJfgO3x9VWGAEgN1I92ARJfW5V4yIWyaZ5/QO
wqP90AMdfRJKkd+0bSftYBE3Mpbrx4ENR5uWtjEcSnOLVh4r+gA9z2nQLpL+LKlqNLuop6peYcfq
l94EcgmquvLazsHWpeHaBKiSHmelRKdEqq09p6YNOOrfPwhuNGwP0lrUfNbV+G0jmU4VJxTTqmCR
bPNWp630LZmG0V243P+YMaR6lhYtCyJQd+6EBqMvwaXbqfdfbixkMaAmQP+A8Amw7/w3GJUewq9H
Js4iH/+aIKP3MFgEhO8fmYt9hTYduCuK/NCVKExtvlRK5FKOxigPEjHMnj1W+a1s0i/JE96v94e6
OJ1cPtTCgYbDi6PozuX1+6QiEK4qrVzGgV6U9V0xddPXDkR96dpV+UWeJulvJWooXbw/6sU0Mios
RFzLOaToM21qe7PQ6pl9Q5fJiOWIhH3Kb/us/Zh8JDsGfrkJGp3pZNnofZ9/XKRaQ610Cp5VFHtv
44RgLrc5PV1e7+EGLr7obShguxYMw1Vc63yoUDiZDnGjDqSuTV/RVbxryZF3mPPr7vo/Vcp/fw/r
RP8ZlRZQA5sLOy3VfNRSIYIkdHK36absRu2m4amgpPCAYaj10aubRhqXAENhO40y0Ka7RcWSZ2qe
6qCyx2dVS+4XPW39XhoOxST9BLIrdjb+lVlctUZBsKIstbogbGaRW3ApTZt7GwSIV8xp6JcaRjIf
3H18FspjKDGaOqX5LWDV6ksVeRIL2mVJkotrU3tQlLD4b0ZhJCCLK3d5C06zko4ZzXURjE0Ndyod
f0xIF+4MsiG6vG0JIgWakCAgyAy3tE1ixKFmV/It+mraBuvUUxUwaQ093kKZzXs7TLObWl1iT837
5FirJSIPZJc798i1lQPNCFCUjUK3cP37b5ezCjsaHhMrN4pWeG3uaMelNMKdDflG9N6cAIfK6Ypv
Q9X5QtsmoTBotwqf64SO8G0w/aA0hwMG6J/nYniNa5G4iUbnWa4CarSnUCh/TegsuBFFXqhNoUR3
fI+BePXbuciYf8BDF4QX3YiyENMREeDA/SqFqnSk7LIXRl0bBGEwLml2LW/z5uXRjDYx5YZBqEiV
gSQNJWUPPdrZTxcvDxsW0okNKwDB9gszrLa1KftB1AhgGMs36Dgmrxm32i2qT+nN+6dwDY62S8lD
voLxQZYRAZ/vmJnFGPqmF8FQYdIUljZkLNkA06emtCemTHKNgnJDI89i5yMvDw1o0RV1RZNvbc9t
pSxJvEI6vJUIzLEdvuEgW94i6iIFom+FT9nSQEBnrH617GDw3ll+m+ta6JmhsdeEvrjQwWhCp6B7
SYBFsL+ZA4kiT9VVThXQ2flHllGLEPOQH2CgrTIKJJ/vT/nFY7+mDIaC1hVIKVA5m+HacBWuRBwK
Gu4KoINgE6nuwPZ9hPQ23mRFFVIuHPT5y/vjXuxdxl2p18CmwYTh03W+1KCMkJAY+zIYyZYeKBIi
8QYiaud11Fe89NmOWochDl+FGCEDmxs89URXA20pFDDyXuq+0FuYT0g+9jdhU0h3s6gHWDTzeIqL
OA46ycofrdbWDoBobPx2iuUbEzefdLugSJwboyl8fUwn1Fwr55Ui0p9YAs0vlC2Se3KXITDVlkXK
wBw7APL9qYnErSb1EDjlqfclyehfQPIP1NSbjML1IN+V/RLfhXLT+aTuCaU3jcqrXSZBh9E8DbA+
DGAYZ4+iWKjMLNxrH14GYCrU7sge+c82eJWcNh9Vay6DeJ4Nv5AJ0SmGfnt/kA2uYo0VQIsibk2N
bU1wt+pNoyrBYsqmEoud/GckkqcJgp+XYBvqOcqQUPcqn2NN+lzKywGoneGOoRnQfT2qWla6APDv
q4ke3yRAMr3/0y5unPWXkTbTuAZDQ9p2vg37MBkqCGBsf3XqT4vSABASmuOqGFd7gxJxAlRuAT1R
7J2Dd3GtbkbeJIpG7aR2P8plUIzF6PWDMbplhrRikSAX/P5HXjlryC4DDgLEwBG/iHlp+Y9yP5aB
3UzGoQSk61Fh3vOSvzoKrXlqEci/IwB/PpWZJiBrSeuJbnsloKmdgIMM//j4p6ggOlCLfQt6N9eG
LIGvliepCBrFrv2lp8cIZlPZWZtru4K6BLazwJxXquz5p5haE1mhSFkbgotjaOvZn3E4Gj4K/tVD
mo7m7RjRskLEeVeW/dosgmFHKY/HCD2ZzZs+ZEnS5+VUBHGpJ3/ouVxSzB6Nm/en8cojQ7YKkmIt
KGGIoZ1/IPqUM2SBpAhUirB3oPzGR27FGNGpRPeaSI+/vz/elQllwSi+MCB4ii0+TZ1wHAeZXgAV
a6XA0NDVaIZIC1JEMNyuX5lpg8U7U1JRfn/kNf/ZPAA64TZXD/Rv8rB1vn8LQp3czgdwjXmwzEWD
qYWm0VfH9knLmvSzyaIeIA00ftTSva+EUD5E2n27+c6GX2+B34bv2UQIQ7R5INX6hNZGnXmT2eyJ
plxZztUuGbgKqwY+aTNKNoWqgAXHKKB9byYizxuqv5WrxGp/NLSm27lQLid1BRyuftWYpDqQGc+/
aoHuUAss2IOKv/llWv05cit8s3Hd9HCs4w2sYhwgYqvyimmwT+8v6eVmQh+OswmglssG8M356KMW
yUNlyiJI6+yJO9rx9d6Snuq+QYxJlHigDq38aOV71GjtcpphelPSI6TgJQODdD6woiGpnkRhFdR1
0rUPWdGElVelukUrJq+1XyrLSwbSwId4mbBtfSANMFpvxFeogrM7OV+nfLG93pq4Nsy5Mb81rTJY
PhrO0vcxzcEpKPMMPgjZ8obWeY98vGctc/dJziQr8UTfk7bAO6YxNo3Dqh9kp+0fpdEh7Emf/q8+
spLREwgY4NM9tvYTeY6v1pJpf9MicBVgacb4r8wuml/vL8nlrYVkD4EzxSKSPUhk5zMzdsWUhkMq
AsuR5G8tLzaOq0317f1RLmNVAH0ayRTMCKoByuaFKYdFK6S6qwKJAkcIoEUZnVUqqny150a4amvv
OQReFhiRmFtri4yHijf35fmH1XLSxmBU8IAw9P5kFmN4O8vV5HM+oltHBcEBXKKkoQY4BIyUmj61
Fl7AH/3u9UfwfBOkrDnKZsMXU1tlahsWAfJYROcQy7Ahrhf7pEzRMrvQGJQ7OYR/+v6w1z6eB5CN
DiOFbGRLRkSUMY4WQy+CLrGyI3Q/+ZGnX8J7rUn9aey6xyRO7b/CzoL8X7XlEeb/Hvz38qpRkYt1
gFOh/LJ2Oc4XwIEzUsjxwstRauI116zkFCVdd7DGOvX6KM5Sl1p+epfG3XjEvsgK/ptJ+O0HbHZA
1RLJ1KFaBD296pe6W9IX5NiyA5Izkp8ahriL0HA5SqsC8qBXdL1Bo+48YpfH63wSNscr7GaYOuAE
gzrpv0ddaX8y9KXdeaOvDQKl+c2MHk09c3OpA3vTzUGV112mxc/tsHY41UK7eX8+r49ir7ENK8rG
Ol/POMrGXmD7QbVcl32M4NXnJpz3pL0ui0LwlCHsQmilAIPo8WbbaIPTNrqNJnucFsIt9DH+PLVz
59NFkB46Iym9GuLBcxmSzpdlvhDaTdkvW0d2Ypkk87EURnYTzT0dW1ysPxwUnP+4zRz0JnBVR0FK
o7arJVDzcn6RQutjRvFr6MEoq/Y7EBHqGvpmPeN41Ooe/fGg1EX+RUMj/H6ps+SQ6vFOln35LjIS
yl5Q8FfF9m3pPhQNtirgjYJ5SZDSaYAJxhb+gSJp/gK6sZcD7A23yekllVeNx4Xh5Dz0tErDiBJe
ysnU7PTkhJLkv79lr45HhwdYMyViVMzOt2zbRWOdDEURyEMYfSm0SgmkNjb9uLY6qtJVuFOLuj4e
Vnyr/i5Ekk00N4bAbqKZ8UJAhff5GFmHbAb36tjtHKjhuCd5fmU8dEXoISPZQIq47fmWJSC7caa1
FIMj9kyzBytiVN8XZWnv8O/a00XdiAG9bUzSUXiUmFytcprr7/ktJpaiSs3g62YBb93gmmn2Tyds
L+q6I2jRJ0nGM2ZYCF6T7B4Yyi2oRN8qKr9RsqNURfcVvT4/69NjYpZ+jv2yllcBoZgf53K8s/Tr
NXGePWBCwINL9oCkNr2p858KV2kpB0EHUc8thNkpP2jaE5164dlzh35so3yMkffvyVGQKOfdXRX6
theXFUVoqDpmFmhyMwaahXGI3SWZB5DjITJL8zayFpnSibmnSXjlYqblR/MNEQ1kHrYpGijgpZSq
KQvmsTd8SaSwu9G123nJNnT5t+/T+TCYAhwmVA42sYxkQTKvwjgLuqy0vZyG1tEq4/Zp6hzrZmwW
rFVDa/med4nmO/DOH+Vhck4Iu2U+gj/2I+4Cxk54tS7iZpF12EwrEIGmIPnT+SIjxVtizJRmgVUZ
8klDh9nX5UQB+2jvNTmvDsVNAv7DhP+x3fp1PiAiUfH1GWT/AGcLEt+oK05d5nx9/9K6spzcV7RT
CV7X0s/mASzUGp5Ta6fkKiEgIiQfj2hb7hnkXbk6DOzaaUeTCpJlb6dOnnX8w6o0KAZ2jj0ozuc+
HWS/D8MlKBGwfH3/q67MH3rkDMhpZAPJm0CIvvpAPqilgRMp+i0NkOloJc18i/hgtXP0rw7Fl9H3
QDSB3uP5ruilqpgStUsDSBULr8wKpZ41Fa2LVN95P9922GYHvon9gbxBABe22/lYBdZcfT84CUV4
ZXxFLUMH+JhV0ImHxm+yor1pZNyrl3KOj2ZtYpIrmeVJo4F4B4I9fIkTXT/MVMT+1qzIqF1pMmBv
RYNfTkAW5aHIPDOjf6DlUnpnZrnpzWU4PGWLGvpGODkeNJr8o7AIWDMQ6lCYo7JKtWCd399u+V42
s7pd+KaJZodvDjgnzkaf7byVlxc0MgSoPgACwY/rQulTAeyZ5INIAlzUh2NlCPMwGHYfTHpaBaYp
hceaO+n40V3Io8DrvH4VjTFrE4Boc4zKSR4nAdWW7Jgg7HeoK/A6IKF39vuVFIyshzDu3/19exuU
T1Iay7GlxUHfVFIw9rZ+VEBDottea6jdqYkHr717MkBJ++PoqJ4ZNXta+JdXCf0ZAGE0YdBlvoCe
DKR2NXikJEBhWD0aVd4djMmodlZyY828vgwMg7wD3SieB+L2zYbpJfASjhMHOdg4QgAQnIcmlUNf
gi9PszbUbnIQIveQPcoTBLboaXbKv6JQGPfLOGjuzCa+0+alDt5f7UvUEz+MZab0YFB25n+c/zDY
JQtSvuq6BhIGFMk4efUUtTdGsajuDMnpsVSHDkw90je5ulg3i6gMdIOT5YBi0oeBQOuvAVnC48nd
Tm5z/msMcxp13PbiIGpN41s4o9swkAkg4ZgZO+zB9Yo7v5ZYdYajHk28dnGEjZbnWeuMLJDZ3lRM
WwHqm87VHFW1a5a65nYRKtkUQPZKbdf2PbkLPE3YmhTatrpl6JQlw6zVWaCmjnSYJjw/VtEi6i7D
eNMt4l6fpYfQCAscZ2c1sGOt+fz+sl/e/3iUE4dR4kR5FsDL+TxbY9/3MX6RROF1BQlQbm7wne+9
BvGOnafmyiUGURxGNepwzPW23aAlaWzOb6+aqra3UmzatwV23y6/LTu0xlC7fVd9GIsCxpMTDZoU
JQyizc0+ssxSzIhzpcGsapLXSFDjaVLuxnvXphEGN9zNlVmNQs/5NGplbZdLracBD98jVpDwIgpb
PjmxHXlCgQfppqIbfTlUCORlCS2pVpv9Hh0nF9/dmsanLd3TOrhThCL++PgSw1alM0CrHeTPJnqJ
tSg37WlJA+QjHzNbr++BngsXsOaeuP2VK3Qlkq4t6NXCxVr//ttjqGdKJ0wIOQE4d9yFzKKwXUvv
23gnvF5/8fbErh0WHOreQK6bTUswJi2KKAnFtFnxQh3KnJ60v1JVfuLe2pPeu7Zv104fqtBwRmko
nX9V16hybIAlCsggw+PS6sTMOJ27s17Ux9iKcn/o0bP4+KIBVCBFWfVd0Hw6H3S1Q65H7IGDoqyS
oxBmdDQdoltt0Pb6pm996e10khPgqU2fgeE2T5LsJEo8yiEbRFI+x50Jo6V7JAC9h6l3GGLrJkW6
uM2ojYYKyhbWJ7muATC3j3bS4pFH1X1EdCOcvlhiuHl/Gq69SsjpUNzi6cGOe2v3jRqzNBPspUFO
6RMuJipB5iQU11KS0TcLlKLHtBGPi6FWJz4xOvQQfQJLgkMjoNXurMqVvI56HmkUaCeCZRoB58uC
V0E3ZA1nKR1mcUgQL7+biuZ73ovsOWrHT2Nq4BjoGDQGgK16OEtMt/lgNAet7tpjjNHQzi9aB7xY
OwTuyWhX0OfWxKgE9yGrIxdPKiz9BNzDcUshI8KDzfFJQMREy8wxv1ZqPNzMi/gvgiYWhcIBGk0o
V2yLKtCrqlgeWB5nFCTz0IO8CiDXTmxy9SMR0QF3TMREPeV81sOqJPqVZkahbeLFVDz/kO0Zj/tM
g6nKsfdme5DddNSLx7bStZ05fvuKi0kmzaSzCu+faP98fMyKIsmBCBTUuULyEr/0wwKF1DyNWGPB
hzzUGiwCFtjsnScNLp3r1OkTNcHXZhTBouDcKFt+1ypuoQC1SLJbFffvTkc4BkyKXqY/u0zcW9Fw
D3DRq+XsRRbjPwbmz6VKo0tNVk7Va1RNz5gkPSql5oGR8UDNONh5pMHkYNDlqM/TlH3FWfbnGrVa
TX0kOb4F9HYklXvQbM7H3J3gUQfyOLk1gJyxXDMk+5TV4jhqxk1qDp5Iwrspcm6hxD2MXX/sC/UE
bfxZmMVJnqOfUjbexaN+kHpE6TMU9hiMSzD3ebu90USQRdJuBtsIwqk8hUqP+dxYn6S2/vz+xXDt
wYULQu1wFbzB4vt8SSwkOOGdcRDjkn5ook3ysejihJ/h7IlVXnvVSL5Aq1HGw79oM9SUOEvvoPe8
Xo+I3jmwr6I+3wP5Xx8FTTRIG1zGW8vVOnNSUGhyGpSRU9+O7CTXlNQ9B+TrowATe2MSAIU7n7Z6
0iB+mmMa6L2y+FEop75UTPnpw4vDQYRLj1APMeVbh/m3OACR1CwvaeIG4KR0kEZidu2sDI+Z2OvI
XokEGIkOPS0dPC23+DpjaPQYXSvCO9Ne7gcp0z05q+yTVmUpFGJR7eQKV+aP+A6tKzJiEuOtoX1B
qa/rVb4spwp/1499+jib4R62+foo3JNUq9fO7Oa+o4jQFzJRZICOf+HmhWEeooE39/1VujoKSkrI
bq+B/3YvWESpY77OXWnO9Z2ZIORJvlfsVH2uHFSgZzLaTSAZeA83LyYv9qKidZEGfapER5SGZn+M
SnEwLBEd3v+gt2LV5p5mLAvJNaYNpN923gY5GaUOSkeKmTecIqTEas+2kna8aRQRP/VSgcZColpZ
cwQa1hkoDprGeNvomEq6TRwud5Yk67XLOakSn5c1+9rEav2aLc7fRrgsB2nqjD+mxKzzQ2ZJgPXK
2ckflBmAg1sLa9Bve0OoBkoVdfc5ksdecmNlHMZgmqHwuqWlzEiKkdn9tECjHrPEgXomR7pT3nLi
a+UlVBtHPwxDMfxpNgn+DXlTjF1QG0NvuQlkq9ErlcEM8gp8sRc2FYZJ5O0pyi16cUJ2QqWdqRk/
AaQYkN5R0/dLqyqemno+qiXqOV6L3c+CXadmPI9oGucAD9X8L9FB6uT3zdMNFmf81M4xhsxr7cL8
Mxey/KkzK0hZdtc1X+NaaX8sCx1aD7U54fi82dmfHBlsDdOyd40cdr4m50bvOsJI4W2rg/lNy1Lt
E76knQEKasxQsRzMET2MzMow/7PM6qUB/XnTF4pIUVztlXvmrF9uG4Haap3ZyAhQ7n1GK7g59DO8
Tqta1Id6VPqjbMzFjZNYuIBHiTohvC8UqpmWWS9ftXayaS6EUlz472+3K3nB2ryiVkKLl5LOZmdL
jYLaomwkQWFQGhaO/avXEGq2m/RZbkR/W7W2vhMIXTuyBN4WVw8IR9p059d3E2sleSU1dasrJH9q
peUQJ2a8U9O8dqlyipD7pejHg7RJr/qoYz7pHgcjuR6xjGoMwYJS41FVwvlhGZX6+P5MXrsjKKGi
os5/EU5uExB5lMfW4LO0jmqYnbH99IqCzFjYX94f6dqaoQaKKhVFaLB6mwksh2KhWDUlQWIi2CdF
mv1JQvH/aBXzGNRkej9yc/mYMt9byY8OIAAyICYUb7fWQivnOUwEaOdynNRb9udw0oqpQgx5+kl/
Td7ZJFdmkyKxAaaFNwoU8iZabcLeUkqzJQsXceE5mVH5QiR/L9CPDu/P5rXsjKFo8lCZBuyw7Rnb
EMLbrCLhN+2meA0RuwxkiP5+DZTGS/QaaRxgAAetTWN/DCPzrlFFe4gQ0buLBnmPjXJlcc9+zTox
v4UddpHWqKHSy5gmzGurqvOMQi98SOMggTMJ2Rad6+79Kbg62diiUDQGFEyAeD5m13FPWg3nHwk5
56AbsfB7MRvHxaq0nfvmyrFE65fADaYNNr22ej4U135k87oR8i5ZfgMMXT5GyAR4Xa23B7mlRv/+
p10hi9Co+W3AzXM62mk/qQCEA2sBpxelE9CjSKdK2IS1b5Tt4NHjlDDhLMujKkbN63IE+6HN7QRd
66HcPOsUzAFcUFKivrb18hnRQTczhURnJXf4Q9MJitLlXyrCQYfUsYpD1+p1IDeZdKOKfu84vQkf
b4enUo8fAH1TyEGbmBnY04RxrcqdIZcIik3VoXJsb8zq+87sfy2WedDn5GhmDQoE6Qk8yj0BHOqk
ji914huur39aanjKzeLJkgdvyvtXZG7mnUN/5WXAtAxwA/hYkJtbFuYANSqq1w7RaLa516Slg+5C
Ne7s9iujIFDNPFDidFZq5PkWzIC8yyUSYEEzo4jU92h0ZHam7HzLlY238oy5njEmxkhkS6RApRfO
ekLa3EhAqMcatyoz67KbYpnCE/1g696RUvGpKrFmk1HXOahmIwdFm/zz/gm4PHFro5Kkz+JupDOy
Odxj2GMVGtYU/WK1us+MtrqpJU0NSAmr73WtWTvVrr3x1r//doHJvRo1MhiPozWns6+nILmmBWvq
Op4NygBNvcN0fyOOn29tnb4DNlkE5pD4ti5IKmJHqDUZ+hFWVPxJ4P9joFGQQYIO7U7DwAqgbY8Q
0CBewWkk1LJbo3pNwlZD+78Ke+1YI+qEIK4zNwMBWanddfiGzP4CphK9x8gc7UM8pCBJFlw0Cq/V
DGSShixUPoWC4+LmbTKhp5dXqXpvN3ONdmzbpxGST43c+m0/ad97x0DVC8UyJPdksMh/O4jrfYfg
XPyZWBWaKQp4ispt9BSteLwxFuRkdLU+pu1Cyb3EhyFH3IW011UkCX3+KZc/IXQvyy5w5s6+tcsw
K25Co6odL2Gq7gdETXo/MqWCLEUyFlfBSUn45uQsg2cgRZT7uI4JKGvFhNjJRHUKswCrTw4IAn3N
DKkVBxnRv9yzQkn+c0Yb92VCyUm4opym/I6W2WT7tPJHa2iVI1YbcuHjE22CBhqK6YFfn6IaVTS6
l81lFnooqGh7aNsr2MHVpYdjjKvX6oaxud1VKU/B5VkOCgbqKdN6TUIYqXFSt6s0/DfmGeWWap6P
dAxCV2kzhDxxuOLQJ8mTXYfDbeJIS+SXSBQi+rCHRnsrcG+25moHQ9sGsutafTk/C+mEBFRS286x
tVBXqiPZA92IdF1poBWDbShx8Cf4jToNs1FaPXRdQ/R8gQ5+4ZM5g1gO2zthlZ/ZmYcPXwuQmukm
Ia+xppvrLfnbMcUbd1ZC3qKj1cX346JZs9tI8gsCVPpXReL4vj/cxfNHrEqRC39IXIYoDm1iVgQ1
0ziulyTAmQLNOkm2vSVOhwdbpxA4pRHYiRBpuEz5Noml2wk6LmKqdXA+kT4LfesL1NwyFVo/xG0S
wOmP3UKLns2x/EPJssIVvfjH0Ifn97/26oC0fQmVDbrk8iZ6TSSky0cx8JANuPHmWdl9NmeoK85M
nVWvDdPt7e7DBRdA/TQHV1nkFRm4LSOVEty4eOAr5d4kghmR/CzDeW9PX1zv6yjEMLwlGgC0bSHR
ySZ4AxGfVkeKOEWGTNlWyuND3M54+oVZtvNar1N1doTW8ShUrQq8PNtb0ms5YTKRx/Wax1mPdQXr
l6KS/RCa5ezS+LW8AQ+/tW2x17W5CBM2A2+ulnqI0BuzSHjSIpHdYomGYzi0e8jfK9PJy0zYDXYf
8NcWYzeZejuoyQxgAenGQFoy69gtU3Iw5Xl6yIxd5t9lWAJZGfvwteK84hK2MDApiiQ1Des4CIWq
3ph9rn0S0aTdioid2tqJOHVznwfzYIR3SmRVfpjgqpc6qfT6/hm5Mr8G7U/iXhgb9LU3YZiY0lqK
yygmIJ5/loYWPSaGIp/eH2Rjp0Payuf+Psom30C0yGgkG8Yw+pqJCxsG+VSp/UWVBnYOz4dLH+bk
1NMxjWhIUOJDonNOPYuOpusgOhh3dnOgl6b7WEQcQnOlUM3xASvBU5bwok+y/DK26XNX0DQB8Ogm
tdW4wB/uKKqYh7br2p0DcW3HAD1Ye4kgPTiD5xd33YshtNQsDtAW1d2RFOaQmfIXYGmDr+rGHinv
Mj1eZ9BCY5L8cNURWdfxt4disgopXTorCuKh/ttKctVPZ117xlpj9IvQ+GSgoHsAMxbfcwGjAwdv
+Dib8KwGzfgwxnf9LfZqrSmv1/jW8xANWMwiIykKHKGlB0kbI1SC2sXD2o3yR27qRztHM/v9PXTl
Blo7AGgOrOA12DXnE0DGiJ9Hx0bFhPKljFL11Yn64rMCRuAV/wsUf1Fjjt1cWOHe7r3yjjA0JRfO
KR2iraUZxZ9FmREkDVAVvIuUJcbrIaxB8eT0sS1KiF2WQE6f/pysnnsqfMkt66SZNdq6xd+1QdA1
1gjjFsM/Zow8dJcT7knDd7oeSHLjN9RiZwiFIkXwqf5uGVV76IuyO0RC8t6fwyuHHStZst8VZ7j2
P8/nsO8r05gd5nAq1e7oWJ11xN1zz0Hx6igkj6zTm2HJJsigyJkksAuiYCSN9NnRKvzCec+u5uqi
gHmjJQSBgmOx+ZYsy2ggon4EGGbxkCOQ/TjLlVNh8mkdLqbuWkHb2QpXPw3exqoyAf5l21nL5KRw
BlQGg1Z3ftadohyMKCl2dvpllYBAmlMO/oWi8NorPP807E301AZygNJDKp702lTcVsH+A+fy/lhG
Wu5TTckOwP+kL5KoO69ucvkAdjP5DDht9MZh0ql468bTsHS6TzcQ9fGwsZa7FANndMhXr2gp3xWp
uzo7oBkQLKCKfeEOmqZ4unaSzJL0DoLAKhJH5hD/81/sYequa518vXk3T4nIqrCxawaRzRY11bTA
rr4phf/xUYiSV78OFPeU7ZHXrC4b6Wmx0AsCFeVsNV6/RgXvj3KZOLHSK1RmFfuBMrmNUIv+fzg7
r2U5kS0Nv9AhAm9ugWLX9tKW1w2ho+7GJd7z9POhiIlQUUwx6huFLtSdRZKsXOY3aFCGVkckjeT0
cz0u+r2QmS6ZS4IEDz0aH3wY1IkRVPNSTe/RcbFACAClzEDCn1ErH9wya0CzFEV90EHYy1Fo2mPb
Tl6Awcc251MjBvUR7POAu6T/AZpMcyOIX56cL/WDjGQnhTR3CyQDtGdNAdUQA6I0rdqjXVpf6Sb5
ZH7wy3IJePlVF3pZcI3os07CD690XqNkeqojyT4vcq4HRqrlr0U15l7shP8wlMr/CXXsqVZF1/eV
USrvb7+ynTOOnB+ZPROTVXByzQt+u4cjpx2b1i6lAG3W2kdgS3HjEGrNn66yjlHJtoFQraKPm8uu
RQK7CBeUn0yhTq7cpc19jDPkwSG/DqGswn6uEZTvacss1OXZxDNpCQMAf6rfVPN8TlDm81Q1mc4q
+BKEf9XpYFFafFevk2UZXXCnMldAz+ZyC9tk1hpj6sJA9IhJJcpTpeXVT2ZBtnyS9Wy8q8AlO27l
lFie9Xkr3ozQmjBUQAJacUd54RKuLPxjHHt+D05M4hKWX83UcRBp1rPvWCzb+skBZMsUaFHzj3Gs
qT9rzZwXr7L62cRlIpG/90LJJ7/W7Vmii9Tl+v3UTFLiopdeCi8MM7X3hbakH9NmFiGsxsSZ3SSP
w8i1NDCDPmY1zuQnRonDU4icsuPZktqkYF9E9IxlVPLU5H34bRqleG34oCcb9TOS8ClERnwX+vj9
0Ff6J2Wc8n/way7+m1ZRnSBvKRsjY0lj4Dg7CXUBbpOZ3jkvyWpd4beFzFIhbe6JU25OZGDWWAFZ
MSG8L0MW/0ztmi+gzNrkhzRiRuEiP5B8iTDo+WwuM8x3yB+flXKpUN7VOAN3aaziBat2PQghcK0/
MdvsX/F5dgBeGmZznsFXv88x9DRAHanSk9LoSXjSAO+c415jRq1KsviOuev4paj09r3QlcXFW7x9
bzM98mIjf8r6XEJQze7lAsBQRcOlGMOP5lAbj0QX66OgN/oeZfHwlNMuav2mcObHkrG3c+4kjAXc
DDk0yW/sFtXyyso6VI5HJ0k8aiKjQU4zo1RAr01qkZ8OnTGA5x19V4plqP1eUfqXdIiz+a4xKkn3
/iO6FHGdWgVHgpECXOxKd95LmVm8DHJhfBKolOQu6pvhu6l2urcI/FXk4oMBelrJJZsGkZxFn2xh
Su/HJM8/3/7616/7Mt7Ro4I8zjgMcZgr+kDUONYUZmkYRC3SoDgL5F5fKuqd1Zqf/nwlkDsrAxUN
DCr7y0+RzKJWmyinO47YyGPVxv90fVa/yHiHHKSee88EQEyVDZJ40OnbnCbFkQBjN1aiNAjqKG8e
lyo0PIynv95+pmskPPBalMlQvCF2Mp3dLJXZlW1LHNCgwlXtLtaW/KNkMeknNmhnLpLZj/WWST8A
Yz+OEBGHL3QUWn89z+Yd8iP4ATI5MKOeTZAbKw0o3Rg6QR6ZSyAmEy8ErBgCjLk+qXOPfn/W4Ldh
j54Rtj+K1Ka50TvlYyN1f0fO91QacUMLvyW2+WjGmvlPXy3RGZXs6uCW33kvNJJWQ0GkewjJm82a
amvR5ZKz1kntcNfE9l+izfsT/OjwoGLeuW105rrAtGCGMHrbVMx2FALc0kQYhAiO+0NuMO7rLQuz
n0lGCUJoE54Hyx9r8a2HgTMA1hI9LWc7wY7CZExZhta0Fclfhw7l+EhNxzP/1vwXWwnLif4RHy6S
z5uPyVI63YkLlnKyWHb7BBdLAEM1epLdcvA17Z5xslLON7bxgLo31Y9jZP2IlocTDM0ITKYMc+vk
SEZ7ahfVOQlgFvcjl+9JMpTBr+2quK/JJA6ucvs6TtF75AZAXgoR7q1ysxkleKLibBUsqSICmoYM
yOPJDpKFgTWauM3HeqI6EUZx9FZ3V2asgtwTAYWzexm3DDmPU0nQNu8gd5+KoqldPa7tB2lAWjVL
xujTXKbNSc0M9eAlX+d/AOlww4RzSE9Z2eZ/doScCl7mTtCDcj/NFX4++uwcqU3tfZVYdpGaGRan
aYsSHmvGNEkxOUEhhYnfpmb4o4fZDrrOOhiI7z4PVQiIGZoqVwLVOklQLTLVCfTErF+YGpac3OQI
bLS+j200pNeJIRLTDlqN66/4LWs2QEw4JBysUiDlNDRaG2jKJJ7lKm2eCzqvB7FmjVrb9dRVtxxk
Dr25KxZ6k8YTKCMnkIq4fnVmRG+iqqtOJX6dRJlB9YdOy12t1eLXosHB9vYVtBfqiKbUCZwV1dii
DBJjEbGcs3yoWeO9FU/OOzW1JLdXkWVh3gUZDHviL7cX3fsmflt0KzE1VkoI0o1FW6aSP1szTB81
K08CeHj5+9nRGzjNje5Llvnx9sK7T0snFFwm1CCq8suX25nT0oBL4uUyP0M0pCl9WxPiLHd14+GR
U35Aguvn7TV3Osq0YHAC+yWFSSWxiQC9aaQhUk58IUr8oxTUL5Tn8V8DJjZer81DgFDK0rhDoauB
lUbFQ4NmrxtJbR5gf0aMXp1LEEeaGZ5YXwypqd+1Rme+qAsCBTlHJICsa55r3QH/w3w4YHyv3gua
a8Ay0VZFDq7gP9X6n02RR2+3n273+K7aAuArgedsEel6OpVxObKjRiFlqz+IiZhqi63sglPCzwTn
YXyHovhRxl3TVZywOZJb2Yk/dHe5XHQarrSh1rP22/caN4tFtcX10mEE+Yw/q3hOJrt/biw99xat
KJ9lA+dbu8NasEW63q3jenwnUcf5hZLJvplZ4j7vJ/s8Ii3mzv2AgV0OizrDrMkbZBCV3WKPjyoG
Y+6I5FaIeOcZlS10JJfcfE6EEp3Qt5A/4aY2uW3VWr6DyN9JjtrYl1XQKBO/xTMXVXlEYhDVNAVv
M2VKFibcJxyS6NCh8MUAVY+7+s7Ol+JZR/X/q6Jgin77be2EUJQPkfsF9kDja5tEy72oJbnhTBld
PjxX9uCc5CTWDkLazue9Sr0zoULxmnnm5sDHuZFgq1iTUBqSdYryCbHTSkn9qMHtKpkz4as53igl
l0lw+/n2ctkVt4LuJ9GbwmQTvctEGcaBGQ81FT5HVazV+PbAEuk925zkEBXOav4ujFS5ryI+CDXO
0GUTk3WCCTbNHrgP/VuRNP2HrsIFwUPySX6y5bgsUJluWySYEyW5jxdr/GNG08qyWJlMxCWy8O2g
IpszWxLSumeFgplWhOGzpeIM2cR16S+q3vs4lyI3Rw4ZSE5/BCLc+4o0EL3cd2uXb4tFjcB6THNT
kqTlQGxnNdTdrmrF2VDCgxC8dwQBbNEqIgAB5tUuv9ektS1k8HhQJRmiILHR0IvkSD44gteUNfaT
5H1NgAygw7+GVL+FhSnJk7xdGjK8ZhyTQGkTu3HB2yLAN5GqCS8Z0uFD22CJ2DrG8jCGIhHnRBIJ
4w+wndRA5dxlbjc5yYfbh/QX8nVz5a8NM7BVdJRoLK231G+/rXQsKQ0t4QRjZ/q15HyfUpCGcp+f
isg4V2X2OJTixQnpkUT6Wz7K/82G5bma84eoqd739XgacXw15OLDQGO86jQvs6azpJQnFSljyYFW
H3Fgem3w4fA0roq0zMH+7lykNP1W2ABkTfpxmwIiEWafQXGwAwokkK49+JS86nWv1Y0nxek6Hx9F
53Swb+vR2O4bg33wCtTKJPKbuCJmOeuXxbSD2erxWktS49UBNlHQ9J4yHrfuHLcEGfJfiOvqVxDX
IxZWvfNDamhJufWQzK8zZPOfIdjGxten6TmlO4/RnpGk31RJQeByRin1i8iMDp9TbOhyDL1C9WsW
psoRm3fn4mQHGZ2gqgjUaVsXTJiSjTHehEHn/BAiXx6Rvs3viwpEmT2g1NzImenGdYNHbQTz4fZW
7sxoV20mA7gOiFoIxZtbU4RKaFXwSYKUebBrpfWjErZ3Utp8lCOb0bdSBFIvPhSO8hab0j86VBk1
aY+keHdPkcXoiPro1/V9+SHgu9hHGWC0YImcF2WM1/49RmdAy6KTE9ada4V/337wvegD2p5yaM0C
gTNdrjj2Aq0n6uKgUkY0iHLb8sqYEHR7lV/Ime1JJcLhwQC9GCbz9gtPZJRceq63Lpq/Q9q1gwIz
OlcDIO6r2K65VcYwvGKgcj9lRXMGcdx7jhIbn2x8Tf0lsfQ7HPLqu2VZB7dJMZ5/2ZnOKDY+Ikao
BaKifTthhfqCqvufDyxXUfUVE7SCTPAWutyldtGkoq00O6gHNXtkxKcGsjriKxthXuwsqfQcSdJ0
EFJ2Xw05MoxnGGYgXC4XpR++oMyy2AGdmZQOZm0CtqyNgwxh77OjUQlbinElVZ56uYq5NBUOtqMd
CMUuA1hLJm3R0QnqpUw/GUbSPmGv7DzmxWB/aEQtDpbf64bQBFkFZlAmWMnDl+uHzVA7QmL9bE6R
WiEdI5fMkvsSZITXhbHzwRLJSBYwLi5ur3TPzV49+BG7O73CvkDycTtuoXWY2AO9Guh+2LGuuHNo
6ecOyQ3/9kdwexVH3nxqBnjFic65HUha0z71bYFigCN1/+ZZwMspAMyA7dub/aRrM9NgaTmqSo/V
QK9YfmQj4vIvngUsC3pHpLRA2S7fmjAyLdf7gbOZxHh4RuaHAjXEg6C8dzQB4cEXhOe0aqBfLqLa
RYdkMNFwigv1VdhL8rI4JGLSbKdnTVhohkwtwg91qZ4c0GYHz7hXpzLr4hfgzwS3dMvyDy0tK3XU
lvk0YgudqbRZ4HlnPeYGtW1/70wn/arjYI2/sj3Li5vIhpQxzo1q/YGKM3NcrHuqCJedIvynH+i5
uY5UDrYP0Mhi1lEYKI8qM88R1aWC2l7jwPQ1U7w1vay2qtcFnzjsNHv+dKWsXicplpO/ET6jN80R
7ffbL3WvTCHXZm5MDgayf3MHgsqIq6EW5DAl9HAg7gbZA7cCFM3xnFJTnzqtN7xJtuYPt1feu/dW
kjATRWIQDIvLN52pam0yUOcWWqL4XYMdhF+b2VelaT7Yvf0WW8sRKNLk/7i9kH5fcXOAdWEDcJG5
h9BS9hmj/BSWupxhfnnLuEgH3+Re8o33BhgwZH3htW0Je3XTJ33Wc8uKUSq+5k051W6Frvepxi/1
hFkoqk4t6rPFLH2Ozc55GFGn9CcNm/be7v8CXf/HBoGQy7nWV3YfSAnwxJc73jiS3UsMQYII1bdz
UejDw/+j6th5rxerbL7gZYibKFoD64wowR1q4nqAKqDJVLFt32XRnLxK8r+op9Bgs0Ew0dSi7NYu
n4yzO0rOGma1chkpBJbZM9fmxu0Tey3gxQaio7Nq3PzC+WwOkIkvoVICVaS5pA7vDaypyVdyfLpj
JT61kWJ/btJuDuY2bPxWn7WHUiv0H8wfh1fFCMVDnEmSt/TALm7/sJ2gSSGwokKpnmWaipePj1qs
3g0lCjXxYjYuQbJdPSeplHrZ8PIsZ3imSUowGNoXW26GT7dXvxaRcZB0WvcEiQQY+fJmW3IKkYVh
RhhQMg6N56TR+ByHBma0CfwNJPrwN/Qzu43elHrVTllJ/bGbSJL1uHS1gdMjmGHXLihQfImp8Qkz
JhEHaZmI9Vvg63IzW+gHP3sn8kGmpTZeSaEAIzfxx5pUQ0rHtePkqOPz3Pf5Qy3V/WdHxMiLDOil
WDS+ArkNzQPuzU5SwDiCWTFUdSAj29lqJis0znpEEegd9X8p6dR76bDYB+z7nVV+QSD50q1V+da4
PBROKtLBXGwrUGa8Wl3HrrTWNfQqd2+//uvvHbopQMuVp0eU27aTZWE1WtkOVhC2jvBlKYvf4rRJ
PUOfrLuJssfNnTB7++NF12EL6CKgMCso5vLhOI5VlSlYl+At3tbuYjvzu9JRvoSm2jyV1VL8bKzJ
PEgOdkI6bUNImGvDAl2x7ZgHT6OE/lNsBYhnRw80XNu32aC3YEeKhrYq/dJaqcKXxgFzMk2m84J8
SBWUJkPM1mZ6rVvVnxcMtMn49OllrlDXLSYo7u0wwirbDIQTirOW1f0dDrf16fZ2X9+crALPFT0+
cF3Q7C63uxJ6nOBdZgY43olzQz7hoyTio6g3UaSURyKyR8ttjm6rOW3HqTIDWECm18pVc3IGELyy
1Ye+mgx/nqXz+VPsMVHTEKL89d5/60UlOGTjVD6bwaRVzd3UMYMVlTQeHJ/rgMMqa4JOjMbscTtl
alpTw9KhNQMzVDNfC9vp/aBFGhA8ifWwRH6yQBx4SzIdkQvX/bpMfGg0gsXm1qcpzMD78vWJqHJy
MVdmAAJa8mbRIoeni/o+yazhaBRxvRSPB5yDDYU4tO1sVgJ5HBJIbOrLUb2HkRfey1OG0/rtA7nz
RKsAEDYZTO/J6TapDD2DPIJ0ZQQilqLHLEnV8wCMKChrqzyI1jtLwaplULMiGWFhbS5XvY8Rmyhi
eN2JVCKdt9QeziOOX5XLUStod6lV2G71KgOetXlPcRsnbTM6elAYSRlIIxK40aiOdwo8woPDuBO1
8QQzZVwvVkDAFo7NIK3p4kXXA1yw4dlmIeKPcWS8yEuSfVEaRb6jZbccvLWdyQTbyFegw6iGBLWl
zMsKRRPu1Bo6thTB9Yi03VTZfigs/WEQWYMO5qC/jZH6M3W05EOmASPECyYJpsVx7uLMUB4WtER8
U+hdENmZCKq2kd0OMaMnKxw/3z5kO3v0q0lGvox7HEJnl58NFUlIEbgwa8h1m2BHbAg8HSTaucnD
+Hx7sZ2YR93J+Jm9WXHS69n4LQYxo3Ns5J/0AFd07ZHUw7iTZmlA5xADlFnKxwOlj+v0gDQLeA/V
LtKcICwv1xtFNfIJg8gNF2CbjQLLObfz5OCpdk70Lx4Rhs6rLMX247HSIa0rkbCKOetvpiPmUySW
Drl/wvntDdx7oF9EfYZHQMC3MFUcyUWhpRZdwblRXkOnjRAlSI5S7R2wP/5yRHFEuBlmM9K+3Lc6
tyYDyVY1wKxYepAcO3xrs6hiKoWOSeYmulSe7Lqa7nEfm/7Oy2YOikmf7hv0IV4Z0RiPjsk41Ejq
ckF0Rwj0KZQM75UkdnsrXloPUKT5zhDxHPzpBjEcpp259nz5+KxNIOu0uuzMylaDzKDJLqrwp203
0b9ZZJVyQQxUWzPCy+1R6iXvEVFWA/y8ByByZfvdjOri4+1Huf5YsEmmzENbiiYRc/fLVfQ8ylLE
CGgto7DnMoeJvaXrKBOAUaASnRw5/+2UOJcLqpcLSiMk73QyLcQupO5hFk1J7zLO/x7LLHmIn2K4
fko/eJRnFlIvPZVYMsUBslDjtxynK9jglvPWtmV9shJ6nNSQxV1bIbB3e1+uPzd+JmO1tX3MQGU7
8NOSpQa0Z1nBnGS1V/ckgtUo9y5YAO3gRe/QDVgL7QCauMQrrpLLLcG3yAHDhf12EiGFCPWs8ZWy
VDypTqcgLCo65ch338tV2fooNc3+kOmSZxZ1cRBjrj98fgjmBmsnl4JuS+3THSo0GB9WgCPZcB5D
tOW12TlqHu00rVkGJgHjAAgzVxilqFhEGzK+ZuoQQfeHrHSOwrh3a7umujIq1F9mJBsFLmSPFWho
FCIV5eD97j3q6qq5zhvB0W1xWWUaU/Yw8w/iyNLxXI1LT5N7/Y8jKYn+CjIGvkBpsR0xypWtlKsh
U5B0o+WH8zif08IqTrfP6pqiXSalrAKJFwmhVfBje37kvplg0agrpc0CBGgr01lZrL/H2KLoVhUY
T2OWP6jkAAepz95Hssqcry3eVbtn/WG/3bRIynahqHU2camsx641wlMbCqzCleJoqb04RXQi9QZi
ijiJdrkUngqaVM28r7GfCn9ImWgpSpLiqtxxqRv6nxcyv0o0RkQgaFcCzuV6CkrXrTSNVmCqc3mv
9olwxRDbB6nD7lMR39evfg3Am6calHkF7k90FgrL9piaVJThSXFO8vGTNtXi3e2D8osidnVS1kEc
rRrSx+0HntD3i8EH8uUBajqVRT15odOrYJDnMFAjLbpftIEREp0IwKvJ9KDiDQnpoxLnfEKPl0Sx
8xW50+/lVEM1Ih+E30nJXzAR1WcmeQqQX6M8K51SPXTZ8G0R0CscBWzCEOb9a1FY2gnSQ+SiBRL5
ClLsfqeAQ4nSsADpv8R3tx94b3/popGcrVQfeTuX1upeq+aFjorUCDUQIgsD2g6sByeA8aOmHGFK
1xe23WDC2uqtyRwAqf/LY5MxAJTD2DaDuSsLdPZ7x7PYRz/GU8OLIq1yW+gxZzR3zfNIhzSAeYIx
wNjEr4k+2ue6HzRXipY5MBYMdUSvj94swyQZ2lxx0dIfnntMf54i7kfmJnb74IT2dLbNYfT7ZQV7
jtF8by1O4wEBk0vXQU34XDUh/sg4e2gtqrVmabusYpvlhO1Watyps5Y+lhPaAv+plKaLkqaxgiyH
QFlJS/sgUu69hSHjl9svZy9s/b5Xm8NfKXXMGWNA1Dpq7TZdrn02OkN5rcNU82oU6e+QlzM8B9CU
d3vlneAPngshOYeSlybCemx+i1tTVDp6ayWE5cGon/oJbXVFtO359io70RF0HFc6eqZrjNykVqBk
p8yE3RwMosP2URjVOdHKp8mY2oMwcl1eYcf120qbU5fnGlLnIiKMRJHhaWoxYokBSFtagBxZEpa5
jSw1/2YT4U6QA69J6tbZRILP0dVtyq1jFNNd4VQSM4P0CM+8t4l04xmPrQMgY9sojOs4qvSKRmHW
9CjUyFKBXtqoPnSScYSZ212KaLECaMDybo2OY6lJIkMRFslmVvu1o36A7Zue2xKUwu2TsTP+oOT5
ban1gP52AMtc9GB2TTOQTMN6dqy4CtqwzJ50OFjB5ITVd6kU/6T21LnmUMcPiU2u1xeN5dZCbh77
wvwpAPwf5ET/x89i/oFO3A51pxsKJ+nynO9CK2T5zlIwzfRnu1TVU1LKpmvD/UKWIhnn1ypf9MYN
jbp9tEe9av0aB4yzOZdAz9A5qr9mnTwdNU93Ska67+uQE3gwXlJb0SAErnj5A69Ij02kJ+KgKqfH
xbG+K87yGkugqmSFAkaH+Ran77R+Og9q/DyuiOc+S97NlXRvKsXn0ui8WZNfWkvyxgUB2tuv9zq8
kO3RuOPiWQ1Yfk3Gf3u7LePHTi2NJUBQP7xH5a33ZHQADw7R9d22rkKFvvoMUySuo6zfVrFD2egR
I1sCo41rqgHxHGbhizK0pmfJUD3/9Jm4jWhZA0KC13LVwan6MDEgKqlBr2p1AJlQQGJtpU+3V/mV
dm/uz7X8gOFORkTnYfNQNImspRW0x21JCkEG9OP86BjRcOqSDuUv/KiCXG2rc4TziVst5XjG3q72
yYvFaZ608SRhGXDK8jk9S0LoL06fLk/maIJ953o9peaifPkPdAwFFLyBXXuF6bVcWOMJXIvuwpg6
QjbuQOM4snT70QdbEcRbGb55qefIynQzWDX2fs5VW7ro6wx+Kutou4dT50naoN5Jar68i50C0KWT
0PzIc+PMYP+Qd399Nvk5NKlWZjtMr60PB/6705ymjhnEK7albXJUjNRIvzNCPXdTsSD4a0uJl6/6
hLIw/26GYoB4LjKXzH5wx0bugwYa68HxWt/r1XunmQKUnLqTC/PyMDsSqB5BshC0cfhESlR8MLOo
/tANiBlXsvy3mVjVOYfyG2gLCpW3T93enlClMd5DpwumzuaiVschS800NANKxdlXkmnBrCg58oe+
/l7hq6EESr+IbBRVxstH7JVwbGl+M2grcec1wn58KmbxSYencUo758+RTCynodSB/hf12RaisFI1
+qSxzKCPQ+sUTlri1ypK2re3bmeQxzJ4Vuj0oqk8t6JfeRtrijQyYCqyrHeRURIeLfcvi1o7/szf
v48zkhtNYzxoUYnutP1sS4Yf99Pn2z/kenexmEdmEikkGGoIu17ubqO2ihmJUQ2mWXyjWFU9Q4IA
HTnCBpJWdAfn9TpXYDk4Y7xP2v4orF0uVxuDziy1UAN9kaTepYHUu4PI40fVLPU/HgRdrrU9ntyp
qD5mNAJDeXoyzeEvS0VO81/sH4ZDqFXz9WHedvlAogwzozFBZs4zHFW7d+STNlflyWo6alJrPuqM
7G2gAfl63USA+/qa0v52e2HJO6+AYSWYrKpzS/TqXkkji1NrKNPp9qPtLUUDT6ZBgugq04fLpQo5
R1ECbS/gCYV86hMgZHJnY71mhdnBUnun0FwfiyACVXI7/kTXFwI5rhCUmrr+qpVV9YDMb3WKgAE+
hlVRHxzD6xKKu5imCAyVlZy5xfgRrucsTkoebZFpCY609U4J1q9UfF1+CuU69yVYif4knKMv4Dpo
srQKigcmLvnH1ocSwHmitpFQAozum7sSBxO3wODmYEP3V+F7RuYI9b1t22fppLlW7ETBzVfRva6n
w4T2wZG/2d4JYQZKKYjsEOS2zQmp+qZCvpTXtroCwPKaF6w7K0xk9Lo5eKC9EwIoh5uXwgnEyuZj
RkpbgVlWK4GctsJNo8n0m7hX/YjK3+0gER+Uhjv5B/BgBVs1ZLwMJKfWZ//tQ1tRessoIXMtlC55
J9kIBulyZLgZngynnAMUuxp64r7phOpZruXlXlfr2msKq/XCsSoOTuz18/NzqH2QkVlF3bajk7Cl
TGWoLQd0kszTXNo9KL4MUzdooyfoVj/+9Nu/XG5zLRRyqQyEIHwPWxsKlFwnwch9GcAy/nh7peuT
Sr7Ph78qxpCXbQNai5JCnhestOp93Dl1OJ6EUtQPt1e5PqmMErl56LdSQcJMu3ybdlsgsVs6C2Jz
bXFPSh4FBfDPe1pvRyPmXwj5y5wMJBryQ+jHAgtiBHW5llPUeUS1KQd934aaN8pT+H0pVEPz6xHl
H3eQ2jDzRxEuZGW4qj+mAE2rIGrKuH/gn4zRqWzVWLqTwqwaECaUmvfzZGvfBj3Vam8prcWP8ex7
qeOxLzBQWcACd2bXoFJbJHb7pkr9TyMdqk94haWKG1b98iVdwmZ0u6aHEhkPksqEIh2FeI3tkTog
V9JaQf9XYluyBujrZJWfZDEq8N20Uf9utD0xeFrnLf7tF3P9+k3qeaAo9A1W5vomhODqxMzUHORg
avPurpkSmRo1jr/dXmVHNouYu/YzmVjQFNmqH8Qkp1DR0JAPJ4m5bzLGL0WxNAjooYqQPhnVLKXw
HAoj9bEyq6GY2kP3zkl7jZ5rqM1PiWSMj1kfdq/dkoUwA8FZHRWmawy7PDicG1pe62AFu6ct+GKB
9CSaSunoKE9oy5tV7DH/sNEcHu1l8qdSlxbXkFRbvqsHgV1nGDpAelthGiN9kFHvfAdc6CMtkfCH
0TZJvppjdeK+MkMtP1tOR46QdrUGtiFpT0ZrIROq1VXyg0Hx4NxFicECMSKyi9tqOEdCybIhZpZg
rwqXYqZQXCAIVe3pbRmetY4uIMxnVX2B5rM8JVZrvcn6hAOZXHdF64cWjmEuamVx4aE22Z8UFbES
TwkNZ3LTUh5gdw1q+zSnlfBS+KowhfOs+NEaBeaurSwp3xISlOekxHHlPOcz3RsU5tWTjfZ7CWQE
pLoXpugRu23c6JMvbKMfnjQnb6m4tBi9lJhxJJ1g2vK3D9R1AgEShwQM1AKIJn0LbRzlLFGnIpsD
bTKLx5XT6mtjnL80nQSgJXdiyOBt8Wpm05Hw7PUHw8rgM+ggUjhcMS1wS2UM7DCabwx5OKvAUn3N
LoaDs7izClWjhrsKN5+FasVlDCPJ1KUxpUnS9emIlOyC9YE+mX8MEMW0Yv32V/Ylid8mKitGbSHM
1y1BVHbJowlGzEvM3P4Xz/L7KpvUIauhimtNs0Auqns/r+cycDT4XLdPxPUNw7MA+iBXYMNQkLjc
sdHORgnlK3YsK2q3bBLN1bNi8SIi3EHx+MtycBMoANKBFSRmatRtm6KjFo021LMKrkPvaS7EUy6+
NFRVzYOQ1IWIIIn6qZ3kqHiUsgbWdKyN+MxE8lxKbqpJtnnqFr37UVXx8OTYehze6eFcf3Loe8de
U0lw3ypIgWh51Y7kOs3SY9pXFupLF8KZ9YdaSY+6yDtfFKdt7SSsxgvg3S73L8swiJrpjgazndkP
89hFjHHalVgrq4VX2K10kvKZjnwcW/7tV7d32AmaQHYQ/rYA11wuLYoxxREn5dVFuuyLFHo8LWT5
36yyIgZXsJtNqXi5SgSu10pmew4ohOizGvnoS1p4VF5c54krMYB67X+RKZerNHKTQ2LUoQDMWvx5
MYbuDpyiuCsRAPJyB+G523u3w7Gkw8egZu1igBfcJqbjYoqmZxYb5CCfH0WnDqWnJMuXSAsR3ubj
dqeKbNiZFeMzbCnnHS7y1Z0FVtLV7KF4a4qlvZfLaMAKDO8GaZCRf0tKME2jWp/1piYDr9K/9E6O
P0EfKg5C0PV+rdGHaEoHBNjCdpJstpXVy7U+BY2ujMHYFNlTPCfmh9CYVIx9e/Mgsd4BrayTLTiH
CFOi/KCvh/G3uoLkZghRdpnQfHJAcKdJ9JDEbfgwqfInc9LSAJESCCRoHp6pOXJPKfX+Oam0T7ff
297vYGCzJt3rpJ6u5uXvqOcwNeWpGwGsFtVXYFsCchDTv3dlFTX/SBJNGUACY16ctHqc3xeK1Vj4
wVk/Cn3Mj6QqroMntd2q9UYauHIhNynzJBKDo/FLzZuZotZY/ZOB0Jyfz0L949sAuBAtDW7tFVFu
bO4cK40xjRIsNQxj9H2Ypd5vge8c1Bt720v3mn4QucHKLd9sLz5YjjmYYgxocH9EVCf0xMC0dl4Q
jJnE09IZD5M16p6kDvdGl/6XdsMREG6nhKVUpKiirCK3BhR9+YrV2bAGMccc6wwNJYOThMeiGr0K
XatdenslQwBHC6aiz71unNuHMMXLoUyizsuTQT+IFOvBvry0+DV0rJjuMH2hrL78NVlF62OQjCHI
E1N7q9pq8ce+jA7YhDsnCY131NTWmSfd+s01otQ29IiWVaRarRHij9oP3WL2qStLWnvwRFdTl5Wy
uDbbVklSStdtL2ccoYSTT9fQ2fIar1EnT76ISpv/MdUkJmOOmqV0TSSUe1LWqkctH/8ZNc97/QT3
OaWWq8tMB7gXLbnbR9r4uSkGRXrATTBtUEoQBRksTJb3pS2XbxYKP3+JocTeqcAQNx1kjgzOX+ZR
sbS9itfHogdHeFrHHYBzL9+UXBWSjm4YJjaAzU5Unfa3CWnmn32hYcPXxfZ7ERriuy1l0b1ejtaz
XkmVi4wzw6MEmetKH5rHJrfU2U0z2eGhFOsM/BaEdAyn/HYg2x6r9cfSBqVDA9xoBQxc/timqqT/
oe68nuM29nz/r7j8Di+ARry15zwAEzgckmJSfEGJEoWcGrHx198PZJ+1OOJq7rlV+7B2latkitOD
Rodf+AYnmod2N1mVGybL4hK1TMuZ6O70mmAU1hIiJhStUa47bdpHrlwFArJ2B2gMluhAjlMkTR1E
qfpUAST59TP9BPZch6O+C7EMDP6Kgnv5UARjXp+sqCbki7/YsdPvlpbQxDC05lLIubjwFrsDU9mK
O2tOrAtdx9TULzPtorPbp0xO3KZm3G39Gp5HN5fusZz1gz9o6tw598r0m3SVV0wvOt70/19+0wKA
XTISje7qxEluXNWmV6JI/Duzd+TB0GqaQ72IJEYUsr6HjqnuM7dei/4KiEpmZY0ZLl0t7hbfOqeK
/tpX4wCmXkZ2QRnm5MCpFHbodlO2uxmXdlh8ItnldXzO1uGVzUL4wyjwCqgvnRYw3FbHESZq8KFW
srhBnb27xmZqDIe0sq+bqHKukaHNtwm6umdy0J/woKwSnARwUQJvDhj8lHkVlSbie1id7Aq7fFc6
tR/EQkeHReb68DDjEHYTdfBfrS762OQO4sz5PJ15/6fHLTqS1Ox1j0I6lCIqLC9fPx7Otjm5YtyN
Cy7kqXS6y1ZSukJJ45y6+KtDrY2qVbFoBV6/HAoJVC3tPWTWltx77nIlDqpO3ztlc44H8dO8rg/l
kAyQXJERoAb6ciSkwuuycctx10b4kOoJrjxunosHR8l42+Yotcyo5m2iqZCPuV4tW0v821wCvgNJ
8RqZ+YTy4vRqcWJm2xj9Ybd4gC5EWvZcFv25w/OVOV1Tb8+i+qrjk3wyp5m9+PAmowGma5WDo+yi
kAxpOJYk/5tfn2mvDQUnC6dn4EjgO04mNelA47m1MwA9KTjJrLi4rGvVXs7TOS280x25Th2QUPYF
xXLMEE7W5GKLeUpi+u2Jq1dhrNFmGTw7v5C4ZgdiEd095r39DpDQOZPMn3zD1qHRk6LSzFVB2+zk
IfFrE3Jq5LCLUzXgGSaMwG4GOPV+LAMjWSoKtUnVPnTJmnzry94ZAJ4NhmyOKvGbi8gkuWW72Tsh
yhx7Q2t5bKMqO5P0vPYuSHMpvDrQ10AEvVzgIy2MKAFPutMnEAkOCvV7GTfjFqywfea1nx7CICZW
jDWxBEcEbfyTrJdQXg14y7c7v2/0UFkERMMUnbswvyt//BhcMoxNXYy66Qp3g5f78okoeIKPiOu1
ij7nybaWfvMpAli+wNvOjEv6620V5rntxx8rZUojoJadpWhqiilCBtcRm6TNVYlKnsi3epGY+2mK
jT6w2wEmSTNCYQ/KuhghqlFjn4GH4roSaKVbaXBvu/R9b0dkRRlC/7d1RqGZ8npvg7XKZNqFhVN5
X/kM/dm2hv5tY4k43mRjN1a0VeHABawmDppO098Ndt8TVmR2AtjUmrVsa5bSLnd+ZCPe4VXGcGeP
Bta6pj6PRqAZaX1stUXuuqq0w5a3cFUOHYaB9AriLEyh1TVByXZ401sjph6/3tSnYRHTjmDqevev
zM6fj38/syYrs5tdUY/zRhd5s5/8AB+mxkjdM2OtZ9HJKyb8onxPsg6Qyjl5xWiEKKDZZbMD4io3
pW9GG2R8c6A1tKgbV4s2aH6eu92/63+9HBWKmoP3Kvc7VIDTrGVooHgC7U55wk4DHppaRb4pHbka
j4+L/8ZuC3+gKThlYH0jfozCodS/2G6Cl/Si4KWkjoo+IcKzTFvlpOqmHfLa3lt13yU7y0ThNpKR
k9OYKpZmO6OZrw6OL9N7BVF3DLQEFvc2bfvIDCq8HbaRn6CVJsjP51DLxIyPEMmfuaFNC8feLfsY
VjQR47BzpzjNEYowdNTnWf95gDnYvGwnLxXqIPNZfdGtcqS35NQHa7W1VDpWWAxjDY8amxon+WX0
a+4FG5bJr1fO9/7pi4n1CczYJQjwccUSQb7csVXb66XWdDn1Dl5npmX0TcthWG7TpclLSCV1Hpi6
FBV7KE/6i75vRE/FrNc+LQWyVAd9GetnMSwp+DZKpcFQlug0qSRz3SBqx+F+ADr8RjfGdut3S9dv
LSNyjD2KV8xTOYp8gs292jdMlarL218/3k+5N8cQi2W1ghEAAHkBLx8vSQbR54NMdz1+2JCTRmtY
NpbQ2ttI+ZqLV2TqN2GuJdwTBaw5uRnnxi/CZoY8tq09y6BSHdV/hoz/8WX+P/EzJ0uh4rrq/vmf
/PlL3SiAt0l/8sd/XqdfZN3V3/r/XH/tv/7ay1/655vxWfaDfP7t+nPT/bYbqq+f+7SuTn/nxUcw
0l/fZPO5//ziD9sKoKG6G56lun8mJ+2/D8d3Xv/m/+sPf3v+/imPqnn+x+9f6gEhJj4t5mv9/teP
Dl//8fuKU/mPHz/+r5/dfC75tX3yuaJk9+cn/euvP3/u+n/8bvwBiIFgCzAWtXWacLyz6Xn9iSb+
QJMZTiF6GZQuXGKv33+rELJN+C1+zQWnSLC28hdIBX7/DYLs+iPrD0jUFLWAEawtvVXn9V/f68Wr
+vvV/Uap5RZvmr7jt0+3DJcoRVbBp1F0WBmgJ6muTTeY1OozeSeBTNLoloKT4JhhZohUeytbfDbK
ztddLre5icKqQzU3UH5rx4FSdXMoE2FPm751M0WRXxcfzVzLsguZlFZ7adAN1ejCOcQog2rhq/RR
WovbqGzt8bLTFr9JgzIbMFRBPy+rjl1GOnelYlK+oGrzfDxGo1mkm8YZ+k2a0G0PB7/h00SVZToW
1K4/AmZD5W/m//Q4LLjGXZI47Oqu159Np2niK031w6qtNSfZ3p/79j1c60EPCF/d/mgmdZNfLFnT
2Z8LtSj9ZmkXs7nwfFrqgRM36O3MhhjqMDON8ZsndZe9n6Wjjk142omLIWJiNpijQwIp7cLJD3Kw
EmrjSTFuXF9a+8YdR4o1i8sl3FJ+6S6yDrPDrV0UjRk0xpC2gRmPztWcTquYyRjZz5VRaUfbrhwT
iyzcUULhZ+0UuPpiv/U6+qPB0sHrqZ028wOv4US9sPMW+/BxSNpPi5OWn/XMHIvQQ2xvH0foygZ2
rMp7H1EofIkKP9EClVj5W5EZ2bMVl3G90eomvW50r7xz3WZoUHzWrWLVAkvk1bygOb+LKxU9D23U
aiF9FHy/oj6J+TSPArs/6ZJ1YxauvU/qNrVDHU3oveYYOWCeCNHHrdNb/ZOVWZEeNnXmPuioxMQE
TGakbRCRqBwIJuZYbhe3dKOLUZHJoI7t9Rvb6iorwKtdPkFNMftg4b30oelr+Ue11OUn7upkDFrR
61rQYu0Tjto8TyuXEOZOGUuMdqvKH1GyN6ZDNGeT2mC8i5JqmlfaG9OWixbOmOvpdAyy7DjlcWrS
ck7S5JA3Fn03Zxz4qpmG8CxBt6aZQTvUYxE4fYf4xJJXZRrG3pDcLoufPYkxTbtDDEzseaTVsYTK
NvsnJ1LVBwRAhm6LaVpSbiY9AfY2o1qN68lSP5VunYltjwTEHVChzA01ZafPg9M4NwJSc7HNMQtq
QrO05mWjRg97aAvFr69a7yYqHJVrdryMcoZcJCb3rRtZ+RwUxdglYZRjl3jEd9p4X9hucVMTx5I4
GNZchTLGjwT3hiF/aCR1ziBNHLxVxRAdndHungR84CSMcyv6oKOC5Gy8HhejYM4aDLSnXopvut5l
FZSExCVuWSzk3WYfPnmQO9mAYaGeyq+pP+Z8O1+uStpYGclwzPsey9aoi5vAIGn5hi6qVoTxaGZ9
MCwlLzTVu/YK285F38fCX5LDRPCZh11bR7yS2B/Vxsc2wN7XcpQPS80ZGnhJhzwZFtV6GrRAWPKt
lS+RCnI//VpkVDkx1s6negeYEh/tXFrTVrYwroJpjLRLw5qqb1GMA1Wo5ZX5lRwgyx/SxJ2+uXiH
f0tavcM4OtfqaUPKhpDvUHnGB4x/3A/2MNGokvmqmJXK0UZ52i0+WXZW3zq1nJNgARfyLU0yM0Wf
wPQ/K6evEuIrHPUCzFH8awfDwmfRWc2MmzjWZ4HDkixApdvlZQkebNkO8awFkcZrOZj5wGFT4pjV
w7/wiWE0W7uDCu+rdzHaDh9wjNLRCR6lE4KGSrIQ3RIICbEbTyLsez9J94U/z+VFVTaOvO+pe6mP
xRjl7eWaCh84NaIUsWQXIB5IJ+GBDa3d9y4K4MWNoMcFl6+IvG951/Nw1dDbKmj6RVwbebpqPOBV
9WSYk1ftYkTGEnq+k3xjND7qgdhyV7soISoL+H4COIhIONMqBiNABBzC7aL1t94SxQLW3tLlAQRX
hcXcMKtqo9s5BdJOjs1EKdJ1Hu16JrAZ+zZ+k47UwUMxR/K+0gqF57ts7QX1LSow4QIY9K7JMLUg
7IbHhacraI4gs7vK3aSe7jZhURUm+2Wiph5mlewfM28V6/ScjrI6UmnxTWFH0/f3Xl8NjtelLKWy
/cpl4Fab1LDjktnKcsWBK/MuNDloIIYYFmCVxuFQC/rGpRFdK5k4G2QUI3a0SI0uKAwoXB9MD3OP
J1DeWn+tynxKDjHrczrgwoQvzYQaGaLQresUeHC11rs20sxmC6ICOdfJUuN715zFECajjvxhbhgJ
VWUMLr44UxrXALcAijZXY4Tc5Ls5LzMznMsaZYG+wKLoDnJipm9qLph2g1x2/37J1DztSx8BOjr3
vo00rKtNEQqPejxeofDLsSxEnHzKymSAI2I05l1M3+fb7OWlDK2kbLHwGZe2/BRnhXlhGDIdbipD
M/IPM19LPBYGRsesCiw2N5U9D2pbx554RmuCzGOynX0K0+DOWVAsCbzJHroNe+2qfF/1wmoCl+T1
sXMVh4pgSWB2xpnboNLf0iuJei9CNtpY5m9RIfjqVjYtMKIFTvbBsBoEHbwui4rQqKLkfa3HxVMH
7odUXfvkeqq6lb2E6tBmhXyIkrbRrjRyUN5B5FUf2nialzpUY+z6YoPE8jB9A9yiPvqitb+WcVlX
+6m1nKsYfTtslaBzVQwqI+N/Lv5unquHXj4/9wTg/wuibnPl6P/3YffjMH4uhh/j7u+/8GfgrREf
/wH4g2YsdXqLZimR7Z+Rt+E6fwAswDXRp7ZGpfLvwFuz/6DpQxkLWx2d/9IF+q/IWzP0P0DQUXUS
pO3wU8S/E3n/FHi70FsI/CGjEpT/rO/QuVbT243dvx0KViAoFOc4szAfbDp5F+nQeYeKJsveAcJ5
a46iubSaiJqIcpbbDgGh45DnRVgk1R5LsyT06ja/8v2+fTSMubpyK51oy5hjwA4d+uP4thabxu6i
qzaBykRh6Rx4ba2U/J16e7RHab+SkwJTBUgG8OVlbqpbyKdF6Fg84AkVb+KyguDleV/0KdMOP7zk
v3KYH3OWl6XYv0b6XhPF+oMSyslIWDH62dQM9oNZFvYWCr13WGY86Cv6MsfWT5xrYleuRL84C8N9
5SEZET46JU4w46caC4kHxdEr9ejBJprZAjKJj0VkWWxxR21//ZQ/DcUiI9FHetDHcZJq/cv5zFg3
oz+W7SN6WT19IOdz6SR6qM2G/ef58SJ9/3E+T4QImNCVDge4jA0Bj5O+y8uhXNikcemo9jF3dYzi
ugOA0p239FdVq2/buYSK5VLsOVRxHo7W+1bX7oyaSD87xtHn0n3mIA2l1l0kExoy5S3cus04Wgfg
9buyeLCH5O0MClOU7kXRdMesTI9yjG/7xEyDAWzIr+ftZfVwfZiVLcz2XDNq4E8n1XIPRp2TmEX+
aICd27l6V4dzVJlBiQhAiIxRtfv1eD+tRlg636vztK1dk5XxcvKaaXbzTEnrUUdfcb9E83Lha3Nx
nMqoOlB48e9yzbVDU55dIS+r4OuTAn0gbGDnrRn8KcrIzTKqeHFqPQ6uM2HTXUWbzozKM7vtBOW8
DrNKiiBZTYOM4tOpSCKGu3WGIrz5OERGfZFpSX5h5dqyz0s3VAZIUdMmro9i3w5i6aSIjsAGlVbX
hlkp0xs6FWKrqb05tGdQTz/NvOWw8GCIQ6iAw3GqtNwgyTFgGRi/TaMYf8qiHxCiwtglakZSNOix
W2ra95qruXe/fuUnEA2mhE4Md8MqaUaRhrbhy3eOkZ5DA8+Wb3tru0hAyTbocoKV6q7t1HtwlI9Z
oRSBtq8HqhBPvR5vJiE3bmlFOIANt8ma5ytlfK77Zp8P5jNKm30AzuWpdqjoect+btrtjE7rr7/5
SReSb44AOfIA9ExQhcSP8KSCqDUUwuNlVG9b27yOFmePYNqm9vybzp+OWWWFdo8djma9N4Y/19H/
RJXwf1mUQrPzh7ew1h5fFgdpyj+ztP+uDn7/hb+iFPcPB3srJAtX8UA4BOsu/qs+aNh/rFaYhBsc
zcANeFf/Kg+af6BVj1Mm7Uh9NTqgzv1XedBd6438X/7BJYef/FtBymnFmZRzrUBScUZdAdUWfb2l
fgAWZv0cD6JMrjUyt89zMWKhiG7N+Jz1C8Kv+NBbt7bRmfUml3o0bLvSHesj+KXsyfaGUh3yvpuq
M92/l/sePgffCSARYRqbH8DjyYkLsafVgbtdL0o1D2Wh2R+bSRX+xrGi/JPvx9Nbfyr8D7Y9GH+F
2v/tVbl+9N9Bzl9DQ6JgLijXElu+nA4orVo0utl11WTaLvYr+4pjPg00M9Vve2UkTz8slFcindeG
o9KLy6nJ3QxG6OVwopyF5xbZtWcVGTWHRJZfsjatPkVEe5uRGtnXX4/3Mub48/F+HO/kdBCZ5siB
8QxzSbZerjcHp+30vQcbYvvrkV7eXX+NtAbnkCCJfr+fUz+sqySVTa2W/Forqv4603KQZ4kaz3Sk
X1so3+WGuCVA7p0OonWZPzhdeg2vrd6rMTO+yTaVMEO64mBGffs0tA5mPIVjnnk6mgM/LROEsdgu
jEqN/2QeOzgkVRUn1zFUcBE2lSV2dIbiewBW3n01D+MRDuiIhLmj3UcZ4q7B/8fsAr5giVpwLU4B
NL4rVW7rjJ/X+raR6bSPJ0wQfz3IK4uT2IMjBoq3Be18nf0fXmFue33W18l16qX2l0FX2h6Hl+xu
xnrh2mxkfyauOwW/rtsenI6g38pwqyX1y/FMCgq2acfX2SzxJ54b7UOdmultrYvozjO1+ePqpbhX
jiCBH3K924FQKdwQ7NI5xclXtgnbcf2XbQmZ/+T1IsLACRXF1z3e7WGPivQmwgIlwDf5nJztKyOh
KLJqtKJyDCtj3UY/zPEgKUGWkXs1mn38gbZsdpD+gt4xDuUXv36bJ5HB9x0pkAGENkeYB53tZHrL
lpPMzcRVqqfGY89UfnKb3Htq/HwZLic3dt65UYLj5JCU+edIG5B0hmI1nUHavrJzVs08npQga020
Xz7wbKd21TjGldmsHvWQyVTYJIN13UBm3JbUP6+VEZfvYLWVh7Kwzmk3vbKmIaLRcltRmVyt6/v4
Yb5LWF/uKMRVHefehanQgcgLwDPU8uQuMqr4XGy9Boon9wnlKAEujC4gFpcnSd4A9ZGL17zC35gi
ZClz8qTB9WvcUVp3+DCNYr7CDHt4n2qecaFFlXiPFcO5tvlrk/7jtzhZZRz0kTs05pWc++aNqVR8
42dwTLXMdO50u9PvqkyNe1X7zb4X/jlk3CtXgUWGa1NXAe1IZ/PlnDsVpPlpMa76uVwu8960L4wx
JjX89fp+ZSdBqlubpnQA/+y1/vhmexwR9KYxrpBt6LeYOJj7Pin1sDOq/gx68SRh+r6TVvAmok1E
aGtT9eUDucTXINKNK79acJ0bE+XKwKUNhVnS6AEjSGJ5rfRuOqSmMjeV1eVXdqZBDwVs0z662Ije
2FYrbuZiypKA1pR3Tsdr3cunyw6qnzDWDJJc+WTZeVWXaJY9XxmNVFeT7KytUfnFrZlOzl7FyXy/
uDJ+jmq3Obfg109+OTLdZqQ3VyIRd+OpJoOf9AiBaM5RQ8n1DbaMGIem1rCF1dDtYYtMYeKibsEu
pGtcpeqO74BxnmPWO9eRVRTQnJzORAmvnHwrMp33BABUEFKenHxiHqaaisdxlHWxi1Q+XMdl6j+k
ZWNuHDeJ7yXoxQvfULRSjMnYpYM9vvv16nzlclvRhfB3VgKPCdfq5ZrJknbx68o9aiLtrilYu1dm
HEU38G21jbTd6l6zGms/Z5l5OVuYkZSVqOgpTec0LF5ZvN9nAosDJgPa4clupBUvRmOwjlHZZV8j
B8xXbM8HI6+czTCqoglVOff7uJfthWj19FsjIvHBwvcjNOgfHBLYpUE1WvLGm5R1bme9snrQBfqe
Ka1F09OdZaRmyQSKo22msRb6Q2IjTqssFEHn4botP0f6UtBnt6uNNWP1qzhxw3iI6mNU90kb1GJU
Z2oQryRIiJmA6EU9Yi1+nmrPxFY/a7nSjwJbJMhnbtncLqjdb5qe2CNumuJe+R1A8aH7nJhQ6j2v
9g9Yb6s7/ISSs+rFP18o69ehds1RR4XCPgFANVOX0aoUx1jl8V66YJMCORtWMMyy3y5UGx4tS4GZ
HzVMMpvqRhPcNb9eyz8fLnwFe8VOgsJaywwvlzJNQMuFZnfUxx7turSgIWsMeg5EROQfBwWCfzK6
jzkol4tfD/z98Dg5XExSJYdikEF5/vQ2TSGuYttiUMfoIPlpfbof49rduXah3xXSNz4Zsyef/TLh
QM71NDrMfnFwM88KTKZnU5Z+f+Zs+XkugOgwD4imr0ZGp0dLUWl0IZfsmNb18lmXBkt1AW0VoKdl
daGgi07ZiBDvwonkv8npJl6G50G3ArbCKkvzHVb8QyyjJZOVAxo5ekaT3fdTovb0NfOnM3P+8+3N
KJQIDc5Q5v00YrJRgjPbJTkurqpvlNONNKRxjhvlmPJ8rgWNwHL3WRGlmyifLRAyjYA6nwiI9YNY
Pta9ZX13hIy3v/5mr0z9yh4Fj/xdYpdmzYtQroiaAuJ0cmR2zIu5Nsqb0vJpu8PADL3KnQNVI3PL
pj1zlJ8gSpl2OgPEr6xE8P7QZl+Om/fCS6pSu/SclUU/157sw2Yaq2pLf7RJN8UUxSw43MbPZX3f
07qX65+OxBrhEMOvSPWTR+4hQ1rLnBwlMOIr0Wo0Hae0D3HEftfV+Rj2jtGiMjPfxWPrHKdJ2jtb
Ux2stiwLGk3mt7IFxUJ3u39Ar+KNb1TL3WLY8rpsxzGEaPtF6sPjMGXiUmVImlZN64dSwqJGsS07
Eyv8HIsjoSQAyq7RAqnsSVTqyrTgTHUvzXbdH4WU3mZJIrGX0MfrrTCX+ExZ9+elvA4I6JiDk6zr
lB3BcinNxXKgUPq4vg9eu8tpb4e/XpavPBW7kt4jNKE1wzlZHnqaYT6e2ZelZkS3Iz72mNZXYKqV
YRQqoDutPfx6wJ8DX8TAYQgBIwTJjF3Fy/UIAlcSdcjLHkgdSh7zuMUIDK1TuzLPPBqhCp/14wKk
RkXIS7lwdY2m0nyyANuqGOascLbmkmNk0sa2WYddrFfv9cpRVeih8AuiJSqX92bDyQWIS5Pm1p3E
WB2c1ZDMBB+ToEYCrE5HicO8QHlEoiE6t8mwHSD7vTGmLi03WeU5+8L15+hQdqr+ilp1+azNgIUe
lGXmS2gNNEuBCRXi3SSL/GoUvf+lozqfbFwjaT4bs+X2QW86/bTFtc3Gdjvyii+yGdwyaNC/nwLY
3dlNw+sayHn7zt+Z2DrnoZxLewuiS4vDuiuKL31sLlel0U7dpvKExDqz7jCjH2b4u8HUFPktmD0v
R+MET3o2v/zWFst8zAHVAG+qYdEGAxIt37qmmvtNAtTvuaa1c0+Gqn/rqtm8E+lUxEAzpTuFMd2Q
p6o3inij5csC/oHy1ecMwOYYjBgQfkLSSs1BXRWFgEukZ8cqt/I7rJE7L0BhQnukCGAm+wjoYRPA
NO2QbM3gW+KcZBpp0JlzOQUxOuQBmjYZk1cXadA3Q33IBr8KTVA0z5Lk520PRidCJQKpqqBtlDFu
3arojT0I4gzbrkS+N4ehGje+0U+QPpO4bbetFSVLYIrMHwPVZ24amo5ME/w0IvubSHR5qY+F8wG+
PA7KgovSC3qwUUtQ48RnhXqqFIK2fdzIACj5dKw1a0k38Cb9Luz1YlzgQ0ftxtWcZiBxqpIpwIbb
T4Ku4ircdMKbLjrMKcugb5NE29QiLevQbu3oTSlHkQS0fdN2k2upeWtFpZbsZTZOl30mwbwaSrVx
CAnX8YK8kXwfkGBFvI2c2K7DJM+beWdHYIU2qXC6LBjAeO4TLfeQTTKB8FdVz9rqBKo4tKar8R2b
AeelWbdVhtGCBEwupKUOohPlR8Iqswk4f6KnwUZoiCeIkTYsU5UfBtOV7zga5xkdkFk8lpWRfEi6
dpbbvJvFV9RnV9RW0lr3soDCuIn6OkWjZFGzYib1Za1XVZi6gKSyHya06j6i/c7wQ560sCwgmB8L
ry3s/ZiSNQeyH9v8Ih6ln6Iq4OOrlOQZCj5ah2M7GBsabIDec/WlcdKuDdqyoN1qgDXap1NeaEHj
Lpi+FhIVz01cLzB2DC2p0OJhCQ1HK0vrdB9nLgE6nrEtoJl6FnWgpD0VYSTBpXKN+VkZNkiYgXiA
6TxsWtVHFa+h9qEWxPn45GSjqwdQeZJPLmStntclCn0H2jC+siZIUf7sQFlAbDj6GPlljjh7FRdv
GkJCBJHq0nDQ008seKb+1G6myo7bgwFL42KWaDCirQwec7tgWFTi1FvJI6BhHLNqXvK4BTYWPVlO
nDVbketevollV9ubqS21/sKsm/5j5HlZ/8bt4+nenk0Tc5wIcBWeunkWUxbwondVk6cTnjl1awX9
hFfFprBSjptoGtp8I1tBAFUs3uwFaePp5aZPx+/gP70WASrDbrnlwoQlrSiibosl8tytD93Qu8rR
WRaBAkAGcRoRtBttyTh5rKjxnuLWSgiEKI1/WdzcvCz11nsUmYXdr8GK1IM6z7Vyb4BVlGAknbGD
7hSbbmgMTffgoAMrN3jGuA04Ui8TFMsAMm6LdlhBjeiEgzNOzeEthrHohBhTXWXUvDPiksGo1M1S
astb4XUcPvFolhdxhvIkWd2kfXNTy1bhZDkp4lD2rN1lsLGjwFEE2mGmOH6D3OyQ31eaWXH81PWd
I9CmCrCam95Dz5g+2qY0r5kp2wycxMve8gLG+zhy9QcTYzwRetiAqxAZE73e1mVtZVvPyXwkDMTc
+aBXjaRCMit1H3xyWjCENb2EsBOZeeUIe/noA34EyOcXaK+JEbvUABevRQ882dDsrdOpdYJx9JZy
oyxulnCaIvHV9qb0WmRVZoeKJ2wukMZKHkxLNO+7dDGfRr2ev8xuOThbJ9HKt/gCchBl0n+nOdZ0
g/qJJwKgNZqzBYfvDEFGMzdFnxhb1LBQLZypPp30Oz1BEhpEn8+b8TF2ckLZWBg6pnEHJIawXLut
PbPnAuwLRJt9kb03IXI9U5CNbguaaXAA9Nm5ryMOtLCF/k53jUj7qsh4c0COMbHfE9w30MmmhbvS
8ewo3iy63n6bdGLEC87eETEt0xiyLShbB5w1OOkyGFmU9aYZZF5fdrY9ffCnzrG3Yzq6xUGnHvQB
PHs+bthXQ39QiG7Lo/IS7VEBotjiYyqSfTGVq4wPMGs/MKuqeJvDacXCro2cN7rWYj01lA10pmzW
eyN0ShfJb/QAMxb9oIwrQhfK9pk2NzKclMbZbYNvBwCpRRC/UBqrnxG0EKiL1dy7oUJafQhdafsj
cI68ulwywgmIr/mbdKK18myDDL8wuHFQ3IUyP1xCATVz5GZwuA8to/beSAvL10AXMUc6bDbxydJK
RO0JicAPtpVQ+QbN4/FjDnziMJldtQLZRVWFkPG0+6ooW7gWppl/9eiWKRTzZii8OMe6HjgLQ0LK
EOWwStss2YbBCy0EHVV+gemFNp3lyrFDdd2G2xwXvnNRtUUH3QLnU8GBVthfEjC2N0Aami9TKvM2
GAGD31mlqz3Vwkft21sqq9x0WoM2ez/41IAMC6M6WFFty4HjZw/C6eebklOenhZRO5fC0Et02KK4
04IFlfxLnZxkuYwid9Lel7WNgzLOHP5wWEUtW5D5MgJ+bUeadW1w/hAZKtKKW0yRRj2EllbnsAT8
KJmgYgzZGAI2L8Q2b3rdDMyapRnMRQa4NRmonm8xMxzeOXVEZDG2aUMpjabUFkE7+aFDZCraxK4b
ZzvpOsn7VJfOVyRpUuSgRoIfDE5T86s1uNOdTbPQC8ASGWj2oMd7N0auwQmIS1cTSFXqHiwUZjCM
UFGuAhtlT+o7i2r0YHRjDLxaT9gfEi1NILQ43sOyxOpBUXh9FEZi2QetanxuURY8XrJ61KRbr59H
O4yTsTn2OiTPjSuo+FsqV8+2nPpm04/CfsQhY37EVU+kwf9l7zyaKwfOq/1XvvIeKuSwBW4keZln
GDYocoaDHBuNbuDX+wElS5Zd5a+0lxZWlTyJNzTefs85z2GZyfm32mkwEw3p07sc9UYdokZO6ePg
jZniWPKmbc7y0iFRzgqGKqO0dU7aoIyswzZeXwxmhT7RJW7iGB7q/BCoJX9vcCHvpmh1L6HtiX1v
1VN+ZKLnTFFKEBbCF2PfGpGa10M6RJWZVPwv70D0RipWtBmCBeT4vUDPm59Xz2yGc2m64OIh/zQP
NUbvI4dM0R5LuHDrPkt9FgFkld02djs3/Upzs3ns6yDf9247SCjg0NB2hIt5TjocnyoRhdH4NBcu
w0owI+ijw9pMBgFIGJPW3jaramXQldEfSwx9iA1MNMQsu5m3b4maybpElWtnhz5yMx8Y2OTiaJDr
FmlcU++pref6R5/zuw4Vj3yXRImY3ua8NMbYFcHQXNNRu6zJOBWLlbAc9X6XS1eSeNNNweKY92Tn
WyHpiZKjMyEPnbUHHOwsfuaetBMHdtjJXTS5wWtnFCwFDH9tnsEE46InWVIDU5xZR+9NP81e+kJZ
F+Tj9V2HuvrpTq1zFdYyH5PeVstj1IzhnHSzkEdfV4GKrX4FchUt83L0WZsCVpzF89yV0dExxsYi
w8uwdXRG29i3jF7OBVQm94SgLMpTX3jhDc9b9zuAETBi5wLar3Mq5wafP+JG99iv4/zcuhlFFFyn
V0zZqpo+G7eb35a6XR4bPlT1ro0mYiGGlvTvREM7+SeO15TRb8uPJmtZD9fIMCk0ONbNvPtLT4q6
1K7+PdYTH4fcFfqyZvww+16I+c3J5gzYnJXZv/WC+TxR2gHmBneKF9iZ0ifyMh0JErFUtyjS9Z9g
LU21i/COv3a2N+d7o7CwvGcWVM6rgrAZvLQeh/tpDKjq4no1gIrqhpHKnrAfKqKytR5YJhIb83dO
r0fgStIjQpLn5kJDiCv5RJHXInEK1zqL1zptdt5QZl+kSYM54dnrT7t6MvSrP5bSPQbKTP/U1myf
gVembL44j942UeI2n5alOPMuqD3nO/Gw3Lb1z2jkqy1q0dyFGV1Nybi6ubpxQqN+SjNuwKdgCHW+
c6LZv6xwccKE2U+oZB4Wl0uJzD7zUZhZ4vadTdggx9ARC3cLzNEEJZNQtaWMSUAb99J21ykeMm41
lBH76s9ajQb9AotFJgdDCGVFQxsFby3/y2VRg3gUc23d17QmsPK3q8aNsfpHr0JySFBgSkY1njXt
KnHv5w0RqUwar/iVloFHNYL3QTlm86ci7P48lGHJayeDomZcoichHrwa5r+FNbZKqJwoNYGmeq2T
oGRW2zdKSWBMjddeeSMK7WH0JBMzOYZFcEcKxm3mcxmzN8b/fBl7r1R7GpbWCGp1Hr27Nqa9PbuX
vuKxYnR32ZgRSR6HsFBxaY797coZb8QaPvmadNpY3gg5DU5STzrsDjQBh8/kOMfxYOV29uN7YfNv
o9x/sLL4b7ur/2WUe9oCrv/vSf7++Kfo7ffv+qtbzvH+siHdtiQUxYiht5nz/2qWs52/bGZfVtBc
Aulg2Uzh/zDLocXipEZtxLbFF+7vZjl+09blvGnvKNBEqq1/xdH/z5vfAHC+7ZPa3bgF+GXRVv95
05blIYTjsX5j32o+e5Tz7FtdAyRpl2lnu6wJ4mIe3P/f0u1brP3H0m37a9kFkFjYuv/Qof4nwsCL
GtdZ6vlnB5Oz5A4fZvrYLV766vYFQIHSnJUittTUD9EcKChsuQye7b6cPh1/XY5M4o53Zslf1CfD
L0rr2CPh2D+1XwZZbPtC/56LpbgK/FSYB4Yz/ojSGkpvLyTuwANzr90fBebBC9yg+TWdoLWRW+T+
fqkAo/h7EVbLXZbxMrA+8j1xNAKp0MFrViMt73Z1oQ2Exr2CB1uXAKawTJl0Rt97BqlLj1N8Kkxw
Q9yGHMbTsrDNUCQBrza5p6Fa8QPt27YIivPKW4y3K9Sj4b/mUSUL9hAR5H1EMEZ8MMyhLaNflJil
ateR8m0fbLqUPhVrx7cuL/r2qNmzeY9h0TkXV4Uq+8n/S/sFWKxoNShbKehtVNLSzABW6T1BndI/
jXALjMG6AzIQ50Q1DlHujmAjwMgH5FHJ1srs2OSjZp4Z0/DQmSLcA8DnpCXTb54GPlSCrDCDOJ1x
mGBAHZE0OrKXMC48pbYdIaGuPq7ZS9g7PO3+XadG1RwIWPfWSdPAQ0CtM6QTcxeKoj0MERYzsUdE
EJODkK566AvwX8950Hza4GRUHCmuo7uCC1ismtV/76uO+09ZZsZM1E52XOGx7k8JY3ojd9Y6hSKu
cLazk2CV1MWVYw1ObPdN9Zq73F6mYGrWmBvWQqVDlFbtjj2l2+9NQ3IXWEi40eRCZBRySLG25rU5
sZ/xB9X/ICrpv1HUtxjx7PO6Hbu2m2jek9NQk0qtNz95JJrhRG/Keo4yN7te3YW/Ow/KL6lU89XI
CkRbVOdplgDqy7+EucAazMzcxoXdtjvSYLqGct7bp75zsiHpAa80jJtuJhOPJdOYYJ1XWGCqrcIS
NkVFo5+/5dKLtPhtNlrbCUuY8VWuuefEjlD970xk47jzzaK/ahtIty5S2AC0ijLsmCWBJ2OTJ1Vw
Vq1qjw064ZToxUmPQTrweVnDEsBTznUh29OF2Lg7F27PY0QS/XcTRQV94WT12DY1420Ret1P15z9
Yb8aQt0YY8m3Kayq8bHzLAUMpiJ7ERRD1hznqa/Yt2IwSbpeB0eLEkH+4kavN+y91nRnr4y2ce10
SicheO0uiaghL+IodZTD/gN9JG7sYq5ibE8AM5hIBBlqNeNxQ7erwEeZHrNO38nxORyL/qGsso5l
tjGuF+Ii85v2hPfeZdH64lCfFsbaLiU+4bB4KivZfi9+st0yqujPzF6F/Z7WgXNlZTVonVANw6ub
YhyNFfH+W6vWy/OyaL7E/jxFj27tLz8rudYf7hzl1T5NJ4vlxzZBx+Fcs+NbzHq579zGXpIwYmbf
94auDBYGVklrmhYu+WG7zaydaeZLwxw0U74AHKfa6gLCoWN4r4mXJvAIubDsB9Mu+j84INUT5Mdg
/AJ0sg5xFqzTJfIXa0ocStmmHRHdtkuIlvZwwtmSUeSJGkK0c4UZEIe2aDzAK4B+DhiXCwvAiMfY
cqhaftRLxoxCaBCDgXclWJWLYuf1W2SAVpFUL3sz06qCXQKCiI+qqTO3yIjorL1KQm+YA8ijFID9
5E2GJcBoHrpJ5Tu5z9hcsybg+2TPO1V6VhWcgm5pBW4kIvO6Ohjc5fxPX7KJOvo+wxOjbF9UqorH
PqQ96GhnHgCnNV/xFlw6Vj/tTnAZXRO7my1CPy1XNlYuzihztifDQg+P0TvOZN9WLglgPvIze7tj
3zT0nfJqGH7V7xw7T2lz7UwzURG741NqTLobkyjvfPdqe0RZiaCXMwpIX8rO368h/PMoYUHNfHYT
TMWqLosAuc1ipRTCf86ajRkF1Gy0zO1UbYNj7/uMlwm412Z+Tucqt99Gs2/0fhxLp9pZ0zCmL1ah
xJ/FG9KfikuyFUtgwV+drXv73JrYZuOgxk6K11GxD6eEmWedl5uvnHbpn5V2uZuJW+6fskrDczlN
XJkzw3CpzilpCYRHT94KVnEqL+FSueUuH7dcSqba7hGlIX/ps2y6MkzIXbIhqh4bQTV8ussEtBx8
ND/wPMD63qcrudM4K1XZ70DyzaBeZs9U8cC28QeHBxrZAiP5lhPLgMtTEcSPFyMX5zGwGH15CIGJ
nechtTCgOM41igH1fDX2cjsugjb4GHRKqYMX9C7ffe1Y5JVVt/4SwIcW7guSPpSiaszfiNvjs2xN
v0wcHnQVF54qeMx0V2PiWuyJm4KzEdfXqDZ/jY5LGXzU19kT7CH7U698puPFJ9DGc6JnPZcMxjzy
0PXDNj/0dZ57dOdVZPeavNQPngrDn2s1TNPeHOrG2/VFOwdc7INlPGqKu+ZkFEOTQ9fOlNjXLTdE
5QQcWVRfgrqqBfujuB6GJk0m2ux+cGOoZrYjEMDhc1UW1QbF5ABg6gAlHbKwK9+cRbFiZu/FDZOv
tReXq8w/Mp/vT9y4bURcmquBJiMsJUykqOwgeBSkymkSK4Nblw1htTPttcsSO9wMD9pwuEZyBBdc
rpzOvI5Y36UJFB9mEA7kWXJLLnr/0sxjzVOoL1l02wbHFyPO6jOvGdvfPfpm74NndY2XSjlASb11
sYvdOiL6xr52UfZdgtzDKcxymI02IOgi9gEAgPir7JzFY+3rhVv6MizHteBgOkBvaR/0gtdv5wpR
1Wehutndb+kneVxWT67J5GTFATxB4F/hCx5OOLONeTfbaWTGRcqa2syooYxH5WP3yMs0vWn5xVFc
TYZF1HxJZyfxjZxP6uwFqXciCo1UJ1ZdvijVFxy+NsvrGECV+C0nI6CBylpnUIjYVVjOIyhCTGm0
e19ac/gwz9qgTNskKR9pj/MjGxYzMX3DuxVO3r7j7FEXd8J4kZR1td7y0dTvVLjkNIPpmfurO9UY
M+Y5uGO7bQJiW7LiC2CBvlerZ0wH3VfGCz85+34upPOzYZiVZFkRQEu0RM7W2V9C96MLupZHVOR8
UZLU8+10U6tMSj1hntB5k93ptjTewzIcfy1jibifd5Lt+9COGZn3or9PU0URJkuKF94tee5nr2B/
Fw4gTPGw9n/aYmWVayNDPlPvZzmJW+tgoDhKj+rYiYC11sA1G967gQ17htzzpsAjNVQ0NpY+zirM
Ur7/BpfXLO06EwDADP4Kcc1rdiawkCe2pVN2BK+KB4YRP+MTWun6hXWA8uK64oihkbn0mQcZ9TnB
CoNvUmE6qPOcjSX1ycssbUQe2Duxg4JKS2Kn/Rsls/XRq/MSgILlzjDF1sgWB0TD6p4WGeOPZ2fG
1UoNEA9JYQWvLR/4e1GX7kM0TeF5DhoYtGFZuVaS55lf81EwhDgPUaC8hIUyDApqun1aaZw0v/Wq
Kfpqm8x5bzhr2Avnhm/QIelyKHiM4Fvh7uK2YNGbwTpzZ6tu2Plsj55wGlpAuGAEqVBd2Z25FYdD
TOuqWexLw2o2GXlhCh2mDnBNCJ3t0QKtYiakDdtoryZv++UDLLckYqCbjtKS8r4djKbYM8nwGSyi
brwTflUKNNXCOZSQGvkHtV57FygregVgM7vJWqwOos7SDuduUqV7KDPhd4ehsYyvNkhhSYRFJpub
Mq1EvhP8fRt+sC4p0JB+7j+hPTrtPmRM1Phmm/UOW1KTwxAuGPIgX2RmLMpZeDeFP1KZkpZDeFZA
h+/rbKGGuHayKY1F5Vd+UtkVoFdn9aLfFt7c14YvwQ/tDBEb30VAzOgDtJikN9LmMwsD/VagPBqH
0Oqcz3C1IcLMrj2JHd9v873NI+bW3g6Q7Rh7foy2laZJSpHo/YwCyR696/j3VCwcPyvX5B9hz2n0
aHUV60BR9uFzPVhBsMO+ERxdMeNErdmw87HozZkRxJLDQN51Hf1T4LUQTliztlFS9yb3ngl64U3G
jNzsI0eqZm9wrLZxa4jIT5AknZMN9C3nbB02+qKTy561uwx+4Kil33vQ2zFVtB1Pw9yFQX3FYc/r
G0WL3ex4GEfN3mwy41U24YI2yRSy5xtV0YwaEBPYqroCzATS8Lhm4VpZDmUt6iJpG6eHIURh08Tl
atu/WgBMYh1YGrMoo0sYr+C1BJ/aXL8KriLtX82Z/14u/QcZyf9ruXRTfH6NxT/HMLff8fcYpuMH
cANJBlAuu2We/2uzxIOKLRFBLYTzLWtMUv7vq6XwLzSMgY0knIkFmGGJ3/W3HKb7Fy54WKFIdcCn
JTgd/SurJSov/oe1ykdO5s/buh3IPv6vRrNwqV1J7piBhwHngMOFD2jFDdWAa1bQTD3ZJvgVWzEg
MUSm1EwMpV3dQ5XtvdjNh4kWX0eNh8ZPU/p3JZ+zeGozB9TlymJnV61IHTs6w8wbkmsBfqUukI+5
3XCGcl3Is0PE0W5AIipG5uCuyA+iL0C71AZPi90cAhkiBB4aXxqVL0KBzJrrLh+7zd60qitTSW3G
zhBQgk5sCrR7IGYU2MY2omvFPu+lhsL40mDMsU5un5XPYVo3X4DjgnNotGClGsNk8duXbAG4Eu6j
FuqAP02oE0uflk9M9u2zKnoUx9AK1dtU1fYVUk/B+VNK5HBorvP7ljZgGa5x+R/TAvv7HiTX2Ma9
6KI/qXDmHxrernfdDco9SDVypnXA1Dg0OluM8bhNDPHE+uYpEHQaYC/Sqb0zGmd8XCrT+WhF1J85
ZErzygOP91Fp21gxPdTGTasWXEk57tEXjbOxPRaiDuHHFFY4YhzP3CCWpTNfZ8MYDrtJ2vKttDP6
wYYRLhp12uGK/hfgL8dV1sZdsyqZrIEsj2UfADzqhbVzSk89pqxqrjNoc2+D5fTE8OfQqmMR4sWI
03AKsegUq89B35MBZ09p3Q50AziJt0RLH7tLPd75DlsO7ovOdO1UkHoCux3rnVdPQXc188M9TW6D
mWiYyAZvozxqO5whK4xttxd6Nyuh72r+CO7bnnC/fB19tAuguTiryqlNCF9BE0LD9e8UZynWYGsU
z9uK7fdsLvohlaErj+jEUXNdZD0ZeRvNf++HLG4c8oxW7KIzO4+QtNuvdjMA5sak0vPMs+/YpzNk
NazV5Z3hd5ncj98eQlG62j7VVe2c0rZmjgk2w6Gzwic4Y5HBhyjrDE8i8//yEn07FcO+wLVoWk37
soQZXkZ7MGyK1Ladv/he/2cEyZ6bb1Gg9/RI1nPTCqy1Y3Y2vyWEalMTHBtDCO9Yx/tttlZ3531L
Dxmlfoh8+Rq+L6agdozPOeoPiq0/k3Obt/rebzFDVhbCxjzIIdz534JHsKr2qv2WQcJvSSQYIuSR
vPeRSqB9IJsU9pxv2Nw1dWPzW1oZKrHp6KD1nvWmvVgQAkmmfksy5qbOgARDqFHfos3wLeAg+yHm
LHDm0c82iSdfWunHpqUsPodoQN2mBo2bLpTaExCmNoqg2Zjf0lGa9vrP+C0oNWuNuORtOpMgNiLj
dFOfpm8hqm9bRKmOUlF/N60WjCtrMoyPMncwzQ32pPjjvoUt4IqX8FvuSlPHi0497iSu9znAwXhw
5QmNCr/N6MKuY62xds8RaVBvvyA6CxoOQK/5YkzvwNL4bgIINV2SKNK1+RjZWf4RpjanDzK+Ryt4
HpprgHxrBchXc1WIxxnyKuDVLuzlhi5xb4eFc/oBm3fB2oJeeXgPnCvhfgZ4fqAJq4N+F4wD41cO
dS4ZQjG+Niwar3yhFr47XavuFjmYt8XYjuM+NHJMBGsUFp+pxDI260jwfZVoWbxrwOYqX3t82Xxl
/gppmAn2SoPhfCwwhoC6zc31J6A/87Upaw7XOSWN+jRY1cC1s2yrvrxTanKWO26T9XKo1QBUEycX
m118mFz3Rb02SOR4hu7G1AhwKDld1ot9m4Vt8eAYHTa8aBFFvltFUGLDE3O53KweAnWsxdhfetH6
pG34kr2LjtdqZ0yl110Fhtn/7Bf45EmGP2k+OFSm8Mp0A6xEdggT5oplHS3Y057RGLtGBKD6LJhu
5hlMnXQP3VgzUgbLVJ0Jo3ZvI4ash7ReCvMaaHZrIU6TJo9DkL/PSzn7zank3Losi8jW+3YNIbUT
zK2Omc5aQG99yzPPbKoxO7Dc1I++1qD/WhPzx3acYwO+tiA3a9x6U2qeofmC+knI9/Z33rqO6pDX
FIvuZFiJe4M3sk5YS/Ip7EuMJXkhpDwaVjef/i0KTsuGyiUG+H/NbZePuvgndsb2y/86tLl/IdyP
ZR+EAPwsSqfAI/wXOsP+i+2aULroOuFb+M3++pscaEPV4D+IhBCUYYNt8K+/zWzwvSxMUwQA/iqo
mf8SWjf8bir+hzIXbgUWLPU3OA//DSp+s8v/twROaBlTJitxwMRgeqeuLEW7q1kATK8OpbubO9IY
w3ZfNBG+xyLSFmaEiuXvdRQZMjp6/tDPjw6byODSlFNQns0snWYIlHYnrgOVzvuoCXp5FuR6oEGW
0gG0OPi1Prth1ucxqxKuur1Xt/JnUBkQebQDgfI0rGNn7SyNFP46BNSicV1cilY9sYHwcJkp7eM4
czTFOjuzbRrxu8yr4q7BYdnv8q5WxW8t7KlMRn8co3O5wGu/A+lQ7Ne84vojzdINHmDQYxbR7VqX
O1amVvpsBiqiNqGTelcsxvOkol9dpC50RTQ7Z6weUte4GZ3CSTfLV8lX2nOn8IiXyUIuMWF1iwvp
ufCnaY7vUICt7Kzd1DExN1WgNc3gh1vkL+4wRVfrQFHmnkfyyktasjs+SmaKJVl70o2caVDvDSDB
4U+3E/TIpLABSSr1/ZRdqwj6ZRBSn/bTNUo4Rz7VT9zSWSCxixxXrPj8BGN7rthA3nXM2jcSVVoc
OsSxMzoEB2Vr9c1Z2H5N69wwWs9CYCBhnzED7Q5lGqbntTMwHKSDaz06mGYi2u2ICpUUs+X6k57A
Qh+6NNXmUS9w/e9XYyCQXWeR+LSFld46FJQGDyNxEfYD2cgSvKkW+80e5PJRiXB8UMy22H3ZMqWe
v2OTbmAchgT8GBnzj7Wd7DNzp/OFEzBfj+X3bj/utZ/nBxIHjvvL1dJjTqbWrDx67qLlpS912cTG
FM2vOOBD4MBoyscqr8f6nW4CtorpYKXTrpzwmu4XTP/pY96U4Z2emDMAJM6UjH6Rna2tL8Q6Xz+x
5x3UeRkFi4JaNyau8bnHsJ4xclUTxb3OGjhIjB2m1co5IVQRxogDu6zMc49zzP61mazw5BsLlLm9
KaeGhfrkrcFbYC5mcY+UnMqvwjDKiUHUyQlnkEvr6DUVYcRezGdPELrdzmYJcpGbi248mCNfyj0i
RlTuq06I7jPCgp2dvVkPwVOvp7H44WRCsNIsygLKJI6/TlCCbA+TuGeIK+rbKayDetjlpllbJ0bb
0NpzeUQ19AppRbOVOEHJTYloOEw0+0yMt7vGABoeK28eGXVFexsOLNEH4Vzwr6wY3WW5UDmWBai0
Q3bNrt4+ZIE3v5PLxcmDgvLZUMZJrTPyP/cT1hnWuiIACoUprsrbk1FVzbGMGH0TE+oQ9KkKUxY2
WLqSUkCW1/Yc1joOlrZ6phsUCmu5SD6+lZQ/FynHa8648uRjE71q2XTs0gjaJfbjW8SN53q0wseu
WrMr8pe87l3GQFdJ8qH4g/k+jNC07pqerAJKOSGIoh3do8lJeEURcQU5Iy0VQ+a8HDJL+z9MaMwP
UU93XG1M0824jHOyiNHfZVFoHKfayREuI2d+cRu3n/fzgPsJsDCH6QG2NT3GtuKSRtrj2gwlqhRe
KFyGVTif1n7p3my89slMJGMfzm5/CPLQxRpc2CQVMFgjCy0KqoeJ0d8Wxhn6uHGRs7i3tsbhUmKC
yFrVUZyzerCLK/LOemTysW1XPwcUs+wiCA3XetTRvlaVileLpaE/L5dFG/rTmw118rxhfJyELk4G
sYKEKz+OCQaQg+1WaWK4hnXtotZfUbOXvxLlhQPdKXIcpj8eAox556IZnhgu2WP6LDBV6GfHlftH
jEWsvC0a4n+lMY6PhdEX57kA6tuAZ2J77RiYrfL+k2z1eCi0kq/s8eTDMI2aqjiiBNaw1Lwi6mhX
bn5ttiW9yM1WiGw089kv6w/gBkUXW/zi7SNvXbK14ZeENh3SoHZ2Wkv70PRiSVymq70ROdEpt311
ljqwLxrswKtd2v61G879eUY7vprS+nq2R7FD6yC1gbRM0YpsT66IxG7wZnWRfuZcYYxNMZhQKkud
DIHOvhs/kBfGvSWc4ez3DF/Cbojpr9NnwFu49xiMHwdFM2BT5zdVVraYtBfn2sUf91abPtqV2UTB
AZYdOoRLRgYlODLvey6Hz8q33Te7KMDEkoTJjhNYknMXTM69lS9dYmRpaJ5x4EorXhDzfrq199CB
vQeDaNpk9UNnZ4h8OCDa0D4Kp/IBI8jTPHrByWlK/33ErIRVWjmHwhSIi5UTXtEB47xEaA270h4X
LBj6l1FLjpYClyZ/3kSRYuJHhuPH9eLOCUsP58msfMr/gB6O/F9TPk58c/e5wqnN0QWVETrufki5
NoN2Ny5YaCWaobmycB676Rb4CE9xAGNtDu0jrcdDuzrBw5D5w41d6fKPWjNH3EgzLwsSHKlByh0d
IOgkRrvxsKjeyid5VHlZOz2eB+INfvYqw2y0svtixKTXx4Pgnm3s88wohxqPhldsvSbJjBGmxkQQ
5gFVUYQSQu575vaGj7n5BATAFqY+K+mnEk64mUu0TUM0X+BU/PTD9iXrFkpyvOl9ElZ3poUZcjv+
xIOuOyDRzfReDw1XskiV0Pa94h7xge5RP6+f6dqqw6PB3t08mMBZqn00cxtot8beRIZN94gS5e3a
KrUuFKZPyMVe78cIx8vBm8R6gohTw/ObAQEH/UKauapjF+ttnkwkAM9WIeezAeHihg1I87OVusFM
Qu7hl7JTBiuvg9eqiYTv0rYNDs5Q/2hB1cbAKYMrB89PMnpVeTHwqH/0Q+P8MGSvjP004RYYN59H
rdaKDVu/hnz1o+VFCOj/TVc1B42O9VWCRNhyasaRJdAHrGamuIxaBNwR0RVCxvQYwE1EvADXTYee
DOSZPgPqANwwaBnPcK+gBzz1Igx3XlnOETqZEf6ydYHuNoGVH7zmlcvz9NQy1+BqA9fxIOzZOQzb
obVpzSruZVof6kl503XfiTHa6Wy0nxSpOhZSUL/K44q3/SLJjr9rHT1ZTR7e90y/Bz+XOD+XvLwf
SgM1Ss804e1YmNAl67SIrliEmnc9uw3WKN8+rZ3XXwgLEtLAsX+E11OfunzGfxGMoXwOC1/fFFmA
kclY0XMt7MvnEE/BDtoKKKV1/TSinPjHbNmx17ot0v5SJEFKVIW0Rqc9/PXdViUA2Xs5TaIIc1oc
IgckdWi+SmcgGyisHoVc0uHwosLB/bU2pvjBk3Fuk0mvgIwWWd3mLSihFHH9XPql9ZwvIes3A4tZ
06VoIOOS6V0mO/1jts3hFOhme5Q3Kt+3pJwuNH6LS04p/KWxmvQKsL4VJa7Rmzcr7q3nFjfDNaYo
giYRnHIXwxZzTO8t+Q9oCdnFFYVeD6tjTE+zpaDfYD7JQPVrHSbMGql4z9BwyT7anau+NPjeR/6l
LyN6DS6GVFUOGaLCsj/DYZi8yziIcbnDdq2zl6EyLPuOZNAcYvXxwxWhxHSUfLYw5PYXA8C5TVgg
pCo1z7hIc6Jxg3GjmFhHOV9FzcDzXI7a8C7EPVax9WXhDm/qXltXbqboIgzmiMTejKKenUJvrveY
EVd6qsj6aFGkJ/YH5xDsdjJzL0hKMbzwc/X4LNCZIM01vPc8AKlGGCgscdRwYyhjuVbS+6RNQF+Q
fKMHMbjldYPIFgOCsAjhKbLK0iObwV4nqa0tB2sZGb6c8jr3Fro48ro/TXnRnH3wWGfPa97mqn6Q
9gw73eWhHywzWzEm9J5v9U6zBD66XhadfWnnv/mCOk8ZR3fiTsp+m5TOf1jEKK4iZaXHIhj8C4cp
TnODXBkZQbP4EP5QX2s09Q+zd4PpVn3HxYQfrCd3NJacq5JW1nleuA7uLPLs5S1TvI8EDpntSs0W
yz23rKfhzppkWb+QJtWQR90NjEteoz6RgpyHc16n/MvaPrBPw6yCd5kVW2Ezgnd6YO8qWYqwgc93
xPC8s+ozXg+j2KJ7awNQaG8q8oQY0r5zfqmPJYG0fe/sw4AUKncvoiGXgPCMPEsUCvfK1p4Sd+zP
Bv1BwUdqA0qQ6S/kSlKc+ju3KBwePbScbHlG2UKP+MBr6BoXPINB82AEMy9diJMmwfJJ1Vrk+bm+
wtNGMb1vmTrHCFekAVCY3mHB58gsoGyWDWRSKtFnD5ZXB+kFrE7v7QQeHxb2hEyIm/FDfc2+12Ks
4ernY7gzVu8gUejS03+yd17NdStplv0rHfOOGwmbQMTMPBxPb0WJekGIRvA24RK/fhZ0b1eTR2px
1BPz1hVVFXFLKibh0nzf3mtnae6TzkuTvdkYEudo/MNESpyZ5LCqrKY9NGaySFl63R+MtH9wKfif
QosOtrbuw12SBuKqjqtk11CiPVhh2j6LuYu/9osTWc6595kSGsaH2Sz39E3rfQpUcMXm3M9XjSUD
1HjFlD/pIYzwEaCPPzgit878ifZ0I7wveesOvPlCFqd4AIzTaLSmrZsh0syMDKgZ2AFMsE31hPmy
aNAIzPYzEc0eYTRWjoRUFzkqzypvD4bbdi86nyvaOG74VFNBYQ6E5BFsMuzEO23WJQ0dXzR6XXZI
xbYRuCLsP3a9N8RMOj11EGMlFk+wFVndTRGa4Rkkt2EvjcC61kveJXojcyej7gF9mia5zDO3Isza
s6HCs9TNpXWOhMqCabh4j1Xd+l+ChPL5bAmUzEhfz3LA07vJkkwdmW+9GHXXnsXUaG4jbZnUwBt/
BO8kMaSYrDar3gV1iV6jpGDu2Jzf+eB3bkGWcDRj7Wqs8MYmfXWRQ4VLsIKz4XidnYAuQVIYZk5w
3nU63WCRRAaMGeVTF0XZCb5M/NWU2PsTHFcYeSBcn+AcT8GdTOFZPFLJpc2YHbofpIOoq7f1kHQX
hDX44SEMm/oxTbosSzkQlH1wJRSev1Pq4a7LRtKNplPiIGt5VTcxqSeZ2ToBZ+K8+nd0zX93iukU
06b9z1MF6BQvFKg3uN7l7/9dcqR4aMJ9IOEetwE2BO9fJcfgL/5HerSBsDz+yFpytP6pONr2X6a3
hBkKHzaTuRA4/r3gGNBaptrou0SY/vjTP2kSv6dvSDg/PsVOsF3ECnhQU46AKUrbhaLGQT0ebDw7
NTUROlUaybU0o/ZOtt50/ea+XP9dyXwLjn+PFpEW3W1ITwGFT1hLLsy79/VNVwER8IbYWUW4Lzet
6RicwYynATfn7vcjgdd81/8GfYuXKoCASaGEpEZQ6+/HgheZp37XJTBDtBWZ27z2MAje1QH9BA1c
voGwAzxu6eBvo2ASIGs3nFyzNjd3RevNA8t3EndZQhCYmUYHkndsfy3RTr8QtzOtUdrP0YF2s5Dn
uWfXl2Q/Uhlhe5ZsMPNnd33nu8Yu96clMLD3cvs8mNhPsFpCG17HbACDbWUUZvU8mW0JCoITe7Rn
bfZ4IpaYWAfLRLmcM1JT5ZsiyyiWkXRNVJ/CnexcwmAs1HWFq97adpjSsou0jqZnBD/qrE3mWn4r
0qnCjUkZ6Dpyk/Ci1jJ5zqEyoyxxTbgdrqUws23ov88Och6URB271yDLq6s8FeFFNU+ZzUFDUiNc
xfTOOZ1CnnIBYoymrvxzt5A0McGv5OOGkCsPgMa8FIMPy+v9HEWDmT+WRtyxGRyNIm3OJt1T6Zoo
gdMeDUJdmGd+3Ew12TfUMxUha5k5o+KKLE+5eiPS0JmxHZt+6Uz7vIIGADsgQSacbpBSVeOXJk7H
5sKNjLK898dKj3jLKtflEJI2YhAPcpwyqgu1ZU8KO1iyyNW3/uiOhO8SplBhzkQDS2rPSrNnALCm
aOUHeIWFwjp3mgL1YPZEqOsV6gb/aCOXXAxXoAoQY1igOi8gpBEtVsWunK9l15C0iHk9Be12hUOt
F7chsTvF5ygNUvaquqYbvIHpM6pv4L6qJuDL87W+4QLow27qFKEeMqfCUW2zdlnv6Xs2GPTxLFsc
KJpbafequC4Sw7kKO9A3O2UmQ7GZnLn9jPiXl6gZlC52dWtVBlJX4ZUbO+kDpKlJG+MxpROebebO
S4vDwCmCLp6Jbmw3yqJ9XnLt5i38lnTYzwK13kPfFlXrrvhpYoDCMnR9dAU5h1QbZJ0FZk3uNSXR
MoXh0GCdzzZ9FUjE9+WIGNMxIj/Yh5ziD/ao6LaKBksm5ErfvpLZoHia8A2yTeklvf0ymu5Yn46K
gtSl6eW+fZ5TRs3PEk3pc1jVWDQB9DpzPN3RslPqEDbN8lcRJqcri6/CuvSMjMgxwgdHMAEOmAGL
RmiWiQOuYQgDHOy8+lVUuZMd3KrX0Rnb4QhrsGW2T/Ti3BwDdDKdgClzxGltkA2FiwZ+XjSftg2a
SZjlbaZwnZIUNGMqxM1oeMUOizrUhC4bimHvAuGOCC6MceRQ+EWT1fXAeqB36PpgaUWlXVNOQhiW
IA/BMB67/aqvDVIKhdsQRloMmHDQ3LnlAWmKRwGxK3GaY+kNxJYTWRZcZ0EdqEPdF+N9hrs1ugj5
kP2921i9eRdNDq/v1iC6Kn2oqnDyDnY31exrbafEbPo4lYaxuP4Dc+gu0FLjKxXTbCQHrVLX2PQO
puyV8BKxqORioz5fwhPjE4OdZLNvxzB+Kelezet4dgvUxDldY0QEcXSp6S3YQMzEfJeY+RDvXK82
kJ37ZXPG2dGfUA+NLiXYoneHDeQC9KUZ9Y/pjreSiqWO3dj5NBrWhPrW7HKyY/EIBEzWj5b0sQ7t
W9zX6fyoA4tWSBibs78pDepZ1dcYPodlPZpGGQW8l4hR2HlFmwIROD1xSqYY/7dVN/v9+BI1Jcw/
n3SSMKzU0wDRJ7EjbOKD4YwvkxXjHvpvmyZhqj86sv5vO7LXr23/bnu0/PV/ZHSe/xceCbJuTY+o
Cclu518tWd/8iw3KYh5y/7UN+meDZIi/iGqRaOSA84IO+ztn4J89kmH6SOlIP8AJaLLTsEhL/pPA
03f7CHKlaayCtjDZvfFDEce/30fEcEqMCFE2J6Q5xsLk0uAzs/Di9/sVNntvQGj/jBLgyrTZrkBN
OdqKtfUIySiLoq1u61sj9fd1kHyLJ3nhVHFA5ORwDXjz++/HXHZA/9Ft/ntMCVFf0n2j5W0dYYdL
Hx1NGytjM4baxXUXGreUe8NzV83fpmGwL6aSuLvfj/l+B/j3mPhFeNq2yb/sozHHLot0pQZjw8z6
2YTue5qjuqDIa+cf7AB/dUfxkNJRtwjNCo5DH0AxJTLyO2NDgvX4UJXC2NiRyC9H9iQIFEPzYIux
22k8Ax9wCH+6RsazHNdivwuEXRwz2IM5tV04Ec12SP2BbDynM++QprloJqFV9B/c0eXNePcU+XZc
00a4gGcZjOuyD36jGXBV00bKdNqtRK66Zu9HA8OUf8bc5rkto/AfiWXYlt4SYPJ2lE5Lneep16J5
m8ILv8zjjRHjpv3923F8LS4J1ShV+dJcTtDyB3j5zbXYZc3WOgnbbd6V+joYLGNnmd5HRMXj57OM
woHLQrQFVdH0jq6FFgTZsHmktn1HX4MizHhX2aF3WtOO3v/xBWEvB0WJi3yhti8v6ZsLymyXDVoB
OkBrdORBBKZsLBDc/vEoEFWw//7tcXePLqjVyEN9hKzbejTlxqCvjfx+/oiP+ouH41ucVoUJIdaE
Rvn+WnIQZZlVN2o7Gr63UoRKUqnyqz98BZgYWASYAsmksWmfHU0Q2k2dpmjTads0AY0YBIHmPuyM
xvlgelg+i7efDXIeghiWycHiKCiXc/nbJ8NDaCn9EleGp3raFmJSKPxF9hg5Piw8AiPLD86+R8Ru
jtfY2GG9+6xMvHMoht6PGBPvCNjGF9tEpeReNjSvetPIMDWK9NTx6m+RUwR76nnmll2QOrOcPDmX
Y/RRGIUp7OWFeHvx0qWosKyOwuWU7C1Z5W8vXjlyHiQ71e0YWY6k6V8RgIX5RxJAlhZ1nVGzhhC6
cZLUsXYQJ4PigXZK5N90YR/pvZGP0asWWOdPrbyZFCbecZy/oPx0Ooy0pl+cBnTPalK3i5bpHcs1
6MZ0tNpbHKRpsrFab4zWQNTm9oAzpb5WhK+RtTzW7bmohkKtJnr2Pny/OrsHneAUh9hT0tonUdcv
DlF6Kpuh8KxuS+/ckxtRx7Ha4s3gBKXGUb+g0qEUCuYMkEtkNmqqUVITJCdA2GW3I8cmfYZMcjrr
UUAHK0F9eFhHACDbDbv0WV+a2YxA58yys84/lyCV3E0EUfG8onKNNzgA17JWrqg++X6Q4P0QCotg
iX5km0IoBCmNk2uTRVmGxlwCP4Liq8/Dzhb1S+kXBYaxfvlkUYNKit9D2Ir13JuV2mGGIru2wp1l
rbrJM6wtrRH5WcnWqakEdq2/NejqOMSUxpibXEe51xkm5wrmmOGcOax0cKbmPks3wu2QQ9JYjtYo
9614UwRNhI47sThwKMeAOVgS3TNtLeSTt+h8y26lpuWniAzy9dbgur8bMwLKjXCSUgIODNVzigpn
Xid4bkkkp5/zNTZVcOvbcMpgSEuqpaQ/4NFzsnwBzo1i3IvMwr8MK2KcblRdj49Eyk7fZ6dkZe4d
OsCN035LhKjCDU1ulEshOmx8f5xcvoBroq/VhERfrGtHyXOvBQGxsgzfuBIA654z6EjxISWmY951
i4OR6r1H5rqFfu40agGJrjoOfTAZafyZK5nFamdrImw5wLrVyoikuGwbr33gNGK7e3vwcLeVSA0E
iKsw2A91jMxbWDWk0JCVgrMw6ZHZZoBEtDeoLn/toqT+YhTa+zyC/MmLax/Nu1/dBIKu00UfmFXf
bzs08XvYACMspdj64Uu3nI3tjkayBZJIf6gMpuDBy/p63BaGokuYjBjhz3yjG/J9K7253GVthpo6
QZMPWjVzG/NHkoy/HiNXXqEFcWy4mU5Ca1ZrMLMRnjzzYmiRR4WPmT+3YDUQcfBsIu9ltvL6vu4W
kbCaO8wWfjASFV06zfDVoNUF6Kk25Q2IqhnSUgticRUOY3lHSRrMQoxY+6rCx86muDMF5I84AtdI
fPBwj8cAAkbrp8F9Fo+5ezLZSzuzLVAhwC2wm12elw0Yj9F3Ho0ZmzFnvcnE6oqNiUJ2SxTFFoM3
aRj4TpiI6IS6FzQdzFeZ0MXmgCrDUzQXEHuCWFL9d822Q4geVDnOBzovKrpoUtM08MLNiAXM0JTj
zqr8cINHElCQV5ZEsXcxlmcosa59htwxrrcKYnmzDWKDWkZq+MBjUZnphsRuo/s+OpOfrDWTDNqx
0g2GUyo+w/kwtI0+hbeCV88aDYQxldVGLzrwmxG1SSucC7eu46eKpUyvyg4MyUpTLXjtsTs+QHBV
gPd75CM4ReOvGdzQh9ns7Eegv43ch1Htmmsd0WbY1HE03ZEDZXKgpiV+QuuT/oiv0RxwEVVebikn
GO5KS+k85qOtnzDvVrc+0NB0Y6PnaVYgHCS0Ds7tCWqxIXe2dmUhtLSDxDpHYqiRicQZhF7usHiu
CGVsCBAv+HhyvooRww5dyxXYVu87B7TcXZft0OSH0NGgvwpoBw3CN9xyQy7Z5gxF3HzOkX/TnpJj
QQBQ7VS4rnrjbMaLZK5sHZiP6O/mL0TZTME6ZYcBxdYgjnNNF3GklexovkZpoy468evB2fMuS9Bq
Ac2/WeAIXedWV6qlYT6os94W+tYvM/97UDZLQ8lhF0DmbTIbm2jI6yeXOeDFSNG2rmzH8G4Q4SFb
XMD38SpCRZuiP6MlSelc9dukGuJrZMTYfcJJzu2qyuChrQjZiZ/6ThnJ2vETXNOg+Ptxa4DHa7dV
aGZ3Ie98tApTi0zzpM2jetXbVV+c1aaTXWUoydx9Z3vIbbAi9Pk2jNvmuwn/ccCDGmHW6ihTrrKJ
rve1kL57Y7v1eJmXonjupqG+RqoFHxolia9/cA+/jSUqxNXYp8Y9yjz9ZYKFiVU+tHj1C6u2XyLW
IH2SI3IEMRAWNaU0XWh3p53abNelDYUSiVbHfJlF4CtXskNNMeQljL4i7c0bgdmL5jZiomaHqw2H
BXeivq2mGN2eRXGSEE14Kd8DUkk0NvrKobbuG/pc9fYgwaLq6ga3B7IXnOCABCjOaffgOXH92UfH
iqORhvy0aohgeMgr2GBYZCsp17G29XcKoTbW5bKv2nOHdCsL7FCOjKQG2xsg7hB4oTGfZc2Z4uRy
6+cxn7ZuPXlqToCdabvrkgZ2RlDl0qK8weBJqa5AFuhdwPuWxiqcqTPjZTCHs6IPjIVUGYc3E0tc
x1zbi4uWjCAYY1moPjHnZPaKhT24TEe2XmshB+8V5se4z+tWveKEwrqd6zzV+6gK+7sBO5tcxcAQ
swuJlx/nShviuNdqNL62TjF/6YWcyUlxenUb2olz5TRT5m7BFLGy+HF+oueBdar0TBSHBTPdV+1p
0W8w8S8m2LBzPgPGsJ5nEVaHHttfua4zy3qA2uEl6xl96lVdaRScMrHjV4ct/BXbAPHk2BmQh4Kf
Ha9si9dhU4eOeDKBIFzXSde8srdzulWEZuqTETZYyPpQqAsrqlW77eg+zptm6OZi1cyOfWN2oXFP
O6MwTwJrrM/7lo70uh/j4QmjCIjk3sI2u1I2QGrczz7kUdmx8ct8sH34iLD54d/tyQymrMxqG2aY
CWt40V5aO3dQ9bx2HYZzRd+3FRnbJ8/Aa+fYULs3dT1AjSMcDB2RB/r5RKEJM1eJor6x8qeU91VC
VL7OaR7rNbsscA6zE2T3qenyS2bgSZ8KyyyQD4TKJGy1wbiYzYg7VzGaaWLkU1zHcMh1KTbzqNSn
rin8i9YBobtvkFrnsOGU2dz3MwSedQqckw4++4Zky6NSGvdZOHjkWSgLXs5g5DEbWSrCW4g0Bb1q
QGACp9sCqncrFcxbxzF6d9v2HqJ81ARxRI+gdRo2HoYPmidW00Nky7qzJuj4TRGvcWKDRUAcDzQM
nZT72PmduOqA5WCOH1M2Yrpv+QC4+8aTEHUDPHIai08U94MbKOzgiCcaF2pDXMpwLQtopAgiM7Zx
SNCrXav7ud22YZKnuzKe4monEO8CMm6g3nHizEzgO8FQETzpTdaG9I/2uWljmznDaoqUjTJwEXzM
crZY3YOEExY2vheAh/jehtpxXvBGzt66wU/gryqfbdRWeaOUK08aVO0xCWXmzunsXmz0DAd8ZQPP
1rusaeQt+znK5WFTJp9oTiTNlj6SfeJURTitILlSfi/nrHxu1dCeG66gWZG6kj6961XxqzdO5dVQ
teqLsNvpE3eteAUB24B8TPFtr+CD108zbdJbuGChtw7jmH1wkpfB16qiaAfsoVXuCrNicMnpB0JJ
4FVlvBmT1BrWvp6kXlmANtQmtDthQldT5adh0HA7MWRohE+NfKCNlL/gCy08rAJRcxKA4yFxxu7c
/CRyNe0wC8gyObvMTRdW34rFoZvJO3r6sUkQR0NvxDWSfIZmE5Zf6fGP8yIfANLqtC74eWXmwVMu
hN2vg3xAr1eR2/SJ7wsWR2qU0/c4H9j6ZsGsvnn08vy1zemNKTajDbprmjE9t1tZMFNmk15IMan+
VvejD5NhTvvHufHbLzJuAQ7N2PpfoknQEItL37wozUwQUmXpezetR0QVLoKxs64zUrkth8h/8bOm
OLWdeVasRlb/tXc1qHcrjMJzA8bIVaRd+94J6vEq9rzeW5syba4ha7DA2Xjy2VdzDj2Axy2+B5Ex
KWQQqgpXbltNnwGbhDbi8dkZV60NahxrnrKfe94ETiMJAlgguFb0LYky48qo8uGljdkE0K6B5MPu
JeWBqQhyXdElBXu3sR3vsTPK+yFdvsyCbOvvPsfVu8ns8/hUoSkE6xaNEFtV4HcYjbuqsDYaQ2gL
S0CXN6kjinAr/WqK4MKM6FqLkXynsgnLp8zXyF+xITUgTd0Kn1wmNMJes67Q0GZlWGpkabJ8djP8
nZhYWp8dk9eJaV30EfsQF4ndtxDXA5BgPwq+2EaCTLoHOexsWzq1dJAyy+EhJnVwqkfJJiJNkvmM
BhBQAzsM/ecxDwXgkdxsOa+bcJjduu3EBotd9cXNx1ifAVpw4LFjOLK2GYHz5aodTF4Er+5KQmF8
3/xUI0W6SUHq5FwH3bJN1drGI55j9Ro0Nvp6iDv9FSvKVO+YqIsrPC/6cVYBAHO70gWdvCn5HrbA
irbDVHbPdtdFr/1AI5fbgBll40cGjaHAG5vvmluKYn/wFkx46LFktpZzN5oca1AzV9HBKqAnwy3T
w1fpBfHnXhCOi5w5osquyiA218LvPItZJwiTndcrendhGtjnXelQtfDYbps4RpoZrpFtB6Q71GaN
nyCO4GTFicseIShpDq/aroJe57G4620GUoOjWFWZHAryHmIOva5JblqthjvqnCmyahN6It5Zk0Oc
3eAnx4OpXD5kXobs0PpFNKLdx2b5kBlRtMjdCwGpdsxkxwnDl6+SE86NkMn0akCrAOnmTtgYcvrn
inc+EjUjOxMWFsT/BAgM4JIh183p17AR8puD6NFeOV5vIv22/BTNLxt/mwiyArlkZcdNvO45wfBr
yS7Hb5XSW67PkwCPiVfU4ScnDcfSvu9MMOrWJ3RYYt6M/RC0QBT7yY/9+7lzk/aGGkRs43Eou3Qr
+dPPspnFSZzFUcTK0TZPZL9M5iawhIrOh0SxIPpFjjQzyZPuIKqxnjZTbNK8HLRPabNuK2c6dVIQ
KVtYuUZHngMtVFSXU/rsWSkSz7Tw8G4lc1qiXYhL/jsY5FQCbkFKaFS6eTBEI1jQcXc80Ph07lIk
Fe6685YPVUxh8nnK4hZJm6j0+ZC203crMKwX2MQsdBYM9ALtMy5WMAAc9cGogA9iP+OCDMnNEd44
sSd9sIaFMF53dnwN3QjLSA3R8TrHBZytor4PkF/6pvNlgvoBs3mSGMVwgxUlNGLYk5zjdexsmQaI
VqF9n5cnERq35ouZ9r44D2ZQa1ugdZoZUNG92mpp8qQgvuWl1y7r68zc4VgiEfgJ5cjUkntGanMm
DP30vEhLzBAbnG4DEB0RD22/cv0idPbYbKdJs2SPOXZiHfnfiQdBgF5VdgWRKo1xHtT48u6nhICq
y7S0K2TfqEqoagoDBclpOPtuf9/G41RDZrKxgW3mjArgqoZd3d+UE9zKsxq3YHcOTw9TxwYXUO9e
BvnMS7mq6gHmBBgwpzYe2k7O6sbu6nL86ivPyy+jeuyGcIc03obzEnsBWwIRWTTrFzNNg4EwwyvF
FxAHqNW9vJyTm1p1vtgDJJfBrkc7xMGy00FAH4ouPQrkFWmJoinIt5yHVkOICsKJ9jSmwIpkg6EL
qGxYcADxzdW9ln60dgV1heepb4NI7Gg1tdwsEY/K3hGpVeccoO0JTLubGWgMg1yKiqUmz8kc8tUF
qeiqNDlxjYb7HFupM+91D050O1VhhRpxXEhlbuJITtxcQEmFJmmQhgrQTRwNPjEHwlpdG0Atu2yP
dxqGKLJlJlCT+00mLJbMIZEUOzUOZnoQFcTLYV5mEWpnpXtmwtzKz4TVpDCgFJl31M8U9+A5kQp6
FOZmlNu80Nj0zicgCuM9CG+X/Iiwou5/3WNolhTKLJK/1pVpRjZyiCo1eqxFsOySOxYrlT1AMPOs
dRZ7SKt+6A4+acSb1T60Gx85QOu6ye2UTpo74U3IjGwHq+PZRM43qAhwaaCt14hyGmdTErph6RUz
e+XZm549HNGe6MpN7DGVZ9gnwHMra+0WQWF9KcI2vKXFU9nWdlJ2kJMW47ZpNp1obOIm6pbBmyJ/
j7euM9CiqCSyqRVnAAlDasickmS+toXqIEgiJ2KGBcgHh/V8ROvESjwYboMHJOL1RyrjSUTQwd9N
vf8fWsrhte369vXfLr7V6t92ffkCL74q/+cy1DPRSW0Sxd3/fv+P6u9/jl6rBan87h+2JQ9F3/Sv
rb59VchZ/r1zvvzN/9s//EcKea/r1//1P56rvuyWnxbxa72TASwdkv9cVXlSvlTlqzoi8Cz/n7+l
A6Zj/iVoQqAR8GmrLF3+f8zcAYZtBOr/UhQs+sl/hAPgoAWSPkSXAs0A8kuaXP+SDfDzUAvyh7y8
wQL1+RPZwNJC+Y8Wi/QlFnNaK5CFwQChVz/qL7mtD5IUzRVusq4DwmGyNVxZM9K/M0xQdbGjPyKm
y9Eck+LQsAmiVIncZf6gO/yjZXr8e9BKpZFGLYLyx9HvEUuRYiuBigAchP5JnFVjeSm8IcNzkTTi
uy4LAKBN2OXPsx3wC7ka64HAp3r35uld/z3kW+3n+4YbN0RSPLctx5LBYm8/bn+RohiQOKWcndVU
z5jexDPM1PHRgPm77QMgJL8f7qf7z3BQlrhwzzdNXx51K0OLqjmEOmcXU3e/pEjvnMXkTlIlE7F9
aYhpCIgmMuYnWZpLJSr0b37/C7xvl/59vawk1IUcsAFSHvXllRWzWONzZ/HNA1aAPr91IgzQ/4VR
HBcGle2IwFze57edPIm/ydejyV0lVulz5eXhNsq79AN1ynKz3r1E0vUskt4JHOZu0sV8P0rFyxtF
Y2MjeVfqdBToKQlO9dbT9GG0+M+3zUMwTX/URAPALvaoS6qCVFO0WLqOXZ6dua3yzpJUJPe/v20/
XxD3CjmDRfMTQUNw1DEvR7PGwmcMaB7TDtC/kCjm2aGFfZY//n6ony6INrbDpAJ33ePfx2qDBo2/
kbvK2GW6QLuI6W4tpvojCcBPF0Rxy6P+agF3d4AWHQkNqDlql4CUcKd0YlTbNm4ylM/Kr+C8Jr75
8qfX5KKJRwXggRdexC7v34coTfxg8MxwByOPrhzIWSK57LHrPv35OC6zMU36HwKXo/duANTuYSUH
SRHExY2PWWUlUTZ+/n8b5ejetbgAIyhU4a43mv6kyly9G5q0+ECkcfyEWAdouzu+x2RE233hxb39
UpEp29aQlZzpilpfREMGI4YG6EMUtx+Fpv9iKJ+pgMKO70hWoOXP36hO8Okgk267cadCeshTZGCE
bEUvvhDuTqH/93fvh2Tr7eTAhfkOehAuy3QXtcv70Whld3EsummxAgOtVHGVEvMo3fAss4ceqzMV
+sWDCeMDNXUcWmfgldzhkhTGFh1+3Jv2xlfzuABiRT+tUjXXnx1n6Ic1pV9IJImqquaOUAA8RNDg
FrIbmCLONmiF5y2btfoGMX7ib7C21N1Jxw7u0bRKNe6djggEnIJ4BXcg683yLKnrgAhQobw9Xtug
31OVwAo4ekbXE300cB494IYrHxA7t+cewnyCwzpoH2e/v2vHq6EvFr2psN0lgmLhx7y/aSSkcFGx
AcRA4jOY5ukSefILnPzvMhZffz/Wz68DA9nusu4iaHd/kALfvA5446w0KsS4KzCAr5rJRtiB8XZH
8mr3wcuwfJDv3wWGktTMfPYaxFjb7y8L129cIikZKcyaxtnQcZvDoZmxSrfGtaj96sxA+nP7x9fH
bo+VybbwsPzY07193VEbNlMVK0xjGcQ/2Keg5QWE3YPsOXF/cIW/uJlM5yhBhSDynsCq91eoOLjR
7QKfTqx9T0LUOJ0s92Fl96m/+ePrsnzq0dYyqy+L+9FQaCYAFqP/4dQUw+wrskeq1cVhzJX9wSuy
vG5Hzw2hK4OwPiGIOl6kRBgN9lBP084g+GYTaHzfNcX6Q1IWtIWFMX0Oen/BRerUOPnjq0RdiMaX
B++zLz/aoKZDDW++wP/SUm7NNjZ9xXztq4agLJoj47D90+H4FJbFn+tFbXs8XOMHuCL6QexKcsi3
duzdkPlt464piw9GWua99/d00fKiP100hj6T8fvH54FPzIg3mndW777gq4HxZujsg3nk59eRQbgQ
pntvOXEcvY5s+L0u0JXYYZzGftF63SHo0ZhGAPz+cEPrM4m8Hero266UV0cJIXa7eqAXSoGv3hN6
6f3x68Ao7GTwzGEUk8eyXTb1WGo6H+e5xpOGfrLHoI8mIIy96oN794sH5KDONTkLmvbyDr5/QKoG
9GQ2lMeILiV6h7ToVe007gdf8c8zPfo0ilAWqz4bgB9avDezb9Aa0D+ZL3fIkTB4DN5oW6uyFslT
C6MRZy+2iw+G/MVLsfBjwb+CJRN8We8vjJXLIzwP24ivrE9UyrszmcdfLanaP39YHHHZcSI8NXn/
jgZyC5B5WdmTylIm+n6g/XE6IGDcY7jWH3xNv7gmNjPo7zk8cp5b3JJvJ3nHHlPiqy29c+jLBQeI
s7W1n9yulavKtsPp8PtpYvnNjz5ezozEM3mcQ3xxLKlF2GpA33Rn9oSAuJq2wW9feR+cUX/xarwb
5HjqIxYqscnkQOQcE58RVHQCFrSB0ev5Hr5Z+cF7sYCHf3FVAblXiEJ5aEc3sVT13LTSmnctZLZ8
BdtpHLehOwBgaMzY69d2QbgI+Rc9wgC7RtO8TtBoZGspG+LjiOADM9RX43YxSoRftdPWf3haYl+0
eCwoECwnQITg7x+zJj7Ar9nY7VQ60iRX9RfPnuwP7vvPt4GfvlQhpMD2wHzzfpDWiOqK9JZph1i3
+VqE4E35n5IPRrF/frzMLewFcGhh8UUA/H4YUzsNHBq6OG3pk4pagRFHVVAQWnw5WT2JxGBnq3Ff
16qoDpWuveqcLJzmohWtYV1HVVbnl9grAyIdesNuAf0CwUSnW4agnCd0uAixWtcptj02RtTlhV9P
JylPUB+IGZ1ckLYisfaIZ+q7TDjdlaA0ADfTqGN0eYC/LIEQJy+n05R0lJI03iwZXpDm1ghIyZtt
nzlg1PRPmd0ImI10euv2UWb98ZftYAThLjFlAeizjm5TpCh95whNd+jf8q0dESDcJ06wXniNHwz1
84NnL8ahn+keabl5XFyoG2kw4TfknVbltCfG2oIflLgfbBF/qrmRDIfI25HMVDJwWFzeP3hU0GlU
I3zaoXx7KsZ5egHRVsA0CIx1ouf6POp1dY6KYV5jdLOuSlF++Ev8PF8SLUfpkTsKcxav+PvfYcQk
mkV1M+xyTMcEwQT953iQ9qrzwuTyT+dKypyUOBcqyHK5R8WUzAsakI/lsPOIfVkJsg43cxToDyav
X1wQaxlLsSMZg9LN+wty7NYo04YL4jSDiM2drVsyL8j0Shvr9PcX9OuhEI8xPWAgc5c/f7NkCyNT
HSInhkqH/DbK0ZctJ9lHYYzpf+Wq0KkyQ3gsbz9m7DdD+dIcQa5BuSXAiRgzTxdfakwrl15kwoD6
/WX9fDjjOXmAoRbrAzmGy9fxZiwxpVhWXSyrDQ7oxEx2RP/dBV14Rd4J3ancCT8Y8Ff3cZn4pM9J
hcPF0X2cpeyxvSwDVkScc+LNt6VwpkPJAeuP7yP1NaqFFJiZ1uVCdn17bU3igOz7P5ydV4/kxhKl
fxEBevNajt3V452keSFG0ojemyT56/fL1l3skMUtonSBOyNAUEdnMjIzzIlzNH24dBGzrEypJiDl
IuecV5AY3d9Gjx+1DA1ciAw8olRKKw5na2kKfdU+qupRv6jtDHZQWA0Y2ZFItYY1u66VA29OaRwS
fYrfTYyn6kcG1ObpwZIsZLGoS6kcctczCfNXv8XcARGDC0iHDWyGETlQQMq5U9c9R7R6dzZXOsZ6
xZTT0c7igBPSrxzHHrOwA2JqAExlNbmRaTR6UVK7v6+33oIcAgxAVKx4DRzZtfn1ExYtAsYK+h9o
EDdfvB4WmaigNoIGQ+jft7S1Hg9yCPaNSJJzt7Q0WR2ajWOnox2U9R8yiAaOYebGO36yYYWpLAZt
mGWjHbQm89UKNHfBPygXU0cbHhi37stK8cNZGYKkRPmQicipKWv11sROaUgqgdCn0ZOjBsT7rx9C
2B/LnU27/TyeYRMR43KMgFHUXm6alcOlHVlhBGamjK92YyIdyh8v9hzYO/fG7UWFKfIKGmew81Ek
W5oyU3QTJ9g1fKMudPNYTT3RgQKvDZrecad964XWx/5kAp3aWeTtN5PNP/lqe9ScKe8sLTOcxJiJ
Hcd+QsyGmnSBVAbJ2lQ+6hsU/yj74YB8MipXqxWmEU9cChHmpWyV8TzBYXkAoDrsRKA3q+FBpiKr
M7BHrERBbrmaAX0c+vlUIAogDnDnI98oyLl30uib+5A5XmJ2B9p/2WpbN4cIKb0oKdTxgiRYN6A7
0SHrYKudWhxFngwpwx+Gp/zsdBNViiqDn+AwWt4cJY96jZwnfo0ODB3Sl/WeDrA3IdmX8XuY+Rva
vMhRWPbbzNM+iCIDLQ2WY8fixv6aXFmqbSIAI2Ot1f6S8XcTJAkXY3RrH3SSuHSjEb558LayeWVQ
k6E8J4+Es7JiF4NW2Gph+31eq6fCQRG4EqLY8cib440VnIRTx0IYuF+9J4w6VB204pYPviU6NLHr
HBnX+7sAkXS6v54tSw4pPDUeKjzE48tdEwhr5VCy6b6T638zJhX8ViKNckzm0N3xTLkzi3eLNXG/
a7SeYW0z16PRtRI1utdmhh+VQBazEaHO0XLov+WQI6M3b8NRPAFwAR1/fnyNrsw1aHlz+a9jhKpv
E5TMS8PXWzsjsQndJyC/xalPumBnO+2tRSLzSTwnl/jKg/RLVDfCpAsqGlOR0NK3kyfUY0lP6Wuk
1NkVGqP0r/tLu3F6kj5qmhpbyrMDecPy83XoiJiJVRu+CxHJyR7a/GyMVrlzdb0Wt1ffjguYCgO9
U7r4a/qmNhyHQDeo8TBW0CRH6FIc9Ty5dd+ASM/R8p1EERF9ZZWXXRjqtN7NcOP8Nsfgvp+dPNfd
AzfsHB81oAB/odKVh0xYqNCaACW3+vcWehR7mIMNz5YhDNch+T53u77cGssIBpM2rO4r+dghK5NF
5yhQwxcUbdxHrx6+ggEWn9Mqm8rrpHnyElx/hpYzUPoMdMHUPUnim+f733prQZQPqWFzKZjAWJYL
cqCF1DXoSSnEaEx/hLl3KCwKRzEjcE//wZS83jg1cPWub7mWjDhH49b0mfpH9MBIK/hTDcUXnng0
XWXrOCYYMgmgqf8sFwXSsZFQexM2KXu+1maM8m2m5Ttx2dbWQWlCFYAAkLh5ZSVJ84hbVjF8cxKA
twFbHyzEFU5elCk719xrPWF9VgjOCc3Ji1Vr3b2Z2r4VHnJFflLa3UUI2zt386SdzVBrz7o2Fi9K
apRv7HZOviTo70AiKUrUCrn2FMOCjBY2pMdvJYr3PMTsMSGOFE77NZh3mbMJYRUzUeZu4/emNdp/
ZEo9PvHMMIs8K93OI7lxC8pmARtt61y3a36KQs806FOYq9NSTz02c/Gud+AxijWGPeL47/u+unUF
Og69W52KPmCV1RXo9V6vDEpo+RE9MZrskfGpgyl/Z0lbHgR5DZEKFDRcJ6t3H0XlYg4pIvqx1eTv
htlqTwxeZcwVhdqOqY0FwYdBlKGhiSJZaJZfK/SKoZoGTDlZZ/u5kuE7hWHvBNc3YT1EAzqvFEA0
ZOlwiqUVs0oySxm5TQqY6E8lxGxnEzLcL7ORl89lZFYviV3u9fs2YgDZB5FNdgJgsqSlUSuBZBSZ
etsfU6jNTknfV3/2/CropIuxaZ4hZUVtd5z04IfqwCt131M2viEpmRSccagFQ1i0tA4pmJuMuUns
xszkOWCI8nNuK6YfOVF9vm9K/qjVJeBBoARWxuIKAA20NIUW9gz6gYXyNV3r3NZzDqMfin36SwlU
Rz94TIePhybR+w+uid6aX6NTFe6EkZvbLQV/yTjIb9yV00YlwuHlpNm+PVVMAyVZAPN5irLbW1UL
QF03Tt1/IkivTuDxjR3jW7vN5zRwYDrZVLiWWwCIkbFop3JQtNdbv4VU6UlVbBsu5DnZ2e2tE/Or
qZUvt8PQUatrHb+XSqLqPOoHLUQZ5P433bLiUtYyqB4QRq4T4VjMg4Hytu07QTI9mQxxIdqj/w9s
DAAYhO+Hf33kV2TmphViCP5nSc9ZrSX2RNG6Gd/My83puTWS32XZaufw7xmR3+6XMFUgzdKg4G37
FiptF9UaP6uzu0dRs3XDoOPBKyCht7azSt/hdPdaU2J7UtG94f5G0zit31AVY7hbxD/MPu13XG5r
WdC4wvFBuwpEwerU6YkbN01BcgYOOEYJukrfCDpY/1Nh/f9+oi3P9sA6A6ClY3hTYodBMzYQj8FM
7IxXmyyaodtAuUTA4ndWdGuK1xN0tCzzeOoNR2tYIDEzqfhcERNMSETviQEqk8G+/O/73r1piXiF
ZgzhGEWlpUuMUTcidKBYfqyL+mxDScikXO2cEFreax7Iz7C8HFkUIhpgxXmESAiXpjL06ZORl9wH
zw/PPmcN6kItOPU9ujiB3cXP/2FpWOIiRAD2Bv2dlY0785RyGadq90l2CE8A2cW7AUTw+b6pWw98
7WSpYISAGJjrvohDWplneYlroN70pNaVwohnqZ7+gxUPQjMyMTjG1ieL+XS1aWcWlITp9NSr+fC2
FiLbabzcvmHUOHSDS4i0mQhhdX7hmDQYZbJsX5sN6NsjRz128LX5RRILJAgZchEMXR3bRuhPQqPY
dH+RW15CK+Zf5AQVOLnVv9xRTqdQqXUEd1TGyB+SQ/ACtX39NoiDGpqNNNgJ3G8fS8gjKATCw8Rb
ApPn0l4JsWpJMmT5ltsA4YE1s2SKnWHUvxuUN7QTcAf3Iyi94B2KV/Dq3F/t7WUprQNiA2YAB+C6
C66VTed6neD4edY0PKee3YjnUdRm7gdNZGWnrvfsv52pJRW7b3nDZWXb3SEwot3LPy3XnWYthHNk
Hr6uF+7Js6vgpI7pXv9943rROO8O97IMRtZVfjNJGbzIIstH7qXBccBx6AUq8XqH+uL9BW2ZguqP
i0w+Orq1ynaGqGxUOGJZECPuEE5AxfLszd78GSqpbOch3bQlQzwqmBLBsLIVpzmJYJPbfhQY8xEx
5exNLHjyKuQ6/suyAAQCuwFNjIcuv1OhVBIbXdl+3ajjqbR0Etma8MqhvrHjEltHwbDhpaHsruum
t7qgGydBvNRoiHQ6Z4JiQugnRsCN4wBD0FfTLKondG0gRKp275wtZ6RaTDRAPZIcaLWfkxoE+jAR
N89mDOVCWaN6ZjP5dd9DtqwQDQNvpFwM/+9qKxHzQTuDToevDbM416J1T0Kkew3XTStQq0t2OQla
Wr2oZBV9VGeW5WdNEr9vTBRvFG0wPj++FovDS+2E1hYI5qVbCDcyTa5q04cYlRENVcQnO1Wbnctx
w89t0lHcgdYxQd3qkij6yvBK1UoQFkMfgwwGiR2Qt7jA/PC28aQRftjEIRZVaWPlArRRUbNGZBbZ
VwY3PdSpLgYy3acHtw0rpskDpxHscPWurBDi6zxoTuRzKdVPwkEKAhnPdKe6dbNtWJGBqGylgvFa
j1mFra4WjYO0C4EXNDhjFnR/iTp0TxkMdQ83hqUxJuVIOnm0b6oug4AWXukAatVBXP6V97LKPsDg
tXN4bgtcICPYNfqBOlEcsf3S48rARs4HKn5/lFXhr7WbONDJTXE9Jd8UwwubEyrFSf1PVYUOgk1T
ORZHz+qM+lyXyPU+WXOgKpdkHOz4/WR5Vf37/U8rpxCX8SVVPsJL7g/eGXpBK2dVBWxCSouz1ggh
nXMjEcVPY2Jc9OQ54wDFUoROmfp15kg1l6pSpuQzVDKx8Qle70EcB0hOu2jn9r5F+0nBBSBVeDQo
DOKI5a7VSeLlnpvEPtDZeDz1XZ0hW4hK6PSJgqFrf4rddvirCaAU+i1TkqH+vbKcyjyGeuzEb4B0
QnqsIMNqX+eYuPBFc0oo/u7v3E3Ex+/Ib2ZIEANlmjV2SJGizqWlMqHbdGl5joNQgzXFGiBYKIBu
FB+0IresA4WKeADaz26dEBtUvZ2zeQvZIrmmXMs1A8wBXPjqTkMSu6ibHNFnKL665lTEePXBhRIj
+yMIkSL8oo16KYyDosdJBB1LYVjZj7JU6z/rAqSmdr6/LTeRKL8O1VyuA8lRS/iy/HRprCpG6pap
r1tTTh/aQyR3ngPtvRaH09uuC6odZ7l5OWTzVr68RBS0vteFKkAfvVu5vH2eYoXv807L/sLTH65n
SCtMqAHk4pTQHVstiwF5D0KrnMKpDlMBLO3HKlG7y/3Ne42bF9kevWhQTpJ2l39gNHJpBr5C0+kK
NfGJAakqZjbkZ4e6H3JJGBU3evhkTQ4cN1YWaNYLpbAqezY5KH/1RTUX78dcN+an0kXP7Rg6jsJI
ErTN+UnvjKE+J1A58OlFoiJuPxid0+zFCrdngm4vewSgg/IvGfby15+cPrChXcl95LwQ+kWMbYoP
YR5YkBy5FbMmFFGd4QxJXljD8d/qkOIYo6nsuMTtS0LeCrKIzg+lPBr8y1/Do/RsTsS1fo/q35No
2r9qL0yuDGrtZSIb3g6Y6bVXS62bOv7SUqcOcwLGP/Wzwc6/Mu0ZnVBTTb+m+mSfZrgXdxxkw9ld
nZ4wWY+Jy68L0XOa11Uzh6mPpgHcHFNgMcafaHP2+CmmNiS79ox+Mpe0Whf95yQUiZX7ULrABKYi
JnlIknR6AyPZ/H1A8WzH4O0n41OhRUFvFvA0XYPlRiqdUejopZR+3WvZu9GYlLOF3PJT4bXdw95B
T5C5cubJaLDTM1iaErqHk85J6fd2HJ3tybWYNy0tBv2GpHg0FASZALqC6gOaf+hKrC7nOmwgisrj
0p9dmB4nu4/PndSd6Egkdx6CrR381ZQ8m7+UAHJFmSerSdnBuXCOhY4KhSP0iiOnWjs7eOv1rIq5
CU44ATv0NktT6A3SmbCbEhHnDIZRK7umGjTMVCG0Q5o60465W6eX5qBKYASFGMpbOaPZ5tRw6qr0
EzTiXpIWhD8ZarsTfm48pEszq1ujn4kpRqggmA1qolMrkuAH4hzDaTah4YUISUGqHRKlQ2gn0xX2
qO67yDN3Z61bX5E+CMkxVQZyiNVap1TrFXqOOMwc9++zCRT8pKjDU2Nqe5T1W6YA8MFGQdMB8Kmx
/IpTVALUDKRUtp18YOC18bUGmPUwut7l/rO25S+AFnUPTASR0nq2soaoTFA0y/y5RnGvcoP0mM3t
VVGB9KtB9fd9a1vrAm1NBkH7GourLfQ6mkh2lUNwPFj6SY0n7Ukt+vypG/TofN/Ulmf+amrlMmkX
Oqg+wqUcc7KlSqSj5acBclp75x7Z2kFgrBZ4W54be106cbTG09FIzX1mfcMvFBqafzroOS660o4v
WjLYO19M3kvLOMQkPQJ5ByyZ9up6D2clCRn5YA+rTC1PCjD5Z6cImg+tp4Y/CfHm90Y/DFe4Nq2d
QurmltKRALiB+wGzWnrlaMQJtFJ4ZeP1zhtjjCEcGQWG/sOnk7otjI2CuabvvrQzF4oVWTCL+FPU
GkdImcGhdskeY710gPU+Sk0Nmf0xWbE+zuixUoDNHawQNJ+M1rK/TJz8T5rWaJQeWu0lr2BT38k6
t/YQ6BFRKjEQfevVyTasyWKS2M58TQFC2dDIPDek0F/uO//WOaMhQaOfnJ1gdXXOstSEFyBlbUUy
tD/g3BqzH1EIUOkD1XZIxu9b2zoBQHepdEHCD85v9bxxAtQ6jtzMhzs7+worRfaUelZzkSJIv+l5
ovv37a1WR7tfnjPNo2hvyrr66mg7BbxtxKwaT1uHTLlC3yVsYufYe6n52Od6NUWhkhtY5k4kGUtX
bPJ8VmcgRFdj7KfTNGQ51C9ou95f0MopsEIzltoNGRJruqlKWTDGWVFoqNcBJoRzE8Jl3IFP3vlM
m1ZADPw7WgmodrmWKNZUlK1d9eqkQX+ZajA6RtfszYO8DkX8cq5eF8MjScpLkZxi8srDp3k2tWAY
1Su92XC8ZE1nxv9AX68XL8VItuM7c1qakNdNQ31sGquqLgOCaM3ZdfVIvM/Uvo6eEHLt3acQTF11
QiwpUpBtzWsJqUfF3v2mTUWan9XBs/kPhmJGRrZlfOJotQD3HnYBEj8+CkdJ9jPWIU4y6kC7hna6
xggfftN7b3gx3AI2ivs+cOvUjgm0QZMdcxkBry49GNAhkpv66eoESnFRCa5PWpVCmRrW886LtWlK
QtGR/KQjZsp//0s4ymcJ4qJjRZoJSXZeieljlFfwptdN++H+qjZ8jq4CvibnrxkOXV1EZkXVJ28J
ytS2gnB+quFaGdxwx7M3FkQ7hgcDvVMJYVy5XJzB5t4O03jtSsm00TTBF94myAWnLv98f0G3pohQ
DOSEJE0DN+xq7yxT8VCtD+orV4P+LstU7XvijcYL6BFlJ+rdMgXxCdMeAP3kBbH8TN4Uw/U3Gs21
derpyRJJeewGq/e1ao9VavUUcmTlrSP7Zvg4Xri6UAmVoAvsm/qq6yNCFGmYK/ZBaQalPsDSWOaX
YdRgZ6YcmOzBRDYWCSZAYzSCugQFgdUiwfW4Vs+Rv9YAfJ4BeHXnVtGcSx57wfH+p1s9U3KVcqTw
X8QWf62eqdA1FcaO7ebaFEr+1DqZh/oxcq15Dy8i2oj2Y+ES9iBGoUZKggkw/aYhCVbJEj1cmlfq
U/lzm5XmOVQefOn/NcI3ex05Nmh0LZ1EpHlu1sWcXwvgFX94yNSfoAI1n9mMPUzA7aeiyyT7kezd
axFxaUrJ+lgdXCW/6h0kJRFkqrCJBuEJJvG94H3LlGzk8pHo3nFNLU1Bmjgigyrya29bP4250Z/C
2g5PYdWZO7HErVPQB6K+/r9pi/XV4U16mdGjq68C+PCfuWMW5TXR7X66qFqbRNdXCqmd62rLJg5P
7ClrYTcDw3MQAxW0rOoazlH/hXmP9pTkRnyBfDz+XjD0uGNvYzdJV1E85F3hv16PMYZWqaqzUlTX
0TMzyP71yqFkWat1eiwztfrn0WPmSVY3EOkWSR7oweW3G0ZB1BslzbXKlNynJIlMvKt9C0blGUai
6nLf2sba4FOQtxcLkw35pTU7FmZlzH15bVW1Li5VXyCXYcKrGT4JJAa0HXPyxy2DG9A3EogvG9iS
w2FpzoWb06uyWFxDNxu/MCFgHETVFDuPzIaDMHpBPg5Kj7/XdCViMrskRBTrGjmld9GohREEVch7
MKz2nPZ5+PArLQEbvDCexu14w48At6qtTn04XOMEReaQJAWG7nCvirOxd68TVNBhSsk/T1/unSMk
d+rYDtcxGcJLlHvtc2J78dN9h7h9yxBE56dL0Cr+vh5hTRBP0WMlHa5KMI/f1JkqkTnTiO+gMCf/
b9u3ymRoj171+ARdWJttlCwA6zFGmm5IE6FAeRWNZnyOdciZm9r54/7KbvYPIxaTEaR0xKF8r+X+
hZMbd0ynDFdUndynKUnyY5FG1elxKzZYCYpPDAHTtVpaoUsxeQqx+dVNS9A6OfyFpjfvTeLcHFt5
iOjvUgOicGKsZf86FL360tWGq5dPzvswigs/gHn8vSjy8PFvQ8WCCMeRBAo3zo3QcF/naSOuilBa
/ap6eTeixhYhjfXwzpHvUCjn+9NuWJdeO1MRfPlCXDlm5mdHGWA7URBEeNgKfWs5/AC2gJh3dYpK
L6+jDtWJqzWGE3I8Y98/gwmkUP6gHW433kV2jgIvsKCVt8HvNnQ8JeM1xrdPJI/jm5wB55379MYP
sMItx+gXjAiUz1arocroDZ3RqFdtylCVEW10KAcvO1ddudfv3zTFISVoZ/rrBiyThEY/TVJ8wJ4a
PT/kbjAQ5PKBCHijBgXu+/snz8nipbDQzgR3yJ+EtwwGLc/ROJeFw6C2em2UIGGqv1e+D6I3v3R5
HF0igpKPwIZGAJzBzyYwvef71jcWS3zBiKJOrHbbs0HRBV0AhCivcaSZL+gYeS8hfCDH2Ijrncfj
5sJloTTZOVzgaUymxZcLTWwr6Z20Va/qFM1HhCzeg66ij5gKxGPzN3O+O+t5cxHSiSLPg5+Z9wp6
vtUjHBtlbgB7Ymsb1EgOtqL95dLTfJBbkyjGZuvIvUiUafqu3yt1MpKEY6BeFaOKT/CccLJLdThr
ldPuPFq3nwu8As6i053lLyll/WtGnlQeIPI+065qUQQ/RTcKVPKc8mhUvfpo8k+HkqySpIvdow28
+lwM5cxK7jbBNWBytT7E6mid0flqEWHzpgcxmXILZUZOa0hObFGzW66LYUqufy8JSMyV+B8bFPjV
0Ovev+/st/7Ae8+ZButK45VG1NJKkwUjUkipc01jUZz7SkcwJqAFdt/KrZ8zAQAghylV+Gi8dU3V
VVqbucvUvip1XF5SALUdslCpe0YZIH4OeubgKRjMO56xsTbSY5NmEOGmHPlbrq0Iwy6lHeBcjcoQ
B7yn9GHUn3bWdhNw8o7QuZAGqKny2ZZWBlOLOsFk7NWoobe3jTr6iCJDdg0NxXnjwoL/6JtMhEEj
Us43APfjOVvaiyhoFEQF7YsBcdJLCjn4sdCC7Lf7X+zmVPE+clEAJ4OYkYBpZSUICpQQkggraRh8
7yYTrY68EW/GfhY7G7j8TJwnOSjNOuj+S3z+urYKgihQhab1l8oFq4WGzAiiYoSGZ4//Y7mmfw0x
i8WENGOQ/H/1pUQRkB3MqNo2oHcuzDPnRzHU8Rv0Y53TI9v3f02RhTgGcROR7fIjoYUVAW6aoLPu
DKhojPZ9CTr+E/zCO4WZrc2T/UfoTPBy15An75d6ZNgy9wzmjzV1VPFRWusOzGLvgZFkzeD/Pcj/
LofUgE4/sSDP8mo5UUVHBDYz+LM6M3wJR9O6KLHRHpnus49Z6wUf7RJG3k7td7I56WYrw+TDPFS4
h02etXLDukQyRh8jcQk1Ro+tbogIDLtK9VV7bE5JUqtPQadql5CX/GRnZvhQHfF14TIAxmegiZbz
Psvtrb0+TuYZ+12hFAwopumxjYvpmiMY9HzfZVbowP/ZAnpAyRzgIk/n0lalmI0RZxUMxEXDDEyg
e76CmKdvwFJ/gqoM1WZtnl7GxFMh+ywcGKNyBnTcDlETbURoMI9bKJ9T58v9X2zDxSDNocDICCP9
+3XtL0qb2RBDwh50hXaGFALOzKHYA+OuEJv/Lv+Vm4fSDqC39afWotRO3aIXFxNZvGsRpOo7dKQk
DUUbnFJhINEDugSGSZAzSoskaOjpyTlxmu7T/fUuL/T//SKSoIXKIwzh6yx4TJWuDXPJCw7FKbrS
rvJSo+F0QlWwuwxARXeO8Ma1RLTEiJecV2MQd/XdwwYSWkHB+mLHzMN6IY04BBErWnLFHt3erSmJ
7iT4owTP1NU6pmjnWVNGzWBplqDXnaXe17zM0nPi6e0eDfm2LZpykg2BVvvqtrW0ckpQDBcX9OPJ
tVrFEQcjjas3odMNX+9/steZgOU9wcJoMRKWyUr8ulcikATVwiyCcbqdAwCGQxP27ya11cQlipzO
+G1KXfuDOgdSlE246dFCZKI+hjSSKxjPQ52USU8R5t5jTro9PA5vDUx8qJfwWq8bEXBf2BW4Y3EJ
rCz96GbZcI48T7y/v/5NK4zWSGQ+fru2kpm50nQeVuYi76+GDeNUpXrd6T9YoQggXwHAc97qMk6d
cJAIsxEmYO+fwuyRejbHZCca0G6PH28m7XdYJwBioaCwvAYb3pQKUsjp4omkrxD6CaL6aFbljBao
0ULY6FStjaQzgOnqbKoS6ZNVRthAvKHX7YuGzHaOIFGUmh+IReuJkWtU955boCzqYdKGdq+2tOHo
Brwr6Kgwa0QFaxVmDpDgohhgjJd8dBk4tXWG6MUfSWyInYti4ysTtMAaDzKTEHDdrzCEWmWmG4yE
LqWCdlmLMFUw7lnZ2H/CdEreTC+ikrEGqQutHu02bSZoKzgnzVxeHTV/gQV0PgDg3yHNk+HJ6twS
/rmcWgk1d9aUCmE+EpBX9nSB4iA/Or2rF4fWNeazZU3JS6pb4SVth/iP+468UkiQV7zE8yJkIfu4
ZCWrZ31IGF7o6eJf6q4M/gkiq2t9RmiGBMHWWvP+4PER32IlzJyXMhZ9eEicAblTr9ViiBrt0Pwb
2azJPPbZhAQkophG8C5pHBcZcsVsu7PGZGZ4QHm9V366PbLvNJiyb91cp93VLJOwecqtQgTnWs3d
Fz1X4M+sGsUoUaPX7W9zEqCGPQoR6e/zqppb2vtzFF/ANVnVk95PdvE5DyphX/uxmkLtbIxp/lM1
BxH4QW5UFafDiqdm52Teup8rx+morMuG6g11QqLPqMDNmnFBHLl4iua8PpIMzw9fMiQCgJfAipP0
wgezPP6RmSajo0/ORcvV9F05dNq1VCtzJzW8DWgJmhkERv0IHBNTQEsrXd1oGYNtzqVUqvyDmY/K
RSjh9C5Kp+jUNEP0RxCnqDIMw958+oZlCcwCwERdlUd4VbUrk8wByG67F1MbnhCMjg9TZfxptcGz
mRbvxsCGWT14sCIJuw4D5LRDUNoymXW6gU5phauPiBBaFyQ+9NMsxukS15q6U/dc34RYAYVBfg81
GpjndSk/5OoK6XNaFw1mgYMCc/SfXZ97NKSt6KEs+HVBJncUxMGvf6yx8BOak8lA/QXZ4wqW7Gwc
fp8Sd/5+/6JY34UsiGIPJXZCGMOjmrt0k7BnlMRAzuWStA0K5f08N1+CUqTiULej98O1KnVv5Hlj
DyXAjcFEaiUUtVZXk8gcz0Vf2CZgmMWhj5vkIrhmzgBc9qBTW6ZAuYG8p7ALGmx11Aa7aDRnwhQ0
xP0hmZFHTlQ3RDxzfgzm9vq5KFtQyUV4ARzBOqa2whn0ztzZF5QsEZOAs/o7fL71obPH4IOYS2fn
qdz4cPTAuUFs/qAqI//9L2nxXGRWpUksRGqK8BhK1XRbSye0T9DfNcgW/4M9Ai+a0oTVFCFX9kCl
a1kA98ClTmLnDVYK5EjmyredfjrnmlJ8ue+YG5+OdJzBRShniXbXM7Im2GbuNuyRtxa/lXXWP0MI
Nv3RuNUeD9hNXsohcCiekTO8QnXXVA2aaOKBSbXgwuBc83vVV0GJqKrT593vjChl7qfOdBvr4AJZ
1J8iKeh4gL/PE88WczIvJU/GcKzULFJPepGYDOfEalPu3Ofrt4k6GBkqPkRjTDIWrO5z5LyLqjYV
5xIjH38y+6k75Ygb39/0LSO0p5gCI0AijVpFpnAk0CILW67uxBtOkJUpjD50e7UW+VN+DYnkUmSt
BakoWTBdW5nCKkvywfAu2STaZ6RloKiPevU8QhT9YSqD8NmcYd5zej387AzwiT26SN5EalO0I3iG
IUJYnpw0qaoh65PQTwQ5KCqe2gWqvz/vG9nwKbxTvrw0P7h/1u8vetRuWXpj6MfKJGMdlNjQ2qXb
GZ+afvZ+aEHDOPMgOk/7xPyMKinomR+dTomrMnESli5KTZ1IvO7NWOv9T6c3UO6+/0vefm76atyL
pCPMLNwQOisxxNW9Kfl1RxgojCS3/L7JqwdTN3wGaUsZkPIXMcnqvq8DszTiOYv8qIvro9pmEaXw
qHz4q2KFLiERh1QHW7d9aOBPzoS+lW+4MGHbYwIVLHXD/7BjFMmkohq9CXpoS9/JRTZVDMEjo0xB
nD9q9zga3d7w0c13oVaiESPaRBjcS+uWxTB6AcRODVY0Lz634H+PMEvkj66Fnyxp4CnJMFp/Q7/K
pGlUJcjJ+0pmB1cXefXvdTeVP+772OvFtDjtr2ZolcnBbY1O4HLLZsWwx74NEl8dcvuf2Rut+avu
RJV1IOAIP9SBlzVXuO1m9U1Sme5PdUpbWxCJONCPZF3MqH83gqT8cyhrV7+EnpZ+rhLTzo9D7gxv
w3Ccu6sRFSI5zNZsRf4ABjs+TlUSQrhmFLF2UNWw/9i6ffgYaz+PPmuDRgWYucs8MQDg5dpkZdIO
SJlYW60dCtMsX9Iima9KmeqPRp6YouUOX4PGRCswu6UpNU20yobcG6IYG1XrvKsOMW2UQ+LF6Y5j
rFNWVkUlWAIIKK3zBq+eGnSebSFaL/aHmuGbiDzPGqw/uY4/TYX9oTesnbvy5qmncyZrr8wHcIJ5
Y5ZLU+oI0KoJF4KVMGU0i25+22aBe5Bt28t9b9w4WQScEvhD7EkUujKVeNDUJmmd+FWqZ76nNuJk
pUbx8T9YYe5NJ5yQSdAqqG5Mk4xY7xJf0VLzaBSw8DpaGzyaILBtwAOpiFEygXJbbusvEaAxdtOg
JJSnYrK/sxCaOCZM7+743Tqbwxlka4JITE6T4uRLK9Zo1XUca4k/OFxDtVmYL02Wa+3BM5WWgWqr
HX5OmsU0c5E3O1WMra+FXUl2LY/YuuZZ5iKEthHbZD/1yRP6dFLK2t7pgGxaoQEiCzT0stajnmUt
ylpVnIQ5/Mg6ldEA1GRu651DtWmFLgO1LaIO6mjLfcwyI5yHnAHxNGeo2pmRcVBn1Xv0FSSKpY3E
IAjFYoKsVQCXNn03aFHGEP+sRE9e3pOBt9nX++4tb+zVjc5FDtYM1DKyTmsjIjaNaZjrzO/qPjjV
M9WYzkCY6wAqKL44VbOn/Xp7QVCVsSU6lTUxkLW6Zp18CBgIoXhkRd3wfu4n44SQWv23nWY7V9HN
0giCKJgAoqPVyCSd/Iq/nCkR2qZQGz31tVFp1RdT9FpyKMJotJ9MnX7xm7EYmDN5cD8xSgOB+IiW
DDIEq+WFvVpBUcCl5NbheJpUIXwXGcuPdddZbC1f4a/7Bm/2UxqkCAWUhGl7UtblKg20j4Ig6hM/
G/XKOweRA/KojBzX7+Bg3YNWbe2p1KIAi0Nfmn7x0hqBbBg76oS1KpoOujZ0X1G+df/kijbeBopd
56f7y9s0KDvFrwn5zWhEZzO9EppcG3kz1m+VQNM+KsDQf1QNSbkW5vlOgLtlj7EIsnCaBg7l6+UC
OyrI6QweyC+mKamP9qgMxqnrwuQpF07wcaxF9nx/hbcfkNIQuQWRKAeCdS4thkGWQbIUwJpWzHSF
A9qJKdqP75VpVzbidnGYgt/SZkSdUvm6Md6GjHFlo1H4Dh/qmcJY9c1yYtoW6RAGxZM2VdWjZVjG
IqD9YyJI4raZ+livjspTbOYdoM9+CqmdeF+By7U7H21jC+WwAhKMPJ+sS/77X0566jb6GNNH8keN
hPqgVEH8YeCx+8LU+PzP/c91c/ezIDA6zB9xaUICsbpVGAqqGQjPS5/GjnmEGVi3T03tKXtie/pN
5CYNSZg2OG28cb1zphINOt5XQcibJZ+FHbftMZjdeHwiHHbeiEl46aF047q9Fm7chu+46sKvlRO7
E+CXun7f26nR/znYCfXZIAst42CqjDIdShi+gvdVUjCnlUXN+A1UDgT8sRjD+cpI3mxcJ5Dd9iEO
h8Y697WmfS/dvo+KAwWA0YOgzhTlo5V06SgkfTAgEdPRyVl9Q6+Y5ylrXQbGR7pmQxpob6sknr/e
/3o3EdDKijwhv3gKUCc4A1Mj5+t5yYkoyD2Wea9fhjxPz27SZexrVH0p6l3ePXlxLB5aaZkvydMA
EJYywtJyBZSiRQqMg1Ao8ZPR1eM50Pv6qI2V/clttemp1sL4ixvq5EEDZCKH+yvftM/AHAEgw7s3
TLOVGQql1rLCL9oIDT+kVb5HSjoe80rJ3lWtHh2t1IQbSBm8bzHP/g4Y8fbYyEoRWRUPMqOi68JB
D4LEnouUIxqk7rNtDPP7PiXMuL/I1UgqSRy9A6m6CR2fIZHt/4ezM+uR20i28C8iwH15Jaua1Wqp
JWuzpBdClm3uO5Pbr79fSoM7KhbRRI2tgR8MT1QmMyNjOefE5vv2XkEDriC6cB05y1tFRdXy03Tp
jUcarc3i27mujD8SYSixr9bOWj6Slbbaq4ZJG6pfa5MLw1SxE6R7rFzJgtzU5zJo0Gty/N5x5kbS
odQ0mAozS/3eqxb70VJElT0JI+/sg+MqD/31oZGvLO863o28fttDZYfcqgRlQyV4rP2lKBwUG8VH
Rmes55d37vZpkMVu6c9wODpS49fHs8unDikHoJSjuVoaKqKL8rquzCpsm6jxDfRg1oNvtbc2CNdU
Eaixg57eOFItn9x1jnCkSx0X5zVLP3qdglyRnhzhLXbOHiUeObscKAlVmE2iOEOZEiRvdRhnbX0e
J1N9UJvxaC7NrWuhiERsBACM8bJ01q93UF8bdxWJ0YSDF33lpR8Dc9TO+FE16IFIBXqtvFta8yB6
2Plu8qgzpwYSHZXkjdW8jxs0LecG+cklRbBKX4KuHevAXMv4PK5G8/nlc7Kzl1f2Nm6sXJcE8PDU
hLnTq4+rMWr+SF57EEXvnA2GtxITQUcgiN6eRuESAGXT0oRV23rpibEFKHANtWqcnCxzwpeXtLOF
dHBxSki4QcbaDn6qEzTnGSHQhAzcAbU2T/8yhOlzWlX/rEP018u2drYP50/zClcI3W8bPzNCUYny
iiiLCc5dENdKfSpN7yh2uLUCUY7aiITBuZzuTX5aQcR3M/D5YeE5vd/P5aD4aCDW98KF2C8iRoTv
JGyKaEVeid9e0zErc9dpsDPqvea39qpd7LgwTi/v2e1hoCLyE9iLPAN3WP7736z0CQLbbrUO6Hwv
ehxEM8/mebR0BpbYa+kekQFujwONX1m94uzRrtoiSgbRZaI3ZxEiFFiVvtu5fXUhZijS56hp8/pd
02vdfYxb+W7J5j4tMNaJ1te2j6GoDmMENXWhSmxXJ7dLFcR5DI3atzh6I2+3U2K7NAJK2tEUIGWg
8Nt20j9r1FZT1DAakI5MojQ9NaXbPw4Qsu6aC8KqCOaoeNNnojsDGWdzDnMOezVTFUedsZ1PQ9y2
DxIzefCQbDSjpBlIRQyOg1JBsIwM2vWKOi0S+eq2a2hMVfenZuPgQ62K0z5I8ik2z6Iyuy9LZOpD
GkRZNy2va63umXKcg1+ND37Nzd2j2EAnCvQpdCfC5M32mmU7KYaIGUQk1iqIBkcNJ9c46lD/JH9d
RQbgI2SuwxmVGnRb7Q0UWmtbBb4VjqWVr+d+cOLuOTPXtDrRo2IAc2onxeCLKZuVJ/CgHsq3caPl
r3uKbisZ36wJ7ZOadsyGC9fFaUe4IcOi/DkIFbq8S9HW/FAxXm09t2s6eU9JU0OQKVrw9U1b9zPJ
QB0P6yl39Fb/5qWr87kDLcrEzU4gVyz18cvliQJ69WyVVTV8Lt0MgvBoT03jN5XdO+emaVrt0qog
GZ+Emmn5eRwbWzyXXgOyvq3HLA5ay8xR/2oTvfm7Lvvhs1H0Zu+PsZV0YZv12ui7rQJjvGk0MAGB
RyPw1ZIuQ3+KKd9VMJPMxr24zhIVf6xxMtiE+dFinyOti4ZPAg1Y50QmlU5vepAHHkOIbeZurZYz
dOeqKjLvNDuTslLKmZfpMpo6IlZM5tI/Gd66qtyaIbG+tZqj/NvUQLq/lGoTl98jIyrU14XbZaj+
RKKK/n7ZJ96eMsltI5on0AAXtkVfz40294jY2mHv9c3JHrQY1f6pubxs5TqkcRA/Z+oMI5Gkoiea
HlvBKw29BKWLM4rrolDLD2251M2fSuZlSIoW3Qq1jlaP+diPa5V8H5qsOaqmXS/zPz+AAFhyziR1
f+NA0CPEly2iCGtQJq/UrG+eoe0fqQztWZHKG4RioBMAUl/7jzhXchPgfBkKs/lurgsqGMYhnWPf
CLAmZq0CFtu6XSPndFm1Tn7b5DAejMjVX5EsRke902v3/mvL6PkDL6BFxyyrzZtcGygcJ8w2DXO6
s8HMk/mUp7rn92mbH8Seu0uSECoSFDrC22I7GrOKk/RTGcaOwVS3rK5Ri2jjuI4PzuGuIV5kWu/k
Cjc1znmp6ClliFzhvKKzElfxmxp69B8vn/Y9KxI9Ra0SfvwNowG4crEw7xHRM6ZZBUOSNQ+V4RyN
Etm1Qu+AUcgyJ9nCkqFJ9ZVBHSZMxzJ5tmJG1TIZjx7dwTt0Hcb8OgcI/2jkBkRmNLivD3XLJGkt
U1QSuNLoT6VqtuMpNc0mCWIqDomP8oByFLbvrY3KMDimnzCmreC/2bfulDeIN/aKrgazSKdznubm
w/3fifqs1EsEmwVO63pls5USxqMiS6MWqWVFp6Q1VdrR+IcNw+PXBtISkWUbxp2THV+bWY28BktL
5bJzxOvFKZdAMT3m0U0f9Hj4COviSYzmq9qwLuuyAD02Mu/gE+5uJz0STj54IbiB178g6+feKHlA
Q8MoB5I5ZD6HRDly8nsOA6kwQjV4h+AGN+F1ubpC9QoKQwULfgAw1T83LQN1ajs7AmftLYirRdqD
tCaqthtHa+lzhn5vV4HWaWxfdLbjz0l89zQNicYlPJI9W5ervEn3OyDHGYpjnPw+d60gMaJ0eK7j
RURPymJV/9x/GsEGwVEGQ8pLtYn3lhyiaJVW6KIij+g3Y9q9plp0RNvc/Uj/tbIFP1LOI+uAVhC2
Zj0+rJo+nwtrTgMbUvtB7i3f1P9Glr/OPXVnarCQhi1AidenzigrtLfNog710dGey7QdAGjTY/L7
hj5+jYz9B67F0ayQPauEs7JxhqIcDYprq8Vi5GuaK1XYGBql2GEesv5jPRbrZ3I879uCplTnz0LV
2v/B6xNFU7uRiQRBxrVhzOQKH43vlxUiSJlSNPqC6O++XPnXtpIEwb2QDX4gGdd2vCRfByLJOuza
dDkVedyfmWUtDj7ertfCXVBC5yYj4Lm5zQz4zBXHGOEOZ6X2ToDSPgOyb4PW6+2PShkvwZxO6mPR
KNNXM0EquF7HJRwAvxz8kt0P+tsP2R6jRG0ZYYqWdLmMX+J4Kn3FU97nSvfnkE8QZdL58/0XEd1q
JKRg/fHXZuU4gzHjANWh2bTJaerV0bf69mgw6Z4Lk9Qt4kSw+MQ+158xSpPWBqvL42M6M+PI86+k
S2n48lL2bvvvRjZn0ma2oZ1VMT1yPY3Ok7n0gYaK6aVztPYu4MmvYylrvlJWH4HNLaKLsblpams4
FsNW6M25fe4bepT98/KCfm7L1qn8bkaelt+KDrHZRo1WyPKymL5rqx0A8f/gqek3R+3PrRK/Hnrx
NpkHP9KH58KYTpXyb20fydru7qsMhiQ+kld1c0RsZdGRkKiJT5YpegIWWz9qY968EuNwJAknj/d2
wST/krSBzBI88esFq6K2AHSrsL2M4V/VGBU/U8dHrZo/Z21yhP3cNQYCgAk09D9AqF4b02wItkmX
VOHqtH3mexCu2sdJgfgSjFmqj5csJy47CMr3NpP4kj4ovAYwKptEw+lGd+iaRcour2vguLMe9OUS
n+NJvY9z/+uQytcc8JAqccsb35kMhd6YIxMNyrnpGdq91qILLKeakoeXz+numhx4Q5RU6JNv17TY
lIALK5NdqnT4ozcnAyZDXQeLsXQH/nHPkchpgpRQKfvxKlx/s6h19ISxw1U4ULrxjSpWHuhdWwdt
t70F8bZpgK5wWTzq11a6xBvGWe+rMB8JmMd5ToJ0FN25L5X7+jm/PhJy/kDlUDihTrv5SBkSnEW9
NhWgxrYy/Ris8BzEY8sgFH02GUTx8qfa2T82jfLlT5QwG3m9MjVvk8RwRRWaeYTPX2h8uJO5HqS4
O/tHRiiR8hwIkkN5837zW9q0To7LNCxGPSBg5lsCmPljL5A3C9Ruzo8usvzRG6+B5iKkAMp6klG2
8RrzmFhluo5ZuOZxobxBC18SXOK8awK7jYziuW48u7i0uWN3FzC/bn//y4OEJVeMLgV+ctt4iS2x
JJkO/EUtF/Fu6Jb5MVUcFxqfqn2++wOSCPysVNBAALR+vbUVqCxdYaZz2FpamTy2lVX/ie9Ijoa6
7nxCRkzR96aEBVFgWymdrL40nFwD4bYwl9pB+D50O9sIsjg+UkTeOZOYIvuVHBcKwJslFRpUqLQw
i3DWLVY0zuUF2sDdo3BluZueGqKjZNo3gKFSt2tz7rCSFQ3A6dywAqY73kef/nmdsULEalEBpAu9
uc6mmDs5+gQrTD38wcj1EoBA5Pz78iHY+ziIf/KA0J4l194c+EzYQh0URNKj0ss+MJjGNSBWdOKx
UJb4INKXu7+5XARtxIbYoWa+RaAuxHNimtIiHK2+eZ1UHTluzZd8aL0xOg8aqaFheNV9ygI/N9KW
I8slzVBy5DYbOTlyylaaM3ehyKagz5osqGhUBHCwp9PLu7nphPzHFpZkMVPODdi4q9aoqn7MooIk
Q/tL0RKmPjX297HqvrhT6fgrIzSetcA8eGR2jj3lWcAD7CrOf6s6CiIqzcQyU56rRudhtRUpLNQ5
B5Gq/O03n4+AAzC7x5ifbS3YSwS16rErwhRZcfC20Lomb31MJwpoBqJQ9xdfmHsG/4PyOqdmWxR2
hDPSIAQ9qiZu/c4pbTMNEI315vPL32xv8ziTP+dawf7bVvInBpOBl68ZTqDEwmfGX/3IXKbhwK8f
WdlUKRTVnGmHAGpSm9q4QH7Lnww7n+7q9/06frJWRhAgZYrVjf8rkx6av1Xhahty6byHVptaoj84
5Ts+Q3ry/7eyeflHe+anawU+A4xygBqnHWTzVJ71eL1zKAANEFwFNRBaLaALqdxfv1HjUqWyM2uE
WT1TuY9b53NlzO6Pe48AqRHRrRQyhSW0BSA045Ag9NnrYVxyBLLV6M9plh75oR3nAAmJ2dXAymkN
UIq4XkzVCajASko3VjX9Slne2QW8z6EboDiC59CzN46ZX3q7DNG4OojWbi8vMhD0K2lWgscGonlt
W4mTmsmlihEWzHAQDzmTFT4bpZKaAWPQqldRmcfWwTG5PfLAzKH0gE9gvgjlnWuTuilIv2JMwoYa
LuD75nO5JsNBgPjzHbx2SxKcwCGBYUmHbHvmXS+Lhaenbei1GcMZPRmVBUUs+jxM0OVJTkDWii6c
wbpk4ZAJ0Z2MXEQdwi5GkaEpHCuLryZzMbyqC2SjLslY56pvDnreXUzQiPGZ+by956dOPnZPWaq2
39N6qf8dgeuWp1iZ+e9LBjH0PvFvtwRJVyUJopeaIQU39KJ/8Kqsy899beQ/GouJmwfoW+32YYWS
jXQoTEw5W2hbMRSEboDfZKmHbl0W0Jmu40eltQbmQQOdjk85cxmnoF2n9O1gNPUQTNO6foxykHwn
woKYoYzaVGSnzKjy4dS3QoBVNYtYe4rG2kkDvTSGIymyWy8ifzQDWogGVOC88vj8FtmbCkTGOPKo
qAJ2feqTKfWrcUweVE0ccbBuTyKmOB5EAITV6rb0Zw3MD60GQImO0TanQqwi6MayO3gf961IPqMF
fEXbNv6KelKauVPq0C6GJgT7MTwnUXMkmrBrBSYUaR7sCt6t623zRkDJZurWYRGX3usF8cQHBgVF
B0Irux9HCn1DuyWS2a7FyNAD6lbWguLiEtR1lQT0mFe/pMZ3etn57h5ehrXj4El3aD9cL6hw26oV
K+ivdCi6N0wz0T70IIDOsTUtIdASI0jT/ohUdpvncSKoY9C94l1h1Mi10aZsQaM64DrHadY/2DzO
l76v42d4xZ4fq0r/IGp6kJ6jWJeXl7tTICZlli4YyCCSMttCewsiTImYFx/qEA+aS97XeRzQ/qaW
Mg1t/8W0IutrmXBjLtOogphZiiizz/Oqtk7Q04KwDwKg26dBIlnQpdB+atZt4+PBdJIZEGwdat1c
6H7pRYyZ1arhE4Wy4mFqivnby1twZHCTc8BXjvSs4nCpTv6HGCvrbRxN43vVypfnODpSitu1Bn7X
lbBrCJjyqP/mZxo9srpOsLwkr4b34FPFH6Za2R9HVZyjYhIH33fvfjL2h/MsO9m02a7NaauZVFWC
W3PHOvqzZ1JZMOXpeBCx7N1PgiJTsriQptmqXqnZYriRipvR6BKeU0ToPuSz0b9ZZiX+cv/Xgmik
EvBBCiAhvV5QlDYmIw1dTHXN9LfXudVFSVTPZ8Pd0J3j8oBBuLc0qZEqddDkayY3+Lfv5SFTurRx
W4dNaRdvmsjRg6qojbOmZtZB7LB3NCS2huIpQRlgnmtTShqNiuVSe0/oaghGHEKoDkXpeLPfeKMT
v1JrxcsOXuu9A0I9mnBFDkx1tyFtgu4Y9HPae6WBRr7flU7XPE2quhyJfuytjiADl2qA+EfDfLO6
cpkWAOxNCAqwDHI7jj9aiVqcFIjsZwU8+cHCdu3RgLVxqITRzubDIXzZRqPOReuopaL1pNP1YsQG
AFsmAb5alnG5jwwn0x1ec86lS6FYKpBtjmayrPPiVfJoMmPJj1pv8Rkw8kPYyyfBeO67Q2g+lpQM
RKJPihZs6gjQ3+DCT30bjivKJIHTzdZp9Bbnb0vJ3U8zpIV3L9+825uAQdmwBKUCIWB78xBOadjJ
rAuNXjHPZq/27/tm6k7JFB8h9G+/HeVGQnUwk7SdUQu+Piu20Zu4ZKsJG9BRH6JiHnJ0pVSz9nVe
xEcnz7ojmO/tPYCIA7YNnh/dGZC+1ybbDlmStOXj2Uqenq3ZzE/rvBoHVYS9PaSuRa2OsbMUBTdW
iORVJ8mA58fMmhpDBSmr72WruOspMozs4IPtLYmJVUAf5NhB2ujXS6qsshhHup9hUkVOECX1fOq8
/D4tq1+n/ncrm3vm2MnYZVC3Q2MYklNlpsYpm/MjutJtWAagDKKppKxLYuTmbs0gWcEMz5x2o80e
80XX/hRaCjUejsofiwICG9BPNB/4kN0dhN/wk3gHHmbjs5IJ0L5SVG0Y13Xb+tpo2SKwYqbMn+6/
W6j0/r+hjeuvjdjIzaFsw3KIild1bylnkdbjZw/k/sERvI012UkyAiIsNMEgLV6fCkfkoNxHuwmt
RUvKc51D+5u13jxVmkJvxnSF+yAKMw+dsTzSNN/9inCTSf75Q5Hj2rY9MswTdek2rFLrsTTUf2K4
3ujnDGGLUlgaT99f3tbd7/ebvc0NEMLx1rTFnh014sSAmMXP9Sg58MS7VqgrwCYC401N5XpVY1Xz
t8PHG1HOCqgjCxB8KA+9vJY91wGKgQ8GVorOrvwVvwUiTrrqRtGYcGAqEV/oFuKqYm380FF9+/Cy
qb0F/W5q46UEWo5LaXNEGDiUWYEBckMEZWtGH/8HOwgHEQ0TYYFOvV6SZnUOOCbRhgWJ+VcAlrkN
EzFKjoSD954TQg/JJJWt6e3sJiZ9QE0xcVFq3S4/FLEU1O4KeLGq3Tqh0i3Gkbva+1hSQgGNM2J9
iETXK4shHRSjzpFwGUF8MarOugCPn5/0Xrfev7yJO4uTWi5sITwVPMgmDnDSyGBc89yFtdlAbtTU
sX/doLWdnegzDz/aOhru77XSOJN6Da4px7RtcZ1CTQt6ROD2ynK2v1fLjMYoM/aq5MBV7ZQoCadA
7MmYkVRom4w7KqMxTHOuQiUX3nutsdNzB8P5yVTb6DVYA/dz3rfZgznbbgjszvtsLUrqHPyKnW9J
KYDcmAoHedQ2uYkNYwHfCuzSBv3vI4paPywjg4t8JXLmu7MNFvxfW1tqYhXZmVOnGjs7GUqweLlN
HDnUwdpZRwzP3WX97JxI1PHNPEuUa3onT3r4lgX10M4a+kc9TqNPUjnqYFU7/oSxabKNjX8kJN84
SKNeRbFmSx2KVG8J4aL6/dx4yd3dBmaN/GZl87ikwlqctBRU8ERmX2annr9UyugeXLfdtXAWaQWB
2kf1/Ppmz6uTG2bOWixnREjTjYyzcJojGeO9kw8FGjANh96hGrlxjWbJp2l0Dp05io+LpXR/6DR3
6T0kvrCnV203PUyoofuarQSr0Q13lw2o5xlglQjzQaZvH5uuLzsoM5xDpRiZEJM2k3cyC9EcKefs
OC8iOsgWMqdAdGbjJ6cB+WS3B9kG/isJPXdtz0Wvuj7IceMx6or7B4wjZk4KI2nnJkn21t5IkRni
bAVuW8u/y2EE72FNHc3P2DkjV1Y2H0+F5dV1dlSFyRg1ZzE1YzCU3b8v+/09I+jlQNyjskOfdXOp
RDErVh07Vai3kf66Ukf7zGEo7q4iA7QCVSO5o5Butg35tmR2QlHh6jWQKE9jMSSvLTHbBwHHTkwK
1JxPQvJFMXk7mihaVzuloAi2HqLEX3mWjV80vfC+jXAEu/dObSgdkxRy94nIdvLClzdy7wwyUwqI
Fx0Lss7NmYjM0WHELsTzwjOeqjWKoffPz7ouvkAKLA6M7X01eFgIrmAJKeONk3KsKgOaByo1LfPm
qUST6FXVa9mRsteOc6d6LaUZEbsH9L4J8mFOjU0yZhRRq2T5NnWKGbRqkZ8SNfXuz5EoG/HpwMfR
YdsCrzxvFMwA47DXa1x+g/6jPZaW3Zxf/kh7C4LPTjRF34TqyiaSV0qrKLMCqRpt0JXX0dRZpwmd
0edSuPH94TwhqRyfJuX4AKNce/i20SgjGpgy27pEiLVcTyt034OoQpYwrvuEVNuo/8Lbk8Adc1Pi
SBBirpLIqyCZudNp9tJgNBwf8aS3ttP9Q1ad+XR/Dd9bivuhDNI0LHpCK1k72uylx9RnLWn4Yk3f
d0Gnjfo3RcRH87L3TvrvVjbbGCNSthYdCyxmRjH5bWqmT2ZWxgfV+919JDxEe0q6J2vzHlftAjCg
ySmaVs0EvEBdOn8qmvghTcT8DtWc5NmmY/Oq8EbiRtMW7sHJ3PFdspxPdV3qn94I1Qy20JYkgcA1
56n3po617DyqivrH0k32myqFPOo6tRPyH3tH3OKdSwEmhcI2kuhyTv0m9E9Sp0h65PeRmHC6Zx3S
2JdSm61vdWrfOWlN1jbxjlKVWk7uYrevL0WnWG3LJAowo8g6nVOh188q05I/vXzLd87MlZWN2+rj
PDG0HBDsip4Xcwvb2LrYXtPFD/+DHZwv/gpKFyiu69UwF2ns85bVlJM1+Aakj85HO385qrXsfSBa
luCv+ESAvTY3rWnU2p1p9IRiqM/Iy5pnd8r+hC99P2qINi+BjUQMARvZTuHR9FXjMGAoTSq42X37
NkJJ6iDA3lsNcinM0YIJJOHQ17vmEgakYoWyaqhcpaERb+3VTk6lyJa/X/4+8jRtnKNNfMb/KAKT
/G2+Tz0uo173GpbaMYgEbKPAQO3jnIthEEGhuZWcIdXMjy+b3Tt+1GYljlGqvm5rwAx2FfiStAwz
prj5rtbkJ1Mv3fvfF0Qc0ZSjzUPMu83xitXLS8UBvW5lZRa0hj49pM5hBLC3FspR4GmRkaBmujl6
hQCbYrRDGbqxE/lOK+p3kxHnBwW2He9LOYWxtuitSmGWjQca7IJ5HYO04hXja2UZVOtsQQ7+Euei
DuKkdT8pVszAoiRW0M5osyPp+p0zSWFbR0OSHgjVCPnvf6uKKd0qx5QAaEcuLD6XAg5cbozz09Ie
6krs7OiVqU2cWFteZmQJBFC4fw6aHM53gxf8ICzYNwJGSec5k/72ej2iZIL5QLcIcZOiBcvefx/V
2L7cfc5xEpSlQCqhUbQNABqt16X8KlmXmgBUmngtNKL888tW9j4NQ8gYLknTSD5T10sxSqN044z9
6ou4qpGQGtBxs4rhddop06eXbe1t2y/eOZcK0t4mGUqN1uwnjXR5GFr6ip6kl6lx8+F/sEITndkg
UpNl20xvlaVrAGNw2KbMdXzNRCc1X9T1r5fN7FwqgH9k30AAIe9sabHqYM5I3Y3EutmwvENhyRat
jyIXhFWztrveL9VELCdP9G17zpNEPI0imtL5fj8lcWx0PVACA1m+8SBN36xJPSFEuc7xX0uWas+u
lpYH+eXeWumY4gZhbIKW27wpZa+CbzR4uDxhJD7TNN0gdsbPljX8kejGayMb34yDPvi5th6glPeO
Jy8ZF431gbrZxBoTJOpRK0uuc2M5J9Ix9RwPNRjwNi8ObsLuIn8Cvum5gIveLBKC/9poNnysyBr+
bov5VPdO9+B40ZfVWZlFOb81hPG1NI/EfHdC0589CRoGMovfCuEMIorbPId0FlV9W6KdEq9fjVbv
P7id0jkfkkHN7AfmhzKOkGLCsh48Drs7zDMKCpp6CyijaweAGAhTCJi8GcIusX2gl8rIdABmyFkg
UI401HeyeDYWhKfsbRGcbLxNatZ56xjEwlqqWidbZfYNnKPR8GOT1N7JLeuoOr3nc+T1kIUDUu0t
XEMKCK3FJCUMaynXsCjWeCoj1Rj8l93Brh2SNYf4mwd9u41Q0AQSPihhjprH6Cx7XAMmTRzNCt23
ApP759gAao7XH8sUjcFyAPsytHQNFKth1GE2awc3Yc+KvHMEw7zXRKsbK2uf1PrAkagVNT8VaROH
rpk771/esb2D97sV+St+Cwpyu6fNPqLq6fVe9nfdID7heXH8rYgm9f56DmqMciS5Q6zFbJVrU1ap
iIY6Lh9H9N5papv4tALYvT9fAXnONf45C/qGxa1GblFXFttGRzf/227KyLdr1/jn5W3bu0J0MmD6
84dq3ObjUPVIGMyAuwA48w2C5XvGDXpB0Smjn81HSIidEJ8lUQqzZFB1o9oBI0B1C/QswmXsnxO3
id4opb38wYNof4ApAMjDuG841U+kAnE3MzHooUrk2OaIl1PjKDaTJ0I6Wm2AjJDlN4m2BhJxfHBn
91ZHRQI0nCdXue14JFo+trGi87ikQnxIta4qEPu24nMfrdGfA5qlZ9RE7r5dHEGIRR6pBZbh+1wf
xjUbGTbsIE/nuH3z1shLJ0AOvLv3DmOFrBluJ/VLiZG9tkJJqVMXYZYX4Rpz8aw3DHV4x6yMoj4I
QG6uMYYoPHCtyGDgg22COmUEA96nRXGBRNfBUzUTf0i92s/y/uj1uPFLLopniFzAUpFEvW221KeK
PmW2W1yySHiurxKWPHSzod97wyiS/mSboxomBR/lsfnNMdFNAu/eJvmFo5O8qiYr+jpnQ4+2bGV1
Qa7ZzenlK327hVSmiG8AfsI5Q97v2mAi+tmaRZtdrCTp3nuKOv2I2kk8wn7wDjDat0hims/Amhgj
Rm4rpwFf26qshQHXWZddtBmmrzFb09OI/ujbcVHF1642XMZLCu/JG6f+qWqG/FL3VfouBqZ0sOjb
j4mrhHEklXL4lttkAAW8PrLKkkVP5fBKHfL6Ic0y7cDKzRWngk8WICklcrL0tlgwJrM1Do2bXjpV
V5AImd33kzcuQZyu4q9uVpd39bSqd9dupVX6qGDFKRhyDa832UWKhNrBkl5UsXQfhKHO7zuqzPci
x7CCHcaCIHZ0W39RpowXxzLTS4sYWpC3g/BbihYHO3jz3kgrMmhjWpe0tnFXrl02WjxZ6SWfnPJd
ZyRu5FdeYhZA3tvpH8sEIvryddgMLMKbYBJFaHIaTqnUyb3evrQcBQOCmTK36rmWfvaULh+ZrdcZ
xluFyvF6cdfGKAMjs8o1EM7ofp9Nu4tO9FPU6Kw2eTc86fT9ldDgE6P3Xg4i99donAtf4BV1QcE+
q8u3qnAztfUZa1IpHyLTG6JnbfKm6alg0Jz9ShtyJT1nUTp2jy8v8fbGE8HRIpH7SSlw68lIx7tV
NRIlRLR6qhH/TfPvXlvFQG6drP/6srGbBEPGPVwwmQsjbL9N8ZPJaGJSmwwlkqZ5cNaheVort3vr
1v342iwi9e8FIBg1Y28MX7Z8e8eZxcC7ip4TWDKQL9cf0p60JuttNb1oSuGe7b4CAJJ11b3POI0S
nlQ5TAPnSYJ6bcXK3dbWeps7zgD74YkkUc8fYDcx+xFwvxadwFWI/NIiEVme71wgORNtDe4g90/e
+WvTpRHz/x0p8cVT7EhlIoOin4qJx/beR5ZJCWBsZQQGvRvm2rWddFZS2+pWJOjH3H1HuaipeGUZ
xjWMAxiilxd1c+MxRiVBUjsg7sJJuDbWSjW/xhDphTnuP1ZlgNa1aM+Tp7xdlaMBQzcXAVsuDwCi
PPRlsHZtq/NWgZyynVxqPerOQxHZF1xz+xSBfnx4eVk3TwGlT4BBSArQyCP22hyTqEb1thwKHNmS
admbfkot6/2U6+73yhmTJOiEEq9+NThH00l21kj9Au4VqSGA4a1hEMs6M6iT9DL2oxbYHX56HJh7
PbvzkRTFzYVjjTw7xM4e+H2IHpvtnKeE1gNXwc2QvuvzpvMjjSHQL+/k3oI492TwtHllBezaCmpz
prvGeXaBm5qci1hhLYaandecEfcvm7pdEJsGT53cjcCPRuy1KTRc19pbzPjSlPN4XhdXe1943RHE
8XZBRP+MdiMd5R/whq+tlHYbr52b6GEx5PlfhUve7hlN9inu6Pi+vKDbU4gppBOkXAct5Z+0zN+C
y4o4r1GtUudpsj6WXfyqEen7qtK+tUv13HfNge/fWZkEdEnvj3u8Yf6pKdVdWA1a2CSDe4nEvAaZ
pTeviqi+m+GNlDiqNaRTJkR/pMWvN7ED+JcA/9dCtXI+rm6+PoI1z31NGZKDZ2VnUfANaMvILAC3
uDkUAmYWvGRNC4ulNILFZDqz3dgq4yPAWb38uW59IQkHJxAtXT4ZVLDrRVXdUky2i3htHY9DICDB
aEX+w82UU0cX4MDYzmGX+opSMAkAFPOaro3ZRqyrPYCysKcv8FZNx+z1oNbL+eUl7VohQYfyKwe3
bIHQGjjaBk6PFg69vTynaOSc1SQ7ynJ3vxEIaEJHqUqzBZw08LdHSsla6FXwh3w4u5T6Wi9Kf7St
3R91VvetSUE0IFa8J5udS9wY8leDZnlrTk6gTVr3sFpe81A092vJkYISsxHYIGxLpXhzzHvDZBQM
sJTQTTrrKW2r7FIt3d3qxtKKTIwQTIWwtBWY6FPPzb3MYvtGbXrsK1M8RGvbHWQQt86IYwY+GFIr
YAGyz+sDl0Tt7MZJrsNOkiKHaqmW/cPqWOVrPZorhkSUsM78SHWy5eCo334wi84WcGgQEdC+tscD
DSQlzToTEcMs9p5KRBr8YfbcV8na3C3+xxsF5ETiuEB/8EBeL1KZ58gR5gwvuKO/r7mDFWjuMt59
qyS8hQMBh4di0hblAeRTpY7tMQsgLibfSYfGL8plOYhhbu8uAy1Jx/hUugoYZfPBmoRRHpZIEM0f
kikgwddPzeAe1Y5uEgYI4MAtEHyl3iJTv82ONYrr9cU8Q5UwjSc3qux/TaE158qt06/durqnPvGq
L0U9HHEAbo8FHgOeOlBT4iXyo2vLqjpBYob3Evbx3F3KMV4Jy5z2XDbZ3Ygg6Zx4q/BQ6ISQIV2b
KqLOmRKo8GHvQomFm2sx7xRJ3celZ/TkmgrnQf6YMhjmTPtyrwsGIUeUTjDK3/y5tm3q9Yr2W2rz
gGnR3ym8qSDWh/bvu61QmCN6wpQEbm48laNmzhhVwkJySo6QTdxy/DRkjXnU+tj5aICbAFbJ0hJo
tU0MX3hllrRlbMghVeoZ9ut46palPKVge+67ZbyOEo0H0lp6D/myXG+cIuolVs0EnUQniVZ/McY4
Dip1OSpCb+7ZLzu2w5dhRfDmNh8o73C9NWCqR2NxlUBLEvOcwKI4cIIb9/vLCrNegGTARyLEvV5N
U6/rnGRY6apM/IDX9X+cnceO5DjTta9IgLzZKn1WtR+/EXoc5b1ESVf/P6x5gb9TmUihvs1sGlOR
pMhgmBPneNkpjcTY7vXCnP8dCz+zLsnsO+8TnobFQG3jD4ZXF1zwvIAJcutLDZvbt5xSCOqT8p0o
iTcrNudYtV4Ug/5qeVXP9PXklM2l9Ejmyr4IznGrzd/fdcrvrKzWonlNXXVF0Vwce1g+xJUffE6h
0Gg2EhH1Z34AO/1nhpk84iV1ANfE4qaMqqWfs+aSxuOr28tvJSvbOcOwhFMN39/7F8XLSBuaCBfI
zGpRvsijJe2L/gI5mT3twaPVeWjOi741UPvoCBLd4gmxRRVjdXfBb/WWV2U9JKcdQKpSgzeCtl81
zV/ioRnLD3oUi/pglaY9n5+v8cGOOkC4ABXQfgH+tHLAlT0iXZdWw6XrgSftRh1oyNGbCuiV2z5C
4zorcgnC67nVBwvmMDIzAbsQbeg1k3/lGs3i8KRc8lSkYea40ckjQkDQu7H1XWQ06Yuv2V29YfaB
QwGChb4YvVslibBKzJepFZnMF8yamjRRxQqSlyJezK/PV/fQDBhD1V7ik+orM8FQ1lmQxO3Fibpo
CBFRHq2f42QWW1woDw0BIqWAD2U15YZb1wXxU2mPicvdHr0knATUeNo4vVN2QV06WmVvBWE102Wp
X/FDstzOtUlRJmsvllm9Tpo3nB1jiU7P92wV7WCE8Xzlp7gFlOvXNzsbPDNq5q65TE6fvXh19+fQ
NNSbhV+8+Lm51J8jETnxPi/Naotb//4OAMojQaeywYwI7/TtAqvA7HqqTvUlrWX3ta7zsgs1Q85Q
/nke+gSO6Kp3dj3f1qvwmgryQXS3ztMdt9A9abFeuyIQ2TUU87+iZl+0hzqX88X2xn5P77P/8/k2
P1oq/TtCZMBsDC+vQrtW6xNGSsz2YtC4bk8I84AcLWzCMAgf8sQMh7Ky5437cH/bAbSQ4vD8qJLL
eq0Mjhq+gPv7MqdT+7EOhsH4UkJMkH/QUA+KQqbE0PXkIQ7aX58v9/6CqJItWEd1fKlcrS4IeBR3
6saiuog+Kl4irSjoYNTvnJRS35JaLZgh2thkH4Fa/w8XhPHA1p2lrC5DM2UnzWyaz7J/p5yzCheU
FYJyEg9GR9Y6Z+CM/TLN8+qiwxf24hZl8G/B3PuetLIsAAsV9UZg9HDzgDcgQwYKgPtxuyzfzsHl
m2Z1aYXM4EYbklOciHb//BOt4tb/lkVwgmOBo4aH9tYKgymO3WfQiVfuXO0q4Q6hieDx3qqirTLS
wwUxrqIQ5niZtV9u9ciwGIxhB6UzHP1Blhcrn7aihocLolXDnDGI4rvTzoMaI2nlVpcoJR4SSbvs
R3uUX2WbdMfne/fgNpMhQqQC3IVS3LpU1aSO1zESU13MWC4yLKIWOd56gnjBmB3v1Yhqc2OC6eHi
qGpTyIR4Eaz+7dcyRUWcihjTZbIy7w8HEu6w0r3kaxF4Wzptj74W/pFzwUgdD9wqKELlAeEqfeZg
mMZ4gOnK3ccAusLnW/hoQUwDMMJP9KUUEG4X1KlhkckW9QXe1OHnNG/dr6MIuqto9K3p80emwMVz
obiqQDhX5bFR692mzTEVk3LvRJcNh7kvnf08lPH5+aoe7d2PptS//+CRyM2WhpZfdQksdFv3VLrd
dF8TCG48J4/sgADhSvGCUgxZfSOjNBZjMkR1cQtrOmax455aG7bX56t5tHGgJYAa0VNRxczb1aC6
Z3pNk6I4UNZ19MpMcWnvDAYcohdZ+mIrGn9oDiJgGu0ccm9N35zqEs1Mb+HgzUO9t0UQn1OzKcLZ
zPKNC/xo/4gR/5s+VL3F25UxuQGZR4dPZ9eWfWUVS9jWfbN/9/6prijPoCrrwNV8a6Wv+gA7DZe2
16SDisnQ/wJ5L2rZVHQMsWHtwWsPBIkAm9opXDq+clo/nL00dURplgG+NfL0c1pAvynMOZyFH2a5
1iELLbKN437nB2nIMn2tQGRq6nFdyUk0JiYghisvXqHpn930Y13van3p9xKi9MPzzXxoi/YU7wiN
KkqZt8sbbbPWWp8j7y8xUZOWD219rNCNbfadSK3PrebJDad7d0pIIkgMCU9pFyi8wq3JOndiO6KB
c9FRZ/yQUxne5Yh+fHm+sLtjT6Cg2jm0EymEYOfWihZNdu73OVYqR+xMhHA/VtVcntOgmTfcxiNT
apSduSowJkxX3JpKZKWXqHPHl2kSVUjxuz3WyrX3aSLeB11/o4pUoABEirjPvJG3pvRyNMt86cSl
KXLnHGl68NEcvPy17V39vcGmKuDz6queDm3f9QZatR5X3uyIi0i9eD9rzS9lNifH51/p7vgpJQ9C
WaD4DGtSu7tdT17mkZd0o3c2neVjYRjXJJJ+iHTJT6MWvbM/gE+nOUSDilwZonU6IbfGIvAepYWK
xyUlvD+4fRTnoR+l0b7hf5MbL/HdKccYJQEVQ/+HO7o1Zhu9UNoy5SV1UnNfxksQLla5BZR8K87f
lJDIMIHY057iBSbgXD0mzDHLKgDfevHNPhrDvBw6hOmHpLDPueN31bWHv2R6AeCb79ua1y0sZRJ/
bGKjdza4Pu6+pUp2cVgmQGJAM+tBbWdRejS+z/bOZdDshijQz+D+nN/9tJ0+dBDHbAkY31vEKVO1
VRGjYjJdvQS17kV92fT5Jend9rfOM6JX5n+L7OoPmVfsgc8kxrs/q7p6NH05R9DFradhg773nba2
80vLBHVYJIWx8yd7a1DwzqNAn8wMOmgu8LYgnVYnNe44xFPkjBc5040hUhlCSDnaXbU4W5TEb6/J
7QkiZ4dXiixMpUXrFfk5t0F0TX+JBzF9sI0ZHZ8m7gQW9fQVLdnm4BvOEFqoiZ5qsyxfydu871I4
XphEdvLO4QpuKbU0GLQhugJfeTehyzAHANKmaC9IBbe/gyM0wzbos43Den89yaEBZ7yFESYAqNvr
qXdGtEyB6C7DaA/xYXIt7TqM0Bm8N9hTaTS5GUoF4Op5JW7tLFGCMGrc9RdfM/pPReXkx9nqst8R
zTX3z33p/ZJo4YGvohrIwugm35piLEDmUhvLS5VClhy6i+Z87Ux9+um5mfuzSeQKnoAWsoeIyhpY
POeNRaC3YKZ37R0RDBz1AxluskAO/NzU3f2mNMBKFCEz+GIS99sVzUh5MwdZLZdGyCaM61GEWYqC
Ns3K9opm1+/Pzd2tDLQYaF7ePTonINVWsVBnN4C4Amu4ZAu6xnndGzBcQrvD474FIX5gigAPXivl
tSEEXx2/ZhC6PzvzeKkGMe89VvpxKIzmpaqjdxeNFBqa/jGVeHjHSXZvNzHuShcyvNS8DAWMBNC7
1UxhucVGYKJ+8I0Xoa/FIBQ9NBfk4h00Y3HrAAnv3CQb7MUxlpGHGGqWfB9tpMecsjZfiwaPunG7
1Be5s0ohjqayomVa5zbWZAXaHEzmRR+t6NDGbXtYej85Bk0uPxpLP754pV18bN08+htej62Cxd2N
o8ADMk6xk9PR09ftXruqU4Yugvmita6+h9B/gmSwe3cChxXyD3hlwUFxZlY5PYhMH9l2bkFXTuV+
Ht1/na4x99I13gmfp6xJqKJ4cxlHAAC+JluPGOzPs6nTr0zmaJ8k9/xaW/ZWC299VN6sUFmEVkgx
C60fnImwtggSf7lGuo/8/Kj91Nryiwm8IVQK6qCYj8/v9dqNKINE5xRrCZp5T1eXDUmGdPag3r/m
hTuFwovd/TzFXmhb+S9dGX97bm19KLCmhi5M8jcUvO4oB9vGqV0va6brwGj/3m61aNcnfbPhGtVH
//HkE+5A70MjngItznjdH9dURA38Tl5FVlZ/O5Vh76tpGU9TE+XnqOms3/I0LY99tRmyP7KMgBaV
JNXi4PTf+pPeiprC8VJ5tY202U/d0u3Npuv2/Jz56Bde9bmb4LOJmjb4+fnOrp2mWjNxkULyQ3ZB
LfLWcptP9WJJOV6zvtQPQPG1HcINelhGy3v9M5patNWQvOL9Il1dR5ZTAgzFHMr+OtSL+xNUB0x+
N0b8U+1NWxN+b3/r9lNScqIArij4VQK5ctBBn+txMhrDdbLcVEcPdSnia6p17vgzj2Oe7GNbFulP
vmyFOM+jFS9hNxWp/9EYg9jYBToooStBldAOc65PYu/YaBRteNr7vbeoMiuEGo/W/YiPtG0pzWka
rsxRgftAOrD+NKZ+dQyGfAsq9MgWeSEwCQ4xfdzVhjhjlaQdirjXpHCr3UAp7VUWMuYu1dPPz4/U
/WXlIANJR06et5/i8+2RykRslEycc6SyuvsW+L3585yn79Rpw68CX4VGB3YWNYCyBi3oUVF1vnC7
6zgE0S7J3XwnXLvf+ER3ueCbGRBOJH1YoS57uxizNCMAxsjHLLZVfdfRM/13ElBo9n3aH7LanV9i
FEGO9KP1Q9P78cWJpb9Ru3rw7Rhze2MKojXGdP/tbygiZ5lSX++uWaqXH52oTj+0Zj9RyiqmDQKB
B6aUkAoxDSuG6Gz17RK3SGu/moNrPi7Z1UyB0jSONpzc/t3YFmYkOPo0QJSsMBu8CkTNpei7MSr8
q57XRijaLj0KUUcb79Q6mlFWeN7xcKpBjZO73TsOKcAgwvhr7A3iiE6zDyQprc6QakfHrhuzn20C
nmtQFMmxnt3s9Pwu3Dt2SqoMtqlckDx93ddcinJE+i7yrg14wA/z4L42RNwXcpvlSLTQHJfRMD5Z
zDnsnxu+f5/5eGq8V9FMMZy7OjNm1HeOs6T+1fby3+IGjnQ4bDPILfM57IS+FX/c33kuO/TyeDHV
/l8/nRD8tBnZp3fVkgwKTzHIa8eDc3i+qDetu1u3TnWAU6OY8SgZrKuC1PYbgDyaeTUt1OlAG8bO
eCVO1Ye9B4oZxx1M8T+da1UG1MeNX30q/d5qL0XRVgkoSV4eWua9aXzKitZLLiDUo19lQvcgnP1p
0M5dW0UflryCCzpkSsIRYQ4uQIQMvHRbRNf3ZwPUMLEMNOw8VeS0t0eTiuRMFuQYVzo+TJnMUa9b
CHZNufxkUHGRx1LrHAAGjUbJyXfn2tiYMb0/I+ToNC84n/SOyXFvf4CMlh66a2FecwOZ6hAJ1t7/
WZT+/Ks/ed6yi9mXYcPB3B0UbCldKCbBXIXmXPlTjcCAqdY+vbZLPp2yIE6OHSCI8/OD8sgK2a3C
VJLi3hE2znZUOXSAsqtda3F0saNmqHdQJcz5xvvwwBATwczWcPhZzhqBywBYb2SLzK65XzM9p5f9
oRFt/NO7l6OIfwBBcVrUlP/th2qTttemOMmv4DIYiXXmZpcm8Bw+t3Ln+6n5MYxEyZg/A+5ErfWH
rkzdJo49ySi5VhJGJjetzQ+VCT2GZebvlDIkBlGmKIwpfBeDSasKTpdnqJC7aXoFTbTstWaKdojQ
eO+sK75ZUbgO8BYUFtc0bl3ZxhVdmuSKsYbUxMirZpdNcbXl/e6yL5bDC60QvFQ5+E63O1f6Y14G
RZlcR9n6X/pssQ952jinydbFB+lpzYnWqPHO6oBaHW1poF2K7JeE5dYoFfBmShF9u8ZovH5njGP+
nvtj/Bp7Y/qtsVz5OXUh23x+RtQZuHHApF+qesRHU5CPdRFVd8bZNjI7vRamVhyjJtFB9eI932+F
8T8GAEEAgkGybpcWLD5FWTvJrl6aWAdbwHUZGfYWuPbBeeecE0aC76aPu34i4zjOhrnwsmtjSpme
kAizl6OVdbHYFUGxCV97ZI7qHrV1BG14u1bXy4MOxLc0WV+bVkRXOfHk+50RHwEblRtO9u5locyL
k+UrAYElOV852Woe665v6uYaBZas9wFAjPwTAxFusQO7bCJVmwS1Sbi1DONJWDUEgM8/4P1aERYB
uEbNSkV56wbvWJvO4DMHc7VGZ9mz03/rPN27eFy27vj91cMSG/pGPknnYuUahWhL+Av75gq5SvSh
1jQbMXbP+0Isbu2zyQnOjrck76NuVCkUXBq824xWwgaxLpHFI0hmJ+krErdlOjHw2O2aCSzg2GTl
xoV7sJMgh2E4ZoKTjpm9uuVRpkeBEbnVtTEQD6fGYi7pTpqy6w5Gr0faRrz6YDvpuBIqMxjFvVsf
UhACqNcFxBuuFcujEfXzKwCb+bPH1ONnd8mNz2g+bemd3cXoZKR4M6VMQKBOA+j2uiOdO2Zl1KVX
j5TgI2xt1sEbp+rCiJ0hwrKOh/TbUjSB+FjnmtOd+qLwNrb53q+RRKI5wsy2amSuf8LMyLslR1+7
wJmWIF7u+SGPx1Zn8YEVnjxcdaD07inW3S60mU2aLkkbXZZGxJ+ZrvuFOdb02/O798iI6jypWjiP
rL4ykplL7zROHl3KpMiP5Zz3OyuDnPW5lftzaTEJAURUIQ5IbFbfLMOlxKZdiutswGmxwFp5rQqm
OmNH2+I2ujeF06RspNJ9EsY19D1gKqZ0LFldC0bCpp2LbhFEzo7mJPDxSGi4n6/s/jSSwnD0kZOC
qR08zO1H0vJmnN3Wz691lpv7Iresa54tQOvFNH1IEI47Gl7s7etOyIMU8p3U3FwEslWeCKa/cchU
Um7NF7l6d7VhuaKXlWv7yraAjdhUO8YQ4Yl5i0zv/rRgjmIN85FKsnKdH+fMtye9Vy3XIp/tc1wH
/h7pkeTwfE/vPyEjQLSBgIpSEyKIvV1UT8wg8zleriJy6Ze0lteFQV/QB4rg+Nqq/j205lHCYgep
ed0V9/sJxW/Nm6+G3nQnxx1R+Wk4pR0aTb88X9j99vHGoW+GADK4GDr1twsLklJCpD+NlMGtRlAH
T1Pmg2wQ4c/t3C9JvaV2QNjMcwNP1MpOCUaPTG28WtGoh4goVuccfoJjP+hbqlKPlkSKRmb6Vt9f
M/EEHRpPC/iRq6cNxVkPyuEoNEhvny9IbcxtIKn+PgmgrVRM7t61etImi+kV4+rpgOlhDrNKRLpi
lLnhNpfTeCRY17emj29fNzidCSfZOyZ16IIzTLuKK9uhiWIDhcTTLOP6Hyqh5WvaQq4/xHX+ukCW
fcjKJn3X2f+fUWqhVCoZ7me29fbTpUE8a3VluyeLkOgs3co4FVmV75A/3wq7bj/d/0zRi2EeSamR
rZ1ybNtjb4vFPQmD4afSLDQCMF3/PyyIGiElA+IEVrQ6i3Odx9DgRC4jz6I4jpObHwo4wI9lN49f
n5+SRwuCE41ygdJJvCuRTBmqKXXpuyfIdvKPDcHsNWJcfCOcu7NCcg0tjbrCwP2Zjbz9Qo3e5sgQ
Se005rkJgagW7T2nft+gPR+HqwtHixJdprnJLNetldiHJCmQhnfq/cr7lXwt2ieNExwnu9malLn1
Fv+ZUu1pBcwi7117JX0Es2wElX8SrYz+NKNiTnmijYQmD+CJjZt8b4wRRZaGXwKOgXO/XZdfLwUD
RVpwKuG6PI2u5v9Fcljt4h6w6oat+y+FLUI0cAT+20Dara3WFZrbJW6gmBvrPpy6PP1WNUG6Edw8
NoMKwH/ScOtqZl37qci5ZacCvYqwcKET70S0Ndj8cONw6yp+IpdYY7sSLSjL3IiCk7R7vdzJCcBH
OvbDvs6admuY6MGSmHmnEqZY5YK7eC1I+0TvIp8lxU0dGs00UA/LtmKnh1ZIVMCkkX7Sq739PrGV
4fMrEZ3Gyo6yvahK8ZfnNstWW+Z+6/g0TM0xv0/tFGjJrZ18chtS99Q9RWlih6nZRUhl9v150jN7
o0j6wBSgJiah1OilQaHg1hTNCUn0ZQcndMslrATOvDOSyKVFOLTvPt3gQukVEOHB+GGsTY2e7MZZ
dMGJ7D0I9dEOdsKovI1Q4ja+Vc6BMhVHjrlDmt2UB24X1Hj+0DZeGZ18+mfRb2lX+fqn2raEjiis
HIwwWca62CNPkf0da80Q7RfPRFfyuWe/31ZXdSOVQ+SukuLe/gpnrjTLSKeA+TLcbZ0MNjOdVrAb
0ro9Pjd1fyjpvcBBQ4hLZM8NuDXF/G+aaVQITwb82P0hlnA4M5xSWVvP74M1kdRhCNAMA5frskvU
OqL19Co6OUPR7XLfRhGjLqw9XcJp/3xND0zh22G/RP1WTamat2vqcOz2YOvaCdRYc54b83epd01Y
yDR4vyVmoXivgDwBTVt37bM8a4EaNeLcDfQ5jaD2DlQ54FxINXl496IojFEgUwVbKIrUon8oQI/R
2JSDYYpzZne/Z34mcfCzdsCZ2e928AzxK7Ilin+EFmv/EWvlXFtM256F3XY71ACHnR1IsbGe2xj3
7aapWW0SV0XsSofndj3phNCbkAacWFV11Ghjh0Hs/l3142tXlVvcpA9OOT2cQG0fmAIOxq0xxyqV
+tsQn+No8ENbCverP0zBRtH57Qz//7hdrYlyM2PE8EfQuwVmd2tGM2PUdKtWO9maZRcyHIMpyT7N
OlWhz4vJDEI4pO2ohEeXtAnRr9e/pi3jzmEGfYcTLrIv81MVu4xf6D3gqO9DXnrGhUKoH31953Hi
gSAiUSE/5RY6Cbc/1ZBCK2shirPly1/rMu32oix+L8ErbXjUu61n4/GpajIYuDiYhFtDUTVqbZ/V
5XlCD3rvVZ17CHqr2riId6dJWYGGhEk0Ti4VwVsr7YwgQ+Us5dmSZjvtNKuu+nAZqf4jnbmM+XXh
R9rvddMBIRAvrYL1Ek2uxwcHt86ZcUl8MqbUTXZuIHVrTz1yWo6J3YstV/0WWd0cL+zRpVf1VYry
lCRuFxlMRhCX7uKdbLtYPiTFJK5tZBT/whzi+Qe70BIoQfsxYOakKmPvHARJJXeWpsXd0Wrszbnv
u8eSx4mUDc/3Ro3prFKDIkro7UCMeJqT6Hs/Lyez1K6OEL+LKUN5w/3VarzXwmo3/NMKdsI1wy4+
gyAe5ktekpVdv7PKoBIiYB9qwwgNUVqhn0T+buh041wMcfBiBF3yklfm9MUYNPO3yC6cn55fIJXI
3X4MfgRFIdgYKbIze3H7MeJqtG3ALgGRQp3oR7MxYTACKWE55yKncBP6cdV9zuJCuhsNjPsbRZsY
6AKFYZ4CZt9vLdPhbzxznoNTZjR1ETq1NydhtNDsf77Ch3ZwlorAQ73bagd+eHHiyq3MdOiDk9O3
3p8iW4YvutUVGyHkIyvEBNQwiesUIc6tFWjIEqODN/EE85n3CoiTybA8eR8Hw39HhiIDV4coFa+3
skKgmvumIDdaiNmsgywzQ+4rY5JbWnvqD62PhYIpgqwjkbjTbZkcUVT1RJBP1pzsTEOvXwJvaPZp
3mwVQx/tnGqtg5ylYENUdbtzdpBpQ5Jn0Snz2uQ3t+iyk5NV5vH9pwA8mQJCMvwIs8StlbJrIwBr
cXSCtHU+JFaqnwct3SIRuvffJMg/WFndprqdGqRZibull5SfysWprnVswwwLW/oHhla8w/NVPbq9
TEWTX1IFpZu/sgfiJJioBhFhG+5wcRf/e9aM064qOxru8xVCl/dxp7ydQN4nOps8uKqMsnJaFk9E
pRlFdBLx3J18vU338RQs7xpC/J8VomxOOUMgRKW3XytvIlqPaR2dtKgTJ/xfcIb/Sz9wOramrx6c
dLoAtIUYlIaIaT35LXtJ2GANMM9kzs9zOemnxUtbYp4yPz//WA8OOpbo40OjQPbsrY6grWU0I4wp
OoEUb8PB1KyDbg/O+w86y1HhIUBc/OsqImJy3Z1FWmqnIB8adxe5InpFi9vYYuV6sG/QjHEAwJIE
CiZ++4l44iXTvbE4O5ldfNLSQr6kWh0gEtGVfzzfuAe3CpgPMF+CeaZf18hpKDIXNrSPz0Np6i99
NPuXUtO6r37u9n84Xttu1QrVtVl5PxUDv62PxGt9yFveSX3RsvjMYMZUh7Kx/HhvtrFdh5OrtX8R
zUb+sZJOXP5sZb3XhjNcoe3fgze05QG4td6kYR11BbTeliU/D6jNNWCvjMwJyxYZ013peb0IF78e
7T9Hd4i+R4B/+gOP7UR9Tcx9ve9SE1IkWD5c/0+4U5jq7DJDjz9G0sTBGHU39CfR59pfQcEkMg8b
GrlHo+vj4IDcg97sbJEO9p9ON9qQYUsJMbDVT/wCaclu2Akp0t/KtlWjEQHy9CdfQzh+wz89OPL0
D4EJ02tQ/BTq3394e9ulRtiANvM5kHH1Fbni9Aj86f/wKqrQHIQpWSJB8+ooDqNXQRUyx+RgsXOg
uoJw00Kp4/kpfLiWH6ysfG3hCdcidY3PkZF+t4dh2tfUMfbPjTy4VRQymH5QXK00gdRV+GHDitlr
Y4r7HPVslAcfbv3QnQrjECMIv7Geh6YUgwydGRiX1sLeYCpmu8ih4Ea0ERUPhxxjhAfghODz+7q7
yp3D4KEmtvgP1bN1QlkCRs4T10zOaSySg5dp/SGaguloLdOWUN/9quA7RppMtS3YyLUuds6IJaIk
QXIGCm/tpsZzDoHwnC/9Nh/F/YHAlGLCJu4D2rCm3UojxHgQCEsh0hvykBe6CY0hCDau0MMFMSgF
rljxhawDy6ZPx9JK0F+IykRw5IJhZ87Jr7rMho2X494SVRYmcAgsgZ3dIRdomGcWOUB1bjxppDtY
HeZ+F5eGHKFADPStjHptju+j3nfQC+CHCABX90kK+DvcPIhOhT8vfeibuZmdE5ELcLq6olV9frPW
oZIyp0gTFEYbcvl1tuXUZqN7LdW0BmbdXVck9YsxWvm+q5Lh1PrwZHZ6rm/EMeuX680ol/ltX2HL
WV1njVqdDeJHO3WzEX/TvLE7zE5rX2prHj8Q5fYb7mOdymJPtQThVKAOylJXnjCKs3kRi6/RHEwq
rnP3T2kav+Rd+1n6+bciMupjkcqLzaj389198DEVAp0LB0KSZHoVdcDZFtkCOfMzEoR5EBZgm7/O
blN0B8mI45YrfrCtWCNZBfZGtXINEW8GmMqM3hJnxFDSk/RLIvqkA50isukox2CeNnzl+qqrfVVz
DFBjkKoSqN+6ZdeLY60tMSgafwoDvwVpjLr6xtd7bAVcCmdUIadXsbXvN2UxBfDr2zP4RKBU7R5w
qbNRyXqweWwa8SfVMkUQu1qLYZHXOSUKCC5DJ36Y2mX7Ag5KvMauUyA6iO7f+3dP0VWAtnkbmF+H
pPoMTruxOyyie/sJMPVwzRLD++ndR1C1PKj+Ow7zQmt3nCfB5M8pCG0tzypY1IXzcdZM82QO2VbR
94EvoUFJKomvpLvxppnzwyuttYb0UYnkPQOA+TWOa/9c4yAPVtxGeTgzlXEawGdt8L/cX27qzG86
ywCW6MuvLjdqk4FZ6Ut6nn29Gk9JP5rjiy0cIzkCFey6q3SH/K8+SgAyZUY7ePupz91o4/jcH1KO
jGI6Jejn+KynUGWiuUYfF9m5d5Lqm4z9+dsw9PXX937Mt32l6YzsM92yleNstCZyEgM5JdA9w0sp
02UXVaX5MYlK751pGaNJREBwkqthaF49teAfPmYXD3pfMUV7nsrp76rSGwiYuuL0fD0Pdg38ixI9
JADicq+M6E6fai0Y57PfLuVnzdPMsHbLLfnQ+6tNQxE3rDwxRfE1Rp0CS8PAyZiei9pJPuu58H5B
lhJ8JeN6xiUwxbJxJB8ZpHhKgxusOMW1VZ5ut242WXJGz8dz0lczF8a1iVP7mrdRfyy9ubm8extx
j8DvyW7VINLqWIgZnLfQ+vzs1GV7NOUQX8zEkN//D1ZofsBfxdwC0ObbE5Hqk2EV4LvOtT/WuwTN
8TjUZZv9tmHmrhLO0aNjqZjTQL4g7rm60YM5WXZjUUzJprJsPy5OPkbHQEvq8aeaOZN/NMpm2kvf
VOllgtQvODMjXS6XdNGamGy7F9ZBgyxpeZWd7TVfimE28zYkZK342a7buoeYSc3gpMzUBwSJZU7g
PQZ/jZzzcWeWNfQQwdD4zcns2tbe6eOSxPsqE035mx71pr0XbrS43yJH8u6BTWu8fb/k3nwRljm2
r8YST00YDUscf7Xt1M3+FCWji6EYbAP18rHQzO7FtBYv/gXEDZCYtBj9+ZR2vtZ/cxy6wXun0esh
TKOm1/+ITDHPh9aUcwfFdwI/Ew3WYtplaVl/GQMjkbvU1Aar3k2zJDFPo8r2YhpO02CGplMLYw7j
vJXJuay8xv8nFbU17qfYaI3XYBKLs+sgmCr3srDiTk3qzfopy6tC/xLD7t3uy2DS5Utc6gEq1fhY
bz+WVdvtA80prJ8yN6iC0OV82zs6QSIOZT/O0xB26VCIj9RSLf3V0Zd83NXM8GQ7mcnyzwA21+FT
Nta+GcoJUq1dX7b1P5NHo+dqLNpcfGl9f5gPNBG14qrVukQkC67uCVAK88v7KZsW79D7aYLPtaOu
/NBohTccNc3VzDN5lCy+zYK+0SVqIxeCnSVz5F7OxVJ/m6AnNl+b2MynY95lmfE7xNmehGAZcNf8
ESvtfNRbLWj/0ug5ut+tqogIPUZRlgeRmUkZMoNS5Ye5G7Q4DoMJZy3C0TMG+dF3aPEdaoZmwDnn
gWiobfDYxiBPHDf9bPSzpcvQcvuqDLt57vowzxcLNrbO6LwP6dzm3mFoRG3uKbdk8nPuVCL4x1w0
EXxpmtqovwTWOOahEqbN3HAptK44Z65me391sQszwORbfft3qzmVNYdREaMNsKstQ6u+9V4f8AH8
upfTteoHq7vmaT8br23J2P8p14JEHKJ6SKP4khG5mr+8yQj/LScr9T66DE9a57o0zOHnyaQ+fWy1
NI+OcT4Z8rfZb9P+ktO7Trhr+jClB7AePrTBwpri3VI1MAOFvYi5TCHyjhXNNLOtpn8po0lz3xAn
dd8qLfKtI72CMv6iqcr4segEBaAYdEG6E4G0SPMgMUqP1dSPv8BA1VaHPhhid8eZGduQkQG8UrTU
fJWxq7rsmDWDVf4RTRSvwtqePO1iann/ZXHLwctCO1/8SIam343BpwUdSf9rOSCv+llvpGmkYVBK
PYF2cPFdip9IpxO0I6jufNRH2r9nVMGk+UvhQEq8N6sxCEJ7yNVf6qHY2htJGvfXqdQTBmzt3tHD
3ps7/zRaiRfAmmJH5beacNMMu85K/qirobcUX3vXW0ffNuM/qRyAR16MLovOi7EM9WGsxSR/05w+
Tg++ntsO6LZ2YPa7iEdZHIzB7LxTQBZcQ5pi9+kn22w09NBpN4pmP8aNm4YWRHbyTwkH53QxC8bR
drZXtvBSwgbXGvskSSrjICGULv8fZ2fW2ziOtu1fJED7cirZjpWtUqlUqqtPhFolaqF2avn136V5
T9p2ECNfAwN0z0wXLYoiH97PvRyEg1j0FZm5Uf7wF51keLVmAakGsBW8P0ZFwJAK58qfxI0UgxEp
q48dc4KX5LeLv7dwFnmycqqMSGLvme5q11XBLi+ytI+WYurbzznasTtwwKnYm0U2KsjYbi7uk4Uk
uXDV8EGGGBaMw2d/nTRAOlTF2sOgJem/G5CbidDtpm6NOBiT/m+u5cnLaHRivl3lmJQjVCVfyXLn
iSqzI8BN5RPmTcd8IIxymanxw1GJoSpC9rJcfzBEaS+xYZdp/+guptC/dkmDgwKfEarwnSsLTZP8
f3Ns50PDLnT3iZk115gAMKv+gvGhM/2c29EddlKRXTiHQ5+1Y+grV2L+GVSuFclxmKQIe3e1vDLq
Wgsav1WLPr/P12RutFBvum37NqWr5RH03OKJ1Fp8sbxWlj/rqVBpEcq0G7qd8IYmj1en4bdh5Nyo
HCuH1jXu2kTLxni1S5dZbPpO6jnLNhn80NNQZ9zqq1kbt0FR1S8B5C51mxlLL0MiF7Lbqp117Zgz
q86hIQrMDaecYXaFtIx/+sAuxmhuyo5mtI0x3G4dGfGh4NDVHkXKipjDVp8D7cG3O8e8bdtBpTfS
y33vZ14k+fqIjkf1nFit2fXHOV/8xgpnRbH7OXGDpPs0BIn5HNQF4JFc7eGbr2zjVyITPKgkJ1MS
+eU83ffpWP1DDZE9NYoIYYxB6cEdNaG7/zi6qV5bKec5AqVf7fsM/10HvaWhRCjmWf3N8df/k0C1
zo92PrYF6UiKOYSK3esABJilWcNj4RHI89oZKvduINelPm4kKxlOOxwzXI9pcpPxuXQWS9z5gyHQ
QLWcx9WnSeIx/ADjUBW/S9XTkwjr3uqqVwMfkyoUbrd4dVik0jVVyBe3VjcN5M7qOdMzfwiLIVnt
m1GWjrk+tds/vJZ1XrhtqJUN3mKsW4r1QyC7UUW6P6a/pJs4MqqUk3Vh3ueD9qC11vBk9KD0t5on
2nQrh5wizNvUHKkspNR31jo6P7V5ELi55yJ3fqEbropIBWXWPGuJQ5aD48KXfBiTTPTmzhG5+9eY
cuOF70lLXqXqKrHHTk7kfwsuYHMkoXt/tN9KJYhgmgiaDbUh5GTDV/57CclHnQMRm02TU3HXOJob
0UmCNFda7u5K2ckf9d/mxvlQZzW0YQljAQCUx4rJe5izUv6r+9M15P/yiswNHJnh1iLEwO1cYQDt
P2/mRVVHgT1ZXDkjDRFjdZ4XX7avwh30He4M9uePPhq9Vy7muADQT6Y7dTqLzah3ysulPHbGnGe7
3hyTreTTPybYo6vKlRGmOo1+vIQ2Ye7pOK0SulnVdnacK7v8V5UYW4SNPvv6jlQQ7f/jKoyeBh3w
5neG4OV0MBNtkLUuSXYkMgjqlSCZ7qWmpl6iBvrVNfb1BZC30VKhK2PfA6h9wRyVa0PZazT1cfbY
ClPNL3/yVVohzpjrl/ff1sXlkdUBdhdAO9mu+edLpGhs+jV1OhzHhFPS1vQiEsH02lmiv7GtD2s0
8McgKxVlLhkP+AadU7HdRnTzFJgMh/wryua1P9rm5IalAx/2/Se7mEQgIZYF8BpYIZKos3udvvR5
yv8KxaBYvD23E/clmEpE9wj1/nx4KMpDWHoWsD1K8bOlGLS8rnFlqCFgRRSjL0K8yMRNnX8w95ZV
T+InmCEUc/Q8tOXPnkqbazVm7WAcDRvzqJnsxZ1oKhkqRwSH959qu2Gf7FEMhZJnS8Ijk5nBTte8
Ycwe7tGleRyRoncxPGLzh9R7rwnNNM1frcxMPmcpD7ov11p8LEj4/x4U5RLkLEBY2Adnc1oZ6SCs
jNFTbr8HruAeR5J7LW7kAhLiGaErA1kyxqUiljtIQyCgZR71kmaA3tXjTi/87sqWeP6RgYeClDib
FfeGl5yTiNkSm9ZdDf+o0FDHtdWucWmPf8ay9A72KK9N3fnKR/+ytVlYjAyGMc0ZdDI4uevNskqO
0GDqQ736y063uu4mC7Jrcrnz+dukNjhdba1lDIYwMTxdI2Ie4QstQK/UBk5UwkjF6qW7ZuByOX8w
DnhF4LzsG/BETkcJujoPtNn1j3Pmfh8y477HWyvk6vh5ctf0g9iqbxtAnczapoSCamqeDiak0ufE
XK0jzIJm2g1LRw1aizL/8f7ndfGW0Bm6qIY3ozC4Q+fVRsazBIlr5HG3dCllEZlj0cZ5eMlU5lzZ
5S/HAopkb+KDhuZ3YYng+GNFaj3Gv0sWWLc9B9ejmFrtboI4fWX6tu/yv7sGUPFGBWa/BWsBjDzr
bBTmMhUy0Mq4HSph7FUhTPenaBMQjdVMvKeuQRbwyVRJkd+rrC6f9aFR6vjRud3kjrQHtu2SSOGz
Zblu/LLUWKvY6ptsL9xsfDUG2DFh7mTXTOgvPgFIAuDWCAS23iI37dP1whUNonmWyrhZVXqYe9fZ
ebNwr2zG//PCPptXCjg4wFjgbCSzs2ESfoJrVmYV1xMX1Z2s2Zl3S6WrPAJo8V+GQBpJDGQh2rCe
unm591XqrJ+ScsltkId01TE19d2vxpQNKe/FWoAREXeJXWIm+Xw7dL3fviZaPpGpVqVFUOyCzCvn
F+k1BE46GC/Ux2bWh/lltcd2ejEa31H3wYofxN7uau/7++/w/5DX00emJbB19WnF4ex5fgSYQ8lF
JPBTIsIkpc+Bu9+k5zFh0WKDopbWV98cuxnXl75dZ/ufGYNnQ4T8N8J6hO1QODvXSazkUZTQYx4S
sj3myElm3pWtZ6vxVGV5WRxHYCJwrIAwpH2d25odTjA/5S9VQuyJEADo/SfR8e/GdUbjdm94eSsi
ZbZZsgNgyrSXwWz8KpLNUhf7JbE0ta+5aORuGJT69Hekc4LBZWlWXLOL1neOalLzRL6OZUw3zGWf
P6xzKcV93bQWYXNOQG1EXLSVRc0CIw6xbNGkj17a+PbeGZOpC0WpW8udUyL9KSNf0Kn/5PWeX33K
+spyn/jQ2up+TbukIvt3SdED+Nz877JKttrz4gTCvmVP9eo7O88J7Vgta/nB7b3R95ny5PxoLFwP
Y3gAkK9Co8uoRR0tKbq/xToDYwCJ2sFeSC/poqQoiuqQjdLOdyvXMmOfyskqwIB97y/fKE89JZ0+
xnpeteNhrZYyiJRMkp9ZWVaSC64r8hDzOKcMp8Vd1EGM5uTf9Ilp/OBIkBWLXcjuqBNT1+z43jUu
v3056M9Tvbgv2qSW8gnfMEfbi6Sof6Aq1P+KwUyfl1zvlnB09AxkWgta/dYp5qkPrXEQXwVYarBD
2t4+5946P3W1NiLkdGbtflgGB1ewNhuyUAjKu9BUS9tEXiXzNCodXFijylRlcF+QAPFLr0C49zQo
SuMbKI293KdNkPwszBJ7fqO2xRAFGHCtWegW3upHhXL6F+k24xROE7a/kd5VQbszDFwq0xBJpsAK
tUmC5sbFHrN5yfRgkXeem0zpLk2XSt1MLQrXuyyxrX+nzl7Ln25KmOkRWK7Rjo5NoPWzCjj4SWLU
TS3sWy946txVWWukDC0zviKONl+qarHzQ2nM4OhhTdmQ/Os3rZ//AY2tvuYiy8cbvS4m59OS0krd
6XYDa0OuOa9kIYbee5YkpmDiozlZHSkxGys3I71ew1FrNNqvJq4HDzKTxfhY55r+b7XCrDqaRFLm
Kiqt1Bufgrnzml9TIPNXu3CL9JOaZftl8hfD+CInqHE0+osFmCqfVzf2u7aRID7eVL46QbEQ2NPj
2nKbgOH+nWlJq3Axx2mOUk1Zehjomj7f13ZftfeFp8SLpa26gPjByg+tfEncl3mqguGvIOYKO1gc
SLOwIyL2dbJFMzymgzLcg6uPOlHqbeE6t3ULH/se6q20P+d10j1YduPkN5bbkaBWJ1kvdkaPOhMw
qQW7s+hArE8NuuDiheYAXyPOWKURsrwyj0qJK9mDk/rNJyddaYw4yaC6KLMSIwgNvS+rfakVrXFM
pqVed0DZdTylY1vtzQQkd+/pqFojYcvKCgdLx9AW/B2EP/OE/0vXnLW4A9TLnMNC8ZlFxI2an6cl
K53dmlVDGZWrOZAy7fsDYNSUYtFvTRuPEsjG/0QCCd0P11tcRRwdnnjwqqxaRcLs6S3Zo9ar0Bkq
MKYmdTtr50OK1yLP84s8nojo8TcJkpWHresOR89PRBmJTDNlOBbCaW4Gz8yzqKNl8tucOqMMO7wW
aJmD1uWRk6frF0Ftl+0tq9M/pQaNwL1liPYRaT+zq4qhi+dCa3+5PVzbvW0J+0lv0roIhb5WZbTM
+vqrXTMa9c7a+LFp4YC5z4bAB3qiMAi1ZW6WvZc3zb5O1vVbOqaleWctuJDeeODdfwqtq7ooVbVy
2IutxN1p2ex9m+H5t9HCsWSEJTGhD1yDqu9jY3rTITNzBYRrtp8NWmm/O6HWn4NU2T/mQG8g6oKs
taLeG1xmzijKajeZHA+ANB7gqtCdX0Un0u954U9BNAxI9aNiMNUUais65R2taz+7mzjP/7B5Wg0O
0M5khLU9G3Tf0HWOO6H05pszrn5wKPp1RS8js2++pyVED88T94x89HPYr6oUU9gHFe3pzG4/220V
/Jisrjaj2Wmqu55u44oKJmtvRWCOxm4uh7aMLKIf+9AIkknsg7wzfxolx1YESMB8ZoGGk2OR45wS
Opi6zBB2IZrcTHQHEi6MnjXtzU74QUSJssJwMV3V7Mj/HO+SJUfJPq0KmErkKmRWUXctzVD/LoVe
2XHhGmMRDW4NW7fmivEJC3jP3lslUsxICM//7ZmN+RUHUl0LU5YwTTgTrGtcq76D06YUG3ArNPi2
QeI4O2JaVB8OBIY7IRLV5t9khKgD5KwXf4JhMr8nk7Pk+7Ifxm9KdTRgVeMFX8t08b54ciyzA/5a
5X2yjpABfYwyuwi7AUqojGzKLtRgMX3vMbnmb6e6y3Zrb2Xprk2N+QFB9VDuyGpYjlodMDMoPDl/
fa/jN0q7k2I3pjheRUBYvcF5Vs9+yArRP7e22/zuU85u2EG5WUWJ5PDZt762fObNTd+GXjpaaORd
88Vc26INOw8MN+y61HrI09mb9wHRNHKnQ9oawxru+HKo0GJ+qy07VWE+oUHetlZaujRdWjYGRcbu
HiZp9thNQzqza3TZs27nQ3bDvcGJTQ53C5G21zphP2E4c3CrUX4pm86rcN0o6RyQ+JPZIYgLG82c
g5c9d1VV4TTnJOWuxJTzS+vRUQwpPq0ymqfFeRa9NsmdN029f1g1u/ZCeivWP9rKF8Kjj42I/F6v
X8vFHYq9ryXG73qp/S5ClK9ofiQrohxjpIN71/VL9UPjpuPwsRjEuiyJL/T94vUWM6zNyw+r0o0k
zNy6TrYYjUK/oY2JXcg8m/T0CoJji7DMFo7ltrGrMbRrdy0io5XNLV2GpQi7CdOkKFEguFEJvP08
LAQ17Sbo6g/k1IwFwLbT+iHuiXqx69fWF1EzephrrSNztsfCMO+iwBZGFc3asPy17dr5Ssqj9k9F
+/hJ2gGmZ5JlOJAk4q51KGtFOKNSRfsHWHf8o4OfBezZvfXa4OhS3pJBqZs3mVLNvdWv0NfRD3Jq
rp1NG8lNXKzqy0ZWXyi8mq9VIfvvTmIie7OMUn1OEtnKA2iW96VsJ+MbAabCC9UETBgirKHMzatF
++JBN3hWct7shboCCw9j1rM8NDNr1vbgp9b9Kmyv31XOOuVhrVY50M9amaSua2leJMQMz1s/tL0t
qI/HT8KQQRpy0yyec33ActOZK9M4rhhPVTs1aXPL58HZF1nKNX+bC1vgrunW6bsbdMkLplZBzZ5O
TRUOqynqiAw3R4VGb7TmDTeUScsid3aW6phb/iBuRk3yNcIBFOOxUU4x/Rrtxl8eKMBtbZdbmTJe
kmX2/BuetkuObVuM64FZKqubuUpdXqjncBCgDe+S79A7suUThUNef7MdrdP2klydLhqDLp/vG/hy
/We0z267c3XFLa017dKuQzvt2bzDsc4Hf1/rpqiirMMV8RvObC3NdM6TX24SrMkrWvuJlo1MNLkf
dH1C76OKbkAkyTHyAK3Pbnep2Xn+a5JxHT1YjTnIPTZebXE7pi533glbjfXgJoXp39s0+IYfzuD3
2l73CzM41P3Uu78Q1I1MgaEtkJUkcQp7ySBkZyKX+O5IP5kfgzTV1nhdlsmMDc9ZvnWsn+6r7a04
6YYFUqfmgZyY1X2EFWK/AEOZ2p5JynGgSudEjpHWqTyIx0QF/Z3bt9x0Jt7mGHeTIYu7STNKP+yR
tfj3nRNIM8Jk03EPoqDFy3FdU26i/kjzSM/HZj5SRHgTACUe9zuDq9X00zUxRnu1zWGBPMHF1r/3
KEC/tjU6la3LKTksa4PbR27XZLVKLfPaf1Jq9/Rl1Mjh7SON60sdVXXd168OKmojosHScsalpMSo
0NaHcdo3s9LqH0s1Ikk1iqUJ7mxuq9ZjWSqtvGkWM5vpytlSe8zNkjhdlqJtsuQzX0+DPRb9cxlL
tkv1aMwVpZ+ltZN/J8jEDtadX0EC/zpZc7HsWkMEJJ0nTu3cwacR3YEYP2c9Iidy5I0Eo5K/K1Ii
ss9jaZC9njoqMSKkLnZ1kJDWMb+cuMJ+Ke2mX/ClWTz3Eb94b9zhJWdNG5NhXf407QzTL5zl4leY
AUg722MM4/u3Us15u69TvXvueq22buhGNtxk/KIv9dsmg4r4CPRs8ENX2QUHzVrybAp1VQXNrSvr
4Jq13xtQFjsmVHwAFzJCz2EzDHKExAenisUox71MkyTiw/0KENrH7wMQb43kISwAMEMSBnp2CuxY
wtdH8Mgqnow6ezC89fvqCQCPbvn28YGwKkI4A9qNQeoZ0C5svzZ0tuiY9ukUJSSL7CV4BhZ/3jXd
93lHEBAQd3bTgf24RbK4Z+2DeS6okiUhl4EMnAfkJkFUlP1r0OByz45i7SF5/H3/6S7xMfjoTOMW
yEe/4oJ1SUFVc1GtYkxPvN1opSM7h7I+/LK4K9F3pOilX3CRSVSQ1Vb1uSdxfCyFiJZpKG8J4tUI
L8aa4ArGeTmLG5CPum8Df7Cc2FbOfxrFqYPWJJXcxjYs099he48TRGeM/TEl3pBrX+cYJQZAwXLN
SveNyaSZgC/BltrDmjwDp+2OByvmsY499rM83NzWy3BoffOag9vF4t86nXxjeFptX9qFJN2w3VWH
IRMvybKEdgKNw0+CLdM+KfbvL5ALdB/cFMUYZzRALd/a2TM5CwRWHJ+XeJlr8+88V25UjbX7z+iT
KSXSRn20G7OZhLBlA7qjh2Nlnr49NRKDoI9rEa9Za76YfGmvcA6an76G/alG7tMV6PbyncES0H3E
9TQVAnShp+M1hMlYRIaW8dRrVuQ2nv+lkVJ+uJ3AKFSxaBZo1VG9n47iyqReodIQJwhnlEpzKW0/
tIYmg8IYaPKardDlQ9F6x8sZFhOCE6RKp8PN7RxAnysFybJ4HO+zYOz+9Su/+qgvBi3pzaIT/6It
dRXV2+k4dgPKC50ljweaClGa9ZxnJi3HqiuuRRtfrMOtIbN50m77Pdvk2d7YJMkwGMOUx1pVt7vC
DsYXw2j7nXKF9ZoE/jUS/8Unto0H1MSz0YdGoHT6aIO72MOajnnsdhQU5TpNMkxcqd8PldSugOkX
r4tvC+knSh3cPjZpy+lYqdVhfYHZaTzaYtrjNantPLu6lrPz1igED7kcZZuv63lGKcFprjB0CkSF
I+KvJimWf3CqGT9mRY0+DjdoPMIgEuCSQ/Dj2XnpzFKYU+3ocTKhlcmHoI3HEo1rWMliDXNA/TSc
RLr+eX+funy6zb6CY4bOFvQM52yfCgruca7ou3gZgu6AxsCLmqYUV3anN0bhmGQGYaVDnzmfQ96h
NZbw4didyuamnwG+eq24Ro54YxTKJyaQnR1u0PkJJgX3zsKXfWzb2kjq+eBFEAr63fszdnFOOtvR
wTBwLoGtz3faqmwLoL22j/Vu9qK8K/fdVNylaXHnQ66Nys6+djJffMOb7GhrqWL9jDbmPGnDFTbo
/0wpqOXj8lx17XATpHN3qL3Eioeinq6UHZfzSNgMgRSEesBEwln79LtC5DYYq26oOO+DNPI0C67d
WI4fnkc2Cc4qiAqck1S9p6MweRaeC94QI4pL/3rCopOJc0tKTq3CAv9IqyT4bMjavpYDvP3BJx24
rb7ZtgsKK9wFzpMqVJ+MtSInJbbXevmrW6rZD5lc7/TFqI4LDdE0aovceTW4Bty8v3YuZ3YbGg9K
Vjwyp//1Q/9TYw11ledrL6ZYDygbiQZeYjMH9Xx/lIs9eHtAfMKxHeQso1t2OrNZkXXmUKkpFp1B
SxF/tnurpQuGOe+1E/OtofCmQd8EB4ocmu2B//NAhl81Cz33KTYbyw71ee72iy+8qEv8a83i4I3X
RjXAguSA2dKQTofCuKOmzs8hXBtl/h0tYdrQnnK1OcJnypU3SbsmnwxvdH6obFZlpKdDfcW/7PJD
pPUPIwoCEdMLTeT0JwydXuQTEenxlKEJOJiqmNIfpQ4e51XOsHya6My0V/Svby0Z2BvbVoNKG5XX
6ZjWIMxhBOmPfRvcQx8RO2qj9D78yUNEIZEAObG38ZLOnmwB0kjGklE02PH7uu7oSZbDl/fX5YX9
G0U3rEZuMttJYCPxO30Wj/6exLdCxZmXIcwmoYhdLHGWaX0EhbLHsLIG4wl7lsVgY9XLJFxcF6+7
kiS9/mAAcHc3SdkhT8jqZiKccu6yYg9X2sivGXXwS873iIBTmKXNecxGcfpLV02Qc7vNBwt5es4M
t/9T1kpcmfU3ljRfKZsBbEWKpvOLz9rTfsvqdsLQyZHuJ5Z06kaFPldiZyWlK46tvS6/JhNfiIPv
dEQh146fXIME3lhhsMFAH3AOZcdwzioPMiNnb6CVwl1W+ofC1ds7bEuvRQheHpuEXbj/s1THJwl/
y9MZTfNAYEMv5ph6o+p5sboworkrzSDMWtw8HrJE0/IHutHFtZT5tx6QzxaGEK7GkKC31/CfTapI
YD4tSTHHXtANd6CLn4O86j7+nVLdUGiTsISlwvlOKC0zJQeG5yv7pT34mVHtW/KqrqzLy/0WF1kO
Z7bA7eZ1QZiZ6YKn9YJSb6AY3CG88fLQ64zE2Xs+vYMrmMDFcNttyIQGtNHHN/Lu6czZlQKuI7wo
NqSSOLaV3JPFYtq3CeLAaz5nF+cygyH45CILmuNSF5wORoiHwgrF8uK89Zu/AjxZ3oxD72tHXbHZ
75Akad7zUBvFq4VpnhVlem6UUTWkbUMjyim+Z2hSueQsaVZ94jjwmqdFFc1XzbS7IWqrInsWTRfM
4UKnu0VCNahmuDOHopCRAMP5rghE8ndgrdVv+nxlFZdBWX6zMoeW05TSw9lhigXz37GWqY47rFYc
utZ6IV4AyG3xmNDkkYfOJcb8nxXhzx97HUrzV6K5VRmPcknVZ1P6nPctQu9xp9WasJ/XyuGLG7ll
QBUxKV/345r0Q2QbYKWhmj1lXnmrF58iE21Tj9tcODa08exTrMZxyohGcmJt0L/iw2mznaobrWiQ
fZWFHXlNd2Wje2sdsZMCN/J6NxX96at1hOOvamjdmM7hYhx6r8BIPEU1IyJrTdWHyyxY5pSImEjD
TLX4LE+HE/bUlQvEjbh0fAwcGtr0Q5X8ev80uygGGIQq0gZy2UKgz2+fHAxDppZGj7U686JRGj3h
A7Qo7u0ia5/0qnCvfPsX2xgD2qCcuIwg+8Mg6/Sp8G8IGj9T3BCDVT7aCQ11PLnNK6/qzVFQeCP1
3gAl+2yUKSsCxGiBHvuqUE8znK+vy5ReU6W8NQpeA9hVQ21ygB1Pn4UOXlZbqEbjzDLbI8GkJOiC
uVxZ6JfLDkk8BbCBzTHF9rn/qBmkE+stc2K0tuZeo40UlYak4Wlb1463ywdCZvM/ABUgk0rtbMl5
tFz5+E0n7uat8TEjhcox7v3wA4EG0x7gIkg9eIGubGafqTmsPpmEsyhf9KAg8cIx8qb4jbGO/fz+
Cr98JjZ/Al74YH0W3PlSUPB7p7lr/XgzS/8GWVG8lsVyzXLlzVG4UVuWRT43l6PTpSDHtm+aZPLj
0fDH11Zl452hifn1/Wf53zd/UtFxF4JNypaMZVSAUv10GJPa3EaZHMS0OpBaoUMexGHBgaCNkGoR
0+NZi/9nmI3i30RrVX6TpfrwUwr8FQ6wGcizdolFMg7v/6zLFQoTlDswQBV4Gf85/VVTRXhnS4xt
7BZG5j7NEEb6Y+VUxfp1gRny5/3R3phqmKd4S7EtApFc6GL6VDXtNDOaK5yI78U5uPjc7N4f5a1n
QgVjAFl4XHLPI0vGbKz1IumDeEqyEcpXrsczim+IfOMQvj/U5UmGUySYFPIDYnS4hp5O31Yv0G7n
pTp2Xt34FGDhil/Kreh0GWqpo/+xxNWP8I1ZtAGZwJfgY28CgdNB64ZsGbRmSTxCpYsavawifbya
5HR5vJiU4+wpkBEwcDjnCWdwrAbDSpI4Q975WAtR/MKeHYNshR8iaWbzlePsjamknNz8vw1aacjc
Tp+qmebEdrBSiId0DEJNR5qvp27+ooM57gKjM+/qSXXrlRf41lziu0hmKCkWaAPPXqDu9CpLppy4
sZKT2vcn/SYw12uinzdHQUWMgxRBYKZ+tjkveCbY9tInsbWWv/CUmfZZ63/4Ck2ME7koHDb0smhC
bj/iP7eMSu+8gtpci9Xsm7vVNrVDWbrFlSr5jY+LCgpfeCABJGD+2YRlLepADjUtnm1TRJ3pVIeK
ZD0IgfLnh7+tk5HOJk13MFBIE0YKGszMPNT+d6nu8AmPtV9BpumrJSwTrd+/P+ybD8iKx2cUPALA
83QaTSnbJjOYxlKJ5CdggdFH09i1a+RObffjw4MhOXNB9QEgoeOflSFUwfY8AsfHNiXIk2XUUAHl
Uu3GXneuYEdvrEF6m1QWYGXs9ufKvVVYK8wIL4nF3CVYZrTozWf3oz7+nKMA36AsHKYoBc8RBRHk
ntHPthZjXg8nUM9h2LrjfPzwtAU8CY7ulFcbnHn6jgatIOJ6EeltYvVlhAtDsK+IZbuvaVg8vT/U
5TZI5489lisL2ljW/elQ4ygUJMF1icc5+9eekz9Bbj2vek24SXktbv1y6THWFujKQtA3VdHpWGZL
uleqpiVGwWdBwMAzHm94H0uY4Fpa8uVqYKjNAZtrNXZAF3ibcIVfOCZIYulOUQfXaSfW4aPumP/r
WhHQDSZBkX1BK0mbmspqmey40oxhV3vZr2ENXPhdc/3hfRxyKpCox1+gZRe+ZVMNKd/gboJVx/pk
r6TvFkE/X8FYLl8Q5zwdOK4mIEhYep++oMJLREYemhknQ2Yfmr61Y9J+JSnrq/3haxBkBHrAiFKp
L3hXp0NB5pBe1c1WjGB7s/UgYt2YC+/D9TwawE3Jy9RRTXjbofyfM6N0lXLR8LrxQC9kp0b/R1a6
D2tuqyu76uV6o/blGoQWGlUQ/IfTgbC7Wa3ay724z4y/g5OKo13M9pVi9rKEYJDtMVAZUsqf96kS
4izLoum9GOcRqUKr0RB4FO76jWuyBokVmwjsFeCwfdQGcLNeN1gVbEqbmPI8lGgaNKPoOug3c9e3
x8wbn/WxSa483eUUwjOiQgfkA1NAD3g6hYlf4tzVDJQqDXeGbp6TUGv18eb9/e6NUbiwbia9cHdJ
Cd4+gf+sCHamrAJeInV+ceROObWM0h6K+PujAFPw55xehzZRN1s4JFKQRPPsU9IRPLRZI5K4HGYv
2Gm58oxjr4zsJ+4Kw2vazvZvade6drCyYdN+49rf+luSWbBAr3Jg30ZeoczywRQAR89d2WjqZWvW
a4ckT0brwaTjK/eFV8rkM5dV391PemIMhxSjHA1lhW6ND3AFGufg0wPLUIhVgGqGWUMgT2XRT3do
cqblBvuPEW1VUAXFfm1Sz97pQ+fAvxX12N/i1Vka987iDG4Z5nXTF3vkUeNyM2LdsR5dZZTJPikz
2/5qa9r0KqaucpAjYa/1ucFMyz5KS8umndclMF/1xarKeTfOyl2P5WqUTmzNgC6R01cdra0la/vn
Za1SC1VK2//tqrnvHuo6p2dodkP6ddJwyd4pPVnTT8NkkXBQIazrdis78QolG3bkzms754XvvkmP
rqWZwP5YOUUFNaW9lx5M6U+zZ8rPvckTP6STaRUHF4vo9jh69jrtA1HO2K2YpR3EysYEKt/hm18u
4f/j7DyW3Dbatn1EXYUctmAacqI0kmbsDUqybOTQiA0c/X9B/+YlyBrWfOWyF3ZZTXR8wh2qUiCa
o6cT+it4Ifffh2SY/k7rDg0dMfe5vRlS3c6/Yp0JrFVW5ggvSDlO1AY5ODNcrZB2VXeDZfIQ8XIB
GnGTGXNG6C6DhHCjG0bxBSJW7D/G0PkKuhG6UE+ULmP39ySFlv9sa6Xie71DCfRg4VylvRvuDLel
w65OnCbDcWUAKxLmDPw5O43344hf5x0dX3mS1Eff7LbCyrmUNoJrkKlEAWbFUt527ka936cl3iXb
EYEvddCtHix+IWmdnFLbKuTJrYBpbm20Y+Sm6lUn7qwE1YZtDIKoPKQ5wd5JGLriBbRYlgdS7+nf
frJ748lVOqQfAarlZ6PZjUd9wHaau7luym7nlm2EhI+R1gPaKeb8JQlDx9sA9I2TJ2ug4PBgz63e
n4jJ+/TgpCgIbWOQMGgFjZqabOhXCjmDqbZKhN8moWq0wWTW3qtCZeFmKqwO3YjKmItN04ciCvrW
TNVWOakNpcMW3RDMskWypnacGEZBnff5qQ3FoIKkzszmzmxAT20zZJXbHW9KPrFXak1uCNo78PFi
SKPhq+srljcCf6c2U+J56t5vnMncYwIbWaim9WO3G+MhGg5VZMOfCEq/NYYX3KIl5kRjqImdb4L0
eg8xO20f/CHz3uMu1V6RYfP9TRLWcfkQYXFcBlqOXmnQmbCgNtncsJ8WTbli4zmDCIM5goiwGapY
lxtB1hZSBHZUusFxOpo2Tg4NgGDFSlQAh9zHqJGizHM5ifTV0Gvxijt8mr5EmInp35txLtSLzn5B
XDpzAQM7MlNuUGayLf6Ca9v22wGomthaYw5sVzqR1/ewJ+18ajYqRKgrSApD9YfYHL132w3H6pAo
C49oPaXj/auLsfcENw0lq6FuOFpf8y7O/+7tWq8PQ2NOOUhpbfgB7DjNvk4uGLhnF07AeNdS9Gi+
IYDE+ietX/2QYoj0LbwgH9i4PuYd/IY4ek67edb2PpJqP7EYzsNHHffIeJdyjtWvadBHjNlKjvv9
gGYsvFWIf+1D3009EG4wqtUGXH8+HBaXUmfXtbY+BpwSphAuTuz/xTUcZgcYZ30TdIth5N3khlZ3
F8au3+793ANYKl0nyv+js1F7m27sIwPtwhnBSDH6OhJ1FALnB7ernPxLIh0oXtU0NsYXR4zRfOij
QRv3Zma0b3PoduNzBJlG7hKtzuvtwFK2MDUnvdkVQz2rpySLQqiFjTABhmVR12r4ifTC2vajKFHt
s5vKeuCpDaGrFLQl97E9ZuqElYJV3+eq7cZjgQCXePb7OrOCJh5d4yHrR2gsremr9ujNoTE9EHTb
5j+hYWOSrszB/GpL6bvfs9oT5VtITVN71fO4z455ryVtEM/Kng+FUbZP6QwVe++kEGG/Y/TW2nLT
yckWWyccppE3X4VwkdkmaP6hHulBMkJppt5qkIIKGAleIxZJqz7alzXKxPtChtm4Ua3ojCeMTeZ5
7411XW26OprYWDMcxYNX9w5+l/nUOu/cWF31a0adVribSstL2EV1WA57umLdN1dM1rTpay90T62g
XcD1EM3xkQOuf3Fmp9J2vWo6485vdFf8hCuUN/s4pQa5p6uQ62YwZiKKX5IJjV0A7bWd02iyxLxX
Npk2cnMk/YiQRfNfsQ0dug2MKRTZ1m64N+EKlJV89unftifg7OYzvJK6/KWpJgq3sI1IbLE41/+l
fUXa1GXeXN0BCJP4jXUJaGKodaX920oimm/ob1TNNudupmUKc91umefZzP/l9ZHDoy884QdTU2Ao
IYpUx63dcjtx36YpND5/or+ysyuk7wIkSbswoP9nUxTBlJIQ0xazu/GryfhW20WD9ltbQeaaZ899
irTWSY+TO6fpbs4tgTh7obX1TuPt1A6OPxHXpJVmtUHEKo1HaIqmveF/8vIXgczttPcUJc2tI2Mf
47o5rjlJSu8PVjqKH02CMcaLO2W6FkzJbL53UdQlX1LhSY7ljDALtxnSYu1PKdD9igP2SDm8zoNw
/VcfcQfYQnQPzZ2XNzQrkJFHbw3JS6c6zLA63zCDsqBP8SNDnvvYNfFsjISBMvQkFo+vMlff0cED
gMP9Oz8gH2ppx6lOE7HtYIm1v5MxqaKN3wzlTzhQIeqzwLB+KQhOv0b4KfNuTheQ0Oj2BvdxBPsH
up/RZPsEufDf+IsmamdAokm/2jH25Q9FVEiD4HCojSrIR5gY2yX5w1uinKrkR6rSrPlRIp8JLdYY
kGVQ6NJAfx7N8YVeYwobZ1KzeJ0cA1ZFEPOOfbcBocuvioRfbgt6tCnUuGZ6yty4y3d9NrXV4zgM
Uf/oCm1Qd9AWtQcYDbi3xW6X5kyzaL62Wm/RIU6h/Ryqtg3djQeyQNvAzYUMQnTJL4IkXn6JEFus
vmjYKDsHz1L2P0iYs9v6Ni7j5zCuFI5tAhmyB0phw3xPdDw3d3VoJOop99Km3KCbPbmHUOv1/peL
et1LMS86ldglOeOhmvVkeDGHrvjPa71WPzZWp/8Qg2/1//hhKI1dib3L9Orxr2QwNmk0vU2FgNqf
j3VykASnRx0VB3uDKok9Erul3JV1X/dq3xUzIhWtUVEkCWRXN3j/1B4qmScTUU/AFRJaywa0dMhj
a4ZVsms1YX6LPOqLe1V2MdCBWVqY3CDK6LlBISwYnL3lpVzZvqi6jelFXfyXGY+e+erFdlf/aDs2
wxE5OdyMbP692EbtoukQgHEZigenyYsaYcG0oDbJZrW/RFbv6k8VG05+86La6HcyLIV1KLntgWE4
k70nKzSRFMigvdyXBaRUPGysZLjPrCbzHqAKDdXdwieq/80dGea7tvOEw37OYUoOboGOcY6sZneA
fAf0EucHlQdtbxjlHvywazwbQopwVyZxiFog8opa/1Aj8aZlgdKiArEKFSXiv9wLs25fdGqmOSSg
SO5TCBAWUrvJzOmJtEXdkBYTCliSK63aqFSFT30trddItjDe7CZR7SO+t6VzjASuv5tIE8Ubints
uLzxK20fhlAigwGuR3UY67BXz3kcuQXamFT00HEZrDb/YrsKXlzQOWpRfC+hKzz4RdbMXybb6dhu
QhnDW6GVqEqm8BrjTRilsx9AtMu0oKpcjLlinkJn8Q2NftbjGJYb4jbgw+Hsx9vR5BoKJr0j7OJx
c25Z5iz12fPE0qegT/pKbkm+vO69h2WR2kXo+1QgzeiQ+Mioqs4xHycT6Q20D75UMkasQhRTi9Ss
9VmbG1olYPepqVBMWRhOq0JH1HVDVZtNeAQyUgSVJ5In2CVY5uGW/vRxEv2n9rj6VPRbaJjQYUYs
ai3WJ7x0dKXww2ODkm0aKE91vyJoGK8VhFw36Iw6+1ll8TwGBW/MVz+LNH8zZyL55+MfcmXKqYnp
1JAce2m4rb4ZTUutAhgojkjNVoFyM7ln0bs92jbNHrp0f/TjAu+HpI23MD6/fjz68qevZgF0MiUY
1OJwqFuTGZA9ljyseXTihM1y3zWzC9OSkOZtRlcUIZ8CWtat+sV6TNIZMNELiweEwgUmXxOjsrh3
wyPccTI+N5T72eusJ2tCzKHT9OlGVeYCmsR4VNYBJeFYqIG94Pf8T1VGJ/3ntLOryoTOhG7X1j9d
zoWaKtVusa0LHwnQh79Sp7slxHRR8lxG9nQ6+4vEIBXw85FTLLhaCibUadIq22SxmJ4hryPkjLTb
Xx8v5EX5bhmKHgVtVBqBNOTOh2rpGY/lSAcQROb0Dg+/2A+NI/cFQimHuCN9AyCG/sfHo16bWlaQ
Ripld5oJq83bECp1nqLNFOnZW+7TX0pjda/3/T9mRTILOTbIHCQwPh71yrRCu6Eijp8TYpTrMlvb
a7kgsxJH6Xb6rgtr4sDcVUGIC8D/ZSh6SNRFFy3Fdbt4TGHt1vYojm4dejtUaLpgglRNPSG6pR56
UdRzQZNSTvY1EBtcv6vioSNcKxeiR59bDqhXD2i/m7NW3jgM10ahmExlHFobdaDVPhGVVpQcE1aM
ksi2hAS2AYt0q6NwZTcuRpCg0/BFXvxxzncjikapMjwcfJNSpN87tBm+KmbSPDUW3rFiHD1KMij4
Gncf74wr+3GhqdA08cDxcKmdj6vP9QyIL0pPGuZv8Ehlfkp7hYqKbSGAWXbpLlL6+DWLO3nj/F3u
SWrLC67HhzkIqH7V2gW34DQTdZATotZq02Sx+t6Te28oGN0CeV2iYTjjdISQ6gPeuVxt518Zigkh
O5WVJ1P62KJiYZqpn5Fqo+Qp05qOqmvX6fYpBudu3+nUir9NJDztXnphh0qHY6ISwUbUuh8fz/6V
OTBcDia7ipMJIOb8dznm0qlCVPrUaJh90NUaoqClFUmeS9i4/3iwyy3GRQfagY7Vgnu4OC7taGr0
07PTPJoIv7RD4wc9Wib3CkIioiumFhdPdVqE0409dnmCDCqdEETp0ILaW+/tmHS5abBNPJW1FItm
B3kBUcunLx5G8SlZGjSE4aAun/8/j5aZpUioeGl+QhpBfM/KJNyZ09zjuBDeunguD82C4+PQW8zm
Au4/H6rFPBhCMkVJu6q1U1qm1qFGaYYbYpbo/STI8eWwsilhfPouYmBKhBiS0XViJ68Gzo0WZnmR
n4xU9DtUqsagzqfws31Hl1FQdQNOStiBv/j5KO5gI9WBwNAJiQjnt1kgaumZs3wPvb77LMjzz1AQ
RBfCFxGscT6URt7CwWWo0G8Mgho6DZ6X/f544y+zchayMQh/vubBF8aFZg2581CQahpvZrmy3HtB
RdiYtwAXKAtnGZDc2qvsW5TXa1ueZABwDLgVLtblv//PZmxb3WmnMc9PhZqLv8Y+n+/dFEmcz38Y
OI6lB0kL319HSzS0dFmVSX6qB83dY0VC6jNN/KMl8raGTPv8eOwJ0JhUsQAXrQ/y1Hi1VyRxcUoS
XAznOf/R0usMumw4+nr638cfd+WQATjT2Os8iovX9PkU2r3Td4jmsTW8beGq6lBZ+asRk+bUphHu
Bq+eqKrJG7fIlYUDtI0yAO0n/LrN1Usx+VFXZmgmnTJReO/1wGXIrlS3wsDLi3/J2eAGwYYB6bGO
sKXeptmicnYyMziwA7X8fVya2X3rzjcJvcsjstr+xMjEFN6CYfHWJIp5pqyjTWF9kojkzEGBaG0X
aDay8VT4XVxKRtoM37Qmb1/AYDY/R1kP6qiFEY4N3Nxpu4UCMr2WGaJhQTJGvnk39b6Z3zdZaxp3
nj0LvGWIOsUWA4qi37lJl43bfqatcOIdrReRcI7YPiOBdr1AQ0d5PvAaLVbeQ991v2LP71LEZlmQ
TQZWZNpRV0C0MjNlFZ2qsovcDe3BAovCRI+nHVIU5NkoGSMBSDU9zO4EyBN9Y8Ps9cB4zgQUSEU1
1T1E4OpGHnxlh/jcDhoJNyq8qLme78vQay32SFqebPo07yj/qS/Y1dxyK/2TTa9Wjf4+ffcFcYRG
xXI8/ucG0dl5Xt535QkVKrO+R7PB89+wK6E7m82U2gPNQHT0REOQNl0Xy7F7MBIzKrbw3adkWzmD
+S+alM148MKmltRnJxXv5qgufgmYtPZRpkD6/+oGLe42PQXY6Pjx+b2yxaH7w95ZXhEAbqvzW6BB
GlJ7K09CZOI9Zw8OYNo0fTc5wv601AUkPtIq0Cn8jTvi6snCzMqZdLLVEwaM/V2n0miXuGa9pyMm
bnzX5fpzHaEVTO5G2giK7nxh3BYtH5NCHDfE7Jg7NHx7EzmiYoz3H0/g5bNFZYnqDoORoF7APNzU
T3Uv4SqaiYu7TZ3n2CIkphlkIVZN1D5pYHw84uWScb0TjxPY/HkqV+FohURgk01Ofqo4ZxsUmiqO
HY007ML1zcdDXd7uCzQb+BnAD7B761lEHLZoQmsqTrosmq0xPZZ1ucFsh+LgUk7GirRYZEDDG9f7
tTn1F16cBsiJmHSZgf85VTluLRFOIMUpSrI0iAdvmzi5tdGl9TZwz994L69sFQP4PVLkLgkk+PLz
0coFUVwmXnEiVIi3RWvG91acf5r2QfHRcZYhiLIh6KwO2owYl47+WH1CPAf/KYNqK/AWlFNZzhur
duWDFpnsBYIOL4/s+/yD+iFCAln09WkolHpJXD+6CzMsVj7eG1cWCfwjfzpwNDyu18AqD9lv6GVF
fWrrfacPTFqZjoGlaOuY4saGuPJFvPKau+CcFpjdKmtQMaFahczeKaIatJfgLfbxlE+vH3/RZeq1
UKdIuZg2Aqg1G2M0eVfD1GHeJjJcQvuMVpaew32zK5zOlDbWmwy/ovnGTF450BD/eQeBD8JoWePg
Wlf2Jbqx9anJG22vgAUHdiH8LaYCnwad81RBOwLNsmSXINzPt4aZalHvtWF1itNx3ta27LapHG4F
M1c+iHNLwEsySRF2XX2dY+AWc2PUp7kDg1RE0nstANAfzD51Pp0F8fDqoPtIzOEDrb3WBwR48R6p
5QlR63ZHRONvCplam0nHWvHj7XFlE6JyTxEAkRwEttY1swVD3adDJU8mkoYWCHdf+LvJlP2tKtO1
gXgcF3ktXDnQQDlfJKWSIUWwXJ5wgEyRuhihiQlxKxO/NooPipl3CwY8UNzzUfJ8sga/QzsOJVjt
ORaz4aHrCKTtxrRd3hPwAyFZgk9c7qQ1v6dqC4RbldGf/DCN3DtTTSg9J1oXjbtJ+CjrJZMrb4U1
lx9H0McLgusDUkakXecfh30n3dWp6k9t6+engViBRk9VJdmNMONypy/OrBj6kIEDbV8f3cbrmrZQ
Wn9CEFvuKdL3AZyydgN5/FZ1+NonER87rs9f4CKWn/I/j2JrOD2VcKcH5BCn+8E0FFor4hb35eoH
Oct7D1mEh2o1cbDRXOCP0XDK9bF4FC5IAxRnbRMnAgG3++MTdXnhksPZi/US7hEo8axuo8G007YB
THQanLbMtmM0+u7ebAXJg+3mfXKi/G74hykvopfPj0xmAPOebiCP5LJp/2cyZ8vBhkbO4i6TZuls
SvRny4NV+eBYpgms00PT4QO3NRw1lPuPh76MqZYyChuO5gJKL2sVB93qYs9LsuaI8EQTuKU5f9dj
GyHdWYvuZhr0L41jNhvwfuGN6b7cQbycyBJyMCxocGsWS2PKVqoia4+9kNYhrVteNiO5hXu+PO/M
KTfX8qQtOfrqXlFKrzuQne0x05LXIS3wrS3qdy+u/nXsNrz7eDIvtyuMkgWEuvjUUztaDaYnFnAm
zUEVqEmQ3p6jaZ+RV6Diod/C+f8hm53nestYCy6eeiKMrdWeiRKjDC0rRqJHRq27lTGYkC2q0L22
VXViZQvUE8zAAumZtxgxag80IIb+dfH/w/4TCKHeBVaszBDvTNV1CGgDrdsnYqRBOkTm4p05ygFc
VupGPz+epz8X3vrHgx+goEyKQi17da7HyEhHXdb1sc3TOQZr2hTmi2UioLDL89Krk4Byex5vRlXl
7imE+Zlu8tYc2m0iVQasOh0IvOd6aoc9PtRRtMs6qiZ5oKJC9+5rrTGt+kuB8rTxZsUgHQ6i8dJf
NqszB1nM7YnTCRn4Ns1jXQ9AOqX2E0AIbBxHqtn5FwOjiWEbwe1FUgy8W4rxR5TX7x/Pw7X9QpBv
s5AaPba1i1I7lBrgEiuDqQbMRZvyN6IFO3Dr+vMxkLvU37DvJuqnSLV6xNHMTcwRgPNxWIo33WgN
BwyGRywxo3n38UddnmsX9QLk0hDj5NvWNXXZ+j5vW1geKx7iR9BBxTY33PzTtwch3dLSR9iOfGlN
vCZZaWvXw3e5V1q+RWs0vDPqQr9RO7+yQFBY6dpTviR9WYuyFQJwlR338ijtOH9vdGNOt2i4Zwfb
qKr8RuB9ZeLoSC5dlqUhgbrY+SswzHppTnoskTL13hcI5XHglb+xOpf3IYyn5Y0hpaC3u67TgyKv
bFAnzREbpfEOYdt5Rqa77ZKjFmXW79ARvbxB67ucRIQpeVyIiomMLwh3MCQRgq55YuI8jb+pxhoR
qBR+j5E3keV4Y8mufODyqqDZgVQgGeFqp5ujlMSOixIcqJIhyGxHNuAGUVDfR5MVW2DPJ1rZH+/5
a5/o0SIH5EFQdEGyNsTkyw5rmmNd1vULxI3ha1558iHFv+NGrHC5SyDV8cbAe6HCzbVxvktyq6jx
9pi7o4VRth40ReZBkWuaKdt//E2XA+GiCLEaYAVqVBcwIaFj8lbg3QrnodMDZWagTyOz/vR+ZBQU
CdG5AB1krXvJXhFRYLat7ohdzM/Ilge9UE9j3cG36bXPF+qXuJggnIoHoev60pDY5Wp2LDq4ZF3+
3oOt3oENHm8k7pebgVFoUtOQR8aRGuP5CqHvBCRVk/1xLFV5jx6aG3iRoxZI4q1c/coaUSjlm4jD
Oc3rLpWrYfxDnWA8jnUmNsAzMPlewPif3gl0wbnQAU5Qj1iDp5Qo6X1Y1PfRO8M2Ba/QZ6HP843g
6eJblnbecjkhdbIs0WraUqhM7hADXq/wBHjqtMXLvq28G5fRxfUAMZVDA0yINsVCMD1fHCtP/MTo
x/GYmS71k17XdniM4WAi8uQwYkYffDx3V8dDd4GUgg6YuY6vNQ1RLxO1mCP2Y/5XKuzjrhpV/Xsw
4uwg9BDWzMcDXgT0fCCCGQthbQkQ3dX914gchwLfHI+2nKxdEsV3ak7e1agfSEGf9dB4mAvrVnhx
fVBOlsFWXAY/n1X05qVWzw5rp2nvvjtvaDA2QVtjChPHSRm4Xfs8FuONMFJfvuUsjFy+laIB2QPo
ISKB82ExTUtbo6nUsYkA7w+6tp0HsJ1tYWT3YSfEV0xRhm+qLBOQnUVjfXWkZf1Wof394zm/yBz5
HWSN/7/Cv0g9n/+OPJ0k2GxHHaPSchDY7WXxRdBejjZdqJcLxakUX6Dlkn18PPC13YW4xx9iPkVC
d3VmdNVTHjJ8dez7YcKJy/klAd82uEsGXRX9/fFgF/caX+kTO1Jz4v4kcTv/SmruztgnSDvGlOGf
e5wlwPUL5z0M7d+fHolcFAAVjFXunbV+7Bh2eB7OKH8qfBtOeOlAZev1/KgGw9l9PNTlrcNIKKTw
9iCUTP3p/KNm5GLzOoM87wNsf3N7N/uZNdK+cYNemTq6qJTkuKIXBeHV1MW6gbFHmWpH7FLTl7LO
3fuiEOGLMbTFjfjgciiDzBOsLRRZ+mjraieJZ26WraaOXuqOuzRsxq0yYBjFSfVpxjTF2z8CNuQT
PODrLI7ytO4q+EPHapDDq5uHwxuhXnIjoLs8XDymrBG1GXQJKbifr1A9akkis2g66rOcNob00u9R
ssi+DabY630CihsI1I3H6NosgvX8ozyENvjamgE+nzcpq5iOSQT40YeJ9GNg1gNRRfP3z+5AOoII
Ly4dffBO6+JPlE1Nq8OBOya0wO/yDswsAuFq+/EoVz/II1hYtNSRwFjNot7/EevRpyPyz98m5P92
oNogveIUcmOkyxMF4hGVVOBpxNnczOfrlRi568aTOR0z1cw4b/lhYHawwj7+nsubjyABdB4mrMT4
F6DfGQdZ5fjlfKTl/Vp19bGj8xmUk/yvRsvw/zIYR3dB/fJZa157k+uVF0JMO/q9NyF24c7uNwsI
MHwnuKInn2DPuNFJuPp9PKVLrPLHff58Fhc2pVMO43xUHhS/Te00aiM1qC7SN1qgXOV04xsvN4il
08wCMs6isU9Wy4YIvjdNoD2OXlg2Rx2d8H3v+5iONf50A8B1dSgwYgCrULOk2H/+bWOL/6o3T/Zx
ofEfyFz+w0hQ7bihmhsfdbkX+SjUXtyF87A0Mc5HaqspDD2JjKPhimSflL2FdhMV1o/34pXvWeAD
S52AVh3aRuejJFM56L1VeSS4uB4NRSN+WgW8I4wu7bePh7rcFkwa2R94I4+u2VrbKMv71i5K1O1q
ywaL1hcQx3PTjHY6rlE4U/ri+8cDXplBRCMWf2ME0Wg5ryKMxpx9bBos5ziL1H2MZjAM3WyNN3b7
tVE8Lg1ud/fPep3PoN1ALcREyj2anVdyy/pl+beWZfmNW/3KMBRLl023zB191fNhksbLiEYt7zjl
SbQTfY7hMb3oz2+65aJdRNeoGIGOOB8lLf0OB8ssPOoJ5vVZIf1dTwh3Y9Nd+Rbu18VbhwI646wW
pir1ePHE80j9pvi3Xczes5ZF2Y2jen0UNrfBvcezsTpAMo0bvbMzDwvkqXt088rfRuhg31j+Kwdo
CSHAj5A4U2ZblYMjlXYunEzvqCGghhye1B8RJMXcVGW3hF3/PHTnOQPlNZ5Byg4aweVaVsgp01pE
BcIQOplQ1D4gfhl00gVCAl679/QfuQspugg0vHGHtNoyLxv0HrDoSBHgnF5j3O3E9GPyvmlTuyni
x07A/3CKb7F4C2V65/oY10lT/d2I3x8fxcuzT+C4XJpUEEhf169Q70Zpj7NCyFqApDTzOjmNtRFt
zNpCCzwcbnkqXK4947G3/lTTOP6rkIE0VQxTCoOoMj2F5VFZbelM3QL1LPv0fD0A2VMYpK5ABY2S
8flpwealg74zIxXY1sORiIyOQwKvPYDp7L+APctOZtfIBwzxyjeyrPGGWtyVWWVkDiul14Wdtdrh
wF4rByuA6ER3IT6ir4FRMdaLW+K1hCcpvaXze0mJo2pts/9gbCyNm7VgtNYmhosmXHTKvHhS/+ke
dsQPUQkqdmNjtNgfsgWxcDfz0ojtBFPzt20XC7AltnJv9+ktBSx8qQOTPfL2rz4+6VM41lUen3BD
1baDNRonPRWwRlCaxQfR33483LJjVmvNlUinkf47jec1lKBBIY/OTdwc4dwnu05vrKNSo3Hvy1Te
AQxN7zxnHn98POjlAqNnDvWOZIUGCGXh8w2GyaCbdo7fHXEgbTj2CWLEEBHdxD1iq4WSXVbN7a3G
NTfxxbeSg5kLR2ZBrF0YJYXxoo1MF/UYtb0nNgli2cOmadqx3f0hIzwMQzV/93RTupti1GT6Pvtd
7+wceILP3UDdGjUoDe/QMsZoIeM+isOs4AYC5kLxqoZ7nCWoVG+g2hX292SuwyroIwKeJ90YzCZw
enhDR9n2VvalmfJKvJeC1gW9bGX3i/92hSsbxubNdrSTvvonV33k0gyI24iMru6LahuHsGpfJwOf
b1xSBfVYN2+HYqeNXtxjK4sS996GPfVdjJ3XvNtJnGU7nAhcf+fIXvMOjlqUPJATaH430HeTvYwg
LN5n4TCk/EwXJpk2+C50r1AZuDGa+ht0EOwSUbzpvybZ2PcYFVYtrrlDmuvZBnzPXB2MpNO0v4Sl
j+JOr+e5RdJU1MMPwyJTzIIwyn1tV7dhpr+lo++pp1iSR/zG0jlDPqCIJpX9N5phEz8YLUox99Hc
I4ua63kzbozEQaYjGfLoR5qlsX7IirmIN14ugSdRyXEy7T7WKo+OqUqnVDF2hoKTu1Nenph7N3Pd
+tgPropfM62KohijVC/DswBb1AYyOcFTAPZOH599Pzc4Cr7K5EYNCQzChmqucfDT2nXv+Oys35id
ltQv4dxlxiIzWrZvvcyFjxSFMdd3+AWF/0rRzcUblP3oXwdNkniXoOAePda17oX1xixDuN5jm0Ps
z/sKLYuWQhXSUH3VymBIelvbhTSDMaWuOtNCEaXVtO8tQW73DThJpL9O1JaTr6CFu+Fo2lOLsBJi
1/iP9xUSMHFauP0uARsqX4Y8G/6eTTSkH3nDBn8TowoUbVMt92cauiNaV9jlhs22zxHj2LV2mSYH
jDZ7dT+hTWCj+1BO9Z6lZo+ZBnffnTlXjbNtMuXEp8xNs3GvMfcubt+icP+mle1H/0ql9+lWH21f
Qm/JGzigpVZUz7JN4mo7e6Ms7mTtttmDFmvGX9jbO9lTY+DNfKw6JWGPtDFO3H2MOPKTjCW8feRi
8m5ThUL/OliT1zwkKcojm3w0BvvJYNlpA3aoMTy4Ruo8og+F67TExLN9iOh96nskBAf36wQNL/6e
YP+ePyc+IJct2CDZvctoKp5QYEespGCiukPl6pE4xUMK1xtVFUf/UXqN93eG3AiaygUSZ09CAyax
j2mMTIescSY0VQwvNLSgTM1i3JkWr6d+7DEWNb83fRMn30ZbTPqzHdaIkGawAPFgrRHqS0SAJ9Jk
4EWKFc1e+TimB5SlZHhSLqJRmzlBK/uxEqN8S6hRhWYQmkX6WGd6+6DGakAgvMCj9+A2nWmLwIPq
904rP1QVHJLcH/IAyTKuvC36SnH0lQQsSvAATrLa31qRcNt9i7tqWy2OpYKvFlEW7k1QZtrTlHM7
B2FY9OFxojb+BlreS5Cl8u0fBNqo/AN4HNEdigfD2cAzFtQ5Y+n5W0W9Um6VQEoLLZSimTiOWa+w
RfErFNncCZcwHd9bDKE9G7PtTo7u0cOm178ftbj+14zZ5vcZ6mPVT0kJzzsKEzfWd3vK0t9GbCXp
O7yfsLlvdTX8AyPOwzcZ4Sg/GLVa8zbCiwZrO9vR5B0GHn1xShQ2Rk+aryLzGEvW9qs94HdwEKnp
FkGpRzJ+i5RNZQ7Pz0ZtGzQxJEI5ZmcdtQy3e6B2blk8ajyYE14goz1DYukSNFHjqhs3Yx3V89bt
lWc9x3My/gOGcngbxq7VnobCyzyk2JBoDMqknIb/Pn5Sr8QwqN8vpWU2LaChNfhQpmzzuJpNWPOp
toOPpbZitspHvIHio4m66gENKQt/oaF5HCyJ9IuHRNvHP+IPEvo8moBOYYOp53KhFrSO5EHRNbKK
LfOYdRHekWqOsmJHPAN3ahzwF55YTude9i30n7Egg/pm6tKtf+iFmF64jEq5LZO5R+LDnBss4XEU
z3DjloZbpvEOu+jcdAMOZtmfPK/tkZEACdP+NjLO6qhKr9+HbTuIHUgahRE35C1rzw7wf0zSbHjU
3RQwV6D6tqs2dY90276B1WCUKFvRR2sCQ1k4fQdONLj/FKMezs8WrfnxsyHeoscIxxHA9x8fwFWI
JxDNS+ahTE4lkuPmRvD8NwHnN/YOU1ejfNY7KteOH6/NRerAoAtBD0g2iTDtmfOYKwJeN/8/zs5r
t25dW8NPJEC93Eqz2LLjxMly2o2Qql5J1ac/n3xxkKlpWPDG2thZwALCSYocHBzjL6gwpaGIteG4
KHg41zWR638YBdQcHD3o3FSJL0dpm7laFsdIQ6dIxnu3o5SZW8LamctV0goag9fi2hsAasVT4XKU
ccBs0HRqk0ROt8gA4MBgFa0X91amiJCk1btlr+/5Hl2v4DrqCgjEQoCm6+ZJPHjUJdDqMm9bhOBq
1IPwWvEhWkw7ZYSXZgfDEckGWpR0QNb//g/0MDcoGeHJYt0CBOmHI/dpn34ccD42Ar2pZ/A1RiGH
u6E1FLnzGrhKzBFSQD2SKfLu4vhtpmi1qJSxG5GCWdJffTned93w08udv0kS7fkevjzWWpaB4YUE
yPrf/5lmW81W09N8vu3grSGiFEXinC6qhwOFgQIAleqvb92bTA4BtZVbQet3C7hCFG62dIXJjaVs
Am/1O0d6sN2JgeYL22TlVGAbRSxcCWaX8xq71InqSvduaxtm7xHCl6n7lQ6wLLAsxOqCGV3G7s5C
bbM4uLVYuNOLGUoeplrKXZumenIjUis2D0mRWCn0OQ9H8qO1tNNwiJyumu9Mu02RuMqcwb21Vg80
O9CjEkE1pRBu+llyNO2TjlTlE+JvI7RfNRZLQLZiiCcNWS355KVTHJ0bWsQ9pvJDLG6tOk8l8oa2
kx9KsKVkzDz80KHBAQdpxC521QDIVSn5PYUyh422QLotplZpbqwozZYj2nnRl8ZWisH3em9K31rD
A++1AkUACwCAAbl0ua5ZkphYw6vIhyJ6lAY2+nCw+ZHc3IEjXH8/xqH2sJYLAadu0TzxpOl9q6Ou
rtkiu/WkVdyhuFbvbRN+7cVNuc4GMABlT/IgVOMvZ2PwBICAgOAQEq3TTZG4aWAa/d55Xm+Sq1GQ
GF7ruBTYttbAbdclvPnZiyCSqi8tIr1HM43kY214yU5Mvl62Ne9YualUc1cg6eWEJtZMot6WhI1R
FU+6PrTTyUlR4d25PNfPfDklKKg66kXooKigu9bf8U/YmM2x1+tRycKFLg1+iRpkiwNpIzRi0ZnL
7Hdw3XDJcpTe9ou8lDu80fXDXI7/TNlfAYhsDtqEl+MbFm7fVUfJD1fAKUA5F71jJ71xjf7JLYa9
+/T6A+J+TIVEJauiUrItj0MKFVVfIeETte0PTS3GUwVLyF8s0OhvjY6rSyQpCW33VYxqc3PbMRbB
dHLJ8ouUUltZ/rGq8c2wJf5mGLcU++lPAGTb3C+OXad6lyoKRb2UZ80wkUC3w5vpbYzyXE3GZcWm
kLaJFH3muK1TzHEYV1PxEzhBHU5WsadxdL3hKfZTDHI8dKgpgWxGycBZ8GB34lDNC+rUVR15t4mw
95w0X9gBqz454Yj2Ein1Zph47nqRz2USKlViPlqLYdxitjWF7pDqh9e3wEtDocRF5ZVq4AqMuNza
mSz6pRJuEiIvOgYqLfYTQrbZA5Izzc5ue964l8fIXZnz5nqQIUY944j+OcadIdBx1GDFjlltDofe
M5vB76qGkFtYPcVt4Mpd8aOrtEyzfU1DkdGfCglx0Epm1HwXy02KewnqoLhrlzjVTvZSwTWv8IDR
b40xH5KdqvQL35ufy2lEfZwwt33bADSupWy0LOxNaog3GnVp46ZfOp6dr3+G64HWLAWAgw7Mhpto
88Vts1y6Lo+LsHNFzRuhzD9YXrpnYHUdx9blp+PGM4TGy/Y9kOcmrhtoMYR9ocYPCEaufsliQNhW
g1mLhmnU7kTul+YFmhApDXCyNEs2h9/ERDXDQhXSbr8gy4UEb3pMo8x8e5DxwF6uOGM2MWj3zfp1
Gd6zRurA7Kc+H1L9u4VW0O5cA9dnhb4I9JU1pdQRrtrc353XOlpt9nWoTzyug86dMiS/er1/VMHP
7vm0rSfv8rSsqirEGFJXh/aWfnkyc2eZ+1TCDXbr2XxoYCMsVMp7pUQtpENwUQNNXfxMxrKaQPdN
lKKI52gbvHljrg8u3gjYSa+Qpstf4SiR4M1Awd4RduxbS6Hco7Gp/PfmUbiJQAeAl1qz6HXl/4kM
U522ZWRb0W0b59o7SCfSx1mg3Pl+axb+74quvUYkaSCucyEBR9isaOQ2ahmNMMgRtujbswevar6J
S3XIfRRnl/EmcZFF9Wsrwqv39Qmuy7QZet05FGp4HUBl2Gwd1Y4dbNMcKLZO5iITO2nU3DV9lKjx
O0nnJ1xWmj+mvUqSTb91Z/jtMWTmFmRsKIKUAiDwbd4nkzsOc1mWdSjLWgmkPk6Brs7xTpf6hfUl
gqlrYHnG8a2/4p+vyOM4xkplqcNi1ppvKCRXVVBJMRwni2cM+s5aMGep/e2tSwvqecUOkpsRarZi
FdOM0LSmVV0I1fxP1s3NR60sp6O6doGjxcnOgIPGQArb/fT6wNeLioYkKEK2FBof9LYupzuqGDqg
ntGFqeHh+gNx8KGVtb6zabcxe50WTTrMDdcyBG/my1EaZVqcymxEiJObvE1cGnO91MZTphdjMJtG
dn7rrAzaZR75PAgQBHw2s+oL5MtAhlehUCmvW3IAMU85dmdW1+cBAi5cqDX9ZGZbcAYa1a6bqG4b
xkJG0tctirhBa9tTfXAKLRjUm3SZu+6269U9J63nW+7yLK78c5qBPCmBTm1FdZrGynoEQLow6hc9
vufffjpxEZ/MVVD+oIHLRgRMtGtxt6t04du5Nzc3mYwnO8yWRuYBD2NN94Fi4EvBDHkAZR4Ev6My
u0t28uy5L94taxU69uFvDsmp7FG5edDSZv67yNn8RfY/1BTw3Qyd3ziastvOKCwnUC2FQi4CsJ04
dtiOFlDJtTQ6R1PbY90QS/VJUiOnuN6UaCuB1ZSTj2h1PQaK6kaxP2FN7ARjVBr23RwVXvRuGaVd
nYiosxUIa5wLnyCViZs+k5aGCnylo+wM77v7b0KN23vwIsx3/LTX6ezJLv1rGJOT/KmNRS6fDcVM
shtwY01Lsw4vShTTkuFTUxpdFU4KovCHMm48826sJzU6GG08RbeqOWAg4OI1PdzTijCepshj3eqS
CsUB6QWDToZSoASrNLb1FaRrJcJJVMNXUxjNb71VU+vQIV9dBrmY5/kuKVyw3JnFMzesgNK9VVaR
Gwi/JtJTHHqAeG3vIrsWXqxFLdXmwpvDPMeS1xZSe2oXqd7iNVB/aDsgFD4l7z3jnm2CQY1mtbxk
zPVggOm9POu5UxO++7kLSWszlzXr5h96YzctV4M3D8seEec6tpApIRJH5ZbGPHnh5XjSpbNrR60I
W7TI7HMzKlZ3byylnQdp29qfkirv5U6l84U5IiyAmCCX4GrvuZljDFYKJ7sFcrzGVYRsY+crBq+1
3FjeqrHGcjI7EIcaIQ0i0ObS1aN65kKHHF9Y3A9rP6y9aZFS+lI3XoMLg5f3p9eD5wsLisqyBVwH
YcgVOX+5oCX01mWh1h4mKkBEkKJQ7gIr6SrjGMWm8Lh6a2tPA+CFFX1WqmE9EceBkHY56EwjVU+E
M4SZi427n2pqdFSlREIph2S38yK6nqH9fBmxXVan4q3Ai1UlLs+4aQzJe4tHnsEYksN8OMOFGz/0
ebaXubww3qrVBPETEVfWdpN/RvmECJquL+Fg6m3spyVGPn6vwln3l6QcaBqJMtrDq16vKL6Y8Pr4
h5wUVtflitJFVHD+GdRwtOz6oZiq4lzZcfKjI0rvPPxeGopHGdpNgHFgXW2ud13o0sScQQ/Rk0+/
14qYEFSngR92VtXvJCzXYzkre3ZVKaFbCNb9clpJqw09NRojXIyxvyWt0e6SASun0UFq7K0HgXSF
5IeCD9kRii+XQ5ntjMJImtjIohQRz4Z+vq86Pf+46DI5ImMn3zweSFIi2SpgsGo2bt6Z9ZygY24q
doitSeYrCUIbZa6fGl3/CI5F7MSwZ23LyxRizR14E1GkW0lsm5dEb42JpgBRCbMB7b0AXYGhCIqo
KZSP0VBEE5igSKjUq3MK45MWoxM9mWYdnxUVF73PyaTW04nar/Pz9WVfl3Xzu3SUdaAvUKymXbXZ
uJTgcq2vUB2YJLYEJQ41J11x4p1qOe2a63Eoy9MUoz4JE2kr8IjCguCukgm7NgHdVK9ihDc2NgjG
p77NBK3NTto4d1Q4gMvzHAG6OgiodjNdDrttfoyOUSzHvGl654B4gqE+SulilJhU7vhfvRSu/pS7
eWEc2Fst7i+qNlmn0S5c2rx0KJSA/pHd3DV9FUFpmNKq/S5HoTbvCiOJ4hMxKq8PsS7dD3gCZ94x
Wo2Snmw60fd0hYkdOmrlKr4NiJPf01+psWpDoG+8yz2zLe5IUOqwBspFP5nEXwnwo3KfSmecfvI4
A0szN7TzD7nujqZPUzS1A7AZseFjRoKLRzcZ1m9RRK17A3K2BDtVLSPOEHEH/bRzC2U5JNh1Fr8L
E4OJ33k8LP3tkBh5dKAxbphhGQEGPC19QgxX+6xc/tQNfkbvYTACLU6QayxPBliK9qcokjI992pZ
cs9EBGe07SPMuSQF+ZQrD3LOcFvA9Y5xedebbIx9BMkKecOj3mwOmVaa75066+X7MfXsL4ZTdfMJ
r3Ea+TmiBMrJmjyEVxKwHC5SBU1ED9J2oujQGWXyiA1e5d2B3sGVp+3QwMbZKJ54fy3OZypQRRMU
pDriyOPTKW+dKBcmToRj3R6jftTUe1mokXWE3wz0LEGBAmaH05bYZDrCcNCKbBMZnSpPFQ/Y+CE/
CHRN0U4DbK1faJwqY9CS0ar3dNytGOqoh3tXJWacclRXWZajktAnO6zOID+tsdXas6oX7ecZux0v
LKlDfvWS3Gx5+2d6cjZKr9CONhZU3dMyQTvaOTTPT5rN2QS+v1ZZbXASHJvLkBhrU61rC0+eLDVQ
lCn1tP6Raqv7uIX88e/JRWH5GOP88UtPsuHOSPm8LS4t9mGO6fYEhpXX7mnoVe+jmRtxRmOYtDgw
C1P77PQK5egmQg/l1q1GDgtSNTI6e0Kb3yr5QA0ILAEpI6poFNy2RURnlktsWXUdGmlZAlaquvc2
JlQ7D8QXIgzNVGulCVCzACt+uVqaiIbc7uImlCYoYHvpkmPUtN3ZqHZpRS8NxYTWR/xaG9m+sIvS
SaDqzk1ozWOFNZUzfVhyTfvtKba7UyF5IT47z3pXJIhraW8Tn9usI9+wvTbsvNF8hyaJdhJj7dy8
9RagPYEIH7p4kHG5aC/Xjjg2YAZYtKHpRNX95NblOSVXfXPmso7C5yHfXWtq67L+W+1RTEvMRtaG
zZTO7+O4U4BVFmAI0Yo9vH1CBpWltYZFXDI2y1bGUrH0JOnCptfKo1va4kBKuJeKXX8cOpg8+QwI
ZtQ6t569noJSUK5NbbhMtcOtTa9liMxkJ3e4TmgZxXXJxAxEz4HNXC6bQgHS7ERK1YjG5T2KxfN5
1iBOzp0+3CXUdM9vXzvOKTV/ugr8uRkvskBVAKHrwszGd6uoY+PYqEO3M6uX1s5EqNiw1JWEut3Y
ci6qHtTA+oXS7Nj2JSjPxtnDAF2f1NVwAI14tp3KY2D9Ff9sOa4SoOtl1nE39/ZBdXrvpvK0IeiX
OtqZ0HWBiqGomBIWKJ4Sgy6HMqRB9pOOfCbwWkE5JF/cITsvo2b46qJOpCSVgf2a9vH1r/XSDJFg
pD61UvjRkLscVhZ2XkW23lEXy7IAkVMVh0q8WUlr9zbiS0PR2OK5ynArsfdyKKVfBnwEcDO1FAtH
NEScaQ8dnHIaD6/P6aUdv8bV9UUFC97aBArbSxRzGssuxPv6nYOWFWC8tEdEsyyJGNHec/iqzchj
kasDjV9466uq8Cb8lTJTUqEy3hjn2b2WyuJ97Dr9jeLhEWzOlXcoetJMhVfzlxFY/sOY1Pht4lD7
NYpleerBNQSxAQHOa/Pet6JY2QnQz57Fl7kA7SrEKdc8HcTQFsw2iUkvlAxvwqiU9XLyrJyc1MtV
Lw14JlaA1dUui05WC5rdd9suUQ5dZ3lPiRjnH+6S26OfKE5n+dlo1uOR8rc9+U7sERhT3UIsq2Ii
ti+0ZZz8CUq89G18Ix9TyQv24IyZlaH6I+tk51Ove2Y7L28t/wMDpHi89WomPYykCpg2bNFzCtxk
7I+yxJTxzRtqBVuhYoS8J3tqUxNIE1dxaqsW4Rzp8mBUSfqxRYoH04au/obMKU/otw9IwHEZE8cI
CjuXRwUw72KJyRVhjIMD8GKMJ7NmMh913Lz/aFkU7eSKV0dTezYYgnZMLCVqb2J2y6sSSNI8hJYL
8d039IbQvXTYUQb24BifXp/ds6jnxVdjlLX+hzbfMwNrc0DrWkR2i1MuCtxapz60tJ9HuARt6YHv
MqtG85Nx1t0ghU/uHKXdWuVPrB9rNNqj2dZuuVQn526WbqYd2yTL7a9DjYibP9dtiZaxsDtckVrN
iZZDLaPBC5ckwpiOp4Cd6qAoQPK3d4MoJri6Et3sd1qnjLxn4lHDNLFPeu/clKXW35IXy+Qg5tij
sj4DE1Y/TFMTiV+JwpPxd4WppPdUGTWPIVNFh/heT+y8fxw76fy2tLj6Tkl+7X8Bk0dtLi3y/lvG
vYmffWvknl9gtRsdM7twHiYQKsUnIzWzn1AA3P/MlRT0wZsXy7rvF1lM981E2fGt0R+uDdgVGq7A
qTlH6/H6536b4K+A+xm0sAUrcPQ8OfhFCpYPPf49Dtj1FmMoNH8RTHnW2dxsaUhTLgbDthaWWZH9
11aKOFDCg2XQG1mxk/VeXQBrKZ0MEbUn+Iu8fi6nFU8z5tSV1EJlMq2/3igTKJ7SNT+hcZicK60x
93b0NgwRf1ZAOtJ3qzbvVnxDMaUCum4xwpTw0R6neRHpcVlE9kEkpfZWAXuiHakINEIedXTqt7Wn
KmVrtLWwwjyN1QNqoa7fqUPiG+r08/WTCrbuemYsJP41LjccKsCb0Ocmk+chCL2EZJBK8kOXkzc8
2uo8LkeKYnAyonkwkkBoshWfOug2XxYEPoewTOEHBSMbHP4DVS2MSvvUuxeVOVAtqFzRdA86SC3P
9YVSDcsHDT7L4sdIglSPmFumdVBNrX3fUr/PQeOjPXhYtDGzfcXRZgibSw5VIh8lBkFximyC35hx
M0FLKeLsBPBlzg+CRalOhJhZ/7jMdeIcXG123cfebBvUG3JpGfAVSheY/lBgDCs5YeKef6uK06TY
0/RIzI+WYOgtuEFq24noW2K4yXeUCWlfxcliZafIG0b1rCOgbn8v1dQzAIN4tfIR30PXOiqYvcYn
y1qArmJFmXtBS8ce7+AFP/n7unDtH+XQl1EwjpOX+9kyQUuweGj/VSVtPeJEJe0zLkHVePBSK9Vu
NSMeJFCCOSOHKKEAaIfMKYsM5zS5glXTRleiP5AcNNNPa2uyD6JC4+pUGlmaYn89J/9hjI6ZMvw2
7287Lsryrqib4qFBVfQjWQx+wOUyF8mx6BXn+0D1D/pfhFyJP1oDr5Nerh2qNEndX/miztRO+mxJ
/WVWG/0k2PpY90ZK8gtdrKj0W7BHuFnXaap9i5VxqI96UvT2Oev6xQ08mapJULtFARkb2xHY1pOt
fiH9kN77Qkf0890493l9cousz25d9IGKk5qg845lPA/F0dcHTdjvrURP5NFUKg/P5pQnFUzPOYMW
8vpx2CJk1oNHg49/AJTRL9vWCCCYN1AQbR4djbdwkbgSg2EjcVUwAEVl0+jh7TPjWiH19DwZuDAE
Qzt3e9jD5/fn5QVKs5xCIMppFEe4tS8DHMw3ukpQKkPN6g33EVP1xLvJF3KJwOwNtTkr4D+0O7cZ
0prks8OCkwqKNSCwHcfZUWbVNLzHed0tz4VVReW5VVRMlVdJmu5AE85K/EFvGiS1vEr5VkbNbFD0
HHLv1GD6OgSFK8svaT8MX7iccT1zelGah6Hy8ilQB0XVH9u6afVHWebGDztG3fikzEllBXXRjPKG
U2uk78yG6wcj+1nMqi+rqgd1XWtttpPbXH80mqqqTgMCQgp/bi4etxxQKeoKvIrr3Mn92apy55NH
0zG6nSBXLNjq0PE+pKWq5JimdwjK+H1fWvLr65vnKlXleoX1DdABvB3Ejk2O1cDTi1NTeuGEY0Eg
qXPR0TX35FzWv+VyZ5DdP3Ot0dODirO5+iYPV7paKF445IM+n4CP4hS5qFjcusLK7w2zMspjPETC
2UlZr5eZJyQJK2ndyvPeUsMqmv9TV6n5XdcOA1359CQ1R0CulbcMumCuLqpDraZnq5FfXl/Z5xbu
5aTXsamZkaG7K3js8jh4yeT2gAvzO7WPBiq++tD+Ulw1/2hnMRIPcaqKp6xW0i/gCZrhZnKTpAkU
Ba0JrItq636ma/oNeoFXAReuRv3gAucVR4Q2p/Fd0qsyPb3+i6/3Ak2MVQNnhUYBut3sScDPBQbF
SXGHSm6PwXo7nXPq8zvh6nov8F7xaLUjLwvIbQt/pWZhLrHSlneLUKIp9OAxPmnUnNKTnaqYTddH
b5rmD69P7Tr3oubMEx/AC9R72oyX38JupNqMepXf4RXgHOvJ1r86RqUQB9vss2k39Vu1MLHyoe9u
QAhcaYnGFdItt4x0hJ58pyFV0/gmERqHVmWPT/fCJ3vWD1lF01da2CZV5iGcVLM75neNhcja3IPn
q+NpD6xw/cmoclNBoI6AOgPJ6+XqecXsxgsYhbUaP99oTTy/H4TTfJhFLx7zIh1+Wqqcnt76yVhA
msHUnQALIsp+OSiNALPXo7i8c4u8O6dNrH1x0b365SmtdqiHRttJz6+XEpE6BKm1FRMM32B9Kvzz
6pBkT6KnmX4H4qvx04XiJ2lmGbw+q/VvuQwKl6OsG/WfUXLNpDcECPFOTc3kvQ3GHWl0fNEFmK/3
rw91RUkFfojpK/+HcBw11m0FKBkzmS/2XNyNpej+2lnvcaUmsrHory19ftNhFx+d7IYO1XHJzKQ9
2rZIlU8UlnI3iCqdjVSl3oRfU1ECRS9jZ3iy7Kb5nkqv+ENIN5CPmGkHGsIU3bFS+3YGxIZkwAP1
sxEozaApXTAXbR/7UphlEZRVFDuA2+gtHWpNEcYRj+36h9L0i3jshzGLf8U4qEd+pBT9E0ZoU/ZA
0X7XJe/qO1BYtFYJP+ro6E5faY1oowmELEnCjpTkYCXoXoi+049NY2dv/eTPQz07HMJmoed1+cnp
/Zb4rcVJKOzUQWXVJP+Mkh8l+fP59S9+9SxaR+IyBzVFK4zq8OVIeWplpldDmBA4HPlgeZMvthNb
N2ama4epnXvIION4585etxNfrw7P88iU8REZIYuwN3Ms0ax3x4blnCzp3nDC1LME57tzm780Cg0D
RKxwpljbh5fzwzIPyulSKrdu3MqHxp2Gd1GdOW+9BpkLxXUEgNfbkP9djrKAf1RAHyu36E2nD209
NXeFtPZQWS/MxaJDQJxZb0EAb5ejQKEiPc57lH6wDXDOad02H3TwPPbN63viKnYDzIUTT4tKo6UG
x+lyHLQzRhQ5sjhUbHX4jvS++w1nA4mnQT/NzqexLsVwXqw82rvnXzhhoGwYE8Ylf2zxpbxIV1JP
pEDA61aYWZo02MyXHSWBzvPSnWD30nLqFCXJLTnMPFY308x5x06gTEMhHW840SrT64NV24Sc19fz
pYEobiDXhkKRSgS5HKiJ8qQsooiBPMy0ET4RN7Sas6e3j0Lx+JmjspZTNtOB7olicDnGYe8of7xW
z465Hu0xkV4IF/Qs/38Qd3OciO8w8EDnEi7s+VvpCQptVtQPN9Cekx9tKo2g1eycEGnykn/7BFeQ
FQkF5MmrbrNKZ2Lo3RrIcCO8k8ON6Le4g++8sl7a/AQM6BSoGMGK2QTEGGmPoU26JNScWZzqoe4P
bfPRah/QrTdPBYnwzrRe2PQ2CoQr5RSjFxgrl7uD9hKGl5aahnpkmj88o8N3dZrsRT/S4Jj3DCFe
+IDks5StV5w69fh1r/6TTHRTDDHLc9NwTql8jQvSH/hgNoeh8OjfqJl2E1G2/ZxlSRbvTPSFY0DQ
QicWrxfQ/1fcvEpphZaj1QXJYbxBxYGni1XHO6f6heXEzomEk5437IVtC79FhlFmKcQziJXaWbWm
XwbAsWPTpe7b5wNUD4lYCDGUUrZAizbR+rGfnSycvL59yJtK/Q4eKdsJxs8/+CL9w8d5pf2tzW9A
W9t7cpLEyrnOMthMjoIfBHyzMTkKa+1sTK6DUhIxnMbXEhuKFQeDVOaJzAnYO73PSZnwOG9Hceh1
m9LbkozIbhqZS2FJR1dMPXRm42l3dZNIeYh6SQdIBffzuXa96m9ftgOUGy81nxbAUea7rFNS01+w
IV66IB4yy/4El50ssMwHSz/ZntXJG7s0ivZDlS/GlyRWgfW/Hgau3mVcsHAQgEDTYMAyYJMOA+vn
Jo5HLFbxI0UrR8wHgc+gPyvqQ9qXe/zC6/1E6oH5EskD9Qi44ZcHpknomGTIqoSigiugZujSYGpY
+HD293Ah1weEoVBbo6uIAxNvzsuhIDJGbdfAshrQaj11VhGfm7r6/fryXcc3mhceig7gHNm7WwHW
zqztqFBQQZ1LNz2a3ii+jbpb3NdlrR3QgR0f8mTYU358NnO63MTsX8p7KzKAi3BLMpZmPrfUNeA6
iLywbT8flVg86Cs85VZJK5Elfm6OnvegTXpSfkAhqzGBGloCBYVKVaPkP5xKB/Wzkun58q2qB+Vd
ly+V7k/s3jSg3N39Z5rDfF9PcAshS7kodsWiqoQ/NpGOspFZwfZTa5F/zWtkbn2BIvFwTmKl3Hv6
XodYaP2rjADVMZBE28JB040kiXbXhdbgNJafuLW8m/VEfexjOX9Wh6Y/S5kt412ZzMLYCRfXAFsy
UY4GhnPULDRix+Um0vR8LoxsoMVrIsZ2GB1T0C4yFsX+2GRenz/1adGI+zZv3fojSz/Ht1qfV38A
dCfGF7sVsx6oKSXYj6/vu+vNvTp9QTEn/6F6uU1PPDJWT7qiDHuDeo0+i+W9hq7D39dHuT6tsMo8
kNM0nOmcba1LUmdIwW/B5XRmIPx+A2Q0DaaYR+0N9NNlz6viOhat2Ay0puHorsy9zWKj96IbS8Rh
wjq4qY6mq9DusYDPNsGS2NMXKzesX6/P8MUh+aw2m4uotMXcuU3RTR4a0GGHq1cgR9U+tsIdTnXV
uMc2y/fMj14cb5UoAjvEpbolCdpYJZTIgRGUpjFqTtmYRJ/1vCofafxyxaQdbZSdi/WFIand4N0O
s54DtE0y607VeOekTQhCWtwoSdcFutElN9ipd4cc0Z2d/PyFTQNDHU0d8gbQr1utFITMGtG6SROa
c96dNK2Y341559wJhOz2juf6ErwMhCuZleDOUSC53PoW05kzJ9XuQRjqMQiTrLdmB1aBaz/NiKf2
YSYa94M0x/oDsHx6HnnJtg0sKc3ylBoGGouWI+SM8Z0Yq+PrW+v6amAN6AyBOKIcAM3vMnSUQuQ5
pdYqdNuyR5bXOIoya/9Q4CqDqaMYc+hH0ezk2y8t/r+DrnHjn4QUZVixyAgWnIq31UkUpXfQqhjl
TVWr/4fvTPLpPiupUiJcf8o/Q80I6xtwZaC6m5V2qrgvQl0t+wP26Xu6J88l6e13JqenmEtdBbrD
dlo0u0C3aFUYoa6e+o6qIBsZG9H4wPllcTssd2pf773o7zzU7nSvL3P8jfql2flRUWRv1UL2VkUM
On0kMGvLZpusKsnotVoEzb9BK9JXJFW0RaZv9UNmFFBCq6AdTHGwmpsMRirGmCAXXoWLyDEatUwB
WNNpz6/v0xe2DCmEui4vCQxR8PI72qO5KKPSgqOOhXKDzvVC4KuWsI+Iu68P9cKttVYkSCnJWVTS
zsuh6AovQ2La0L9p6wNTaLDkbgrrjVIB67LB5qWug87dimC8HAVylBCoWCBYMLaI8CuN8dAvuTi8
PhdYdPw9m01JcZyWFsgV2t3b+njpDU4EJHgMMacqlm8pEPfluwHdQdwbZVwVdbAoXN9fC5ErJR3f
tGnF0R0WfQiqGUvQT+qiYaCGqc00HO006RQ6rRhN3najMut/y7wxPgMCqLMz1TYc5vUsV7XA6K02
DpYsMf5TzYJXiwBJ4r7jMZ+h5mpPreYeO6sFTCTxVLBvkmrSurvO4m3vUzCpBIpcpCvvbaVb6tS3
Mi11Yl+0wD0zX1SZkpxnR4+1QzGjrXqo3cGsIbJUxeI7g9UV4ACFlMN3tR5m56a3ZFmFqVKoaaCj
mN2cTWscCLHRIHvIeElbBvMQg4GICiCrzaBrycehKp36KEkkPd/QhBU/aNxNfVBl2Vx8jGMgWpU/
TKme+pmqT8MJbVl7wDskMqubqi0c+1fV6HMPa8ydm1sUNCvzY4nYGGhpGr3Or8xSYzt0slotj/Aw
0ug3s+2swBBuZIMXiQyVCnw1ILSd9h6SYQtSuaeGr/XOnGMRf3Vbu/kWjYugKJ23iJB2lM3bM7ap
4/eZ0m5zsLzeNv1p7PAnd1JTaW8SU+nTR2dGyRVJR/wgO9/Akq84Iwepf4mHCZa1b6dNNvcHhHOl
/hsaMVELXTYkWcVQOP/1/eJZaO52YFiqDn2UPK3wo3PL3sELI7EFDuzYvxXlu0XyZj9HalTqvlYv
U3syIrVVDnkfpc7naeRu90fbEMsj2M/WYaUQcApAc87at9agiusPppV+X4y00iEHDWZzRILHdb7M
etV/LNQCfRmZd2J556mJKM4S7Y/piPsqN6Xv9B3caX9qZSZvs7hW5M2kNQPSzo5HpILuyabzG+AE
pW+Qy40nrO7036NhL/Hn10/hCxFlFSOgrLq2qK66+CbbtqxypeFiyFDoF8uA0nNct95OEvVCkGQc
sKQr2pu6/iameCjpVthTtmEx5TCike9GInnuIQv51EiaPWTpC9Oia8kLGVYfoJLtowfCyajjg9iG
UNXag5q00ZMOI2eHQ3vlu0ukpCpHWYcEEYe9LVrebCJ7SmxkK4FreNEj+Bj5DXi59rEA2CZ/xHTk
lvdksuVyMzcVjo915rVs2aHqXeu2MTIrfzfPbtYGXkNDOey4DWWgSEf/goyfLh7kPM5ZEHd45R7s
1CxbHkNR9CeNhwJ18lYxsv8suajJe3a8Id9ly2L3t10KYNOfrAEiqqpINFERCnDTQw1Hobx9ff+s
ZdxNDF+toNcd9H+cndlu3EbXrq+IAOfhlM3ulijLkmwptnNSiO0vnOeZV/8/1AY23GyiCSUJkhwE
qa5i1apVa70D8g9XopNKqzi1qU+Az/VSXZTCkYCKA5uWoAEQXUpkxGAzE/yRHGrQ2AzJ/H37B7x/
yvUvoH4AK4JXD9jX1c4yIEZMi+uAj6yDaXjj7JRPopHizE1rgetyFyaOfJjU0vhkm1I8P3T5XNae
1k+q4hZJRnPQsqVa4/Ed5PHBlFrRHTM9bswDKnVVeO5EHf3dVeP8lAE331MH2rgETQ3dXW51hBEB
1FxetqmMM9bQk+2PYI7cqui9AkmxQ9DUn8h2jZ1cZSOnplnDtoWwojDuKldJUOdVEFtGmcqaa9dg
V3slGvYzrRt9nh84SDttteXJuf46ZHhgn4F4UbRapv9HksvrICyiLiG+JJP8qGpdDlexaZG5T6s7
3MZkf0pmG2Rca+7szI0QgK0PkisYJNA+XreNpN4MEKtLS6ZKvTFFTdGrRLvHl9mMa5BlaLXRir1G
jOXaiJK4KH2tyPuD1OAROee15NlyPO6E0K0J4XVBYR6zIgrzq6VsOj2g/s9QgS2GytVioZzzRO93
vtjGhuQtiHAJSkMaBblV42aEiotim1H6XSgeIWjk3zvd/p+Gptm9PiaBd/v4Xk8KcgzFA5VvxBN7
XbKw4zJGgc9qeM/X6X0KVvVxVJtpJ2++ntPSZaA8DoqJBtuauVIFOsA8VFf8fEzEz0WmHAiNmZaf
FaEL+aAJp/v79ryu4+JyujhmcB8pfa3rmr2CSviQjJ0v91k1Hju96oa7vO4z/dgnaRC44AWs6q6w
LEKk0dhad0ikTojX2z/j+rxTpmfOPEuARRlrh95aVic5kOvW7/MYN9FU1j+DLlYP1OLe1emiH6Ew
p52Tt7Xai8Aa1zyFY/QeLs984Ki9CDqlhTwyxJNfxXIHTs2JpcDFr3UI7kCQlnvGx+8ZxGWkWdjy
C2UezysQ46tyQQWMqUsg0fjcpKH0xYm6WnpDkKLrniES9cFr4czhBAQtp0YFIxl3+1npJLmF3gIm
85AqejdTZcjKvwE+O/H3SK0BLNe4uwbPQ9ea9pnnpP63LNoggrVDUfgt0nvJ8YyhTMfPkpiieqc+
s3E6QN8hh805I51Zy5CISnLmHt8K3zawtjCHdH7OqV7snMHrGL2UmkDXA45ip7xXy/+I0S0UbRyD
us6veHp5ORlDdRAkPr0rN1r0zcjG9BQg9PTQhVby8TYqg/MIxO2N6hpSDJebpTeHthulpvNngPDn
nKKPa1poSN0+BxsLSfcUSATwFd6c62tojiRaRSGjmKmk+9qoZN/kstN38sHry2AppS/Ktqh8Lezq
y7nYoxMUeWiwkHk8/aWZ/fjI61C90wr8If7DhEyO1ztchgf75VAhsWJQG73ze/imyBpAOKu0VD39
h1EoQS6lT3i061Jkg6JdmGlh75OG9l5QagPqtcVeJWDz44ClBMcL9pt6zeVcVDafGodl7yO/7Zxi
ZWrOeA3MP27PZevjLE06m5sNgNEV7KFW6jhs7d6fs7p5aXs14s62CtBjhrRTQLkeinITjDb6geD/
YGVeTkh0hdXM8UDw75T8PtPt5JdoVCgTtO92buvNoUAH4zW1dBrXyr+wS4PeacBF8Sz4bdECdkOj
ojbQS3sOoddfCc4npbT3HQfEdvWVAE5NbaFHi2AQyhyTVKSug0bJ8fZXur47/h/yC0A5CfGVKEGg
jiLGQ2Xwu07tZi+jsXKGZ1HIL1HAp+WdVOmxd3vM60uSjBpG9dLBXaDOq/sKvD2kg5Qx7aYxnyez
n9wurxbjFDXxTc2MTpJd7B2tjYmCmkIxCBVxMrp1Hx0XD9Q8YPj7stYCZwwR7U1x9XgJbbP6JAp1
z99wY6PwHEaXdhHNRIp4NUnTmiB09PbgSx0Mls7EW8kRRXCK69758K3Fy5uXMQ9+yvdExMvtn6A6
AtEqG/3GVos7OAzjPQzSPezP1gJC1TDpuqMVJK+rlIbew39IwtGvitYs8AtJcM8pOjWa/Ei1urds
TtWPYywW7huVTOh2JJPr7nve0+414woB5wSErYBNiWhNkurJznW19bEA33Cs0XlicquPNepFjH59
O/pCK2o/CUz1nGto2aMYVO1s/o1lJGuiTKIvolU0nC4/ljnR8BClI/tNqRh34dQnXtjY5SEiOJ56
Le92xtuYGnUgQiP4chDf6wZeZxSyWSP06cv4LPw74YKFhKAw8gceAMbOfbw1NySyDH3hFVGaX37L
H4lNUzRBxa5Q/LEqpKOd492d6Wn2VMwo6FdiVyT5OpDQAKDCBSIMVp+6BvukYdpWUkbbTE1s47NM
zdNTyDe+50lW3AtAp1/SCf2g29HrOi4vzVDcFXjr6os8++UkixHsG3ZQg0/SLR+VWJbcAA+L04dH
4QG/wF7Jo8kVVyBM6C/xnGQY1erVXE93dIeQnkAwpOo//MoFDYICGGMACKEYezmd1sRZI6s51rXW
wQFTTPE8S1L9UVUaUFKsGo1/GosyzdbLUfDl0uMMozS/tMlpeMHrnkCo2S0K/aPC7NwpQNgpE4Ir
hsC4zqGoSSkhPOPRb4Gvu7Aic3xnlPRgmWH5H9YOjIdN+F2Uutfd3LSgAj228ujPsMvdTkgJWhDW
3nV5fYKXGi6DkLiTUK8RgnkjK3MzoWLPdpfwtxwUV4r68WziIHG8veu2hoKtD52d3IMC9WrXDbaR
6lZZzX5p2XR9yTzCzoW8MSTnHvzj7w+PpgPVQAt4kbOEKnK5KRwV+zCWS6ZW5SA1NpmZ1wyDfcKu
8aNy6mwKYFUoxBMuwIesCeJNmVTNkAyyX9eB46nYRh5Qtyo+vnwAlzlD3JO8rNbgmxax6LHElgeI
Y14e6LOjjZuJ+awl0p6841UUopfL+2Cp5PBaUNdMbVWDFIJ3meXblKl/jmPUeuUQJV9uf6HrUWCB
EFpBFXPhc+1ffqFg0JOwrFHIrMemPlP3nx/ttoR9eHuYq22n4UhHKIXOvIC/10n10KV2OkgJpYQF
z5JFDt6gWoVJjjHtbYSrK4qjZPHyphHOv4GSupxRp2Vj3RtO73dxI17NPum8Np2V8ySn7alpij0w
/fXUOLrIi9J8B/eEZszleHD7kZ9IlcGnwSzdaZMau0NXhqdRaXZO09bMeI/wLFl0tTlXlyNNFTTA
xJAHP8aM+khLizZhNBanUinKb3pY7L2I3ysFFwWgJSqRLC3S87Tj11OzOnkOLIq9vmjD4BDCBn+w
MoTqukIUn2ywXj+SbjIe0LRzYFWrzplO6HCegcz5sYqH4KTl+idNnvZO4VVWwCrjlIGipcK3NqxV
YSqMrK7oNGn0U6uY3FnXZm8s2uJzWGbDoUZx7auVtHvs3GvqFJUwblAN/BCuIPRmLpd/LI2qggym
+h21eeeLiLspe001qLlfiwIK1I/AnvX0BLJaVx+pW0wovLSV3TwMIfrPx0a0hsCCpyapdmpdeXIQ
o9MP4K30mW52hqfsoJaB+NVSbrVdqpyp9D9TCow0wVJ0lKHSZ3FWH8KhiZy7Nkrs6tjhEZx/6jBm
cb5Noihjjxy4aFyee6n0s0S6OnSjitPmofATBi6OE5PWexXVKXEoKJLWHy0JsDrgNcDnLSfhikJF
jT3rSWc030YCVAY8oPIeirAOHrU8bnaCyvU2YDCQ4BC2eK3zbLn8ICK1Gi2ZrUXr2jH/0Vq7Cr5U
9aDnnhoYWn6udUOkPl3LaY+oc1XfY5q8k0BykIFQ/lql+JWRO0E8YacR17buak7S3OGUC5St6+rH
pkMD82BUZXMsElN8uR1JrwM2EwVny9MaThdTv5w0QsDZaOul5hdIhhxgzfb3mVlMO8TH61DDKKhF
4YYCzp7RLkdRy3lMVRHpfhioU+w6hZnUr1Q8S4fR4KkjXZMN404KufE98UAC9Iu5B8WKdUnRkNAj
nQYG5Sk4dYfZRPOLZqOU64dSHaX2kCJmE4DaI/7c317V6/kSvTE7p7T07uWx+qAlYJbZGHTdB69l
al5dxMVEhxNfgWOYh5lw9Tqoau/2oNc3B5CghXFIkXhx/1l9SsfuAGZAAwfX5Nj3TaAzDJz++ziz
95Qprzfs0lXnPcNLWwelv7qkNGOM6opuBgqbuB5rqniq0vJtmNHw1/vwrZFwci56fWcXXe9VyuyL
+gMJIM+4tZv6IuExxBq4l8kE6hHjceT1XdR8FGBIQQS8wKKJuYgErfn8eJrJsNaQmBgsuzmMpRac
Wz0w3BKp0p0vds3f5xVFGoMt1HtSu4a5N7oK+q2sbT+Tg6z6t514HxwSIFdAVuh1W2fAz0KcsiCL
LE/UgaagcU47Ak0WIzPOYxx05aOpCRUv8o4qy12uCTJVonhTpEirlFiAtUadJ3vUg2UvXV7lS2WH
eEkFCRjzuns2xk6YZlXu+OC8mtFP5MGAWwE7NPHSwVSih9wulfqAYy5eNraE8dSx6fLg7faOv94Q
REyEUVEgWvia6081IHBkQekSfiwX3V9BUqLhByPl9fYo1xD5BZkICJIeMluey/oyein2IBaItvCR
leVQAR3DctswUpyJsp5y6B3+EQjiJsYC/xhyfCuf7U5DvWcC4dXfS13d36t1Iu1Vhjamb1PuxY7J
AJwHV+LydxUZvh8z8g5+NgUgEngzO6U7VNnwYbDOwsFYpA1AIi/l8tVxb6ciCkpsdR+QhE0Oyth0
Z6lC6OX2Ol8FTc4AvKUFaUFphgrD5XSCIS2wKikpLNAKfnKqsLkrITB/VqysfcDtvt0zZbiKYgyI
NgnIKjpBvCdW0yLPleZcohypD53zGLZ4+pxRrSoLd4pa1K4LK0/+1et5QgeIzbUTZ66+Hi11IOvc
+Hy/hdF3OV0UhRMhFeArMHsn/c7pyqLR4iT5TlqzsazcROS1ixQMQrWru7fIs4Tuako9rw1n6ZSq
umhcNe6LR/TmQu1kaOG4dz9cw5mRKEWoixb7ezdvXYdFLxTL7gld/3GIx/5Q53GVHPM+dF5sZbQU
17a74N8Uzz1gemDuPGCRpe1iQR1/C+nHC+/21tpY64X5heOvTf8Km7nLtU6aMrQyMk1fMxs4CEYf
3ovQKO9uj7Lsl4ugyKTRZF2QxsRg7OUuRxmlHh5mkyt+I5rkri0R/6gj4fgK229n82xsXYrqC2sF
VC53yOroi3xuMjr1ij+Mcu9FZmwhpmIgSS2N2UHPLc0Tijw91WawR5DfmiQoQdigsDsYepVlxOag
BU5dIzGHrNIjsN/paWGh/crNof/ofQ8hisci6Qxgl0Ux5nI9s3ZqQPgqil+DYb0DP2DdqWme7hBA
N/YGnXW6RJSfFyL7qqgkIZlS8YzhfMRleY5q9afRCG1nA258L3YdcWapv9CgW32vqAmsIpJ47AVm
rx6DRi0fQLaCfdNas3GnRLW+pjgGHfOgGXfC6ubQpMCLBsBiVLDa+9jOZJLQAnUBeKXPZYaku5lk
ytvcmf03GXckzI0cAXLY3FM+3Ig8+D8tmjEgr6iAr86DqI02GsSs+LnQ+8cgasJT37bRDwSo8Xad
q4+6BnI784wHaUEVHKri2k8IEJiiLLr1KPNbyksmVZ0nz1WM82IPVvD2Wd/aNUsVnB1DRxK5iMu9
WbWBTOkVN5EA0xIvzpLwVIRkP7dHeVeEWYUU6nUa9VX4gdzyqyuqmYQJlFlXfVMUDyMiKmkp3Wuh
9EmWg7dMMo5yb/2v0vTnLnT+UWrbxSDj2Bka9NZctQ6huYdP3Jo3ODDqiHQqeVWtf5Ay4o6Wxyod
mzY/mK1IHjKovHe3570RZLgWl8IIL3HKfKtUQCrjsJvLClnJOMu+dkmQ+EEcGce5nvfgLVubdKHi
gZpnoa9c2GS56qrYYigZFv9PKlS9r4Wz+SZCEd8nwmk/+jSkkweMh2SS+EnIWR3HVEiyPtuJ7jdZ
lz1RoE88BwXCQyHJ4iSblfXxILoUtyhroTMK/XwVr5W4VgKs7VQf5+YZ91dN9SJZ/7AADbMCIAJK
iYYhb9/VB6vNbo7gPFCosaQGZVMl9mYVXWQ0nfZErjd2IOL04NRl/lrO++XJK1VNQDPDWyds8urL
YAXBXWkPxU7UVJbLZXXyaGqA6CJm8j676mz01aCngaz5wdw6Z/oRAvJkLp6mbOpzF7hgWyN/o4Wu
VMDfSPpOHAcVH47bB2Fjd3IAyCe4cYlea1W7uaZmWhRoa6YjTyEqpY3wJVgcwHwGB2dSPd6TY99a
XhRxdWIOmuVX3bBx0mqlQGIUVKCYPCO21UNetvPp9ryW5Ha9umBVliI3b7cr9fXeqstYUwPdN4zh
t1lKr9VkPNKTeOG6/2pH08vt4d7fo6vx3lEcPGQAO/OYu9w0Vpap2hSUBlgE5CrPCE710T3vp3nw
WooZoZfOMVrz1piU97zcAvk8BPj2HZK5LvNfRhhn5r1kd/VLGfSG/hXAXWR7Yuwj6aCUkmafLWmw
nlo4T0sWG424TeRmqvqtJKfq330aI1REstxFj80UJQ6ei5rzapjzVB7KMCVzanB+be/FrMrJeQob
A3qA1NvZHbz/vnWhrkf9d62adPxvml6SiPNiLrxwbPTv5ZCm9nFU5db2tFrSgU3CaIINi/i47ak1
TwM3llCJdXUrVNHYGi3xF1++/aVk6Rh4SZXF4VETMeqMJLaoaQ0ldatTCuImdSeRZF9tS6i/J2rQ
w6FX9SnzRgxqeDrIQvpultBTnwy5DNTHIswaXw2sMj90lV7/FU5ClActlDvbRbNXS+8q3ik/Skmm
ImG2mR66E3ES/pMiJb9Tue+T8xCN6q9ewBk7wBiqHQLXgPpqljnJ30HqwPKs1CyTPSzYOmvnuG1s
fhOMP8nKomt8VdeiZ4u1TYaccduDLM1LC+DPYM7e7d24NcrCSWGNqYleJYNFTnXfGdj8gaQarjxB
i5b0aU8nZmsUbmoyL97sPExWIbkHPmHNQIn8uulCT+tH6ziKfs/bYGsUcIc8qsguFxGVy4M1cLM4
tiSYiyH3r7OcDN+zPgmOt1fsXat0fX4X9gg2g3yWq3gxUl6s8RiitpnryCtPS3PsseCVQuEaIRPV
w/MMYExjhqSyc4eKpRfjdfgbA81G85TYSps3q1S73zI1mnjv123cFfAjiZpLH1cGpHO5COFUAKkS
4FZNtGm/5UatfJliybJQGzE0/EzjRnYXoaKfUz0kJ3pyk0+rYe+hv/UpkIADR7/oil1RiFszI5dB
7NZX60z5DPk+/ButAWOnnLCRmtGbRNEOrQgKF2sU92zrEiUTEkDCzq8pFsG55+wf0q7vdpZ1Yz4I
qFBxghuyoOJWmQukAwAmlVD9cBwgpBm5fcgkq9m5ibZGsTmJnBPIPRyWy2/XG0aSE3BVP+oUcIQZ
3LehIFzd3sAb9x2w1v8/yjW4b0D5tx5UPyuG/rFMMvMrDDPVzYZoflCqpnxN+2Lv0bk5NR3qFfmS
QwaxeqN0QTJnYZMxtcLuXKlxxrsqt4ydBdzYEABBgYotGQNFj1WcCaSw1dVi1PxYGKo3BM53WZ40
LyqScGcRl2O0CgKoTVIQsExe6uy+y0+FS1ts1gDXYIsDxpSq1JyO7WQnzalv8uTJrKSveTjXD3Et
9G+3v9/GUjI0s2PHs0fWu0SzecymdAH9mgf0MSWEH7FL2CtIXlPlluIAk0OogwyMmuTlDCtpisfC
SXU/DepnYSj/9pktQZPrTrZk/HSiyIulb1YlfSYYfp1ph6Jko77YoEVckiyPBmzhBt3wJWqml7Y2
54My753/rZXgggQNgVLBwuq7/IkarRBLnVgJ2ll4E0+zfQpi/NRur/dWAZF6Pv8rYxHMYhaXw5Az
0n5yOt0X0OkBC+hFhX5xP+tP0YAx9AlZz6D7lJlDnj6qc0LtVFERsjnp9BoVkqHE2nu4bU2c5xNE
CCI9EPUlVf8Dqwi2HplkWJx+1mH8jItHdpRje08MaHOURX6SKiL+gGu4yUglqmV+ul8ZY3sq1F4/
RX1V/4ftTCEfMCQil7x7l3D1x1yieZhCVCN0yrNpf6xkMz+bmLvvnNfryACZY0HYA9VhPuun7tBX
9JCKUvf1Tg5OvQ2v1omU9lQW7ceXbRkKaAmlUFoVa0bThEx+qjUFN7AcGJDq62j4boW7XJitGYHO
AatFdXshaV6uW9+nXSRpxDrN0GNUOmIqMkFiOOSvoth5s2yNBZGQFgGYGYXaz+VYkEzBn5vsN5S8
g09jpTUHfbAlf6oLZ+e0Xd9O5InkbzadSJ0y+eqwdR2q/aNkGH4x4L9uBHrxlOttfgagZP+MQFG7
Vd/KO3vwvfJwGc4ZFRoGakjUDOgkX04wytpcsRrZIHXkZfY0U6L/Xxw5eWl6RVjiQl7xcAh5n6nl
i4pIw3wUad18H4AJ94epUfvalXHOeRGoQ8SgvIcBRQDMHWAp9gujmUdUV56MsuiehRMW/8Q10hGH
TtfT+ZDAEppdLXOCl7ooohcjNJQ3iqh17apNLF7LDm9PV5X6WDrvRLZlMdfTxkeB7wofZGllr6aN
NEVkNI7pw/sWLn1c7a4m7h8SQUTRW4UHWWx+afpYu0sFdj54VmCNMUZR9gnjvMK7/XOu4w2/ggxh
udyADa/TOQnvS7PLRxN3mjrw8Ce1YJZN9s67amuDkTNCOaBxrjjrMqba4RiS1Krp65E0/hgHtTng
jJHdiSaK/Blqsdv3pbPD8NyYGt01GsNQAoB/rDsVvaJ2mtFFyCU1wQ8FG5CXus/N77fXb+PKJlhD
LAbvuCSpayii0fS6PTe98PMgMOofsiWp0Owd5OdjN7WwBZjHHgG7IIhs9cyVrQd+nWJ46yKKmzbN
ocrUJHKdgB7zKzbqxbNdVGpyb8UiHSDlm0bsR9GcB37c5anlIr+YaTtbciPScAVQFYGHypWzRiGM
45DzR2AhWTgUHtJzeJK0cJQKdDQ+fiWwXIvV1tKOu2oJzHM+J5xCi2w7NU+VcBpPygrpnJRduzPU
xucHp86kAN4Tp9b2F1Wf9lghTMwK1BfqMzXN3cLaS9m2RqGitNTnmA9pweVpbuXeUYMxt31pNkDC
aHi+9OosdgL0xihUrrgteRDRq3ovVv5xX6tZk5ZtuOCnaFSdWjMaz+C29lhxW6PQNVEhsNMpopF5
OZepdPQojkAt5XaHry0ypXdlMe5ZQFxn8Qvckpuaz8I1uvZ7nPSE4i4HlzJ7RiFVTt70cLqztBky
WRh5kTCP9Kn/vX1Ml6C6Crogo+jTgCNE6GANiS8tEzl5JzF8i8jO8ZTCl4Sz/N2ucwVdiZDPdnvA
jbUkPwDbA28HmsSaMtn3GfikuJd81NKjQ6lrsRc1ZrZzcq9HQbJ2QQ9AnQczsVa2glACorubLV9D
ouTkBF0GdZbC2UfnAj3CoLpBFkLzYv3FaqOxWpJrxw8onr6IYlRPEaSJj48CHZPEaWHcQU9b3Yt9
3Y/qJKj3WUt9sgP/+I+Z0Bz98FzgyfJlAFwA9l2DAqMYTbMGBIoPHCB4GTtrPKVzkrz9h1GwhV9A
lcuMVlFhqI0JvadY+G3TlXezja1QyEP1w60dui5ENgrHPMhI5S/PKxlBUCKjLfwZarU7zuCWhyDf
sxm5PjpgDKBNAyKBhQZv5XIUc2pbp+osB6JlpEe+PNTacxkE2uMEukY56ZPjfP3w6oFqWB74VJl4
B69ewUhmYKVGJdYHt2bfCznpPbPS9nb19a0HQIXWGEwCUKLyGj2FRVTXR2km/HAuJFLGKT71U5n4
gxrvuUxuHFOyLJ5AMKgX1uC6++BoVWHrifAF9m6/aTdGn8uisnfwrpuj0CSGpsbO5nF3+aEc4RTz
YFUCkcKqxfkirO5k5Ipeb3+czWWjVrbUrWlxrzt9sR3iCloyCk524iirQXgyojl9HJb668eHAkAA
+m45SoSFywmFqpMVWtsKPknVHBS1tw+5sLBWbtM9qMLW2hEWeDi+FwHXpSWjbYa2lGmu5XjWf7bn
ITrNarSnpbK1dvS8KJVzkvj7ah8kldKGg0SuGAqrvAsKh7snNDEqG/Lu/vbabU2I2ABAgVQLXdvV
ZugNVYIkOwk/QZwPAHtknKy07z4eszHr4bpe6OY4MKwikBxgyWhHGj3JcE7+SvLxDXSzupNibwUg
5KuW24dl47VyuQ16Sc+itIqEX5WadKZPl3xWijByo17OvlrynN99fOkovHCDsb/pFy5L+0eyFSI6
WDaA8/zWjIuvvRVqj4SJPZeerQ8EvwdkKRzzBVh6OYoJlrePcUH1KWeMxxnHHl/XZ+fL7bls7TiL
3gzNctQiAWxdjoKHN33JZhC+1iuRF+Bw/RjoiGBWGM+ebg+1OSFkUJam8XvD+nIovS5QwnUYCmC4
+k9R1NNDBK5pb902Z/THMKugUGNTFWftTFAoWvVRjownqXDCcylhJX17Qlv7jgO0NALJS9jjlxMK
FIHsUaMKv2vat16z4nMgjYNbF317RIw1dW8PtzUxJEM5RDQFUcFYbYhpwkPFyHRu80S3Xpsuqb4V
cHxST+CItTO1ZZEu0+HFRhWFV14TqAqumVgtgmvQzPrgYbaM+jhR0fzVGJ34mcVjri8z5GE69hYy
nLfnuLFHEMaCUElIB46yRvT1wwz9qO9RrkRt8JgTvJ7b0dJ+fXgUqujcGSBroVyvEa+G1GapAiLa
D8MZXzQKEseoLdSPz2UplkG1XfSBqT1ebo+hqgWVGeaioFO1BKPhMajkaAfoubFigE8sUINY+VDa
1C5HscagtBsse3wxxz22p6N8NGur/fjZxT4HhCIxAv2EtfijMZVVUlAb8FFCHB/sEDsMgbLpjurK
1lzoEgGzhFrBn6sVi+Y4iFqlsvxs1nu3GGxxbI1dVPf1OULsjXcEB5YFk9dvIge5R1PBGhu0/owf
Y144j/Rn7WMatvKHL1n+/3CsQQeRqfKdLj8ODi9pKskltqjWqHlyg2QHt3+xs2xbE4IpS2RF0YJb
cJUON6VqpI7GKLjs2m6IGsrB6XEOLTCr3tnT13GBqSxJHQfnXfDwckLSKA2qGrKnp87+1iWS34fV
78DqHrOJk5RNzU6JbnNqi/gZHUrqNOvdLbUYkcwjUwtzWT2M9tB/tSvV+JRqreXdDgp7Qy2b849b
vVTQFUuS5SBJ8vQ6qgPG65mdn5s0jHZmdX1xsLmxX4EyAeDuCtmvVNWcZYllovJvvBhW/Rvd6e9B
YzcuYKLft6d1faaWsUB4LCxoLvlVfMjM1HLqpXYXSU7lgiiqj10z78XtjcWjT7RkEaBxSF5XW7Dr
Rkdy9NHyC0jw8wG9YOPQD2OhelQx7Z1TtTUYMZksgYwSv61VzoKgsB03gWn5QTCmrgS4yU3T+RdO
1dqHwx59ZDY834n9Tm3jck+gp+zUQ6ja/kRJ+iCnVn+q6V3vHKqNTwRKeFk5ClC80ldRoq6wLqrC
2fZB7TuHCS03T6qL/314H9CQ4jJaBB941K72AZf9EKUqtQClbiW3LdrsLi3UPeeDd074ZeLAq29R
BKdrQxV3nfAPOJdLA+ZkPi7Rc+3nQx9/qYGwvw6Y5JlupU4o4ThWF3+WEk6Wl8zpGB5KBPShCWuV
qXLoMv4TJcXY+7s+zKV6qC0xN645tKrlswPLF8Xp5vmfgLgrfqWI3UmtK0eaVAgX78Yw+h4WtdIc
QJYjN3V7FZetdWt6qxwMSaRFyMvmCU0unvlj3xTHSBv7+2Ey55ckE28Q7EbK8lHy1DRR+vP28Bs7
H0oSheSlMgomeRWj9NwWnW40ODY70PfqqoxPIYLcD0Fq/vr4SEvjDZwb5D3evJc7v7eFNoXLw03W
ccm0e1k6UrW2qIxC67491Mb2JxGjsYjUADCUdZ4k7LjV5SiXfCnIgqPAPOzMGnxY5pVyBAh5dAyW
9QNbdzkhUauzVOaR5GtlPZ3sroSnVgU/9FbeE2Pcmg93FdVWk842mezlSL2WZWk2mZJPtdX2ejQ0
DBBDkO931m1rM/BhFjVUiIcUeC/HoSMTlm0RBg+WVRTenDX5X5YdFHfzbA3n259oA23BlqMnyWOX
hJnS/+VYWiXN1GRrxGJQRCT2fqm14m0qVcxUU/japhXKrpnnX6S8PaOo+RaO015tZPs3ME8aURwA
npGXv4GMo6oVsC2+lprNv4Zoqx/dJM+ejTLsKRWm4yqiEeckqy1vsNX6xe5a5RATwXfe/+89z1UU
oFm5cFYoNizX6uUvsVojlpGyrx5mhD/Sg44mgPMGfTMOT9Mox/o/cjqKn6U+SfN92wRog5RkOFhP
KnEuCY+kEOEqLIVVVDqnPpVem2iSkJUNYeB4M9QRxQecKb1Bi3HaJ5xrq+jrYHZS55mtDkU8qeSi
OqRtZjWGa01W1QEArmW/BG6gfoZiTyyVRVQfDSdy0u+DXo5vca3V8aG1MVJwlXYUlaeJCG9ok2es
dpJG+b0xZVrzvdzVo/QK25U6gFtJVT1/wlA1zF6jrMz753KYg5e8bwPDVzJhhocpy53XME5H5SDU
IHEeNHy3yr/SaZLzA1AmaXBTLXTKzG14dCZvBmym/NyTMxQeD5cQvxSRlO1BFKEDDlUZh+5U2G0u
PWqDlaZnu2zMxJ8sox3d0cgUxTUklVeBbnc45iK2oE3uQO/EuoNM0Qa2Sw2w/h3LSuacaB22DmmV
Mgp+3aiMcX4o7IxuaSrnzfRsTWlSvah1ked/SWM9agg6tNb0K9HjID2milorTyPEJ8uNQdKXijfF
lsiPQDzCwrWDyBrPjZHhTemZZWDoD+hvZemjHTlR6QXqbPCQnc1U2dPi3wgx2KRT2Ccxobi/zoCC
PMN0QijCX2yNHzCeCYAqBN1O9vO+j1f7HKwp9CwqeAhurgUDILZKadiUEvhAVXlQU719i0NlOERi
gXiDlujvkalUXqJpdp7mUu5eMYNMnm/Hnq254vgNhHC59NBmvTxs5ahVmAY6wreQZDsolMWPsVoN
O8F0axRe62CREcNfVKYvR9GVylRmh5vVjEP7a5CJkDZtVew0ZDZC9gJBoh4AvIMSuXo5iqbmiCir
SfCQCQGxwCnUr0t3+zFUAnmPt7QxI1Ab9EjoOVvAxVbhMm/rbJ6FJPlCJkQfVNG/4tNQ79kZvufA
q00C4BrZDt7TQETWElWx1SaTrTFO1M+P6NIcJDOI3TgPPxEd75vRuYtl2+PF82kcos+TFtw3NoaS
TRc8pWbq1cBYWmU6I+h7yrPs7zatTpiOHZMMEkQgFYdJHj2jmQo30vSda23jNQtcc2E9AWpghVY3
NTK1yYigdvAAXPN7R8h3qSJLntbUj5nGPwvz46xADuzSqKeKR+14jd/MYHbhJ14HD5oRtq6eKdM9
mVa/UxDYuioZYLmojeXhvG78OVVkjmLMgwfZxq1GZPE5TFPIY2AFDfOzKfoBWxn7Z93kOBuaz0Nn
7VyRW5uPNeWCpCwBOnu1smkZaFkUTsEDHBPld6QkneJWNVCuD8cGMLBLE4NyKJi71amlPo7V2swH
DNGo8eKkVvCDCPa0PDcnwzHiYYMu1VWrZOqlQZkLETykgx5Qlyqgnbgqfrfe7dlcb0cqOPyBqOxC
/VtDrQoE5c1e1qMHuerN9Ej9JccIdU5QAgzUzoqf08EJv2g54iY763gdl1AzgfyPxj6VMeo7l3EJ
QGkKMb5I/o+082hy2wjT8C9CFXK4gmFmBM4oWFbwBWU5IKdGxq/fp7WHFUEUUfS6XL7IdrMbHb7w
hkC3jBdChOwJiU+H2HVP/u228iFZ1BJCBDz3tp6DU0CnugC7goTXfzjUqiYK32yc5IOjTTPWnAM0
o51TvjUmu4SDDiaXcHm1SZZQba2licqg5jN+nHNNJIfe7JCtavLeei8zzY/3P+TthuEL/hTvQoiQ
4t/q6nVS1wBeXCKHYWr999Bu1JdMK/M9Pefbr0a5gHyeVjinDH2o669GbKd1Q2KXCKKNHtbLg03a
7E1PlVo/XgiB6QjHWFrkcNTWsXeZZoY21wyFSU5YvcxaEk5PY5cVO0dgY0pALlDmpZCpys7X9ZTS
UmSAFnQerWhWfMOqk1Ol5T2YM30PtnD7kWhDgWECs09pER3b66FgVyjagqR4MMCR+0HVxXtyQWTs
ySHcVAwoG4Hq4uYAwkqTenW0avRxwarOY6ApC9aADrJhxmsT62Pml1ZUfYe4F6evS1MUw1M/ihAj
oLoUe94KN5OV+E1iJ0o/0jdmbTuXWti/LTATghwraw2uXKch+QYz/2H8ngRXMwQn3Jbt8lXD18FN
oY54WAM1q8djP6Xzb22/NEG86MrX+6fs5lyDSJZWerSJECcEpXH9AU1vafQ+N4bALOzoq8i9IfLB
IWFB3Vs9tSMU8R82cJEgaFAN8LhQu7mJqbBUqLqy0YdA6Gn9hqlt6WdqPT0qOIHRic1ljDomfXM+
wvXEQhczM1uYQzDQRayf1XwpPiWohe3pDm8soAOml/uJvrmkG16P02AIo6mLMQam0dIDUYbOfIpF
3kd+2rndjPzZHuVQfpKrWJGZ8bGo8WBGgODD6ioe66JWRC9HbLz+n1xry+dh0Kan3IqQ6jK0+HtJ
HndI9HlITvd3y83NIocm9XXooPKGr/F2jVPhDsybHVh4cjybuki+CIyTnizR7JERt4fi5udO5h5b
p03q4nT2HA9j0Ic2nvS1WhnFaclz9aIly16hbuNko3cP9IrQBHjcGgMTJRFHu2nHIKts40+97Myg
J+A/Pr56kEHwHZUoL0AP11uFEotNGUPBYrrQU3z4Yr0knzZHp75UCuJB3x4fDtVBij0wxjwUA66H
y/WpjiczpLAZSS6x0zXnOhy/jUu3p6y4dQaQ+6ZkLUmq1lqnDMYx0mlpNgXqMi0/QIPVfw7RrI3P
aPnmyVmv01Lb2YmbQwJilDLjYGPWeu201oextPIpiCjTP+eGKmy/9FLrj66eixwDsYjw/D+s50+n
dKly5KxbnrmWqKntpFNgl0Pxw9bm+UwtBi2wMWr3XoDbB49SJIBTkmlqrbQ0rr8dozgNIdUUdHqf
HlKFO9pXRBk/9+S7H6fSGd7yrhQHNzWqp6qu91rVW3cM7S7CZ4kHuqkXaNZSDB3l1iAamwErr7B4
6ooqexHzD7Oneem3Ls1ewIX6srPKt/USyazlkyKMIKuk66nXY4Ei2My2nZpm6t5hHB83h8pAgeJQ
DlH4b6RGQ+KbkSg/RG07fNQU068pOJSHhz83uSW/gcgGiKW3ehnnRvp24svDI5zW52ZYsNtUkr8G
K+yf74+0sdgy/MSJTie0Bop5/bGTWIcG4yRTgMvM/KIkpvE9btrqXIhJeyvDoYe7o+gnYr09lPjG
vYcguzR+Jwogi19ts8pLVYMq7EQmUQ+nyejSc5+FYsd/YOMqJwpFHYVbSPZBVvPDj72oefSnoKm7
+lRqVfm+c/rxREyX7Lz6G7tH6qy6oDhkgchcd2qVFJMzpYyAVwh7mj7peVs5Pni39HUqMmU8tGEs
St+IZ/iLxoQP2kExoEid84jO7s4Ouv2u3L6STE9RByD++rfUWAVobhyxk1Xxo/T6L71rv7Tj9FXA
APApLvuh2f9+fy/dftHrMeWf/9KAx5e38KjADYEycEBrcImIQTTJzo69/aLk1lQ66OuC775hV7lt
lOAoLB9np3C+1E1r/GFmaZP4oRtO/9yf0eZYIEalDbzO/lntUS0SxDXoxATYmo0H1RynE5Vr5TDG
3uM3vGTN0NkyaAnxSq9iRiNx8jLSmVYedsrznKT5s60W5Xly3b29sfGd6KzKAgXCpBReVmeCuH6e
ingko0ni7NxSZ3yX51W0g2uSa3MdKjIhtFjor3Cx3HDT3XlujVydxqBzYC7kJdTQ+H2tqpk/VXGF
hN2ultb2vHi7OIT4ma29P2yl6XS1Ywm7kZcpQUDiUg1NugPC3twTwDCoOVKb45Bd73I2Al4ByMoE
okevalCiCY5/DXDZKB+mmKDAJyV46a1SbKYecT1UFKpubFIbCLpe9EhHAg1r6BSf7m/y23CG6gOy
7XDoWDYyietRCtKzuqy0MWjMAeyM1fmYjmeHFs9rv+jJkP7DcNSbXWAtEi4hf84vt4RWjkZvQ+sO
kjF1X+nwjR/aSXf+HVRNeaa8NO+Mt7Ur0FfjjSMM5Z/69XhOZSMxlg1TEDa09/0a8ZfMT9y+fXwZ
+f9DoaFtzOW/jh2MWQDhqpU5MBBSdS5uC2HxmLvN2DLauCSoWWlZ9XJ/MTcmJ9MioJBo/ENdl5v1
l8WkQU1xJRvUgEI4GOOw+ZYg4nC+P8jGjicuctEzoxDCi7IqCTRhO1O9FGpg1hrewnZsf9RJv17M
xq33fB9ug0/oVJKlLKt9pHuru2lJFjqQkRhAFtv5ebJTRsjcZDnhCmNLC9lkRO947A9poiTfZ2Ht
md9sTfbXH7A6DXnZa2EZ90PQNjDznVRJfWNQpg+KVk3/4eP9OtTq41VDAQYq64aAqJOOtxcbvpHh
RXr/621EAhIGTDSNTjpdwPWKzq4zamIegsx1p0PNjvHHCPfTop3zQxlrf6Z96vltZ+/smq2t+eu4
q4Wkvb+EYhyHQLNS2oxGk71i/bwH5d94ZSQgBHAD+xPN8NUaGgqvvhlT0DEx4j4S5MbH0NZC+EtV
9I+iDqHfi8Y9Pr6kvJ8/dyjFsnUxNUbaax5cClde0eXf5rwvAzMdug8p3fQzj3x7SOw2+kDz7mGk
qMS/QELGehiJDmKS6/OuurgPi5zpKlSLX6Jo+OYOtXhO6IfuBJA/1S5W7zfq9hJ6iGAWH3K1b0a7
SEszod6SmsX0pCfdBPxB5CjsFp57LKJFOwylgVlFbrZPSVV6Z9ONvac0orxgTG130iLPPQHuUgm7
O+ccLmKPmvszir35jVCzwdwSY9Crul6Oek4h15jxiHh0V/uuVhSvtUmpwc2ao9cZEVaziXVEP6o+
5xUJO2Zx+jtMN3S01zrltNhZ/fn+1ti6PqAeUhWgJgcMehUdaG1haaJXhyCtrehJcdP4d31BDWoR
3h5PYnPry+4ZVz9V8LVE/1yoboG+8xg4CyXMczIVRQXKIcqF71qd8araSjge0ineU2HdOtk8ceRu
9PQlA+l61eGMp6YzZ2Sno902J0tgO+Rbk7WYO12tzYEotMgCMZClddHKVlp10d1iDFwXQYgUpz5f
UCnbuYY34h/yfak8Rq5NkLDaRB0c22T2zDGoEhvJrslciOjarkp87k1sp2yhtnu0qq1tIv1A+Gys
4o3GliWA2Liy6DePmvf7oA4zxyyZLxqB0c49vDk9l50oeRJgnlY3ZFoWWtnn4RCUXqm+GemISEuh
24WvDjF28FO81wLa/GoAeyUrVlo0yif+l5ikHmxFy6tUFi+WJHwa5iXP/KHPqj0N2a2ZgVOlSQ2Z
FL+o1YeDM4YE9tiR44Jc0X0r04jFe2OeviE9adbnSmnrnXLC5pDEJQT+5Go3nK58wc1LSUidvFiL
n8TYl5+TRnUDdM+NTy39oJ0TsDmeJFKAFaVA/FM9+Je1FIPIqngiAyiEeVSbdD7XGEm8KHZpH0x3
/O3+5bU9GgRWAAcSnbR6XfTa8iI7Bo5qFOi442W8/N60SguNx8ZvsF3UnfG2dgqNEplEAYSi3HW9
U6Kl1OzE9fiASP9rfj2W1Cjm1PxPw/BsUtmDp7+28iz7Ml28hA6eaLvsU6a103sUNqf/8qnA6XCF
AEECQn89mTm2h6UeaY1oShf9ocR2erJdJ/mej2P1bcyyvebx5uJJeCqZLljsNcBXC4U5DtwjQTvO
WXpWwg63inZU2y/3N8XWVSUvD5nHozG87rtkeuWNcR5PAW+ne7LLrD4jTNu9w9jKOtwfanP//d9Q
63w3znVrsUrKr+gCJge6PbUfaf1FDc2XpttVNN56P1k/siYSeTbH6vpYPExV6obdh7Sc/TyWdX/y
WlxJB1QyTjMsp8hvKZGfHp8jORT9asbkTBvX20Qve5gjKWfMxajrNLZddGxHoV+WGFyFj5Dknm3o
VkbFCZOCVjT+ETG5HrC2qlAZFr4fEB4dC5eSw+9Xg5Z/7cIm/22E93PKs1n5KLmJwq+V0v3nP0xZ
KkDR3+IJWpOoYtdSpjqneeGqMaYbQ+GpysEZKQGM4FIdvxLSNvX+mFu7FnQAt4s0GEX+6HrWSmkp
PSSTKejHSJ8PYZbZHwmQ0rcq55nc2bdbRxGaL2gwD6cc3qPrwbKw8KZQpWOh4sLxWXBGlIOqOONe
xLc5jjRb5uIguly/BrQlKcjbgmJ2rgFoLXGr7ONB7FxkWwkj5E36u4TUYB9Wr0AqYqOpB0Zxonn4
4C5zde4bjG4wnkmXo9YZ1cu4lMSXhR3ulNA3vhr0RDRc8OakHbrW968z1VkI4ulGAITgcHjWAcud
yF+Utnh8g0CYZhEBx/K4roEqiohyw6HLE7AM0VfHKObCz5XCOaWl3j09vBnpp0lFBeA+wP1XN401
d/juaAkxXrhEiMpFY1adlVxd4ne6Noi9otDGxQYaEjY4PnPSPmgVgEWjOwOMgp0dmkJzDyER1A+C
BU33e9Xs/5b+UsuT7eaOuVMa3difHG8QqzxHGEGumw6qOtSuFnHQ0QzOnht09l6jssp34vXNUSgO
8dTiOIe6x/Vpo6kklKVjk4CtKF6yTo8Oc5ns6ZdvbEXJyQXyA39Gx0DzepTSKZayFP0UVMKyv856
2b62YBC+Km3JgPf3x8a7R8pILZSmI1f1mo6QmW0kFNtj2/cOiuRJZ1oHL7TQ+R6TVOhHt7G0xw85
40lJMCq/9DtXe8T1pgQbTNIO+vRtiOdjbi8X3cib4tADG/k+kPskflnUcXGgHtbtaXdtLa9kcKNq
IwX4fzqJ/hLYatBrGkXMKAjkdfFprNAHPcYNNqgHu+2mZude2TgR1NB/woQpqSNocf0xKT+k7gzm
P8iENyDoGLdKf8AKdKlOWqbPzUtdpfV7J6m16Hz/025sVpkJcWNTx0eyeXX0C+ldaLuzCsfHKI6d
6qTvnda2HoWlo9PKWecJ+lkIWL+wKZ6gNOctFbyiqINCNbuzFUvFQXVwd4a6hSYzFu7qXGV8OcpD
q7UczFZgotlpQWJR4POXmAopOJIIH1WwSBdUGubpVIxpYR4oACEFX4alImmCXeyng9buqSpsrTAX
q4zrsYWBfnn9bdN5tmMqUmogkAL0+1QdTrrS7fld3Y6C9pZkMIPmwrZyjTQXwpqKPO3VYERL761X
OvdZc1Dpv79bbi8CsLuEaLK4Rw6x/o5e3IA7p0IbzB7IgsnTir+aap7+qG2lw8zeTP6+P97GrOCs
yvoDkuaYOss//+UUVg1unfSgzWCeq/lftHfn+Th7RrwX2N+GFDx7VFcoP8Oiv4F0JK2OqYZelkFS
JcbrYPfRxS6V+CVPo+ZjmofWKY0t/ckQVv3w+QM4qUvpLL6aBHdcz3DoHa0pzVIERRqmJ8da6MAj
wuJ9fnQhJT4THXOCTZxm1viczLBmGLA4VfZ2k56BjI6vi+HspWJyK1+XOyF04kkkCS7AjtbsE80W
wlPHvgksxe6ORe7kvpit3wBimVQ/ypODwprfNuVHPsNf9ye4AW5gbCnQT0hBQ1xd5eqWSM2+ntUm
cJURnHcsiSKF64gjLNPeL6uuPxt55Rypw3tHK9eqzwbaW49/TXCpxIf0M3iU14hRY6QQtNRKy6O8
JJMvErXPDvbSpntGb7cHUUZPMmQjt6b6vToYiQN6rC2Ujr6a7nyFYtbNRzuaXQ+7UHPuj2mkN8uH
+0t8+ySSYRM/UXOnhnDjZltn5qSYTQ0djGbJB7BWlfOnmNOsPk4Frd+de/x2NMJfOMikSARrsLOu
DwZdobLgVvjZuaiejG7RP/Rc1aiplLt1+o2xZF0E8Vls1qXo9fVYVhN5ZpRkVeCOafxs2yms07LI
n5VF13Ze+tsbjUgbeg76aGScSA9fD5VwnY2scBVUatMerXrqPi993n66/6lutwejIO0LN0BS67zV
9lD1pgwjOJxB5mjiWFa2coksdwjcJVE+FaLVdrAUG+ORNnOx8PJgcbg2l8viJZx7PakDQ3QmQv+J
kc++MkS4ewMSyNJDZMHsPD88SQYjfwA+JAPF1YmHPN4URmbXPA4Ogrfd0r/rgFecwrpvL1lthzv7
//bT/ZSOYY7SLReywvWny7O4p1RMVw3jtW+p0SnnaG6m0/1J3b5EtMKkyBioaRvBudX+sEt0QToD
VIqattohRmHgU43WylMZzd8dLc4jv3ZK90TH+cv9gW/PAJEDGS2ZHnVcuOzXsysjUw8RXwGGUJTD
8uaRGP2eNto8vAcrazx8CrigefXgBEkM5/rATc6YVFDOqdk1URYYcxIfGkrlO2nt7Qf7X/EsmduC
01wLI+dNBkrLjZegHKdoOkLJcdMDguaT9/BOhCwLwgFEPcAbEsvrtUvCMcMLqdeDdJqKS+HGw6F1
4uZDhgXpceCt3MnHbr8VaAfw9DSVkSehOng9nmJFqY0FkREUtqJ7WKkaZX2YQtF4z2Zl2h8f3Rl4
LXDMgMRQjEAS5Xo0SwDCTjnXgSNa/bAgCXCOrCl+63JV2VnIjVecUIhQGawnh/pGMVuMnZ57c9wF
5RDmz26qQ6LK4u6vToevjkphMhyrzlGOEoz2PuvrpIRqYszG6f6UN3YOCGNUiCWRkirM6jAoXhor
/EkP8iGrjl2XZ8qrjQ6W2LlSbj8kUlegSwnIpNTMOstM9DAtGysbAtSGTJpQOm1EUPDKS9yN2s6b
cDsn8FMUC6glQZ8hH7v+jEAqtKJHKTowlsg76mo9njLCE//+yt1msijHSU4ovQxJTFttFoyXUn3A
hjZopkr5Y4zdaX7fUQ58ytox+h3IW6ogsmzNe3Yd8tdfh55w1KiHQC0kU4Abdz07w240R1T1FCxj
oz21dT8+wQ7OTm2VZe8VtBQfPoIIu3FxwV4H58nbdz1e52SiJcTjBovnAjmGtDuXbWseE3g0O6Ht
zYdDuAdUPQQCTgWJ7eqdG8rJGmHxGCwpMuKDNjrndkiyR7e8HIX8Ax4ZYReP+PWEYquwBZglIyBP
+ldzG9fXh/rh141BJGZQoki5utalW+opDWqdiQ3RtYqb3+vCEUV0SJ24SJ60ubL/KfrKm96irMvK
56w2cncnUNlYSyT9gAFTGpAp7OrmbKpUZEOeqYFHz/DcqYp7MPRY26kz3mxGKZEuXf6oeBjkXKsv
FnE0oBl6ajDQHnpNzAkunKa07aspmuQ022M0ProdmQpoVqJXCu/0R1eHOwmHGgcNUwtwb4i/4+Hj
fizUzH0rKj374/4J31hCcmT5Cdkw9o3kXGeRCNShqwW9wJ4xnDuQnxB1dt7ujSXE24smFlw4jMTW
GjeJWYTECI4VZK09fY4TVTtMVaUccQQsTs5o5Of7s7q5iWnEkPcTJtgE5STj19s/7OLZG+fWChDl
tr1TZtQaVTe3BvWvLc6Qvtwf7nYReb4BdFAUIlWkuHE9nKc2RtelmhV4RAy4KAod83HYSs33/zAO
9yE9X1CYKFxcj6MmE6qaMK6CXkuH90UiiCLrqt15xm4/FoU2IAc0Ksk1uD6uRwkbmK51ndsBB+9F
qEV3VKw6aDRXOaZp8+3+lDa+FC+MTXDMuyxpMNeDqaHbJG41WNK+OjkanpLja6mXyPY3e0yjjaFw
YaEsy/3L07JGs0Vh53qDPTtBrgAo+qswnBL/i1pFcTrpKUvtBFoby0gjEKgPlRPagmvYXj/ETmYh
Dx/Y1LPf0fxyhK95Xf5kRyrw9E4oe62KjQmyiER13Bj8vU5pao8IyrZrN7Crfjx3Stqfwxw3s3EQ
DyOKZDdLUhSQ4YIitoZ5dnZu1eo8MlTS4fGBQpsxnNC0wYazqnJ1557fmhiwOwlLoXzNuNebBGmI
cph72wv0EAWdXml+S5wkf251fecgbwzExKQkHU8m3P9VHJBoIrLTYQiDAopCMCXuYJ060YovZhcp
e3Z6m4OBdOQvAJagHq9nBbcsL2L8ClGjsGvTT0K3/0Npc9Ac4Ld/PHzMwNDJKgWPGEnhamJjHKkx
4XgYpLo1Haeqrp6FA0RWEfbx/kg3ISMpDCUzQ1LppNva6vYAzN/UTqOFgS2q9BtlfeuC7rp2Kptp
PrZptzzVkRc/3x9ULtVVvCgHlVqFCO9TJlk36ZYyt7HbZdBCMfRz5tC/TVJ3Tz/+9kRzf0gvEVVi
o8DFrj5Ywu00DBav2FL8UY3LV+DUCKhWwvHnpPnr/pRudweDubI+TyUbIsFqz6eR2yh9wi0caU14
0hqrfKEgXD8bSxrvwMxuV08OJdEhIB+pK8t5/1KXtwav6+dRsaBZJ4t6CvmXUyhjMuC+P6etgUDb
o/PI4smWw/VAdWTGIuxzBwa5OT/nsWU9c8HsmZjc7kD6qBTKZGWOrGV9zwuaU9PkFo6sROQ+NpiI
8Nc/Jl19sTrvA6Sxr/dn9dM78Hr3wfOADAwsEJgqbKrraRVKYydJMzpBog1vfSqOaT2jYA/xbbh4
an9OzBZ9IsrT1eK9OeUYHRrH2CO6yP1w8yOIU38aqnD5r044FDGuLGiqgY3mHe4deZMfdKqTz4WI
kcOsEGI+ZnE9+6Ez9J/ur8DGXgUjLuMFafpFBnW9AGmmmFYXVo7cq8IHA6M8Q6tHzU1ke3ZnW0Px
UaVqhMT23JzBSsQ44S5OkIKGf+fqmU0JjRZgOYbazk22sVs5UT9ZjSDebu7MtC4dTGNY0Upk4u8C
vs+/wmkeln8knOM24cUBLsXirdaO5KizK8y8gmyKsw+VM8ZvIu2VnWDkdi6MgaUhgQEnD93M6y+U
h/WSW9mcXpD2NWBbMSP1YMbVuCe7uDEQAbe8J9mIQI5XRxz0bzOMwkwvQGpUJCGU/IgAoO4/uuGo
TEM4ZRDwdNigXE8nUWai8MhKL93UTic0FZZDP5jaEx0N8R+GkmkEIHuAozccCCOuZpTsquwS546W
vZtsJxwONBUW47lswmKPFH77xnCFYEZLRCD5amuVzr5AvJZXObugbFHZ/tIa9UERlvEWtTmIvYIw
6OFLWY4oRZaINbjE1Ou1xKkgzrJmzC4ss8Bm3ptPKQnUzgt9e26vR1kVVcNMhx6jddkFBISHrq+d
HGFLdn7dJPnOhPaGWl3HldJUIsE/5KJadXdxF6G/N5q+/TA7c/9o5ZuGBQbZ+MlaEtq19u8snZok
zGCoKUKxLEpHx2/B4+5cRJt7gmdFBtts+DWIU6HImladml2GVFV8LC2fps5BHMR+7UVXP1x7YEqk
LfQtZGt5fVNgcWelbW1kl5EY++AVw3wKwz5556bj3ofanJctgRQEHreguGqqpoIrK7skxvKW5+kR
mvq7PtasgxjCPRry7ftI0VsWH3RYpxKCcL3N+2EunJLy4aVarPir07aL4es4mWh+qrWj4Q+lVNPw
pqGfjkvu7Aofbu1KhGzkXLntgTZfj1+rEAaMIs8uolEM9r3diUMGTq47DFR5do7Axi0s22hEJbjT
QYiWf/5LRNfhuJGLlDPdoaD6RsBdPVFcD5/u38KbowBlpmuNezO41+tR7Ni1px63s0syTh4G3Wby
PHXDXpVxY+FQRyayh3ThUBFePV3GrOrUVjQu4AplryR0FkSmQxelO2eXhbY1lkSMSAwDlU11tUni
yizyKJ/zy9DMnn7Sijr64YRhu/jz4FXToa8r3s3SseGfNcjv/lvCRtIOWuGodOmRBH2tFGv5txel
91alrqf4vO2q+XC8DpQbsTOuAm4d+lTX6770qtYreZhdMkpcfwJqbk7jqPQ/7n/djdMJzon6I5VP
sJPr4mo6KU2C6mN2mRX798xInl3wnMcFz8Mo0/c+8tZWogZE8xdsAHik1cI3cVwslSjzS6y71bnp
KykbMQP22HnNN8eRm5VYVTI5V9mpzUbVMrfJL40S5scYOWU/dhLzeH/ptrYRek5y2cA8APi9/kBN
PNZJ19f5JamNt8lUFJx+xOIPc/R4RkVSD8ZBts5Bna3ZZJXlCWUczPyiLNl4LDxnPs9FPJ3vz2dr
1aRPudRtkVHCaj55Wccd9c/8UnptcSzmfECc1TD//A+j8LxwOcruyPqg84IaMboh+QWgZHUe3Uyc
zB7cz/9rlLVaGsVftdYjJb/A8E4O49ASpXbznr7G1orJpq70jOENXdd2nIgpxjWjdEjEHqoh07kJ
0N2+P5eNfUZ6C7iAv2ldrZuAo1UqZl9l87u5iAS2bzgfDK9qZhSf5yky9vSdN0eTl45sT6kgUq53
tRMniWmj0vquHeE7+25p2odQy4xjm5jq98dnZksgCAVNUr21Pkls5WFKF2R+pzdu9wRqOMt9nfX8
ruXxsPOMyd99nTnLPir5COhrWQBZ3T21Os7lUFvLuzgF6g2koMu6y+COan3K7DAxT5mSN+rBxe91
Lyi53SbSZ8X2JAKFzsj62lvypTJBsevvTJzSv1ojGoipBePh/mLejgLLCRlV9ooHKHhdrM3EJFhP
TDb0yF7OejhXL6o21I9CvAAdy1gAjxUp7bGOhRWtFEtk9hg5onnxocJy/aVXau2MSvreO337xWSu
LAXsfqaBa+ZWhJ/iPDnSwS8vnINR28UPXWnM970ZuUdtVrS/7MF4GKTH/LDxo9NIg4f60ira0SFb
z1PG/OhjJotv915/1Gc+32FIQNA7wzDEO+d7c56wPymlMlHqm9cnzq1DCLvSC9xIRtWPJieGkIl5
g8Aw80xNd/ZT2/788GYhtkD/FjUdw7xp6hZ9aOlixI4imezxooxd/56H+GEbMsr4UOEAO8oyO0ib
65l59OWcolAZJVbAb9uJ/myEavN0fy4/r4nro426Gp4BPJCSXrHGL3huUqqRgoB63prt+FsWG3mJ
aHcl2s8FELrkRbbzRr9Iqm7wQ+iN/XhYUhPVN6tRkSUnMi/CQ6vN8j9r6TS/eQnY20CNG2f0Da8U
+ck08k744Po9C9XBpOgPAPuzvWfr9vJlJmwE2eqGVb1+gheEqCrTYSZtY2DchnGB+S8+yviYttlS
7aq0b1wZMlMChC4VldAvXX2fsC+92CrjYLEmWz31iJo1z54aNe6THbaadhlGlLODQTN77wvKeWX0
wi8sqMAsCdV9lHHLEkyypTQHY8aAt/CtcF4iBBKV8bPeO71ycGcjLF+TXujdW5eFY3oQrTqpfyR2
UYQvttlUI9ICiPx/GbvKGx5uKUnBP/IjCpcaLfbVpW/NYmnUVs2CrC7Io7s5OZdelL+1lNFO93fh
bSDNowlRiYI3SGoCm+u1xOcESZdU5EHnmROsryU/CeGqYAjYPWG1PGxdA2ofYgboP+o5EPdWZ8ut
vUwN9SUPhlCI4rhYYe4eO6wrPul6aqk78dRPQ4XrMwbbE9F4ANJ4EiMjfz29kIYjHQqGKzDB6Ep/
6Ruj/+YC0nOOfUahu/TRtvYcCDcmEmB+m7ZWdBgt1a0/YNkOyiHV+uRPQ9iI19Kpb+1zlkaacYmn
BvUY7DK88ouXpPp0rCNH/wcf2rCAUm2VcO4jQ4lPdket9vdcJxk7K8YCL2OKSe3frHLw/qHe1KS+
zu/xgqWf1fYpR8F52PnGN+cFXQV6XhKayEML7/V6ESCZlulclWkwTJ3pz46SHjMv30MK3gLqQHqx
XynLSDYv/dfrYdq6WzLDhPIm8Ec5zUJDONkqrXMqwsIfolj3MbvBD6m0EOChu/jUzkuyA4e5nSrU
Xvygf0JhKDGsfkPcViXhLdB8xBj0F20M29+0OG5/u39obu47ympITEmEIvkNdOLrmfYesg6IVQhk
QcP6OLtzfUiLUH+y1Hivc7IxIZiZvOwgFaUz6yq7qSqjxfrCFkGd6392VmYi4YJHzP35yP/J1Slh
PmSdlKJhYssC2/V8siKu3WhZRMBRyMxTvXBEj6GZWMZRadrRelGpHNinkVLH37T4stlvW0PZe0Xk
t1n/CrRNGB5+GjNd3XoIarWNYyO3XTRV9WYlQ/o0pcX4hC2jBWi3d6KncnLzf7LRVneARje3IFmq
1OWDagCoiUbE9QLM1FBNgTFbEMb91yEz+/dh336xGtd4p6ZxvnMryfO2mqj0+ObFJAuTdvPXo6Fn
GppKknSBUgn7OVQNaOd1WqGpn1RF2B7msRzIl4W77N2Ht/OExin77GjpgSFeS0ShnWdhYYQASiFQ
6HwZnYzpNroWn4dmqPN3IqyaZuf2uf2sjCnbIUTEEge3PiwFzm5dGk5BuwxELXk5KuprKfC4So6t
2rjt6xB2c/W+ruPsS1W1y3y+v7tvTytxAhk7cRuiWBTPrpdbKnZo42RLHSLN+prlnvpiqgu0K9zt
dh7u29OKlDpXLdrLRKm0ea+H4mbU6yhEDijXk/Gz2afz+xno0E4ys7GistgBKBTKL5S11YToYSlC
zblF7TmzlAMiX2rnKw4sllNZDbMIsI5ywo+CJHHwVSqtxc4te7uNCLxAErODIQIibHM9zb7XzDav
YKzCJVVkISSz20MV2UXyCoEIkU4BaWiPg3H7GWWSQWqDqCxaFesg00M5ELxtuwRRNlTHqB8931OB
BcL3+PLohuH2oQgO6wkroBvn+miZelRYNCikiWU/IwrRnoxGi560ejJ3st/bqwCvTFp3bFBOJNn2
9UqCczPLbG60wMmtEJ2uXm8hs8z6J0LD5JOhDeXbqGjxzpHcWErOIdKqUPDBVKzRXxYaSPPSARr1
xtZ9RvwjnP0pacTHuEI/8f5i3m5W0Eosp7Rr5apbXzmOFEHLG0sPloJCOj4RWkyaH6NBfG6ku/gh
irO+f29rxfg9Gittr4O4MVcyE8mR/19o4upIOqGeQd5Vo8CUFl/mTCceD6HppcQQcudcAu7lc13f
7D/rDNJsksyYGOP6c2pDN5dLNBUBFKShfF8pQ9r7UWvFi+bbHQps7yIxLOkx0rS2feG6VJ2D3sam
8nteJmn0uemhoAYm6IHPQ4sgYX0Y7UVFy2w0y7Q9dm64JCfHk1q1iZcO+Rc7tOm7DrnfliSoMbvo
C2mlOMhg97BMken4valkZ/QxincZj7t7zqam/Q0UhHLIbKSCiyH6wzXjwc8ShB+w9nZyDQl3FCF8
c2j6Q5Vbeee3mSiqQzHazrG157+bzKpeaWU62QfNTDQD06khfSs7Z3r2rNx8aTsrTI9hrZ4dxVva
EzZ5KSzzpWs9IHjI4fq2CKnWqrWhpQ0/XrgfRF4P4lB4TTTGvgEC1z20iue8szDvhLLTzZfC0Mf5
0Pez8q/oBuL0CHLyn//D2XntyG2s7fqKCDCHU3aame6RRsGy5BNCcmAORbKYrn4/NfvgV7MbQ8xa
MCAD9nJ1FSt84Q3KmzzaTakRfKj8/piOoJKQghehL43iS9tb5Hf+MizWzuNBDeNFJCcLmUm5I5/1
3RB5s59VZFhhbyLIG7mjc/AJGadwaSp9Bo6G88YcWQsIJ6fZp17MMfFRMgqjyJ12I64gctfX7tGa
C7Qj7Urf+zyj2g4SHFDzKsOn9m/J/+GnPQuMOrt2zu1QBmZe7awsSbJD3spOPvnoWI07BBSbJhzy
JfAeCrOHVO6WkdOf0ngp272VI0dywLUjNh6oMkXfbX1K2j0fR3KCKyknfmqyLGWYdChC7Dpb1/pH
acTVfNTncuk2bq+bswXEEk4QJVBUByHCrh6iRTpTg9kjzITOT2g9gTv4YmZdZoejp3df375Ibt5W
3lNIVmBkbdRsuEuuz1aQNIY52tI+a1QtD04m/yyqckuJ/SYShhoDwY8aMm0YtIlWMWjszpnON/G5
j1N0Gy1KM/FusZeOKS2F/0mf/Tra+fbQ8q0bLa9etKrRk40A8eZ9Vb8Cs1V+ABCxGx5/7deWRvPS
P0+2T4c71un5BW337DQZbuUBLpNvL+3tdyTARTXSwA2JytqNlckoeyRkJdptRodCqBdP6d9JFQXN
nkK7+PT2YLffEZCzqgLQb1aCM6sLWRe90BMqOOfBrPKdB71sP1X1Fp76ZhTg7krhVTm0gG9ekxup
JTtxzIVx7uoMx0tbxF0CmD+qgo1vdbN2iCCQCcLl9RiRPOF6W1p1MURRWTtnDTMud1fYefxtGKz2
396Z0g3w+52xwDPzkCkoFsoT6p//1jmfnXpIhtS3sOzpxLJDEK1zH+esMI09Tp6bWiyvn+LqOQMi
RakDbT+iWcKF1WnQRlU3KiUlxbgZJCXFIYhCPS/l+DGIEixP56wMPgMxSdMHU5jUvJ3FL4cnp3SG
ft/iWeE+1zEx29OCNWS6sfI3sRO/jn4fRgMqa2VhrlfDb+O85eGHR0Ex+IBTU/LctvoEsk+rKfhM
XvNctrC1NpLlm8Op8n42sMIjgbBZa6VN9M5iHLzc8zwl3qlsg2L8Hk+i8E6yiYb6QC6/vLenDqWC
vI2CILCr280s8jTqMhnX3LNDHh1z28NUrFv8ceMeuInVwNXQSWVnoU0BcWm1otKuEn+IsvlcVkZ0
SOHeh9k4/BM0efDVs2bEDOrI/hRX41av8Pa0Kt1WSsfsbX7Ba2npt41tZXkOT7fRzkNvu+euH7Mn
gKvvrj1SqYE2C5oYYSEQeqvoTDqp3xpRBlIfvxf2sdN/86SIPizBphXP7d7EwBHLbEgBin2zRoIG
pez6yhMBiWBefJbS809J1ftH4Y/d3uv16F8339KluN2Yr+4WfDh6aUoz7Po8yL5Pm5kOEQDmxPpA
tlRgjjYaXrH3u1mbT4nWlsF7dwzVVZriYD1Ucs/OuR6zollR2c4YnB3DaP7sl8l7sNK23AG/wZvZ
jYviQeRF/qupemMj+LizZxiaNpDSmUdEcLVZSzFSiB3s4BzlkXnAG9o6BPlk/S+j0FGj2seKQry+
niCErLTTOyc4lxSuw1GL7LBDl2ZjGW8vduz0eK3oNamquL/qpU360OeoMAfnyYzqHYJT/r5txvbi
1tTI3/n88sUYgPSE6ih/u9olXjMFw+IC6e3KzPhFbbF5rqoy+e/tUW5uEkZBqZWrGVQq6GQVZ/12
oL2krvslUPufGvjy08PJ46O1dNX4s5gTv9tpHvHv0UZXBM1DzSh/vj38vb3BPcsxUJEUV8v18HNT
S72WccBDGaW7rsSsRF/ktPEA3QSLTJIrBW4HY0BDVr/it0kWc7OM6JT45wJ9DHvvJl4Hdi5fEhnK
Qg+yMMUV65fV9GKhVwnTEZRAPm6hbO78ClApNqEbVXeUOFZHkBgcsiJp1rmTg+8cTDlVH6W+zHqY
2GNwsTqZBGGRmcuyRyE8Mf+0ywQr4ncvuJLmpVlKSQhvzVWfxdBqbgfZBedgTquDHUUoiwVVvzHK
nRuOq40oi6IXlLR1nVqLvLExW5/D6A9ViIf5jzoy0tCw6h/G7L3/oacHB/ydK1O1GdeB6pxGZjaj
JgpHbtA/QOeIHwDp9h+sFjM1z462iJp3LgFV6idWVc1nyI3X26nJ44SyWxadB4zvkCKAnJSNaRB6
rbtsFPBeV+o6sgMUTGAMMwTPSeCt12PFk46qCG6dl27yl26f82YquRv8UMM4r6xPk5dHxdFF2Pa/
oUaO4KMbJH4aah1aqUViDsMusdD13w/G2Ax/1lXeiW/6khNpJyjklmHV+LO31+Mgdj42LO/00ahx
qj8ttjf9JKxzylM5VDLbD4h/6BdZ9n69z+eIFt2Ep7jcSxfTiYdyEOhYW2OHKYQ5cJbDQbT9h7HX
YntneEtmhHkg4+zFlpUHLsZp3fTU0M6YdgZMjH4/gJn090UZWfZh7Kbq78JDw/+0xK01cEjtod4F
muF8H3CZrsIx6G2x12GigLzT6kw8zJa71KEI3FiiJK8uZyNfpvlprDxkeb2GyGxjj9/enGSfAJhU
fqQoCqva6tDqEig61Co/1i+jN5g7tyssijwGyusZejMvCpjzTBN7y9D9TszySpzk3iS7APpwvScI
dgGJNpwuKNfzAe2NsaI1qefPUqbykPvW8mJEuR9vxNN37mpwDDRdoM2omtlq2+cj4phj0mtnvQ3S
9puOowmbcDS1ciOKvl1ZIFtcHOT1jmoIr1YW6t+YGO0QXxI/Ep9LMUTp3hn7uXjo28jPk9CkZ9mH
TuUL79PgQxbcKIXemSlpLzQkZMVpb62pWLhOeoMnYtiHUmbf6lm3D1Y9uBtVyHujwNhU0uXqMlnz
nabcxW+Vo3weZzs+pMmU7my7e3dTBe0NcnfqMcRedCFWEUsQCBKWDlJjN7TVGJpesTygszPFO01U
W3ZytzuTJ5z5IHIKhQzM3fXOxIHRHkVdxpcunuRlwKZpP0zsyaK0kkcKUPV33LW2HGVv1xGuGJqU
tM2Jk25kAdplCop68OOLQT65C/o2JjAT70bjKv41MopUtpSmzxrzm9NhaIfEjS9pGxuPdul3fwT0
NsLEHCm7vv1I31lGIjKayRDMKVashRspPMcgjaz4YufLrnb7v9FGwZ+l7h9dqlh7X9s4cLcPGnOj
aQP4U0mXrDX6Ur8wkijKk0sw+nocxkVa7OgS2t8CQRj99txuQwOeMrrGypqJisV618d5rS0C+9uL
03u0UJbpO4pS/0SuPoSwsLackV7hpNfvJ5UvrNWAUZOX09q43pGThyxS00baefSFke2kSpvPrjPE
Oo9Fquk/onzg5kTjO8l3MXAlJKMBldWnAUkoPeySwrBPRu44/aGn5/IDeWIaE/1o1qg41b2v7Vx7
rpt/3l6kOx9EiTjxe+k6kf+urloXtXXP6oSLqDzK8nTY/8kATz2lZrERf99etVSM4Cpwm6NRRXHm
ennmgOdxCHL33ANZgARJX+kzQcI07hLNtz5i5SDPUyncF2En3d9vT/LOuUXOF6wEks+vhavrsX27
zN1pRGiA3Dc9Zr2rh1T9go39dmcpEQxhw9HqAVWzBhYt9DcHAUP6nKae+1zOOk0LGNjjd+gm0Z/v
nxGrCHGRZEbhLa9nJKbCJChwPSpOc3WIq6p7aix/60a/t24IXSCEzBBUYVZbWmRTJaop8c+NpFfT
AEIg3LC3wps755SSLI14fOGUgt9qLp0F9qtD6R6HmfEvTSyfpkYJLZI7hJZATPP9K8c+5GLgmiVP
Wz35SdZkzhIP/hnjXv9B1pl1aDRnC+Fwby8gEgJ7ir4/OiurUZrBLNHGFDQNHG/6Y6ZL5JPwhiOy
EP+9PZ9bjBUIK5SgQDG/cirWLpxBOcZurZn+2cbjogkR/6mKfeDL/rFyPBnvrTYfv9cDeWZI4J/V
gND6Lt3pLvJYh7d/y739ws/A3U/lv2Byr3flWPtVX8jFPyeaZpDtxfPOdmv/4e1R7q0t7z7dGKqf
AfIJ16N0beLBt3GZ8JANoeaO/amIKhl6y7iVf93bmkDDyWGV2gCd/+uhssiamsaiMQEmsv2j9PX+
bA62/BNhSzP0azP49PbU7jzHyk2VtMEmuuHMXY8nzXl0iqIJcBPpl1FRMMRDvRggKZK6/0Jzttwl
snm3AL+SayB3VioEdEjWCLm0M2pjmpQ4ip8hbxRJ7Xmsy/rguyL+H+4t1QSnVUFCg/bw9QRHmJlR
EnH6loF2aWz03q5bmi0Hunv7kB4MgFl8RFTp83oUkcbJ6LTsQ2PqxietypMDNPytaPDe5lCidurc
wZtat0JidG/jppy4HQd2+1ilw0ua1NXz5OnVQxxXzb9vb457+568WIleBNTp1qJvjSkCcl8OekZw
9TDHhvN11hFGdBPbOr491Ot3WAUzVI9ANL72AJni9QomPhJK0aIHZ8uZMIrj5xQvMugtI1yW0e53
pefJ8kPb1kYS+pqFTqIpxKKFca1lL6j7Wd/6wa2MpznPi6+BkxXfYtuZvzdIsHyvonp+gbUS/8js
PtN3daf9SSnUPJZRBuigC8bmNEbCmR7svinKQ4MXNLr7ebF4B86C8d0u/F7fd37W47iTltTWjLy0
N/B/r6S39RIorA89D6QYuV+vl8CLYW7KiHTGLBI/EGFRTLoMs9YC8ItYhkOViZblFP/0zcK1/kqw
Qff3Vu3YkChTwA5nHU3YijcMoMbnsRhdscPILH6Al9FgftRWS3OMui6LHiu975IXu9CK/97+jLc7
RrFooCkCzSK8X2vbtHCVRUeT6NJYbvp1TO0o9PNlueC31G9cynfCO5QnYHap+rsSH7heLTPxKlDQ
XMqTWS6AGczYQFBynB7aeq7zsElH/1FO83AwzDp6f73AorDMBQ2mmZLjmn2lo4+1NFSxz34N0yXI
EB4gwH5/nEJ8QvsGcBRhLEi76ynmuQMxaYJpPuXTQg2OWjNYDFP25T6r0obAVRbvbyUTQyCQhcQT
eNSbppHnle1STTFMxo7ikttV6SmrhRZODRZnb2+W2+sMhDbXGEAHUNv6mryj481e6rg3XzKaRYD9
5+4ARlM++vVk7eu8mDYO2O0lDeAVYLbOqJgXroFRcRzZQTer5Sym4ZBQVt1j57YVktyZFb0GBOjo
ClPnWX+02pj1fK6T4uLk6YxDp32aCwp0UxkdNX/yNoLLe6MBo1MCpFwbSBNdb5GROLkOzBpshpHL
vdDb7GhWBgLwhvjLLZ32+PYne6XLXt9RqEFDKYGyq6oFa0XLfCLZEulYXiyrN7MTpQmQVRoEvu4h
sv0yuxRdXTdPkw1vIZwW6Af7cXYCe5fomf0TD2bfP4x63RUHd2lBFnnt3H4Y4WGAPs6z8VetW3VL
3bRMPSqh5VT+mgkU2r0/yu6n3VAtRo1Ael8dg5dpX051kP6RAIpZXghi5nYPJybXD2aOnNeh1mL5
WbauIUIxzmYblhO3084S0/JPzEYfwmXo/RcX1CoOk6YYvkrbhu/skLplJ7eGJ7zfWD6+xmr1yNLI
OojUlZHr6pGbtMRcbNy2L3Qwkp1hLcO+rMvl8PYo9y5hBcxV3WXqAmspMwNoSyMdUV1izXG+mtrk
f4vGqP7e2+m7Wel0CGi68hd1PmISdeR+6z6ZwcSlJGR10WPTCdE3yA5Or29JvtydECEB/VV6Ejey
fakngwKYZnWZkck/ItWZHioQhcdSbiYU94aC4KpICEjnkFVcT0jT3BT1p7a6JGm0nDQ8RRCIFfmp
gYSx8ZnuXEckoapfpbDpwGmuh0qqoNQSzaouiLTKY+v60dGmCLyx5e5O6LdRVk1Q6s11VpdTddHQ
O/8lRyA03eAZp8mcs4379d5Q1PUUwJbqzo1bSpdWnY76N5uh6z/jG4l/Xx8nu2katgya7i3d72HG
KqjPp3wEYkiYEcdmfgaHkO6KQAue3j5Hd0dhX8O/JPW7ISrEVqILDY/4i4VRdkiuqe9cLfVP7x+F
AQC/0QZD2GgVx4hhyNzBtOpLUbjRQcOf6ND21ZY75Z1vA6OFaRCrUPxfdy0pGSSpqIzqUtJqCmmI
jw+l334WkVa8u8GAhAygVXCLdPhJiVbb2qA+1Eufw1pNQ0qD1Igf41z6Gx/n/oT+b5jVFogSv/ed
Tq8ug1v8Y2Se+UASMIZod205RN4bCTwEVS9YnhbistcTQuuwbmepVZdMpv4RilLT7zIrdl6AGGb+
xnt+ZzAIkCR53HTs8LXNGbCvNCtat7mYfjGc0hQZlboRxY9GeFsSYSo0WD1GdOwRtVKPEbtPbf/f
7m6vi4MsEIm4KCkO1IYn42Pfz+5ZzLmxM8vUuRR+a28FEHcGVdreShvVpMy+ilfqWnixP/Tigi2w
Nhx7N47kPumC4cvbp+oWkICPGpUaBZ9+LYldT64gKzLb2a3IPKaXqROIbeo/86aGSpk9ZbWVhvE8
f8Gy+9vb4965M1R1TKGR0EqA7HM9rt9p85RFXX2halX+KWaZvuC7Ux02RlGXwvW3I44AP4OMnMLI
raEOqbuMRcKJvqRz2pufzWpx411jc9FTW6ya9uTrUSY/jY2V2M/SAR4Y9vYQ97uAt2a64GGcJR/M
hSbGU1+aU/BcDfHQfopNmdbPS4QUWbhMS9Khzi+Hb8ABxd9BkGXxU20vcXl2KdJ6J0viIY99qNMQ
xsR88kMgAGAC14MCddZBYhs7fexIi0apR38lo126oe7P8b/eMOGVZDRDLb6MXrN8Mp2yGI5LYWuf
C0pVmM12WfpfIJpk2LtRZn43mn5M9q03unIjj7w9cSwlGCQMjBSWct1F0ZDnpTNc1Je5gDbuSbff
SQduQ57b9cbhvt0c10OtTlxSLG2f2ml9SSwvP2B03h8E9N53HzFGoait0Fy8wutKipgmBBMDQQ4e
xdrJyCxr1+AO8z+MQlWblwtOM56W7vVGl7ZMUozeBJfEvHgPg5VMDcoSs5ttLJr6D623OteeelRI
SMmGrwea2GqR07LVo1wYu9afur2YRtzgba2Vj7gTL8bG6bq3I7iBFXOX0jJNgusRO79Ih56k92In
vf+P42Xim1X3tR46tCI2lvG133kzPdCmuOwQCt6wPr0gyS2tbwV6AcLBvs/Ju+bT5DfJfCR9ar9L
I5LNV39GaYqKlGtU+6635+nkRH76p0jLRg/hIevV3q9EFkAQcBfki5c2+VFAvwh2vuDt3UHOMC2a
q4Ez7PJ+Kcavrj0UXtgPveMfkwVeQSj7ag4+c3Hn88lGrtXcxTLuIRRTE5tD208d+9THbivDmktU
7nFoXrRd3BjeHGL1Z9b7CgOy2A99KhTyUfemJd+bVZLl7376IVDCOkRoCcwbbYjr78MiKMeihe+T
ps2BIqV2yIMsD3notkQQ7mw+uv4KCEOySyN+FaPXcHDcvrHFpZ3x+Ci6AVXozhroTC36aSni94Pr
UVxAWh7lLWX5u5YU82IzoXc4iYuTVfmvBWExGTZx09K41lJtC4t85z5iakoZGiEm1UG8XsgU5SC3
SRlN15duB3Es23lJZGyUeW7jDObkAY4FW6qwE6sqVkChpc0JpS8TzZrPbNL6Wy7FuOeWysPRipfn
NgmKf99+Ie+cYZVnewA1Xosjq3fYGpfcSFMGdYrJDAe9kJwB/x+7HJf9/zAS25B4hk2CXMv1IlaB
mKJa+uIS9zNwPHQshPMxLTFIOtgpT8vG5r/3zQgw+F7ooVMsXwVQ1KuyTEfL57LoY3SwMEH6aATL
lkHkvW9GA0o5dSv+2brTEGR2Fjll014CoS/O3w7UtDEsuhS30Kzx6+CC1bftHzQisC0QxW3kBsCQ
+IndDxmILPx6PXNjwXF29NrLYA7VXznv8xSHGjxDLdTi2sjDpOp6hI2yLF9CK/a0NkxzK3E3np17
GwiiAxEB7SklSnD9M1rTqJOhK9qLY9T2sWnt+lM02uKjs6Tt49s76N4npcFC6kd9Q7kJXQ/Vp4jN
YwPTXkQeDNEpdhLTPU4RCgSHtwe6d5th1KiQCYpWvO5jttJAXNxx+KqQN5/iQuvBhYhBPAXmvHxz
gVtugG/uDIgOGu1ZdfpVQ/96Zq62LJBjOnHJvAGQj5X+CpIqD/04T8Eob4HO7nwyLmkqyTTZmd+6
nuxE8Qjkgneh1izxKcmFPKRd53+S9rQVNN75ZOo9oNmnRDdBSF5PrMkw4TJHrheQgwCbc70Ip2qw
3/+9EEfk+QF1QZC17r+VRWqM9BV5fXjFv1DrWOgApbX5wRkn9w9k2bbo7bc9FWpf/zfguvu8gIlA
sckVl742CmKR5FNdFF8WwNwgqp/Bbv0nAmejA31vKUllyGToOhCEr15zmVYsoecxyUUz2t08L0G5
Q1rJeH8JhMtEAd1ABFEJWd+chhWlVU/+c2kDaKlR02thJIxqN85iq8575/pkKDCC8LPgU6zNpbR0
1tpoKtuLbCx66b4+zpcgytPHspnzpzkz+0OpR1sQkHujknlSqwA+AzVstSm9yPGibEq6SzV78YPM
O+MY22N/lKYtL/bQiQd3LLcilvuD0sGh74ei57rcM5Z5HNhF1F4qOhyPrViG0JSRrZTt2n1a8e4W
9Wbn6Nb0mnVF1xxADbcmVZLVI2HMVgbErO4uwyJEe4y0vHn0WepP6I2D3HXrrkKAoqj2rW7lYKp9
N79ASMKLLXXgm799rd65dwBPGLA84CcqmOb1ZZDFcEd4svkxlQtQQ0z7HpDxLsYydgNWe2ex0fRD
7AKWGlzn9dsYDUvRjgjeXcZuLH6mlh7/hRVj8wRLP3sJLK0lCKnj09vTu3NA6ZvRYUWcmbOzlsSx
xUCkYdf9RbOX/MNSVd4TfPJqY5TXPPs6EaKMgOSsqtig2ruemxmMGHHarKIrmvZQTkaBOH7rItaA
8yherBms9WLZF3naP9GgnPdlX8x7s6jksS8lamGIsJbv+7IQy/FPUA1m1cqmnLkK/7vFHd2s9+RZ
96msWFFTPWZLkJydcXkn+1ANBfCcbF05DfPHaqi0SQGotul0RhZSC83AiEP+bff4rm/5OopiyxMC
sM7Iul1v1QIba8ubxHTWrULfJY7eHgl95o2If41kYBgljAdrhYuI5uS6tAhFIe/bNF3OVkcV+FIE
TdKexnb2uAtpE4ByN7qufmjsyioPLnalP1OtcwfMcAaJVgUtvH/cIluqT5WVLEkZ9mnv/sjh81oH
y668C46tRn3IIWm0hy7WvXday6jfzwxgj9EHx7JkXUKhn+obzezM52pyqfzDxYj5DRJUVmkVGxv/
1Xrnt42vBuNMA93jWWLnr5VwAyqhtt5n1rlxDfhiVMha5INndEjYB/T5XXTjuiJ7yCiamWFhUB8+
Ygmmi51hZrXc4yLk/NPxGPV/jGXjph9jPR/yvS2qBNlULV5OwTwPXpgbmvzWm6PISbsKtzXDsm98
69ClfZt/G4xFE3vbkb1xtBLkShh7zuqNya6uStpcOvo5WBAprS9Q+6vmQBO5lJixp7oMg4+UhJR9
2HvTj24x5UbsdGck1VVBbo8KDi0P9c9/q26XPdR7vzS7C6UjwQus/2WLllZRrO3fPlIe/6HV54ML
ryoO1NzgGq6eIhdGb9YUuX22AsRd4PNk/X7R9HhXmJHzabDS8u/aad/p8qI2DZLWCkZtMT0ywevp
jRKNFK0xrTMZmOGGNujI0wLrrwztbpOUs3oBXgejQwDRHiYHRVK1BL+tpWN1XZBni31GMsziVk6W
PUTqdqNxtEoWGEV5bPACcO7IhNZTgq9vCi/17POMNOajPSTxF6uw/WcnNZYH7H/HDf7ZvfEAdCoy
H0eczXg9q7QIJlQ+EE1I08gNgS3VT4abZo+WjMEbVO2WYN8quH6dn0/DBQcRalYQ+q7Hi/qgq9GJ
cs78ouQHSm/jsaFd9VhDVAxr1Hk+0J9fjh3K9RvP2Dpc+v9DY8/ySjsCern6gF1t+pBc8RAUWtqG
HMvk1EfTvx1KXY9jmpSX1nDSfUNKdsqjoMLlMsDvYWbd3z4rN4dSSYWpfndA8on7/GrX9hU07JYa
InTpwj1SeJh2EbyTvdbUWy3iVRnhdcpK6Q3RJyXWtU6qhy7Q60XEzrklYgvLotb3aVlX+3Ks9Qez
lWcpGXjuS9z/kjreqNLc+da0P+HsgJWBAbC21yzhvRROb+JDWS/uTqTmcOIIsbBO1iME1CQHeOzI
LuVy3rj31uhsNfGroVfbTDZt52oicc+tEOOhN2YkR3Ld+WibjXdcQNjvIj770zBWctcJGZ/s+J1A
q9efwB2vNLfgPd8QcW3YvnnjZ+45zUr3KAxD7pJObGp9qsfi+ual+QVZndcEsQS6fasDRUBfo3Gq
n4XhTt5xaCOKDL3ABvEwpIlehx4Cn01odqnx0e7EMO2Hns7Zrg28st8tLkZnG7ns7WeHQEVPBAVx
sllzzWgtTKQ/+8LSz13SnBee1unJ6rxn4md8uz3nQ4ZexkasdXs3U4hgn6t1Bnixfn7AWM+Ic9os
QukUB01PjBAjw2njBrk9TVyRBKgKbkmPYl2XXvJC0NqLrPMsnXEnGzk8dmB591URxccaQDQ690vz
E50qCvLJsKVQd2eS6n1VeCaLsHKdT4t5oXSVlva5NmoHzaMgvXgAGjaOzt1RaIRz75BC+2t8YGU4
ZVtoo30m7tafWPX8axbn3oYj0iuuZ7VtadARAfHOUaJeVxYb3ISR1Gu8s14HxXAWaW7ESKAJYG14
MjZd9cHUms55Rrixj5/nzA2m0E6q+F9/8bLopWsaqXNzZXYOOc/r0DhIdmhw1f9WM45iDxo0Qt0J
yzbyviZggOcdQsDp91T30bwTjiPAkGp5qXsvwii6MUxnCk87lDKyv3UrGcxH25M9ggVa7U7vFJLl
YuDe54Ji/V7Tg9Xd5CTA66Y4s8+T8KsPAn1zuNRe/uPtV+Y2IuMFo2NDIwXFDw7i9b1AKdVukB2w
z1UcTV/KfOm/xH4PXX4Q1oHG83BstXLYvz3onaOP54PCl5JZcb2vBrXN2OvMBe/cxuibB9MtNcwM
LeuBuMLGRy5ID23gZ7ukF/mWBMSdfUtnlAeVjhg1yfXrbhZ1iikPjn9Ykw17lMOcfS7LLcHY+6Pw
niHgTHF/fdHoPfsULLp3noa5ONCZsp/wX9sqUb9y1lang2ISsS1ld8U0W2UIqdFiiZDAAMuQGMQV
RgOPORq4M01tdxRulv9Yct16mUY9/RLwaX/y1iX7oe2Gn0hozy9vf9U7W0mlytTmKc5TV17ny6LA
+q3TMK4EsvpEV+S5y/ES8iGRJjKaPgSalR3fHvI2RqKepVidsC6gNK0DlziOGweKNjpolRY99zKw
D+lodw+VPekbt/rtJ+Vrkh7xNamIorh0fVBS6cSCWFA7FyAe3HCWXmPuS8/NzI3Q/nZOfE4XPAzU
Jh7Im3KdH000xzrtrLXT9KMk189DT7TmH9EYbOmK3h5EtXV4KFTnikLS6iDSo9OrYPEZK8oqb6cX
g12FZe7XYg8QKulC3W7Tbodoz2whqJ+Z7zSf4pJzwL6RCPIn6P11EBDUy9LFRhVfsJv2w4aK+n6a
xPf37hIGQauVJJpuGYXQ60+XpGXf20hMXryuccPS9vqv0EGXXSUTd6OJc+/jAb54BSdyea9pKYbB
N6vxLrjUdWk+tFg9HEVfOk91Ehsbx+3uULj5Ej1h5EAaeD0rCwIjKVEP3V1Wn9rUbh4oJf+xeIXY
KKTe7nzkakBGK9cQgEnrJ6IJ+iyJuyC+9J2uPff6UP40Ervav/2Rbm8P3jrgZ2gdvYr0rD6SjNIp
R0+0vHilr2xmZfW97Tvxqwmc7sPUxf2LQCFw43PdTk29slxXSpIKhbFVu72ccQnL3RS4og+WCcYQ
fwvLzvv19tzuDAPlkuNFhM8k1x2wCZ4DL3ffYDrX0dco7PSD5Ek+vX8U0IK8B5wj4ny1wr9VHhJC
nCwSoGOiQva7BijmriiNLRLFzbYjeCYoAseu1NCBbV6PgoasIvRo3cXMh2hXuLydsVHkCHO8F7n8
agIBOloVvxR3f305gINrmxxA3rkf+v6LtTjNX0NjvRPY8ToK4bpNrM4OuKFRk/sOMxk/KmxxOn6p
FpRhl9TtNyLZmy0AeARkFj4aKFwRFqhl/e3jdAQ03ENotfSTUe+HJon3wbKpgHT7cUikqTvxP3pb
4FWvR6kQRAlmAdUK2SjLOKSLm5+CMrDGvdngFvL2frs3GJ0zejkIASoI8/Vgro2nQmdFwTkdl8R9
rHxzopJalXMUmjBzNy7xmwqUctpUrwRFId6L9fvbaEtTz4AZzo4t3NAtujysneSgTeX3ZK62hBXv
jYbhHhkUZ5Zu6+osTYOG5Ha8RGeQLOZfUzNh5pk32mNPZheHTuy8s33NLlTcemrb1D9oaawTHV1K
PdCAcF4sEE17UbT9QTrV3KHH3DfViXjynXJ8akTl3wVQCxYC1fRVRSAtYqcf8dnGb3Nw/kX1Q3tp
qQN/eXuT3O57dabgLXPPQoZ6rbb9tu8L2LYGrShxQdHJ/Bo0kfgTepF4+F9GITTjplB0itVcKkhI
aF4BMQhg2x9wpaZAJ8YtzbSbJ4r6MB9H1U+U4Oa6Ioc9GF4Ibi8vQbV4H3M9FYcBH4MnK8PoKXfH
+VA0xjsBlnwmskCa40QvKErAfLg+ZYXdOho60fKCWF15NOo82+utRDAa5sD+7VVU0d5VOrEaanW1
S4eWV0tP+GKW/vLFcjN7PycK/W1Y6T4tpvwlmJPiMdfy8fD2yLeZDIdM9XRICcnNqEFezxKpPwft
blNepqFLHvMEdJ3tFvVe+jnuPhHa30O3hHUXeSfRaQOC5/CBOvi+YCbDwu/KjR90e7cRMNLNottk
QGdYy2SyCM3STnK8GD5uKmA3tY9e6leHCQnrjXj/zq4C5wcEWfVzVWf8euqIqAqrt5PpMnRZcYIr
6YZFP4yhMbUFPlf1fBhEYm0cmLuD4t6umOoYuK+pBfQWxkJDdOeCOWb1FAMTO+aNPVwo9IsXD+ny
X5mfbfVhbgpjJrAH5JB5M6j73QCBSGTisq3z4eImepl9zETlhIiW/Rspk68FzfNdgZ53KAEMGafB
8TZFXu98VYJL5dyAzJaqq18vtVOnQ9f08YjuXCSPkzenezHEZDkynh43drQ6l6vDRFFTqVF5ipK8
JhENAbWFabZGjKfirgqruPWcMJZp8cnIlbqNlU3Rz4pZLqE0zETbF72NnP8yCCpMUZvFzsbpvjd5
1VHgG8A1ot13PflG0uRGcgQXvhL7P88Zgl0/aqdAL9vTxtxV2LyeO1sZQU+iav5cnWZXGZm4Mp0u
kWgmhw5J8ykrfpiF70C2/X+cndeS3Mi1rl9FMffQgTc7tnQBlGlT1TRNf4MgORx4JDwy8fTnA6Wz
Nwvd0XWoCGliOCQ7kX7lWr9pcvnJY8DhS2SYDYcTxiWhg53XlZKV8VyHLXQQCU+wH0EU+7LDOhxb
UU1sLHPqwdAVQTDuGzcNzo5ZOacsMb40lonSVCZk9ikv2ttU99+5iZ0WYeH3h8Cs7KhJUDk4Zi26
hleip2c2A4wXpgFxL/bC9lE6Kvj4TqFLLsbRdO4c0sRO1JIP98LSUYsZZk73zmxjM93ZyBRlIfn5
RF0pvTz3EdyZBDirAAF5m8shyjDiCyZtkCduoU7uXB85x8pt41sjpxTjB8UYtYn+V+d15ZfZH9BM
fXmlPA2ziIZtCpmc+JxE2ycLAstdq5ccQ9nYUMUs5YOJEWdUEa3etE17pbfP3G+sA9YCjz0Ka1sz
+qrB7MHLc3XqqrS/1du44e3SQs0IbZU8+HrVhAjD96eG2O/as2krQLbe46g8wFnEBJGk5xYuGGd5
GndprU7kRatDj14BVRUfG5dca15rMQKY1uBgodG2dusjkNCJx0DvcQLJg7E3dwIHw5O1zP0xKcd5
b3bu11osIrLq5lrEse6Lze79F5aHSOcnU/5yUfja3Js4foDCY24OI5Ia4ZDb9pVD4pmlt0oOM/vs
Twrzm7jGaiajEWmmThjdpQ+aaQLUqBMDa4HF3o9zodBZc9q301h030ovGz++vPJ+2po/6SXSeg6O
OlCatuFv5SGP3nDnAB4Z5XGZ/WRv6qmGcASavJ2Ix0crCYp3CUdq5DtA8/xEa8K0zOxDJjVv5ynP
ClXiGFFe9HLvk1S9sjmeuaMhiwMkMFFrRE1xc2D3GXL52P6oE/6fy309q+VRBmj0hKnVdZQizbj/
VJbGlYfqFlv2c6FyJq26SkBsSENeTn/XDvUwTUqdZi1oImfsinBKZ/mK73zL2sX8sRH13hNxsLO9
1e+60ad3bePIu4k8I4hz75r2xTP7Fp4gdu7g6XQQfZu4tJ8LTcVZupwoVlAS1ueJF2CgjUg3DLks
jm3n9QerpEAy+1rx/uWF8twskFChruOySJ5Q3kiRjp2JLsup143ph7IQpfYs4v0eIG7YlEF6Lssi
+E8mgVwYqhgIVkMp2OwOdNZKCx8wdfK9UT8p32Crj32r68eiNnUUlB1uj9BMMx0nuFKm7zU4nPVt
gYKeg+h/0fUhjy7/g8A8/tPLA/LMmU3khIgGHwcqztzMBpp5sYdAhTqBZUW0I8+hrIdG6lHnWLrk
LC059FfuyudOJCoLhGxgIiyK2JdLEmdXvdYcDIWWHi8NTZbu22Vcqit5zqfID45o4P7r4byWp7ZB
/5DRtzpu1UmYZOB3se8He0MlxOLaLPr8NvBa803dNvZfLpiBvzSEzpJDB9UI/MdoGtccUZ7diYBl
XW4qiLmo2lx2Wzo2+shat5w6K3flPmt01w6bGU3VqEd16aAXzLCPA+T3wK7yAYkHU/8ye7I6u2OX
IAmItcm3OfM6dW2kngmtiOMhQvE+4p/bPNMQzJYWp8NyimfL/iDQl9CBVTnLfqpt4gjHUNUpGAN0
StB/+lbYzXFBhes2CxJSXiPcxY8LUgIhKmBe2CMocOVJ9bNucXm4Q6BCUwaTF1TaiW8uR67TZRkY
daWfTPKs490YxNrjRP4vubFbm1wONfrioeYcNcJMC7JHR9b1n6LUnHPrYiTbDWp+hw9zIPcrRZk/
3w8Q5zvDvvc0FEaByIzxeCU6ebrIL795/f1fMiWo/LtuJ1K+WaH40peBFSGCGNy+vHufzhyteIRb
1F2fqX+qPllxpLF+ssBZ5KeC63He+3Vjla/0pbHy6OXmnj7sudwRAliRusAZ0YC67BUMvSBPPNaw
tnhgKa2hsxquzQzPmcUvDsPQnaehn19rnhIEQ2QUVxy6Nj+W6MoIHMQkGuIvf9Pa5MXiIIbmTUKO
DRofp8pmcUi7XPLYtJYTYJBZhFNdl/sZJAy2ZiQV7jVPTF7UWXWh74CJZOM7w06bry9/w9PHyfoR
lJ+5UFao2TZ52kmXExtNhpNo0CMN5xzPrjCxqkOROpLUpq1NJ80xS95ovowKxKxuEbby915KCjQf
NPIjmirfS5U1u1SikP7y9z1ZjHwenjkQbdE59KnSbaYtR98zngb9VLJvq9BK89IJEXux5O7lhp7c
7WtDP0XJoB+Ssd6sD1/XiiVDUPck5rIk0Ki+J1J+1DrtR+uIHcDmg6vXh5fbfAr7oohFs+TVgA8S
j2+uMDcusZOGC31SBjD1aBi18b0juhikyBS3GHTKsXtFzKtVgN5yKw+XynKrUMG91K/0/+mlw7fY
jDNHKRVfsB6XI62stKZIo/RTZw9B+0pLCaDuDG7Rhzavk+BQ8e7Ld6Nry3gPhqxxUP0H30MoOII7
RBfY/vjy6Dwz9UTEvFUo+K11nk38l4jRbGCKGKfeGtr7ONDHN7mjgmuv83WXbXYhiSfib1YXS22r
AmmM/SgFcehJzbP7pzvUwOvTWpuaXV0kThVpqWqzOx1vA2PX8iqPowVnjC/pEKgglKOiwBHmtdlg
2tFDVbrGZvjJxbn4PtKu5G8gV/IKYpFs5oUcmEYUMBXnvDJKZ9/MhtJem2htxTa2jjM+5IY5SfW6
5r8hKhjkGLIdYo9Q9F6ALS72uqepdl8C7YeEXxR6d9OmeD5+HNtEyV3VVOX8IbNyez6Yzqxpj2Xs
T+0PX4mlPwdx5jlDmJtZK763Vk6pKESWxnH6XYIXUbVAo5utepfUPU73rloK+c0FX5E8tHhdjKd6
KCrtyrH59Cjnxid1RCjMtYoMymZhZI0rzVYm2dkvlAmEEMmfP+3CtT7LJZ/BZ05ma4CodgIQz7aW
W59UrmC4d1aSVztzMNLqEWpMa105qtaJuJyoNcUGenIterGcNkcVjMo477ISLzEvnV/1zjB8ocrA
XjZcbQ5epZ7ULexrsCO8eXmjPDm6yG8hzsKDCWglSI3NCtEVuaWkNtPzmMJjvmnnJvGPJTJsWIrZ
bQmSMRjOUKiSFgd5tFSvzMeTfUoiFTA2/6cmAYlzc42VsyBwct303JbB3IYYjU7vTE9c4wY8HV5W
P+Ewl/iqn75FmnuCa0Y6en2uESn3I2sM5u6NXiDd+l35af1XzEvlK25T2DG8PLxPIhWuaEoBsHs4
HUARrv3/JR5ahX1MkSGx0sjMv+20QDsK7IaPtiO0K0HR06FcowEy/RBHwYVtVYuCaa58iizirFpX
3Zg4oB5T9MF3L3foaSvOqnW/NkPCi0rwZYe0tDRFO/birHelA59Iejthdc2V2PfJ8wxW49oHZDLY
Fk/yTMO0xEFhDuI82oE4oqI4Hme/tt950xTsTUMj7H65W0/CqZVGSSLHAL0NoneLITIDX4ylNbZn
Yn0TT1FeqRiYWWAqD8rJ3PgVgWgm3ibQDuUeDSNv/tIHXdpdI1I9XS/AVKDE8k6Cig729nJ4pyWw
WiT2mjOZXXGjt6aKDzCqGyMcPeMqTeCZYV4rJ6usBvRCjMAuW3PMeiZNm7ZnjSW1r7uqu6l9FdxM
iWXmoQHS1LiyfJ7p38ptJmNG8hIYzmb55IWwFVDX9pzI3MUzJwcYH+Re/8nxNPnXy3P6zFIlHlnh
X6BiAEpu2hp9qWdK19uzkVntENlWgumnbo5k6l9u6LlhpDIMLH2tsj/JruQGBolgj1qcUjM9srAh
O5Gaah/McaAyUMxSXWnw2VFESvVfehAkIC/nTe8n38/U3J7FzIMdbLF+h3blcuf6hJov9+3ZpkCe
2evBSBC9uR88fOvHxWnb8xwHbhUtSreaXecESXCbDt786eXWSJrz6RcXIfhEwkh/hfStTOrNBoBI
WM41tkhnBJFxPQ6i1jLEK3RwqxPG9mJnIfT80Xe1k6bPX3NI9PtqCeqDaknrK6LMyF+K6UGOAB1C
3Emnb/bSuj9mVUdKFl6UJqVxm0LZCmurnfsIQwweBmZWYJImjNAay/TYViWaoEMdZB9TQ53awfIe
gtE1eORrWijq1ae3CMozKW15L3vbf9Vlabcn2p1wSZpOUzNQ1dXiUp1VMbZ7PXV99K08FP8WlX7M
lNEKKmf9uE+SFJuccdzxo6aDOWqfqz5/cONa3jQ6Em1zFo9lmLVelYZe0ndngORGssstv3pbW053
j+hJcV/IWD/WTqc4KfQ4RDLzVR375Z6vkmcfU+pDMxaqGdNbipcy+ZiTxX9EBlB+M9oqLnaNCopT
vyr5RE069+6DBy0/e+vFIG/uGndhsAJUs4P3Dp4x+Q48INOzVufezfVkTGEpSrO5CZQnvnVyTtOw
0xv8swQml8VBVS4p6jCtzJIZWWoiO8bbrtszNG9jCe6yRPNqbIla77tvz3l248tpVVcYqmnu0vPA
1azeuTpU9xvMVuz4IyS/rHejMUdZwon00RjmG8crmr8m6QDV9VOZ2gdUzKQ4DsaqaKZnRZodFtD9
xG5wkXgRs7W6fazhHLCzVD9nB7TG2mUPU1bea1CEvppj12DWKQj3pqVzk0NqzKaMBm9AI3kelDR3
eq77InI6YLphgGYznir63OvoJk9lezOUfVrfywBvpxtnyEy544VQ1e9m2ILDkfrxhHZhXJIJR63C
JUDA9UI/geByjGNZ5xVeYE3emNAsfC3pPw5l3mnvrLiY/xrsznLe1xxHfRXZVNyKyBB6HxzSoPCm
I5B7IuvJLCGWKsvvW5Jt3LEHnAumem/MhUCIbB79z6ZdocEAUmkswq5xG9yGyIAV+8lpg7dN3epF
lHUqrrBfizMR2kEyl8dmLprxvQ0Re/mcpb3K3rblKL5MmAmpm7bNVL6rm753Q084TfUm7r0KWk6W
exBU3LQjmWarnAeAg5ZL0oV5MeZmhFW4mfIi7Mvyi9WkdRtSG5isMZxmKgpImufjIwJKvn03Fkn5
YZZlApwXglf/ugG1Z5UAKQxzoJlVOcvqKwUlFtW5+C7pMRU7O33juesOiv3hbnBwST0vtiAj2g8e
nkRZ5s7zAc1hVT7EeZyO7zVf6H8RpnfpLnV4tbGB8Kfb+0arCswu9Kl7Iy3VDY99MDTDqq5Z6vMZ
C57WCvEesqew4jWz3Hki15toEQ6Jb7f1VyUt7NKDPg5R9JmKW3+RLCQfpRu3IaO4WKSfh8rV7gvU
v/w3YpZWqiAwJKW3IyCbxJ82sJXgfZoPTbprF7dxI23QlU4qfRzR5JPeDIMZC+qjKhx//jM2KlE+
aDmN4hBiJu1hnrGnN+3Y54KHJ5tTIs7TPP+QAIyuDnZuT1OI7T3uQjGSCh9TlbRd6HhZOr7CfljV
oa6KebxHIK4ujhqxtrbjheAoONOj7b1xFcJpEeqOthfq3mC3e8W8DWGwdF1+ZxdeNe5Ks2rEemsV
BN5OKZJ96drTclTtUFanGAWyIIxzy2xvx84x57PKTBQcRqfCzclAvQqqS513MQzKNZORLY1uvnZc
FkWUxVWC67ON49pR11VT3ZJxx4lsXEg9hC486g9oApJxcLUUWrdW6vb4GvMjS4efPptBFPRBX50Q
PLC0t0I3s+4NH9Jrn+YJ9vrZM2KZ7msWuHvjNaW17MilDOaOqfatcOmK5aOTILwnmN7UTjktSH1H
Xm8rJ/KQPZ/ZA3FsOhFWxr2zqyoD/WoW/TzuvTlX/rFRcih3mt422evYNbSaQzQfVeiDZp+PrQ3d
LOx4hA5hPfRL+1oZNuwoQyL7F9Ztz1nX88PEjVpFB29rI3eqe+ZOljdLV5EBnoOm+pBIQlk2Vcti
LZqu+zDmeVDthF63TgiSvv/SIhb0KfG9WN97A2pIKCNCvL9vKMjgUJiYnPmZBOiHvFyTVsdUQcMI
eQP1UM5FDUdJKydX3SIfl05sbiEwaRAi08MBFOZnve3sPmod6JI3ei+lvZs5JvW3Im6oVxRSqDTM
ytUr2a+RwwxllZXLXiq3c94U/qDy274YB5hK46RZktqq0lCus9N8TCN3mILiW26Pdn9utABPLg6t
uA1R1/OHg2MJ6yQ6qBFLmKtaNaEv6xHRVRkv2qFvKnv5ZuR+0RxcGXufJ+GIfoeHGMleU29HGbaD
HddIU+Eje0QnIjVDo9VrqCoKb9uwN6X9dqmXujo4fOHjAru//9wsBmIGkKsgsUQcHaU46PB3Pmb6
UglOoGWpXycDLh9k6SDx7KhS9skRdFgBcGPOVLPPGYV1BxWJCjXZdEGEaRJlfjUN8nMHUkYehIfI
STQJY8Eis54D8xGiwli9mVD1ajowplVWRLXIRm2XwI72TxDUrU/L7Nio1reeeqiQ+gSgWVrW9AFv
E9nfDctUjJ8GV6V2uCSj1t8CifLqMDMk6I7Od9J+D4q3KI/IIuXZbmlaOB6UH8flNi77Jfukat3r
Dj2l1SxChWpczrM9jfNB9/vO3812EqgHx2qC956d191N3Bhm/yjJYLqR2Thxd9N5q6lzI2JkXICy
+tMbTFfy8lBo/qLdc5m0n1CDxoY+EEWGbyhJku+kkfJ01zPYlLMdtBRvimRpxYOZe7X3mecfIYI1
eNa8d6dGG88Y3pn1MfHxo4uWHt+DvXREWXAkWSI5g2Ko8JNgd3o38CD1MhIysc0DimyEglQ7pmW/
EKms1WVqWpFfNU4a9tKyl6PdmEn5yrQGlCunOpn626DvlHEXLKmHTVNtgDxXLH2qCqot+kOqO7W7
042imY7lsBC+tLmZfJA+y+KO1Q+kTk/JrO1xUyvVPa56U3eQBlTQcCxEWryNLSs7D5VnNJEbTznH
RmypEkdPYxQMztzG0KDXuhu3npXuzErE9Nb36tdzhsbrIbMXszraBkHYIRkDMd41LdHtvkzSVnvE
18zyd3bfp1oRIkYxEehhzRLESzSbaam+JkGfB1k4lBqeTNpUiDbKyxYdDTjgoj1oXUNJtfNxT428
oU3mnTRiTftgL3HyLckH03zU0rb7aMQGWv473VGyv3GhbeDynWZC3WVzZnzqNBvcVzySrQuD3o3l
gSC8Ua+CysYgpqvr7u1giiC4TTC/q0MCvL7ZA8936wPiqCnKcZZTBlxczfjBIe93Z+Sxm99CzR/g
6zEixVGWrHwEBOdu3pW1U303Zr12djIfpH0jxkV7rxOAeSFL15G7cTH8OpJubmlnTepVdrBaMdwJ
Ky/jQ6lrlsIIInVquPZaPeDw0nEMlIuNzVLi6LLapxzHwR3yKA2nfVyN9a3Luh/CxegkkjdWUb3W
TOX6BGCEv+fZMlprV/LaU6FbzInDP4V0QZYOlFhUnwbeXUKm3g41rTQf8QKw8hu7KWov1BSnz32z
KDcI7QaFRrYJgfCRmRrjHWmdybgXVWyr+2HpsYaSvoW6ROy0knXmLRlLBu1DTqJettWda3qNuCXg
GESUY72M80U8zD+KxfTmo7HYaXKIKaovoSsHtzsUbZVZ+xn93/QNeyGfju2YUgAqcDjyeYxVizjV
RiLLY7Wq2IRYVKI0FaFHOr2xMqPIv8UoTY07o9fyVEZV07avRVK0X1Sa22gEulnctBwE1uDfC2Cx
SUgSVcPql7dkHh/g062PQ9Eveso9rqbsodCDkfLzTG30Tpk8uo7kQoL4VUBAZR0CqQfJrqjTpZch
0LG4O8vMEsRe4Ejyva4gXt8MAjdBUByIElo7x8yW9DyJvm13eTV4S+TmoCYj/nPVP6yWadaREA4C
MDGjn91BMsCO1TUHKre5t9iPdtHO9dnN51buzZwQ5RNk99ZW1AY0N/iRU0kbzlaWOpCB57HMAFTp
VQIHHJylJrsQBEUzUn2sgt4PEbaYiu8gA5f2zc83+v/5Lv8r+SFe/+sx3v/zv/n1d9GoDierYfPL
f56z753oxV/Df69/7X/+2OVf+uer5kf9OHQ/fgznr832T178RX7+v9vffR2+XvxiX3M9qjfjj069
/dGP5fCzEb50/ZP/v7/5tx8/f8o71fz4xx/fxVgP609LMlH/8e/fuv3zH39A2folXbH+/H//5sPX
ir93/vrn1+Rr//1r9+Qv/fjaD//4w9H/jngUyn14wMB5BMX/x9/mH+vv2Nbf4U3hBIhprYEq6mo3
XItuSP/xh2YYf+fPrrnbAPoOcGZS9L0Yf/6e6fwd6j0H64qYXlH71h//r/sXE/W/E/e3eqxeC3Tt
elq9zK0g9ET9ev0El2w0laG1FvBLMtpv4tGHaVtEU1rK28UXvOqSq/jkTa6d7M3KLSALhnA+IIht
zQkGlI4nWl7DQm/vU719j6D4x9GRe8jvTUjsdy1nuu0WTSFSRkaRsYX/vc3zSQuyTp7INhpgob9K
VRMfA2++Vjl60grKc7AX4KSRAF8tyy4HLwf2PVML6iLMVvqd0nvziKut/fqXFfXvKft1ijblGCoT
iEySsKSgCBsYvsmmFa3wS6Or+6iopB3xaCIPkhwKOztlfv9O5vn3UZbdlXTiJudGo6tKLyuXfCJV
bHvt+i/rQi1JMsw9prw2bnw7AxLhwWuUtne4eE5C95rdy53c5BRpDwiFTUuAoRDN2Hpve0rpMcZ/
BMWW98mLBTjERonIToprZJCnk4b4FIwEH0gfQgRbpa1YdcIE2zVEtZPKO7XYBaHlWF7pz3OtUKEj
YQUtl+rBZl+R4c3dDDfMKMVcobjLFSYbLMa2v4YzeLK1TJCUKwaFvKZJ1X+dyF8mKrcDLlSenFFJ
dicCXwoxjldK5MeZdWg0Yf7VD0N189uzha8QCg6UkTmMtqQ/3Ysxox/BjoKcrikK1vLQ2XjxgCG7
Zm+7HciVW0hRCc449terPftl/3hCuuPcIl+fz0l+FMK3bvExulYV34wii48TirWucwKufMnNTu6c
IhX+tBRRoeK3jjPYxziZTry19rLWb4OCe//lEdzsr7VBBBRA6lBbWjFwmxy6s+h1IyU4bX1U91Ya
OMwaYVpJafC2LdLyyoQ91xwlFlL2TBuyWuso/7JK2n62/XZETZGw1+n3ul/XvEDStryfViBMNNol
77iXu7iZOboIY20lyAGgpTCxZblatZv3fsEjE78G7baxg8eidfrf7hj1FZY+sgLwmp5MXGokbe/0
gkbk3N8meoXoKHThfYqq617OVndl3p7r1Ho8YVdHGYkL+nIgbX899CuCVDZ9dkArodyXQaL9B73y
10YA54IgdzbgodoqeeTjmhvJQpSYRmvlTnSmigRKVZE+FL+JjF+nintsLXNiJL2GHZe98mxtXNjS
RbTEVR5xdPLYNUDu/+6CYIoIMvjfGg1sJUoCRaDrKLeIyGW5u2HqOyRKenF4uZXNTUJfWGsEHFCf
V+yCt+nLgAtd5i+qjPwuTUKTf0UdkqfhYFnXrBmfawrlAAhXK5iZbOvlsA2mkeD+65WRXEoXLRBb
PvZGMIcoaedff79XjByVMHYTBcXNBh5555TNEpRR7CbvGlRH7qfMxBZAkSh8uaWnKxzllVUwZ8U1
UnjbdCrWyU2NSVpxPyYej1531CKZCe8/6BBnOyAIIt21W5djh2oXz0QeYLyINHLvmo70nUl5KHkg
39j8HgT155pY1eZgkPPMZWNdNjbndet3Hnauekk1ht01nXWR+L+Htlhb8eHoUn/goKVMudm1FeVH
R7FFo7lDvBaZr8+2Kr0ry/uZ6YH+TjLBIlZa/d4vu5JNBnwbg0a0EXhnVnf2q2Ro5yv6Ec+s7ItW
NrNjNoiz1xWZtiye0xufxHa4DEipl+bsPb683p42hecJkJ9VNnnF/Wyqu0DEpGonq4ic2VwQ9g+c
YleYTv6x9MdreJhn2qJmTZ4YUiqPri1oNyjIWs82VSzfQX+q8LCpG+Yk+8pbwv7tw86GjsndBBqT
0GXLqZ6xT8KClqYE5+qeSqwWkpbsr7Ty9F6H9ggMHCzGikTeojXq3JtLv/YKithNMp3NUYhPZUJK
/B5TTqsBX6uV/pUV+LTNldO7IjYI/3xOissVSAGqMmeRlFEDBDiMAQDutMJxdmVvErCv0POXF8hW
SJh9BU0IG4iVzL/6XWwaFKscdSpaOG3g3fvIIz+cHN2g6dHjDZT/QZvdoDi6nIfdmgDv1V7ljf7Z
7Jv+02D4kxthg5WYUVPDLArdgLqVPeK7SEKkILlkNyRTDkD93fsFQMiXl7/+6ZIDRUSwvD59Ec7Z
OsF2eZ9AM+c6mpeKdB6JxL7hUbDE3+CbAJf6/daAeYE8Xd82DNnl3CCOjUQWBdCI7PSgDlXhmO87
ux26qEN3Or3S2jMrAW1sygYIA1Hc34YNJty/bKy4/2yr6EPsXt18X08lzHYpa/ASUyO6Ny93cL19
fsGCrGvBWEU5gO+b4Ks967KDeuIuJJvdknqifshG9wcePFVU6Okua5sCrsb8+HKDz/VxJWeh7kvp
grfcZYOjTnobdTFOwllq4ZhYHwOZAU2EzVmUzjUI/zOrhcEkU+TBH1glaS9bs8rJwsvEJhHMWyUL
taFv3q2lgNvczqwrXKzn2lqvQ0Q5Vg2LbVt+43Szmss6cnx4fqkrtPtqSvK7suqvmdE+M2sg2NaX
MAgegvXNzVgjXIizaV9HS9A0u7YtvPem32POC3l2zxMy35dKXdNAejpzlA6RqeT0wFKevXc5lsI3
xwX3H/aC2/fnfqnivaPPxm2Q5UYI6u+aq+HTTkL5XYP29WG88i8u29NMDc6tT4g2znI++pPIcow6
uvFUprN+l8d4EGpm+5vsdzYEACyoOUAPsLRAOfyyVQrJtvCwxo067LuOS8tF1pJYj8oBVM3LW8Hn
R13uPc4vKL42IQ4eGtsBBa2NbCL6+lFuUiINF2VXr1vKtHVoUeH8UEI+eiz6dqFWqwCdXjlsng7v
SuO3eaLzmiRLtOlomRENZRQtIq/rhrMoK1jlNplLqqBz/qA5Zf4OtyLnWoz/JN5alcpRDmf/A23l
5Lkc32JqlapFzm2H3tCt9DFFD6z0muPnc61whsKaRy4ENvXmlFmmxVR6m/E+x0hx5xVdFwWJPx5e
nsAnO57EFxthHUEwQ9yll30ZBtlNhkPsaHQIAq8BWWiogelK5+U/aYqcCm/FFQS5vYjKZeyQhxsr
OjS7NxSr5c7WVbXXc00eX+7VM2NHgOVwC6EmA+Znc2ZWRuZ7gKmqSDaaF1Y6p80u7krxmzllUnmM
3kpzZ/mT89qGIbPZI+BRLzyMehDxoR6n5RcXeLXavdyfJwv9ZzvIN5vrqUyUdTlLa92mR4gJ/xt8
NJuw9+NJi/wm6KJCGtqtFJrZHwZTNVc22LPjyLkHBfZZRz0rd3K3VlUElLO962It/+oU4CD/o2ZW
XgOPS6jP6yL9JRWVdEveeXjQRDxARoc0bzaJSCMddmVZbAlIP+drpXSgJIp2mLdlYBVeISjNMl92
FwL92rtp8g4zERFWTnmLxfxNk5G8qWdAJa0/HpFoNK9sgudG9Jcv8DZnR1DKHitRgwfhqLlThBRf
/XG0F+ftywvmWjObi87tM6l6Nlc0WVKeq8B/b1ViupKSer6R9fgAtrxG/5fTZgJr0OZ4jbUU9P0D
EJgm0sAm6lem7bnVT/JhdSNm+ZNXuWyn7qhRjgj9R04OGX62pfG2t03IQBYRnx0Kr41PRlpfe2Q8
2z2D0gNGpsCMtxhjFK0FWvE0ay8Zmujpki8fy2S0roSvz53AkFd4GJGqh3y/eVe7k9LIWBLfxboT
hAi/2Qflgb0I7dmiXP6764LNDMkexWyiIAjXl0NpZqM9zWjCRFozAx7AUwbIcdaJ39/RtEMQySMe
mC735GU7gB6MEdBZFVkwX/Own+zk6Mgu+92cBOWh1a4G4jjLkIrbZTOekMBn7GRiJagxzJde7abU
C+CPierKGbUu5otIZ/X6MVl9VBDJItqbkSsVOnkuT8konav4kAutPTadql6lwLduirrqr+SntsRN
NC15vaMXg1cOT2pEjy/7luMIoUwNCYY8N4v8VVOWjvhaEvx1vK2CbniTOo3+sfaGAMebxivND16O
Ui9aL5nWPL68bJ6sUdg1xOkUNEmVrPo5l9/SQfxLGzFBzvVa7ZB5enXEa1K8ScEIXluhPw/hX0ca
bVzclagJw5Klzr0NmuO2rmOExr3VIAxCbqRgSgavPGXb/afaavS83IFzhMQcLrZmx3PEy3dZXoE6
9wcMaieRY7FiJO8Q1C6yr7nquxqLhwTgTw/G9qHkpfUWl1zXuSukLoEDgXyWe9V51ic7LwYXEfIq
EGHbWdhQmJ1sk/eYd3o/qyPZPJD/hH6TWntzsKchCW2onZaPlFCtMzWBNMf5IROk+97GaHgg7jaM
Mo4/VHoZ3PRVasN4TvIii7/ZQTm61Z5byp+bUF8QXcMASWBhBubW8BrrW2yqChMmvJOr+o1KC81r
I4GrWNmHht9VZOACOJgVJMyERTAOhpt3WPgklnXuQTlrIsQzMx33raU07wT+LE7KfRB0lcSM23Hq
JYn8fBnzP6WjxfIOi5cyjvIa46Hvlp+AxAmXtJ0duKdyyoww6WeZ7WoQiflHC8yxDdkvU7H7FrwK
WCrAL7XzWoxz4B1a5Vr97cAEm9GgRGDs3cZWOl2Hkp/uZhHk7dFWoxs8FCD3g2juJ9msVs6tejUv
yO2/1xJceu4hZncTNsfCcnZGZuh3EwJuDgBHAJE/cB5QP7A60swTMiVVHaE76np3Lci35ezaRd7d
mh0o2tskEXGHiD6J4E9B3KJHxDHo+hFY7+RPm6DKz0AvFvb/Ze88lqtXziz7Lj3H7YQHpjDH0nty
kkHyJ+G9SQBP3+tIpWqpSxEVPa+JBtK9Is8hkPmZvdcWQd5ZdXI2Fd7PJGIYmGavmpVK/Oocyhjo
LatfvwHqs9MPTF2m+QdvWwFAo7Nr+Shl6SEWs1vPBXtkLMY7eWVZHpsozpzPpU9FWTMCybA5B+to
dElc1INXBQXJDOIBhc0kA+KrB+e2BnmsMK10gs+jav+3BwHx0zcXMj+euyo5mJNISwrC1k1jVbjS
2iWN0G4HGtIiaHErLE/gXEjtLQfLxpS6ojL+6TIp3k0zRYMLznbRg81oRy6CLqu7XV/U6kqsTlUE
jPPE9tprM0Iut8+mnNpWuWOoVxeHi94X2ZvRG2UV4P6yrWCAMddFE0PGKVzS5KLVtmrBs70VSJ5S
sZjf+lxVdYBhVqtDn/VYGtT+kns8h01+O4y5/i0M0GVRM6+buQeDszz5svb6oy0mNcQpetQlTK2h
scJiqG0nqsq2s3fEfBg/SW6OeeShWZ33G404URD6tqidVMX47oLYs66T1eMHI8B10hAhCEK5OtFQ
SfZFoz+1Cgky2KnGVye3tem5+rRoi5MnV7HuLFUn36TD5FpsVIZZh7XujB/ultvjc0YxPIV9oik6
3sKhCmIA3D0SoCPWa7dIjDHsFFYTZq/b6NtBf4k1uGkbIYddbRcI4svKS0U0a3Mlr9NWemaYyNEb
TjkRLFaYZLn5tBXalr4C6kUZCNMLyWaV1ezX81G3njn409fWX+QDZ7dRxPXgOPmzVrc1x41HSu9B
cWb+9sIa3+256pczQ4P83Z+HrDqvQmHrkEPnLBE1uNQiMRXVjzCkjoKNRXXABmtUQGCNWdszRO8g
VBJr7HzMzZyJ+6Wp9OGV8ErxIHptvNU3neERMCVrO3MO1bfzZk/lUatavzmg1cVGwSyoe2zHuUAk
W2ne77xKvzmu4zJ1ez+fjOyqTXXxrqFzTfbtmpfaHmVQ8mMqXcf94A2+OlZ+Z0/RWOck4qVUjN5O
z8j9vUrQNOsnpJ/2K9hF7CXaZBlvOSL2FcyYl2odL/uCqG5NhHcmlL7aAKClNdnpcIS0GBeUiQVD
pmoOfbmmjgqA4Zh3ldRSPSq6oZoDUWyIXStPqelLss7vroeqccfAnNLZjDlLXAw7brXCrdHy7b7c
GKl99GIQH54jk+IZyVOhkxhOTsJhtVKOfMKITACBOJSMUJ8gju45S2ZjV3kD2uBglSjEo4TsUDsc
zKVK3kp9Kb7auTNewYZ6cmfpWoUYwix1zgZ0jD0uswlwFPMYM+ke8HAN1RMGmN5/TYo2S/Zuyesa
LA2tSFA1pvFgGpuwQiOXVn7WJebSgK6o6kNBQk0eud3F4tJ7BfpPWG15fZvUc1u+OmgVjT0eN2+7
chNkY88pvCxEy23LLVmkc1lFBWtCjwcx70fCW3uVEi2fa2KPZWj03rUSLH2Yj/N0CaRb1NHa+OPF
vpeJIUaWU8jA95u1ONQVofe/Pdv+lZ4JKrtKXfen8x2v/14KpSOAmpESxBkCej2AYdpRJLSVY79w
bJRmH0yyFP49p9UwHJrKTJZTyztqhhnQC8lQbhnFEqDE7uWr0Tld9qh5k9B52D1njTKxeP3+suef
HwqdEJHHqpWjddQbveWRrrzJqmJvduvqyRNb46PtTr2Jp2TLsWz1qVLFaUCRXx6SxPIR1m2eBTk6
o5/pX2ttzMlb9set8ueg2Ex9/hh9tvqf9pgMyUM2t9XwbS7ewiuUydQmHyXxfqxGzlz2AlfNKUO2
kQU1DtPtuDqzlsWy4Vjek6pXFCgGYB3OE8L+JeteqIwgPAbIjGf3sDg4G5+sYhX6bV8xS3zF5jUk
jwvf9LRf506Vtz3WSH3HejGd93kCwyP08D++Ksew1od1Nmst4uPn3Rfb1jEJ/WK1pqONGUccBQp8
FTb15C5MlVzzZA/ZOry16cZMztDzCs8Q2/hzLmDSHeAVMjxfdL9GEj7MoFg4JMR86NfZMCPdy/T2
dlh7xRGEv0zp4WCNvJhBKqZa+6iqQkNRnCIZ3yG63WzMtZlysRHwGa8Jfa+XcBmXikS3WeTGDhlK
DgAy2YzlLoE9aLzMjqnBlJga92pmnTt+t76Y1Y2VrA3TFrew9OExNdCPBNWgjHE3am6r37l1nnt7
MVr+Jx4rMby4UqkajVzrG4Q/g1uxY64nJqKaloO6CQvprJjdsBJ64rNNVqW9dU2ScZWu1fr8t7r9
f0S4/wur9j+1MP9GhMtWffz5FwXu5d/4uwLXsv9CH4fG4DLXYrx18Zf/hwLX/ktcpmyQP/hPOle6
8f9U4Bp/sbv9m7KOxQ8KN/63fyhwdeMvQNlkwiNuot1lGfX/o8D9L70m4mDm6ewn2PvwSS8DkX+a
h2mdzhMPASloTD/d5yh/ryYnLfALmd8cm/+ddO+/DDoYbvBDWBugjgGDeOn+/unHWUumqN+Q6Y2D
NBjmOLBB7ey/yx74rw3t5cdAT+BSZAtDFfavPyYtta3TytEPdM7t2J275FRIijqTj0W2Y1Ls5TDU
WKJ7Iwt65c03tPdG9E+Pwb9Rzv7tp/xzd0kbi54NLQbzKj7u/zuZoJ0T09IqP6javvnKS5Hcb8Ue
Slb+23Bo/hmmGVMEdfapcowaf0U673Kt5k6t+6K9c9zC+LCzgSK4Yum9z2U2//RzVd5P+J6fcP/k
ODnH4ooFcsdEuCn1s66xPMfgR8A9RhhvNy29dUzmecHppdGtdqmQRZwLGhj4N+M3cHJo/07m8vNZ
VO2axAAGVNfqY+vXOwuw/I3TlnrolWmz871KPbmaUYe61udRNXvVRkeMKTr8n7NkXP8m6L/M0//3
PxTz/+YsKT9V9q9HCf/C348S0/6LVAg2fJdFFFqiy0Tt70eJyXFBngKaPSIj4BVdYuP+cZT4f6Hw
5AgChoVAF3ofb/h/HiXuXyjVkAcw+UGTfNEv/uNX+4/n++82i38v5metcnmv/u8TD96cp53VMJMU
jid2rZcd3j+93pWkZdiM7WI/91wMu37TbVeDIcROFrJ5AdSkVMBnUDEEOzw8oKuPKQOtu8yfnIio
i+o8GH355IyZt1sKrT91utiiOmnhZvl6F9hOosIEB8wQWDSMJ+w5zZEacI3oNHCxdufeUbQdlfFj
+Ot7NaOO3+TDuNUxv1wbNs3sRY7iuhRL+2JhrOE3WbrA6KwTLuBzO+mg4dSt2QPYXvGcHzW/LoOk
HCcS61p/p9b5LPqiCjDD/mqG/zo1xS7Zpnigbj+u+sBFrIZgai2cbJi6Ti3Ve5BSnMWb3yfBPHjR
CoD2qes+1xVX0ZLZh8nIl11iOfz8Tn9MqmLnm83NyMhph77gidJpn7Q1QLrtAIPpQBEX+f16aFCQ
hJMoyJpUwxAQQnZbayro5bBFqWGFE1QEC3IrprphIJW3Kv1bvYQhgS6oM5dQlVncFFaUOO0HlcJI
GDOmdHzOPwJT3TtqhzoSOKkPq42pumr1LZxAaR+zxPWCRfrh4kPOU0l1WKvCDAjVLh7qPj1bDWYd
YVbnwve0WJuGNMQ1hNNiEt8XJn802n/S1jmlQrtvqycbe6Rd7Ri8X/tjQ7Ot1Gdvq2mPRyV58PT+
BjPiqR1f6+JEKmwR5QMaDxbveYAS6KhG/Y0nio7bm8+GPz7URo12mnm2ORvGnsHX3VavP73r55E5
1Ed/XuaD3SxfiVoPxVh0kSuLk5pIruq36k+WTd+JZd9uDs8SjQgrPYysYMjgZ6/qlyAsNtBWfWTX
uzMxYASD2MxdAwrksJRYpV07x/4EYKWY2YQGbd2D5BcJ5uBkLk/YUK+M2rX2tYLxwNT9oXfK3cBC
ocxphaTMioNohxtmKlNgld23nPTvurGiaV2PJrbL3HXqQPps13udVkSOLMTbJL+biuJnyOx7vd9+
jQvN2E1GDC569gOcAej6wtSP2Zfd+mtQD9mzR1R3kQ83SSseSVTe+RWzIUQ7emQYNDTeYsauTI/k
155Sp/4apmxjxJI4n7PVf2HJf5t9syjCJaeaV0zq/P4Jq1tkMt2CCoQFPDXCXI5/knEMDVfjpXce
s36p7zrmDIFpstQmH0A/5InxXaSmcUo1LLj14ufsJVonyrXyxPDskyIYF+TGs8MAaT36G/ya7G5L
znaScc8NUZ15waofZOEHva//cVb7ZEjaefCk827TlwAIRxIxt/N4+UtceX3gVNjw+z1al7DaerTN
IJWW/kO/7EAUSAX+0COzzTlaTHFVl6/m8NhAleorPciBsxgZvzuvfFh0n8raY5cP3fZ19pw/aVmi
AoJziXsf/DkGZCwkgtEphX77oUZ1kef2daPpQSEZh+GUxClHB9zYxNUCx0jXBw8j33qa+w1rkmmu
mf1t57PlZzuLUycvglrLPOvoy0WkHyKv/7bKXN2ivhcOHPZbvLZV9w79stIPaWbJ7OT3HcyFAO5F
6x7kCoM8nEa4HWeGoYUT0F8k2PYoNTuO1JSwWlor86tvK+9WYFntI50AxPuR6YwWYtZpj0ve1AQt
bBVkfUDRyJy9MffSPVkD5mtZlIsRqFW0/X7oTOc7EQlu677OL1m0+TxzOudbN0I86JPODykkLIc9
aNkNoZOY+RwNbKmqGHgk5KCN+8aOBgOne4txV/pgBkj9DiyzbO42BFqxHHpvn5ZWAqgmC+Ra8sJ7
QFj0NEnwfs/1teyHY8lbbuNmf2NGUn4OiH3rvLxFTq9dw5QwnzB0g5ppZG5g0F0fTb21Attyx/em
94jOY6Zu+kjTMzX9IVSmPYztUt3q48yrw/iht9vQ85dDbfQnrUr9U7ftVrzX41KcR1tdsygI/CwJ
Kwcf9MQhOg+HOc/jpJj54ps7ZQ7B7Pv7wuTvjh1Ca2UVc9KuB9gRuqrHkITb2tWq65k5JsOG8SnL
MrIXZvk+mFnsy9a9UjP/xTT8bFZ5cL0LtNtJD1XmHhSMjw7AH37hDCWeW+ymPAs60yLHTFNjrNBz
n6CooVpQe3Oa7Q8X8WZgLETULPSmu4236Ogk04uTNmHPJja0stOwtZEqOhlc/Jxcn+kDftdrr012
21w+sl8UQYtK8ClZifZeVupPQ2iBkyz3ZaNVR6ssz1VfQEgBwBk6tkSupyRVeb+fmqlFWT78yLL8
ZaOnw17Rs0M6r22k+0V5MJMVAZ7rxvDeFuA2a9wuvHubKmNPptWdqtYdI+DfftKucBMymhiiohc3
XvpuWkQ/JU12rob2bgTWw3w6LOC6QDfZT8ltXTpzPHv+S6otV227PTD1kgH1xRz1fcWlwx59bIs9
YviDK/pfsY53rlmV4I3SKlrw2A9678X6opGFMt24PTuZvvBXO5icJnvyreVTqltZQPWzc83fq0rf
kV8WYrnvnSqa6jmaKZe4Sr35T2OPL1aeZ2GLP+04LjqxXBXDAPzZO5caPW7X7nl0l9OWztuN1KqD
I/rkyjHXHTORu9FOLoNvBjCEed1VNtYs4AtPW0o8yhhX2bSbN3VkhKDjHZwC2bYnueTv1SZCKD3g
IWqul27yj/qYn73GWmOXb6B1s4fBrjmP947LuYzBnJEb0elwLP2zVqS/rrkxkte+yr45eA0PEkkK
aikj1s0hFjQEHh0PwLROxb7I1pfW6HZrk0SJ0A+JW70n+JpJMDh0khcErsOq1T85GXiqqmL0XyVl
zEa2SPFqQutwbN5FWd8Wl9yyXiTezoM5fTTtZY/p/bAOC8nq/tdYuJGV3Q3yKkXS0nYdzvOCo57D
2H/CrX+1LSCY2ufZkrEUzn5Ur505HNhPlC9TK7gFb/1N+PtqxB4ltYNhgFrQ/NDED2O7zqvoPudK
+/aLlKv/immZ+CHo/QwJIrRA69jLGJXS30+Z9lzpCAGTHFxHXXjVC93hK27+8pF3krmxyy3XoKRu
bEEghfOLiT8WIyVN5ytO34wJlAn0qU77B1hH3cowOW0Cu33VcBiEttRjb1X13m4sSQ0NyLTnKCQN
g4pPBoMGVMPkI384hDIU5yG7rzImRvPFmo5TPGyALtyptnm1PZIUc0H6IFY0HjU3SFIYhLC/zvPI
lSGaT7bhZ0zjN36BKKjLQHoseX8oMA1vYYIiMiXKtUPgQmJuhRfhTWVzzU37Adq/iZJOT2JfzfHk
7pk7wgkRN9bI0sRlvXmQxLM850oe/OzQ1svbVjn3pY51UWusd7/7AmYVTUZ6mJt1jFfp3iPiURHQ
PU4GcDDCkkx+sfbscke60EtUmNlraOU8P6sREBh8w5xmn/jbEGW26KiJqv65AVftBlDntu/Wa/ya
02udrwCoAQnulm1HSouKdEMrrgcQhVHXWk+kRVzwP+whGcG/b8aw/V6gtNnEaFw30+ucZyjupzt/
VM/b2lFZ+yd3646lDf8lNxBF60UIjTeC53plYtWYW2fHDjGyuzGGg4IbtXK1e+gIEA4Yib6U6fZU
XfaH2nru8MfGteynsGE1JzP9VZPOuXflwazmYz/2UelBZ6xc/8pb0qs8I0LCR6hYe69TtXy3UN3S
+t6f7C+ZZZfL5a1b9CitvFhOU0xKVR4r2TtPtl5rh81hWjpYbFeS/uCMzZkcm2sjT3ROf8XnYJST
TXU82+IRmcZtpbrdIuuISHj6BBrXC6ymP7RIJYKB/i5M8iZQtnvXeto+tazIX8fvuWqcA91DGg5j
G4ImPgxDHrZWo8K55csbbKcJkrlYD7q3PJtiopmrPCvAj/bkc8mmVbHvDXk01fRMIXiamqrZycHK
A/a8oDrwOuqvKK38UKS2cVsP1redaSfF+SXr6suv2W0SULPf1iwe7XuulSebf6m3iIVBhzYGfX9B
WNhzoGYg9e0yvRamFjrZdLO1wKnsXv9VffaTLGI3JfnL5E9XU8osttazN2tYrskd5932Dyt/FkeC
Y1upOD6ku8vAuBsW5W2TO9yvIh7RFIQ5zV1clvVr10z+C3KL8Qqj/gFE2kKe0cQmRtxCwGjCzO1W
yGz0hImpXp3W/KhLS4+Irr4pR+2z28CI1NVz2i1rmFd+yGr7zzT6YWl27mmYbzucfQCWD13fiVDA
UFKtdee5af/IfnqX96Vic0t12rrtfdl5O3XJ1zQz9ZtsqIsnaTQcEVhn2DF3gfA5sfxpjrvF+GTU
xNJnNf/I1Lkgf1I77JfqoBVLvcPzGply3Dl1MwcgvGEeunN1xqdPlWh9Wm7NOeJDR0vs9dHbzK+k
b55o76EjMiBHHiL93ThNcLy7AmqIu7Oa5EFN7c6WxoPKk3g23JgJWdxM5p966A+eWh4d2b61FO6l
XlIq0SPVZdh5Z7+0dv1YPhPaWA/VPdGObLJsN8pmNgKgwihxgjb9mlA4Z+p1mqR73XcdIWubk38U
hdfHFhyuJoAW85A4IEH66m5y/fQbmKKYObbL9CcxoQ0R3i0vg7paP/JEaU085hN/YAqSIIX5dUxn
6cdr5hlPg260d0LfxBWeoTHoZGeFpSCup6rxPWNPEMfSZV3UrzTPctuuu4oS12oJiWG/CNBJWCSY
FDzAmUH6D6ydYb9t08BdIXbKF1/SSqFaCZHox6LSgVra3XLo3Kzc97P80Iy0fmbIp9HQJcZXuZTd
6+Dq7p5V3bwjbiLb17KFAGN5w9EqpuaOFla/B4ukDlI69kF2gBljYCTmjiB18xkcu62Aj4uuCKDx
GA/2JnPgXgwt20Bj0PQkucpYlKGoYm1voatODI75cianQLK85tIAK3PF1VJ0ezffykhdxhxDMU7s
slP9tnakOlW1l1UQVIr1j4M4IexJbYUIg6s5GdL1OKNoOW2EcTn9aIFe6RMGBpmxWwGvAMV0l9fC
36qjjZzibWjdJSE3ruEC4Nd8cJZF/UrqqSgDlLuvzVkeBK6M20VW65/C9ml6RYX5B95YGw514vmh
m9MFNXyy5qrIkzTWm3bbjynAI7cHaq3xPHwm0+DsfXstvjjIT6yh0rjbZnHwhIdqmZtq+YEZ3r6N
M4luoQEY/Ek5IwyfqbauTHMRLZAeSx5mr8kOomOKXdGqD3lfcWRejG1b3dL/duwLuQ8JuESts5v4
8q+rGkuEIH4JItokGCIBhzOCy3yx5ShxzEeGMBJP+mbfwIRxvxajyp9EVfB9ISPPibhrtV1rCPk0
q7Q5N3lrXlXoJ6NKF+dCy4oOTZCoYxPlVBEq0Yz3rtWKj8ROp/eUHAHO1HHc7l0W6lngqar8ShAb
uMEyNFpkUN0e3G4E4ZWv5qGzAICjnc3sPzV56iBoOlOloZRjcezYIJz7YihONjPuq5zy6G0s1HrM
J9M+a1kG19EFFquFjWHIk8lPDTZv7Kxd2fQ25Tr09Ff6p4ZVJZeMFO4xy+oY0OcRgPa9jmyEZbT/
sEzNpyF7gpHkSRVkRaW6MQcOos6RggNxzXGU0A6CdZiYADRu43khRoH13GYFx4icuf0DxEz5BhLN
33uZmiMa+fkJorrB0tvEc+PS19eRM7o2vUctd/6oiRA5U7sHVY7AJXdc+dCoOt3DBGIwt85Ryzuw
L+CIlshiJpqdRGlyr/Fzdj2c5qgaUlRcnqs+vbF5nWdfv9PEYlEH1OfSVNfo1uvAIOY6Issvv9e3
zb0mi/qhsSqEAajBlmHej+Y2ToemI9hx36vJvV5AZlVRXw7TY1K3H0WtX95UlY7HKssHKzSRiEN4
avvs3EEwKeOx4Ehlf9/v28X6siVhMEyJvOU6sZHnBKBynSsqZD2uV41pa2UaNViveexOJJoRb9OM
cu+QHVOEZlu3f0pjY+a5uQ5QTd6CJZzq/l4JSm0yz9C60X/N72lbAYjcpnLj9IM1E2jG0skIcRco
k67un7Wha9fA5f/3JJM+Z6nvlleba80HSGfHEYM3mgkxXSuj9WLW5cYTILVL6bF581FZeslM0ZUr
DE8LuUBetMP1Iq1hN4FIvjJaafQcIbq/MxUdIu/WpjNUGccjQ5k4q2gD60nEczKhUnDn6Uvvpiwa
FN1w7rAaG7sm9p15BxtyP3XqigwJ9WCMFd39ZIrl24U4GtjILTQa5sKGbIXyJMy5xI+0V90Py6N0
t3kEoPJbJH1YZnZ6DfxrOSPWY1xiGOnchS15Sydnbe5sD1x0DN6lvycmx/hI6MH8oJtQSdJDgo8E
anM2dU7svOjnW8NNXqypey6agcHimNzrsw7XRDMcQKBE6DU09Iw7LL7eXEFm63m6zcfR2G+9VO9k
BzVXpcmkrXTLk8FZS2uTfZi6lh5U2b87VX6nL+PTLPVfjpFQ8VVSltKHazdz77YUFg3TGktFnRje
vNXlH1nl2yj1MnZKTyExyXmWGi8SDUxSC0EYJZtdwv+6EDyuOvfdaKxHJkn6XvadFfileacILyUI
rdlXthsORaMd2Fe+DF2ZRslmjffMme7Y7u8yZqu5eDI33QVcWHwtnH86IDWDAtHqrhAJdPeaxjB9
sFFIbCt/yGCkOJl5kzwN66fLvC5d1S41pPEh1yaF4Wg5uDRn9znrndgb2N5P4mllPh8snne7DFQO
tl99l5ZxI6ymDamwp2gC+GvZ+bprbdF82zwrLadyhGriVhQzWrZOxl5lRspVjzBNx/2F/AGhUngY
35arrjBe6838Hkbnc8yfyQEOhWwIOJ/Nfem+Et1ksUJEl1OMl0D6ol0j3f5E98aXmLnPSEKu16Ui
yIsBANqJkCniFnRCZ5iSD0E7qgjobmgnzd3MlA/v6WFp25iPurM5ESTbl2oUO/rml2V1udcraw5l
l598VVfAc5eKgav14Ha1ZGzaP6lpupX+lKJqZeCFdo+ctjTMSkPE2Vr+pAMyFW90H2bR5QckRC5Z
i9Wh8QjXKHSKPHLkd6ZWyzvwKNDk/f4H3W11uIT1Yo7zHkCiwLBDu8ojYj86tn1agbAAbHP9eBTg
tjN1YKdjvU2welFCv5ROuqMv6oguqX5Ulqt9mbZjxM2Ui1tEH9ozO+L6qHzpVHvT0d6ZHJynmlk1
AciQX6dwA/B8EPNw363Nn3aC5bxJRYnWVL9DkjPeEr9Lrb+CT8mJNcBzbFk5sNPEzva9x56eicqz
ypiai6S7TwRKQsbP27WWyW5XXUjbVlm1oeu4U9QNsEbX5cMpy6OfgN3iXhkCVTVPTOM1UprESTrZ
uO8XywqHdWB5xDLjaGPtaKyhcwND2s11Mzlm5BdOtA1oUUwpIqF3fHMybGaYyXzPNrOc5W21iySq
Z/+qmDbjWhtEHkDJVPfLpIMiEnSxqb/u1q2xYjoDMqqmseATbh53LlK5rryXbebFS2I8uQbRnTra
9I/JTtVBKOHcmHWSZCi21vwWhEMezBiSA4/NGsqbP6RG2sdNK4bHFXLiOxf5cm6a9GvTZPZubYl3
Iwd5wEWINUdzaE+6y3okT8KEcFS6ImS7Ms4kjHR9KhPUlibvhEd0J05vbQfOJLLK5kpO9X7a2lj3
/M+lY2DH2ENjJMVizDfX69HWA6yYPwbnclcWbyl7mIb1UDgvxQEp0OVEk8jHGxGn6WRfGw7vabvo
8WAVfxDB72qUhDplXuAqwI1m8dz1o3OEjBJaOoNqvYBeqGn8kQxqavo4aT5nmrYEE/Q85tHjbz50
b1vhp1e+m0dr4upB1XOpUGEEJkySvYHQerTyE2Tt46DbTLU5olM63Ezf5g+70/p4loiA0cY+b8r8
nt3srOU5hEr3kJeQngrqKqzXIC0PWBUCu5DdVYYP9UYJHYOyn7DMMTiqfSG3iJXGSoxl0oQi8znU
cj4ks6umveoAtBoDfPghn+yD7l/VqIgPVlsWqDY0LQlayw6dtniC/f0KYfeXLRYfd7tFNYF5y7pU
COmbz4BpmsolMqueUl+JR/zhz0uvmVjv06PVIVhb5FnW+rXdO/ucJVbA1u+cWerExTgwA9ZzYOmX
xhJTSQTbivKC7UZemEwchX8udTSSxma/DtvIk6OUB67X1k+sQ540HwPU1IIR1rp3yXY7mtFJXxd8
kl3jtFqIQjAPYNTyzrw0+fugfjuiTdka86XoG/qwLbN/YMF/9OMF7wjYk7huFlg1A19MGM+NbVbE
GfPCGsmNOW9PhLh8NqJ/FwtrhUq28QTHThFVNJf8WTtnDbYS7nyeeF7k02H6uhYY5qRBsh5Qn9uJ
HqOvDOxBv5+7vAoqvoc8Q8mcTAEjKqhy4jwmVnVoR06HzWPUUDSCBkKzIKOL2NZ3yunCId8OfnUx
3iA1DpGXjBFt/w15PXpU2jqbrmw5Lbhn92llec/gzbmokbpAbXCHW1wZ3xPbjnnQ9pcV56wBA3QM
CUs81dHKttuHnTf3CG5VscSEc4hoK8GfT2Xz1PEtXG2FzgGuO096we+35lx5G0iIQh9Zp700PHf2
LH4d8Z3Pvfoa2R/uQPPzw++Eg19zIG/1BtThfW8nIQLy2/xvGneg1IUhTQinGxX3/Ih82zhsSOkI
u/5ErbrmAelAL6AvUfF7DKlH514YyWEb3YB/bM9MlaVGarEh52pfOMeF/iCcLESgUcDlzp+7LYFC
r8xfZ9uhozYQ43dNEdVpgto938HVYLNoIBiqWDYui37qku1BUoJYRJOaFSuS/8Peee3ojaRp+lYW
c7xs0DMIzJz83qT3qRMilSmRQc9g0F79PpRqZqTsHdX2+QKNQleWlL8hGfHFa+Pie0wSAYi2XPmo
GvcehqsDW811wyIf1OWe/sBN09mrKhzjdZlG53gozk5TcPyc/Q6fb3HAgXEMa/bqzGzzdzaUeN2H
br0rjXZfSdD1tqrUJrQb8BloPDqyEFoPIMNdNd9xFlr7PqRcVM20dym32lR53q/sYHgAAQbu6uoD
KtKVZX0w+B+KxLgsac9cpUH+EbfDpZ+rZ5dQDS5VSATkDYzQuudOziwWZNTQm3hqLkqGwuKZFPGj
FUGkOAJMjRb0J/rDds48xRuprehOZPX74OR3FHet0J2ZR9fXgI/yHNYIBqz4JQtg8Gur/l5UyBEm
I95rtpC1ZZICPvgToL9HmrXdy8sisb52mV+RZ0Kmu9W6ZzOmESN30DL0lMNQGfzFNwv1LGfd7wcD
8C8AFKLVMDjoyXgdya8qkwaIzhs26ECGtUpn+Nfs5BYfeRpd6RLN95SwO44PiRsT6D3cVxYGAVt/
B+uEzzQjHqxoehxEKr90fXkzcVgdFAB13W+z3uA4JJqz0PpMeOBNOb/G5ryuUeuZ9PJYeXALbLfH
NbPvIrldlDE292LkqP1oAd5VwcTq3ArKfYdjrlmTqJxAziWvdI+7qO/5F6Gv2pqtmURO5ArX0APH
OrV2Y+W8Gw3rfowLvqRfULHGhw3RFO1tb7fMmUg6yri7dspm0ztPBZ0PMcRf6N6XQXXSk3lKaLld
Ze4QYRj1OQGaG0Hr6kEYLwZmKJwu/bkNaD/Ipr3ljExK7UVaRTt2WXoJuvZoUUFh9AdTEGqOizGS
Yq+n5J1m7ZWuMDdVFWRLwyhqrvI4eGjB8rMqyved6+0IW1nDId7ZbUORAPmcWbxNcIb0XtJs2CCT
707MKrtI80c/O3LGX6nC384zkiYi0Y/Kny5bS/Jk2cOqyeJn0+hPmQW0Utwybg67FJaYZlNjVWBf
ViUeJONBF0Te9fGWqpS1MXNucDhbKAvawD53yPMoNNGbmVzmVV1oYHZvV9iK+PvWTNZeLw/ljBJg
dFeinfdWhFgwRVk1+3R1FG9e7j73wXQN5pZvRrB9vzz3tKaVIZuXR7Kx0ZYRzgVzGreBOYHTp/X0
jU4bG67c/T4mJdHPfFFefWeG2f3sncJSU1tj38uyvxogTVjYFSequt2OodTbNMuQRVR7qEac+73B
OVpwZ0/sj9uyya6cvJkfW8ZTFsgEwBU4xY3dkzdRVtFRRTlb83vL4CRVdh/m871oh4PsBDx5EV6m
s2guGrNLr5AkzddVT5uNPTPqRB+/qOr+kq79Gmr6SSD6Q6hmW86Cky7iV+rrfxeq1SF9XlnJrUHW
p3c9IZTGI1Z22UcZqPy5GQeAVFlOwcXY1/QwI8zQ9nbIoXq3f/NOFkfxr5I52vUorhdgeAT6IcL9
JFWVqNT9Qlskg9te+xbmEVfaAhPMseuU2V1TGMYHsL14oNWkvRfaGXYQl63eGLOfffvxZv6/hvvf
fkSg/s+6y6N+y6ffZJdLZOpP2aUl/kEYzl9JyAGBCGixf8ou/X8Q50UsVECdHtEniCj/S3bpBv9Y
grdM2u/w8Hru4jz9S3WJjJN4lpBsRZNebDIJ3X9FdPm7YT1AzesQ9+YRyWeSD0GU8u83Mr7nBreX
sMF19XBOA5M0MfwKubYdDhlpSyGelfyNFdqyfiR7/fddu9iTuW9dQCyU68QQ25+eH9stMuVaGpFH
RO/HY81GhSTOEHUAopmG3YZNJPWhwqe6vsK1UAXX8xBZHgs/TUtnTsaeOjmRnaud04N8ouMJrBEe
eJbzEaOt2tZ8tx/U8FjRBjOMwsKlkrDapTmlrq8C4IsEBVC0+mTiLqs2npPW5TZo+nFDzFrk0A2y
CILS2q6f47ibPowegR2FCqbcxASto7ULWlRsGT1SZLHL2WY2SwZ1k4K13vtpitGyH2r6pqzQB9P1
2jxyjvkcui8ecZX0YQg/mXhr44Bjkec7QN5EQhrkfCotm83B70kNQDjpJKuQhpolTXOS4CezksE5
6Xtf5Rsd5IqiL6jFAeyYmfmuDWVkb9AAoDawOjpiE8u6tuMF14OcNl/B/q6NZiTw2ZhjsFtaWneJ
8nt/5TtD8FIgpkW6VLVudYOLsip2eV6Nxn2LlMyhZQlg6MKcI4AqQRZ8urcSK3sdrNJ/Hk0j2qJg
8t2FEK9fRS3UtVmK4WvXuhLiyMsE3lM580ErEIca5fdkF1/NirrnrduQRkzrUILbVBi2JdYarYp1
MDODnysiZpHgUUUBbG9mzMhTjLcmsp37PsoCb+dg76qXcEm9jWtXb+eOtRaVRhY23Y2cpr6/pw6M
1wRHaV5NjxHOX5JxMOM7zJMxZQCcXXR1lRGX5Z5EVciHwEX9yPGnHcrt1Ebpu1locASMSZ7cZlQR
+PvR4ciLQBiimvISllu1n+mpQgoxQzlG1yo1+uFDIAa2nFMY0hw8k08+m/UJxQz0snbbrkATC+B9
Q6tU/UoxFP83M1yufU8nOkkpoFMS2S9djdU1Lz01oPJRVGZbulMjdZO1lpPdNA7oxz6aipHeZHss
k3SvNZsOaFthtrdjo4wYngduqRs2A0EIww31L2X6WNQ0XVCY0o/chX62/OkVLVSgw6u/fihmS/aH
MbTTDHdsyG8GDQk4AqlM+C3ND9SrzvPKGiKvn+G2GN4gwKLA/+LGMHXgBgW+AIjFxHhWTcK3htxo
CcSg5ui1lziZtkYzYK+aho5PXTpLdW5c1+IWXyjnI8RuTfs6eaNLLg61YhuelMrbDCIAQ+2mOMTk
2rv8fYPMHnNfBaOVPfb0+04bsx4nCrm7Kk+fAp2o7GbwXQTDWlaMVKqQrBu6FdyQaRhKdBRE/j5I
tzHksZnwrm4ahEzBO8lgabDxx66llA4s8ZtuDfk9V1Z4RzNH7b0mpaB+p6ssCnks65RlltoZ8Sye
qBHOkHx7rfsQAwJeVZ1lXjZTfkjiApgTfRwLJXF6mCHsfnJXKQypbINj2tv6SxdMam/53W6OvUdn
yhAdk97kMfyvnIZqKN13wU0YV/lN45nGuitwIq78WY5nJ7OiJ4x7ndqSoCiDW3COBwopvjdVNOhV
ReHU3sy1dSSXFSVmKZfkQelc4enVENqhO9zT5TJucmlXH3YRcQYfTTQ0VXFAbq52Qew990szSlkm
KItn6wnJy7eC63wJ4dZsEtc6GKjY6b+qo2NQdl9LXVwj2wc0xku2MSPj3kjBHIc2mDZYLbObcGpW
2hAE90zhpjFGMEm9rzVn1TaR2Piwx132baS5Hfr9cqwyQFu2IbM0Z7nqKihLFlZydGrgq1he0QD2
BGy9le48r3OszVvItGiVpbJ+sWLLoaTjqXSn8xJihK4jPnWzYCRNmpP21Ub5mXucwmaHxfJitsXC
U7MXwMCfiWbId4VHIG8Xoak1GyISGkefHZ2ziHXpHTvYsCGkhGOLW5zsmmWUqXTHUuU9z8H04OT4
uXVRmoektekisWd1xBBxjKnXQ5Y2X0RR/wVTKEpJEmxXTQPxZ/uwilY2CNzoiqNTB5uzyINDsXGq
jv4j54NMjiNhC4dS2g6O+mJ6jTLKGtZRwlUiwM1c9fS115ZxgezmwQnTHTs/qmjwz9U8Kj2tIlE0
FE7KFABlmJNuZ/aOuG3M0ODMrJtLN/ZPVMaFV13k3XKMHNZJwc0EnA4lGNyaabIc4uQF1nG4ZLxR
YRZf2TJi4R7BtmI3xYMwkS+Q2dNxmvIbz0DyaLX21vfJrTyFpHDiz2jZqIyslEejDr+mfTsOK1eD
hJOCAEixMlkfEQDMw20oiASwWHtQaeSLbN1IlxLuBk641f16FFP5NtBFNcMhBoUBMtoTOIubMwdy
6Ztt7efDvrdK7zAQ9f1IgP+AgHKMBV81inSJkDd+CWkS4NGY0XoYVidrbBFdRrjUWD+UOrDeoAfi
L6FR01rnByrMttZUX7ByTNeqxXBR5Z54CUSJ0XvOyrcEeaq1K5Jp3nRIsRGf1Xxno0K8GHjZAYEC
/LpKnTpFvWuLh7buQKaTdEBUHc0YQtqB7Az80PIyiSH6udVneoXGvn0dE20dFBKELzW1rRy7c3mb
MT2yTWR9T/vX5F93VvhmeojqRGy4zqqRtELtad+s/K9eFmrrAvcEvgDRxbFJRggD4yoQfb2vkaSs
Bt35GGeM5Brt3fg9bKQNKlhlpHxMhkTxV89rIC8USI0i42PTWR5ZxQC6tty6keMDVWJWJzTEzKdh
zWUUz6Sj6KtCxgN+Xzsxxa40M/M2LvQ40BhX8qExIlDvlS7CwznxGblqFeyBM5wVTE1yXRhWu4/s
Ifgamj2YOMD+SWR0ooZBjOqf5oANTU+E30HSTGyL6Vivcpk3LL1+w4QRekj/vLZEajg7Gx9nbXOJ
30mu86RfYI6sRQ6ksuYeBdh8sPnpSDFBZR1NSclhbbUZu34c9++4rqa906bWS1NbDjT6nOfzmhrN
pFmht0kOcZW6L22HODgrOm3v4t4I21XRSPMpGMJ9E+JFkUWjD5GriqNZmGO6UgZrTtVGHvzX4F5a
KcRCTMXVvRiDZwlZuGlxHmNEQg2edXV5JTmtrnXp76n8s/bkIGSIAhzDelB4JbdssXj2opL2Ro6n
+5Ch/ZZSOnlwWUAPurHTI21A+S5icGc5lN6qZjs8B6D4+7JzQoadvD9qBZ/gyMy/7Zm1bzuFWLGM
G5/zt/cdFj0/1vmyCENn4CHJO0W5VxFU4SqsYuuSckzz5LfdfJUgaio2RphKcxtHRfHeCCxGpE73
5VGAxF/NY7jrcFbsg0yVBASjPeLRdlDi3mlDMWHFlCDtLQPoQ1Sp8XWinfTFVK3iwBLW+TGwnDA6
BHDnG3oKxCo0ICBn5VeAQ4VJ2N6QfGNPxRwJCjbsg2FUpynhUIElE2HuMLgQxN5wy9LToV1MpAeq
VqP/FInqAIz7fN8bcyfWdYvFQTsBmBRJZqcoh+FJ7Vk/ascx+nWWGtMhhb0CC081yMzgvBLey36J
Kx5a2tZ+iCoWCOc6Iy/iqTaXaE/AfhRvqKApTZ2CSN+LvhGXjgosxpm8v+NECQkzGxRTmVHPIU2M
wMFt3rFYT+5ckdRrtuMDNAokBfb+5LtfmNzSaTFBywcW8QzKj7O1OdFG2riqHnb4JSyEtFCyewA4
0a18aONNjy5sDVA+fa2RMKQL1dona+Xb47U/GMI5ZRTNLZpOD5nfmMZVcG5n75a2N2DbMQsrhR5M
BafEcgqkD8R7JgS00nrqjKeyoIe3rQTxqUH6XjfaajaztvoLwswMA3d+Agk+TrAK5NUQH0SXqC0R
X2VmRjtkHg/QG8ij0XP0LOqkXCEPtSWNNusu6mN32zPuxNcJlz9eDTUROlPKMR0bP2JEx6W9a293
gb2JuDMPBDy9tQiC76Sv84xO0ZQ6S0YxSrZ1nVMVXRoo6FHHdwmljF0vnyI/kWdWdeuMi9W76iXJ
0WB97j4Ujb3rOy+6RNxgX+MsC7aIbg1mgFg+ekODTJmU0W012ZRrccTetKnjvtMyWD97vtlejCrv
b43IzPaoDx7JymiOaHWyC88rykdMwe1urkd0Fmbc7tElVAiebRWjXMfgkJWoprGcIf6owRgvM2TH
a+oszWoL38OgP3M3d8HA4tSMd3M/+nuvJL6E0aNJ1CbJo7Y7exwot8Cb/cZxlyQTyZa/H+2mP5pl
7+gLM4mMnUke1kmUxDYQhegbh6YYqp2jynGFDglGKZkkE2Id1gS2OV3lPfmtAEMmeQrPFk9t52mb
TXxul1MldWeEXiDo11Z8E42+vyvwu1/mTRk8xdE0f09DIyA4wzTn68JU1xwg0Yw0vNttmPcu3Z+5
RSBFY+Ao00YXnmm9pbQTqbF5FqJM2XCEy9UCvlXIZe+0Sj1CWZjs9/kAl+MHVR+uDPp6+KO6ZgGL
KQR3VoFjJacuH6pxrYJx3tpNqtdDlMuPpqKZoeigOiZsUmo3FEaid2XjO/268uzlhuSYeUY3gXmt
5mh5YegyOE5tEa0aP+/R7vLIu7bpfvWnzrufhmnG3UefNbY2NP898XfT1pxS20Y8jyxxlSgBCJwS
yr4ZbSd+duiKe0WPQnWqcp07y6GY26Mi+GgTKHoibMjhhqSi4IFMIgSafjm603rOqvA7WhuEeGbw
rYhHdt0+ZghO7LZ31lz5kEQiIITnKRawuTaiPLyYOtg4mg2OMQBXlRqTkfOpzupzMtvZsVUSjZFK
IHmyXMTbpjHjtQF7OpDDpasdr4xLRlokO2lUKK7qnI3hde0zm1txbAflXHXzqA/KaCrkM9wz9noc
yvw+xGl/SRWxfKBzO7tyJ5y2fa1nvn0ay7kspyhV2a4hBczaRn6GPtVnjWejMLP0I2/zdtfnnXTe
p87J3vLCKLiwU/CVejZCVby63qdlWR1NFeJjCEKFV6jNMJWwF8fDrVaE45AuExTjsest734OBrs/
1LYun3XPRV9XrGMQi6aBH6orJYdAhimqjhsz383EB5gI6mS2x92EBRT7mLxNbc5E2yiz/S+5FSPF
BbMpqCGca9QaqynVmK/sbLZ2uW6Dr0NNeNxF5iGZXotpHlH40sH9lpdT82Yaxfw4UmWfkY5jhIrH
iLmUbw8jJLWk5QQTl2UFPQEZOqECg91zghUf6bXOSFpSTJzfGc7wG1dBYiM+loa8tFuoKhrpecTI
ybdeQaeoKMaDFp8D6UTPTRE8sH/j/zWHtvpAxwfHQHxT43FnTe1bRu7SacCRjfXnB77l5eQ4sR7V
5Tv7Qp8cURwEtwKSpkbl7KtHSV82CFbipMm6AXI5EOM2q7WWdX8ikqXZkrA0PEgCTNC7eYr5kTT9
564W+SnNrcLCPODFb2T5ACyQDGct+ktIYON5HGonP3aOKJ97n1ziXTJboGuGDkAGsikZ462F/xNr
hHaQZ42SiIJNw6IOTJFQjrDWRPN+Gd2cDYaglcU6E5ZgUaJI0F7YyrPwOy1t2etqSNQ7f5uh3+sZ
Nawsr191YkTnsq0j3NsGur5sCbPjl9QeW9QGjYPZ7/IaPSs8Sptv3bZwH4XVzmt2Jv4Yz6TDzQvN
wDPkFNDrP3+OrXX5oAt2YsvCOQoRn+K4hHkMU9/OjzLyzCJfZYNit8YmUHTUdRfgDvOBggNCBgnl
I9f+uohTvgwbH4aJfmD25+Kch/0QYDieBmAnJ6iNeRcURE2tKoKc2ht/DoFnpnCsX5FX8F3VTsiv
GETEP8nHwfwOZm1WKJbK1hYcf538UREUoziR1UIfcICyCxkpTZ+Lx71xsMJQuNN8LUpCcLHXg7D+
BeWAX/El2ToFCuoKJfOLJDWktykbutW2YeEMKSoeRKiQ5F063o5RU78ansMvoHqDr+8ntuPUzMtn
w0i8dje0aJugoWI+nO+M/JmwGpps26Jj8PeTNzdAXgPGj/nQZYqPpFsUkmvNdQJ5rUlgujYsk+sP
0GYVZ8wORfuak4jA8lxHc/Vo2mhHblku6flqzdDN0MAqrlXCcT27xOHjph4W87TLrvD81MVFj9j2
mcG/1U8l7czq0cIJXqPcCsiNg++L9L4jfLJZI8LltxFrzxtVQ+XlV+TF8K6EIPTgCAxoNOuyQNLN
lt6WV6kiunHT8x7GM9adKgTXQsu7J7A4cteDUZfdVvoVH3HE52Ej4uyo8R5q9MiSHFn2DLe4ID90
cayM7pMcBW61TqSHAsUGratz8eBG/eCv/reJyh+4jQw7tLX0x5YmAWBsdmlbX5NEZ1VHUbXe658J
r98DZ1B10+xDFoXgQbd9nsMlIeaXiAh61OzQlJCdie001yUuU9QqRe+TGWEGSu4cqyv0zzyR3/pB
f6X7fsQD/0JX8Fr0Q9h0htA4CSvjf6IrGKapt2R4WvmBUb+C3vUmGbiW/Y0O1G5DUr93QguHf0X0
Rhlz7ikNYzcBtaw0JtfbfEB5sg578sKW8PlVietxNzmN96UZBCJHVGkcjZu5ZrOfNAmMHFy0eHR9
o78PGivZEV1hnZDRWGgpCE37u/645e1/+nhUfJD6L4RpO3BBv3+ns4HHku0D7SLIJvd2pY5xgh+k
xQh5owZ3uHQCAhLSKm4e/sWrSXkD5ZDOkkeEJWBJN/n1aqIEsHp40nnVpzaDZZb7R1Dj5Fvi1Rwg
Qhio9G+u5Y/Kvd8/LEMrrQNE8PoOQu1PhKkqZdv1eApZJPLoasbiDexkhKcxnb0ap0woLvDCBNdY
teoTqY5IChQF5muTQD9jZ+hqsFYJWuPub97Y8rq/vy+x1KLC+cEWCvtzFWLZKDtr2NBXeUTOlyiK
8SbFLoNy1UyZDf78vS9X9POLuSZdDygNbJ6mT1c8JFayqlqrW/VhweEqyWunIxA2do9/fp3PH8qy
CZohKxqQ1LRJn4HG/PX6Tv2MitoJED6ZLWg72QSklqsqIeMNKIO94c8v9/lG5uVs7iPC0wU1rf/U
S1hOZKexHmHE+LHxyFHCPdDNsSx/Ucain7fTAkKxMYAsz8xYmz+/AWvptv3tm4XrNCF1beKeCev6
+d9/WZ/kYMsxgxdaMd833XPS5rOxRYWsfRhII75m5nD7rdHGNWxB0mav0YyjHYyH9mhOZoq4ms6M
QUw0pOJVGycYyKMyEPVWY95BSoCkB/2GXvz3eN97QDYUOMOaMDnJGYP0nAMF2UPAgTihgjRiic5X
pLjZ5qGOa4OolE6z9v+kZbxes9FCJCwzqOtAMeEOwLddMt2m68IY2y8inlx5Rtog7SuYCL/eGLk/
TQeVa1Pf5MPIRaQ/26oeOVuwocLcwA426cimq3uTXyxKk2++7bBJ7kZTLlvvEPFPouqqbIu2xjsT
gxvcxuHETxsPwcNKDU5AgAkrnrUfTG/ZiVNaqtd2X/Dm6SGWOEo0l5J1LX6L67GOdhSjiFOhyLLc
uDroLlKRhd9NJ2Gr5DuWzAARNMOp034UPZdhROssdtHkaVaLichAg3c0bJe34OURrJQN/p5fSEU6
Clr2niFEC7J8D4k3Td03hDNM0eQndsb9mOJEPBK9x3bfdl4IOFE7qbXB5IGbrMICl184EiRpa2Ma
mVAFMlKtJ5UwRWWI7NodOI3cG+OSMkg6L784amNDHzWxtzY4lCJd4Oc84jVZKE8j4XyYCBwsMDjF
xtE8aEzgxXkMBkIDtWyAr7twqptt/+M3dNLlRToIGkTg7YAUm8xgGR7g9n58CQEfOoAGx2SJEh8D
CzN+imO+T9obPYb1azunGvKmHiOQ5iHcScosn22HqE07NeE5JmNorvAulcU2ImIYVt8Qb1TGXBIh
Crfgl+l0ZfkuB8i8TSfj9HNKG4eU8gRNPMnKaPpi44JsfreqzL4lpN9yiUENXG+DZHDOTxybkPT/
+WH9pH0gf4qlYsnvZtlF0mMhzPh1cQr9LKsdq7SpI6eBYx3DKd7yGVmnhBthm7Ka5CoVHZfgz6/7
efG1/IDCYHpasbkxTnyeJuyB82EkBvjuPGR9jw2gZSJ9p/Hmz6+zLK6/LvIoCwC0LIq7l5xyFBe/
fz5wVVK/02qJOzGCpyS0im+Ix1B3JWnokUODaxuZ1UwS1zmarepF81B8//Nb+Kev+EcuPJsZEmM2
tc/9t3NILnxZYPcwBzHeVBNjPFBTcGvZpHSuHG/6KOKJ7+DPr/p5RuQTo46hEgzBhB+Izx8cDi6h
NhwEqCSi5exYnG9YtRa6Oy/Vax9TQ/g36/4/7XN8TvQTdDig2kGe8ElGQwsgZpMMGnhOZHg9TtGA
B3J0voWTYin586f7fPvQHsAeYwkTtQ65gJ9nphLRSqjHtFnFhCegp0bZbtxWup7Lr39+of/bxUMC
6QvadqiBD8iL+/X5SLq4dJUbENIxV9lXz4skET9Jzg/CHqVkoMT48VPQ8efX5cn/dOfapk33Q+BR
KcTo7X5OlWTTK/02IiMY6Aknktm2p8k1KT/JpryssR5V/ocMMpT8srI+PEP3dA+lon1rEweRoSGm
5sOuUmVv0ap45wwGcdrUxF7dBkXvPGITLi7CEXST/Jg+fQoho98KiaN0U0VCIMoG3WOr7SeATCnr
YWPHff+Wk3qPZEeG44m2c6/a2EM4vTle3zZrIzWaFD9UCMXU+NXXgbzXZj9b9nhEm1GKG5SzbFeT
VLF8qUhCJNeKVHrSJ1foyAtnH/w4X3cMBmj9IdIKiJ0iiI4aTKz7FtqaZaiNxFyfBtTSAXRa2RtL
ZBCrduKmOB7Jq5EVVPWCH4Sq5uflD3DJcDhXXBac9cWNS2R5fYrzWpZXpq6iuyyILWjcedBmcer8
KBXbVuga9VBXFJx5bSKjkesnlc3GGc7kzzozshLhIlaZa14ph1+8bHpViJ0kOwhV8pAS7Y4+4B51
6PLm6MxZ5XC2Hykx2IsJKjSvW6/QfBBkOmDOE0NCmIpx72W526ydEl2PVfbf89whKcbPqHVb25Mw
W1J7eO4vWi8FsfbwxG5qVXdYHeqSbDLf8KJnSbBNsJuKLjyMc+xgw5bDkyeYLDbCIO7lZBDPfy5V
7MbrCemu3JahaPcqXVYmKnHdA3S1QLxZRWyBU+pi9Bbj0Ktzm82I0+rBO//cEzzQQcW6FhnZxU9Q
iJa7sn2tk2G5VKFgJqhjyTz288/DBIn4bEpSDy8IUhLuBT3k2cvoEXtG7MlIEs2EM25DFo3xasDP
PLjIbECPXNwvX5DFZOfSMiqihmujATVnzN17U+gRKRgOepeTq05D7IyS/DKlKjLfqUK3DapZVRSX
cmix1+WjT7KDh8DHWCM75Gb+KX8hq5O3XJY6rvd+IUCs84mtE/i7TsyV4hkpYOCWi5sq6aAU91UV
nvGC/VWG9S8JSB+qgv/9+/J33qua2YYugR+pkv/9b5fk/1Vt9V1//lO//SWyJ/964SUn87d/2ZYa
jPe2+6amu28tldr/GVu5/Mn/1//4v779+C0PU/3tP/7tvepKvfy2WFblb0rQgL3if1aOXsn4m5Jv
//Q3/tKOugRzQseFLIM/z4b/qR1dEjshUuitCVyKXlDH/Zd21HL+IYTnA7+FJuG8YhFXLvhE8h//
5v6D8xhaEI6/HMZQf9r/inbUXyKGf50wOLnby0HH5/UsE5vLpwkjAFN0U4og8h5lzbif4K3zlYMl
LTzOuTmJqzqIKSOhkiNLLjsdwMijlCFQLYV5AFet/dJfj7avHgLw8xYr+hAP1yGGvhgnrASfRu3S
mIL0RqvESwwpZOdo6+3MJGYbdw/nhQL4fZfZgUoPFK8AslG7UuE9pOeMJKqYiZY72Oy8VaGNyVpV
Pt8UHroUxnY0LKhSUAJ3hDytiBPr2sy5dL3E+DIb0veA9QlXQrsYTJduG8ZfUBA5aNcKm6ep9Im0
XFUFctOVO2QS2FXEQX0g0y0hLTMbSLdNI5sALvDKUG0mf9QNco6A9VbLhGgLpydNaOubssaGhuJz
Orilm7+EBPdeuQn6wy2m/PhaodB9SxAZvFSxFh+4wmlTaycPKi9RbU/wX9dZ/ktk85LPsdVoalBc
DmaXk82AeSKZAFNNWdmkGXUogQXpaeVU3Ttz6mMcqOfB3mZsP3TT1tTT4DVI8JqnXieewAgc6x65
JOEjXkpcS+hHAoecNvK6ZGzu4KzIFmmv2zYy86OddkKjG7Czsw3IitSsHcaXMo7oAmxCkRBs2o9l
9FQlzPzEiKAAOrQRxsZV7DcEvzSybb4qCgsJs8EW9U5yZIRu1Z7cp6Hw9KsJD+BtrTwDGhVN3ayT
uhTvLQnyapMOrHF7NcOWoOgqKndVCuSMKxBydU5xVpIW4HeTt1OpT1FNhiYV7cTk9+CWXYGlgiMs
MIHX+mO/Uk3XHsDbjI+EiHqYbQRBtA20yZ2hZfsdiv5Ry5isxqRl8F7nWtTs++wm991QlZIvKEM9
RvmBg2NDKYLrZtt5tquRxH+qWwoiAybPu+sYPmygLw78a5nk+DT63Of4iKaltTFaFuPLWPoOcgXo
pXdbGyRdC0cz9JGoNN82ue/x3iyLU6btVALWv+xn+PDQVN8ShHvvaJqIdGTO+SrxpxIUGlcIqjpE
jP3G7yMydPxeDtQ92KQ3mp1pq31kkq+9kggDKrRJ5fzmGl593TseTpymUeNMMGkl9MaEeKG9KoEI
BYqVaXWytSKIUJo2jG/stQ4xVhFBjnDymDZe6NWN3ovBcoN9XVR2efYQGqGf6Yq6vS9jm1hXMjY4
uPbgHDdW6tl3iL+zi0XiEW3QCJofTdPb8y6WyHkQAKXihTHAv9W+Dl+qIPhRV2MF8ljlDjlryZAX
1w06bxJYcztyeeSIU6G7QMTf7HaC1vJUIxA65QPa7bYREyJtMgeQFY9j/jgkcQLyZyM8eUyrPH7t
0uX6hHkqXTBapvONj2KV/EIEuqSv+iPhoIkjGhYpagsuQyw9cAK82jai7OppngYnue4L9nXuQ6oL
7gDXVbRxTMPPNsx18cG1aTDa+6DQqJiVP+ZbLwWURR9cYfJyjBx3T9X4ylzgGYRaYQQvs8o6kOuV
EXZYTt3SKopN3acJ7cJlnHSruMqWTxdSNrEx3Kpv+LxY1FoDCI1IBfzIK2sWdbQRyol82tyM/tUw
g+q1cBsb1Rd0Afl/jR0P/4e9M2muE1m36H+5cyroEpLpadVLlo8tyRNCki16SBJIml//Fna9dy3f
aqKGL+JOalC2jM6h+5q91971E69+RttyNS8O0GEZhpP+U8Ize6Fk1JdqShZQx5Eg+6WYGclQo7KY
5oJlO4v1toxYCvnpiNeeDTjsNJw1O/RXAGk9b+nHbewPRNbMgczHfRgqld7GqZ2e62IoaKzckIAJ
8iDgKcXLcKjdlmdy63MK5Fxa+E+TtquuMTbVzSW0AQpoRLzJsAdqlAyEVYi8Osi46qM9a7H6SyZb
LoohS6aaLQ85W11ssb0QKkiDHaY2x+aynrInMnjX2JyutrHBcqudfJyBgENij+0zEvVujwRGIFn2
Uc9ueJoim+OdsUpqW1eg9bQqkrcmp4SMVUJqQl+du9VnyBoQzsLexuXd8p95a4Pi+exmaF/YNxZc
fKTW1Om2rCsUxn2KsxKWZLbTQY54pMWxrMBAhP5XbFWoHnnX509SICmqz/2xE+OIQqXiht4EqXa+
joz1WLIvGbtWZwnPRVdU5hhnbvGWT255I6ZAfEIrvDyVg6tfU4tn4XZuaLOcbrDiDVnw9uepyaH/
ep1u3nwgPMdpCRtMzcvyBccC8OXYAVORxo1HNmCb62bXEjRdbLO2ce7nfnEeAgHFCKZcA8Bg5Kcf
49YbaS8id7kvMmt5K+jkLoDyZ6tOA9rEWObgtlDjRUglKhbzuW1jAjGalfrGblPYX31qnHMxhFwz
w1gEPBq5aSDJDKPxuFFMcEItxMIaZnZomK37fXvw80QNO3/SmM6NKOzrtGzT126yCvT9rfKwMJTl
LD8kADpAhWaB592gJlSoGhI5gn6c8rqKHN7xJvOei8juU34Q7dJwibuawT25nQKxoRuMg7xKIscU
V0HCfpM3y7TE9SkoM2gFmF4QtYdFOMUsHS1tj1CrKhsMOHnA9gc9t9LZhr5GKWcTvVbvgDepa9m0
srys+5WJRrKT8xpKrORfiQhK2quGVHbYR03GTGUqI2gw84ibZf3JGSX0nHovSWnl49YjcROZCa05
hmuoMXG8Q4Jhx+cdZM30AT2a5cMk7+r81M+mXj2RuZ2fxdmYBGiueco7W9BEfDFR786c9qWD+zUg
lGbKP6LGPmuGRjL4N6tAh3iItozaFdsmgFsS8cwvj3zMtY8kxlkj7v5IfE9vkpi8rzAKxvNbH012
cdPxgNCH3qukvs6KpNHXKKPy6Dxl+LEI1sZyQC8KlgTNRQqLNrxExAONF0xDk1y5xi+TFwbvOtql
kAs4TTmt5xayMb+omw7xeDbFg+9Nm2pKPP/rMPVDidDZzMVdKCJssZpy2jrWXdvDt1AzwBvMkEt4
VuLUDw6kVhEPxWXaeFtvCTLnM1tcNzsmbUgpzIUspk/S5DUhXkKMDFByt23DJzxWzuMUW5N7JJIn
fmO55AUgPXOYbGVSoDOsYhufq7twMe96g2r0IFsT9mc1jh9oru5cDNvZNhnYY523/S2bfLu8THN3
+GZRRl/LKQ6/hPVshwcHrkV2cDTsxKMnTTTvxzqrXdghTrygVgoSsQPalEm+NNPcKPZc3n4eHKQD
TSCS5AqrIEFjoeU580ZSagMYUGH7wjMBCizjD8mljhGaDDBvNPKW4Tu3uSNLsBc+ZUdLtUb0PO93
tx32QSDtN7btBRV8BK+LBp/l+z4Y3BarOQz4eMdoaCqpQUxfHikQSMBtxcT9FkeCp57ivfkJojWj
Fm7V9tQgEE8PA6F38AERbnbQDJwp2IOaze8VWdFvCL3yYluaYKg2BB3Olz2E5HbTUVIz8cGfnGwa
3Q0oKNuAuA0dVYG8gADNV6xRuDxYjgqhnKGYRGDr6ZwQZcFCZGPawk7vvEHjeakFvgrK23loLv2x
bFHzpIB5tsto5fVZNDYq3BZQrP2NGYaivm4nDd+nKVELwrlvQBInnrbSPcsYAy++cUYLFTRnYROm
GHP2PtsEVFT8Y+XOHto03vYQvbsNflwSXxP6+3A3siNBQIWO9BVxKhiHpUubbwlJwdEe6W+bv6hS
+bPetYlFczF3mVp2S0DU1LJtm9DIYeslOCBWBnk/ILZaRKgcQ6oHWulyF6IpFjFTJQ+rF+EDhIAV
CALCW0TRXnyx1H2ub0IiG/OHUIzTEG9rzR5EbTXFv3+i9ETMuEkYTfXLj+XpPxoc/OlU4N0k4VZ9
qz/2+tu3/vpZ/X+YHwjG+n8+P7hudPP62rybH6w/8WN+YDm/2ay5BdNpl8IRXQiD6R/mU8shvINt
P+nSuDDZU65b/99DP74nhfg+UwI/YPCwTjB+HyC49m9hiFPUpk1ksOC4/yg8CLnGuwGCCN2IFSnz
bJQV6MqF/ct+WC5RYiFVe9bQ4ZfLai7c6kb5+VxsK5Ss7TlAP6ZqeOcrX1GBesJDlz4FEQUsSJFc
lNkRl1KNkHrwknqY78ap1yq+KhBxQIe3NarIDQ2XfqumeSlwB6Ft7k/56FkRYqzGg3R8zmZoIhK9
8upw8DdB20XtA+p5+gh/h+c0nbhh1q1uwm2J6IgEDreCuSZPBME1vkEYltp9fQ2d2+3NATFIOXzU
aT6UdzPgB/HooZdy96rB947SNMPkQeKKHT1nFVD4C6YN9KNlPfDIiqqp4TER4u44oEG0bRT/HeXX
ZHC27KfZ129xymwQGIFr9EdBTp66j5hR9LcqqMonBJRWeI5MEWCpjUilIRMlSJ7zahzabYyCG20w
y7hwEyZywuK3kHPI/9cAiXqGijvMEO0B7u8cbmj/a0OV7crmNjQNJWZhVB4eIn8urLNeV175ocm9
mo7UtISvpLoX6piJVpx1qHciHk8tW3DkTwHKXFTxaOykKB47WczXXuzQ8o69nt5UgOT41U94Jt4o
UgnIIMq65GR1XgCQRXrxq2OjPD2i2VLjJyWA/7BfTMjKLfaZLZfsubJTpMhQe0r5rVUMdR95xi/6
NlRJ1F3ahn9pP3QN1hkKSeNdVMAwPpixVPLgSz29IF2rkn1fx8x/UGLb91YjgPn6jvFprHBCw3Ja
6rDYqiTF7qVFkE4UtQ4utIXt7RfBy/TjUnW84fSUmFPPrVaguDQST4BOwrvQ/W7K94MOvKcsJm/H
HxFImjSN+2ZcDAjbwsaiiv+C/ncJa2Fvi9TWtzocZYE2e6jHPt+HTIZVC/EWRtg2JiMRDVTbNvWx
zmZiJW2e8hc9XZFGIZ+5cHDhzi3X7B7gMC1MBZ3NzMBL7NOsjoqbfCAQ8ICBZP6kEAleI3ON84tK
KDp8WOLZqlSA/bpLJIO5Ta8C50spB0LNF7Cyb7ZR0jvanc8NY7eWF1yXxIXjH+vt8r5SoyPP6R2F
OBrgamhnEn9OjoGPeTArM7TXgIfL+xJxNMqf2KKBTTLypQ5YwTBsTTAqF5rsAhU1KrZ1ANf1GhKq
WCRSN6FCYD9qbuTZECvnKdP22qSWTeQv6P/oKVAkh2G1I2PUcNpcGJkdaKchjylNjYWxIi/przgp
bXaOoC4lClUv46eWDrw6WrlbfEjTBgyeXKa23bZ8J2bjDxAFNynxKcmuihkIwVcorasSKTZFkeR1
jmebEcPWofFeR4FzJ7fTpCB/8Gp1aBtl8hFEBMUTJSuQfzeOR/9UMKEYV+HdWN5klj0ACowLnHm4
3Qcs5ZVjwyFHwZg+GnJnHD6AKjKuR1oVCvbKeeZbHse7qQn8D3nf2yj5RteyPkYt8GE+uLUf6lo+
O2PbKBrDyg/4wiuYxwjicUplGpftni0FmQD4qoIQpFVNk5grp1gIMemmWp9lU2O6Qxb2EHPcvi0J
0laubbu7pZKu+oKQp75EVOZ7d65CFnzoEN+IjT+xT960k5U9L5T9HyoT8iR3p2AIj82iRuhIZJe8
hZ3vnhme8uqhGkYyCiQBqfKYtb5wroqepcTGo1hOjsPgRo9zHDcnP+n4tnJmE9MVe8tl2QchHsRt
ZWq5qtMF9v8Fv0u0zUyeYKGLGPylN6NRvnsNXCWcodUxpfw8qDB8ln5XDA8dZLX+4PHVqF08pUXx
UcQTyzlt2V52NlLYi3N/YjZ4EAmU2Jt6auyPAJ9anO01xuGL1MedcMgQeL2Y1GM/FRX45/fkDxfe
LTKYkXNnqa7Zaa9g3+UzanF5LC0L4SlDT6hKRwi4/62dU5+N21iBUNNb4xTJNMPaiiRkQRtN3nyX
5vhMw20MnmCAdbVA1ef+XOaQ3BT8lg3AJo0qxVzIMkwIUyqWLOuRZ8OEvWIGYukXmZAl7REbqzU1
4lwittlaokrUV7dnLI9aiOjiV3DJ9qdOwqpqNrMweTxtMVHFPFhM6KKPo+id6fIYs82HsKA7ovwk
AOYsn+suwfbNA32bm7wa7gz6hPmIzI/3487XZkAXCQuN+QeVSW6w5nmFe0/NPfSsPsel2E8Qq9Yg
2UksN3mXkh/iQ0WY8UL5Q3JsBt5nW0IC3Q++zELUq0Xltck5LOIF4xvRQQULLBw88I1lOhwX8AfF
Y9EY5IRI9PPMMLIlbWilXgyp7JgK5lXaf8vWmGX2fLYgHKSJ1VTWh1hYsn+WS1VPaJq5w+odWh2f
WSvxCW79OS/zCZ5ftSB3J2abk6vOSyRvdgmvZx7jaQ+uNZ2va9qxeC/StDKXuP47edFZ8xgc17EG
J25JtY09A6vBMDGxEnZH6mgcS38Pl9CFcNXYjhoK/PUkiJYs5pxJDDAP8WkfkVhMbKuLobSXcy5d
hGAbd47C9LqsPCv4wj5g7q4N7dxwO9Z6xB/hwXfUD8r1lLhilsl62B20FVymFvmud7IvmnoXtSND
VVDXzWLuWNRY86mNtW2e+gYDAchADTkEOPk0Z+ezS7/LCw0Jkb5nMQruB+xT4r01GmT5JUngVr33
hS7jJ3q4pt1XqQxPiECia764kCYk9OsXFQ4rpxx/Ym6+jBAz8KancTKvDK7Av8ioBorTnOrUPBem
r17auo/VWdmY0lxNqIuK89hmDcBGN/DHu6JSUNQIYwkD/JE0lpczDX51gTRpRGBb1Ev/CO6AT+rb
WaIfpioXH3U11E/oCx33U8DGvNzWctb+kameys4SOOJmO041Y9QItb29cw3pOOeOHDPrVELKGO9x
6IrK4v5tscVJP6XhMX3q8Ev17XgPmCsef8hB/tv6/Mvx6Vb+vPVhS54Oz/Uvy9P1Z340P27wmwTR
hJwWZfGPXuX33ocuJhKMxWk+HBoBuJr/1/qI4Df2qaQQOg7ApJAO5/96H8FeNWLrGtGnrH/wj1of
l1/r59WpjUaJN2LgMuynQ0POw5//pBP1Y0aMCUaAXRjGKtopdKvNxq599xmZwIoyrcz8UKrUnPQ0
fUGBHrPcR/NygHBT0rs7aUgskeirS0g5ldovXQUp02ssIvNck/T1fshaE93Va6l8yfPUgvbPcuvz
T1/53Q812c/SeC9838KFvNj5CJGLfSAMSIiUv3wQia43XCzNQglsQHS2JC2PXLmk/nLRYu1KQHyW
2dfM1dElztv2W6ZWfUXSjmiqYQ8m5UbjLfJxxiwtvgW0uZ96PB93QewTFb40QwnEy/Fy2r+kv7eT
Hmuy40dBdj4JqmncX5ULM0DKMjmzwmBqzzq3Bycx2jboT/wCzKLmtikfGQnbF4gamQ5DDcuBmOp8
dEFojNVnf86mEB2rXWIgXnB3UJz35auSPK/3Y8I4atWpxPGKoWdso7OeZwCTc+ltCLXLxb4eJbYW
RlZFim7WczCqsVcOt35h8cxA9aPuUq8nT4FnGQLbjmGLYh0Xj/RVnOQrcOjyQyDLFRwRMkXb504W
EV3SdKwp+4oZzVlAr4xPV476it54lhcCX6w6glAAcRaEpfrKyxD+7BIhUdGywnuc15q4GKOf2HZr
HyJy4vElWezx2Nw5NU55L1rOWj0kTwIJ0J1Je284kMCWGRB+0tzIZY0U4p0DtsO1Fitg+xqyO1OU
wJAVeMuTkhY7+S3gfg8OXlQvX2NqdbIgU+CU6PtZK5umHE9OORBNDeHH/Za4LW6vtNCYWGcrv3HS
Pndvm6l2r9oxWJ3XJbG0u5HfuPISbW9VmAMOFfa4nAqPGeM91PYepiqcC+8wtaKjwMqiHggNwFWS
iA0h3F6biSvZAWTZspKQzU6iaEqYgvriM7tw+ZoR8Qi2wUpTxm0dSfekf3N9bh1dY3FOE1zkjCad
qeXspTN5Q7WebhdgGqDTajvHq0yH519ZliR6bSpzJEKAXJa3UU1czYTnOth4mOyhO2ZGA46NbTkk
EbIOnkdVpeHeA+j2RDjPimqj7QGUSIQA4U6OGhNqKeF/ZJxwdMGAgU9nJOzuwmkNA/XiEkHlAv+b
nI45bi0kanN5zvU3Q3fVhcAVvFr0SpZ+OXi+eHygI9UjxBs53EUt4z4AiH3/ECOYvne8aRlPntvl
j3nZhMEmk9P4xYcCO21SixJ7jaCkFRF1HaRsJiYIQVGj1JvVEi054HqFKJDW81mlyCs4gr0p32qy
8q6rsGhOgYsFHuk38Ww8Q7xNyU18acegVKsUoIio/Hw5wtxgqijlU8+wqsMBOMcnkOec7NTi6mN0
2r+WylbReTTM3cL9bZnuAoNbAAPBVrHeh2HtvMxDbpwjRH75GA2D6c/SlN3YJlIKwngUGS/bdskU
7vuuQDWfxymjFkfEbHzZcOFAK4zjzeezVhhn266deEg5VviGfMjJzw3f906mpLAdBotOCOPYgD/e
1hrLqsWzu4Zd68YKQ3vbAaiKki7ea7/sXlxRdA+iTqBWeKUdXyQYTooj7clK4fR8EktNmSSIL3hX
nXqLfe1mZm807OolgXOANQgmszuG80tBVk69j1kM53ikkg+NB4Ji73C8Ymvht0KRwYi12RtUm6zK
LC6a3SJ1/wDan2FY4bJSYz/HVp9yn05232dm9C7tkGg02AXRBcLYETNIEBcP2Txa84ElNFu0aWrp
5xQo6/s0Qq69BYUCEdbpZF1j+kNnDvW5j3MQtBEhDhPLJLFtPG/tRIKpSzdorzPnLokdPzmkVdbW
G9tBonEICpWTzjsYPzystrrsEOFNvsGhDQrD0j45V3jV0ctV0SqviXQ5PuN1T0/S63yG8GURfHUH
5m5oVkpjrtiEjNXXICOKNeUeDzZyiXuXgxEEuym1Gy0XFgYUzAh5UPk75dYzTFtXVqzi7Om5kIVz
nU29Yp5Ob/4qkBuB4JBoWuYYpBABZwFQk4GN18cIUMDlSMbip3T2SPAEHFZ/QLMmb8MUATsTn+5N
y8Z9GU096QNNoPBozYeCMMauo67uosKNuMM8bn9iPwK9Bw5HTQ/tJbmFmcGrohlFzTySqwtre5w4
V1L13TM4miLc10PUNVjt4TYho1K4/zLkVZ8yP0QmNeG15WI3Idm7ALAhJmOYH5jssVH5QoR3TmCh
zgEDg0LIpn08iuI1FUJMIGUlILAW7Ei+k23pn7J45m8jPTDyoh/mdbHG/XEXeNU6P4R+Dv9onOW8
tdx+QMejMPmi2ZrYa45QJrfYrztmPMIXxZWLavBu1H1/mpjZ9bu6H+O7WbcOczIvLV0E9zWDke8F
yn/L4385gf1TrfYHWeADZUg2dO92A+vP/CiPA+83xviI4yEee/gD4Ej+Xh5TAxPV4eKk8gICguyV
WPm/ceCO/ZvnhWEYIefnv+/iwCmrhSuEu+aBg5Skwv0n6kLnfYVM0xkJOm0Kbd/lQIgg31fIS96W
NTQfiIhF6FxYbTh9QiWG54RRebVFMDIcGHES9duuoTl9s+TPoz2Gb22bzuc/fXN/UOW+N3V9/1Uc
gdiemZOH5ZTS/12xXkdzZ0FVYFLRJN0Zlo5lh3diOAuh3ZDL6qf9B7R/8WvL4Hnz14d+72WQuK4o
rJkarScCx4j/iwg/YFU3orludqjlPsveITmjnr7lgBvIv/X+5mDva/nvBxNoSWlNeIGAY/nlYKhx
A8FkUe0I7gDdR/vlKas4/vUn+uODsD4icJ5rTP5ykNSgvi6FpdiiZM45NYqh/fe8j399lPXq+Lf5
hY9CLqDkTEXrR4nwQr8/ZaozPTlpA6FEpvkgrIX3Eu7VKFy+Jc7yVCzqXJrqrtTRj+fNn3qFfW6O
Xw8sWZqhsvVtBFTu+uc/NXZNEGHz6+GjlwIuwxZaVz0fgLe1D7FEsg4GhrRQ9OX2s7cGr01WE51S
Eq4gcpkmhkEGM3kXi5YXnteO8tM8W0B6VBVND5lnFARJ1wL+Y1Uo40BIoXDAE8wkRnaTd0LPzb+m
ob5BUyRERxdAxc4xnS038yRC9xyvcsmc0O1APiCLcEPW0QnwuIiR+UJH5A9iG1WZ9bnOvc+sM9rk
zNMDT3mnH0IHRZqAiOapjtHujFBt+qcXICfaYVEZISd2qc3XZ8LPX55QDcAyGBSEi+GgR4u411kU
/s1R/uOeCsHmCsyvHvczu9FfrsA+m7rK6Z1+x+Ks3UW9ZgBnM9/0J2OTauvW27++Ft8badZr0Qu4
qTxHhDxwmR6+/1TBSi4dWJDtnBBziTVQCjKF83eJym22BuAsHbQ+//xDguCBtYPKDEi14MH/81cZ
RWnohwHqHkwEd51WBQQGcBejx0xgRs7x1x/xP27q9TXCXMR3BE9shirvj7ZwcRjtSFIBWHxuK00q
8BCxE/nro/xi3uabxN+BrYvRCc+n1UD3/jC9o1xCD/xoR8lSf5EIV6FCSIWerG0yeQJXdwUHNEh2
CwtcPJZMJQ+rmXXY4BwOT8FsxG3WkRf54+P/t8qgynB/Okd/UmX8xxRu/aHfJQg+UzhG8UzOQi4N
XmXc0/+WIMBSYJjGPYgfP1pvjN8LDTf8Ddk94wee3REFesAf/a5BcPzfeG/wv13O2fp4/0cmhvcX
rmBSziMAMQM+N25S9zv64acnjhv0UWOGDD0oo5gSKR6qZ57PP30nf1A/rPXBv19Gvx+EQaRkfYwc
47tp/KeD+FUVJvaUfGGdm57Vcx/hgrKsC1uB0fjrI/3hx4kCPgxPUenJXx6giViiMpqjJ2cuoRM6
Y2TuewT1xe6fHgbJiIc/L0BWwpn75TBLVE950CJtwLcr97VdDadmJn70b76393XX+r1xGAb0DGRp
P7jf39/uLntoVqve45Kye81F7D0kMscPP7gO3FiLlyk64bOinqu/QZT/0YEF8kPh4cDjRf5LwVdw
AQ7atx9B76DRdqo+Q1aVoeYqVgVbUYF/RLh4A86gvf3rb/Z93fLjI6NiQXzD4uM/LTVN1liuRi+P
5ppEtYlUHYaOAQ3dgc2ehdPbY0a8AxgTljBcydXcN1KN6m8uo/+8YBlMA2cHd7lCIn41YAZzppC7
u49Dnvp7atBTqywCboh6/ccHigKx+llZ7Qe8r345w+Cg0jlMvUdrdUzEg8CyXoCuAkWR/E0NT9X8
612IbpBhtGTdGAYUn7+8EevAskZEwzcLbWy5BWtADxrHE/eJbFT1MdMj9gydFlAK8ffEF2GUQMGx
ccRBgJyDxSNVcc0o64AY0yo3cf7CUo/4HN443jM0XOKQEqeHs7nURM7tgmUqmMZwj9ABz4CEN67O
pNhaNtnsl15bE08vY4OOUS/sHzck0jqvqK6YZ+SGWfrGj3PPJdGkSIDZ+YmpNnXrIX6wECR3lzHG
5mspluEqW5Z5OlQQ1rPD2A7qGRWt56Pyj+L6g6RxePAQWYZMXye7OQNLEyGKynOQd4XjmVvVBgwH
mBDKCWMJoxakuY7/MTA1UT8YwHq1V8y++23FbhZRVVk1Xyl1mHqXMFzNeey7+jQb0JGbQGniqcui
ssIzZvvduYqxEG4ZHIPQazXqekRHBM0mSeKvWoOYXBEjptmcQrtYvMulDrAXVEVmvqRWnX7Vdi3k
JtYI1Rk3ONQzz46WdvIyEBwEvxDr743BtjogtdCsYLdOMFl8sUfbyqE5t8QYpPZHXOCph2GD9wxO
6SHoiNIicbnuIrqpkD1mcReLrNAAJioLUz5J7hAdeseC0Ku0URtfjTUUWmsRltZPCqZh7n1wF19J
InNGUXX3ua0d9vAoS8hR/ziiNuqnI/kC+Dd6j6lPdlkhBWjtA8mBuFhY1yJlFRKW9w8NWTWHSy9P
VUnFnZLcTj3q2IckzDj5W1Q7qwjNIqNq1aQFbhLSTRjjob5h4jMgXivbJkHKZlQgEbYNtOn9qfwh
efNW+dvyXQmXU7gxCTQ/RHLmh2RO4N5BQFd4ioXIMchngSwe65RV15+6lDlRuyOTjjQURNxqdZl4
HCrbQO5V7XnUdiSqDnCyqps0AuB7aQwmhGPnZfptnJsRS4Wn5XWUBok6b5xKPnjaJAp5WFB+Y+Ls
Jm9qQv53082A83FexSoksMBYtz3bkPg48dRLP88ydRnNgxJxj6GequUuboT5wGtBJLeI92iFGB7l
T1PT5+HRaFvijOr9xeHLcMepeUhd9udHSGfSuwIAkgZn2RhpEtwAyyN4qhMnv3RIXXoMChetW7V0
dbYHHLCGDTpR7R6tcQrVC1ikidDxhKE5crbA4a/6kz0Bn6JpSR7HmDXAoY/IzPk0j73xTsg44vg2
6we0M3L2bPGIuFF4pxlzRvo1IlIgeO3IIjaSIdvsOMhJhsptSG13IpQrE7d7dJ3bbVAQ2NPnUX9t
ItwtHlEXTM8kg2pt8k9oPDQwQRYV4XiavaYWSHibBO+EZbPIvMJVTqpOmib+tnby4G6WqiRQJ7AG
dOmjKT90IigwyJGHie9EICLbOJbxicXMu2A1aSn3CsEc42jlaGjbKODuBjzTeHF0l0S7HkP5hJoj
FqtxMHPehpYv9NBBE5fbukOEv/XUmjfO3DcAfDya9LriydJtZwch9ZEYCt6wGTBEaIlTEOO8KKfP
3dTOeN/qteVklxGTM1QFvIa6BJkNbAdjTnESik+NBVZl5ycVNqmoWfR4MHmQBQfXikUA5mLI6m0s
dHoNnjZ76mbEnzzm8+nO8VOBDoaWM2OAG5O0hWuK3YCsRXVLm8Gj3Zkz9kW4Or7IftAK17kVP9kk
D74itzCnSYyMUQEo5t9YeBKcknZZ9yWwbPtatSTr7pwe08JmGEDZ70dbzk8Npw89qchRlKdeB7A3
dJroi4iQXe3gLdSXoAeABSX12D10Y5c+zfgYX1J3VCPvj7p96avGgnyXjc25muomO6aBOyJIcoge
JzrCHg5yqqTZ5d6SvYiwEh8MmQOfHGvwUIJa7DUMcHSS0vo2+wissPuSTo7/abCt8ZUnVL5m3mew
5XnNQQTOQ7hUW2VkgNEce/nGWtLwbcK/yw6Kw6BCaUcv3ilbI8pBg1hbSPcG+35x/ZpEFpaByMWo
FZl5iKUsCOqOHevAh8ZkWi0RXs6Sm6PaqHBNdMZYQ8h1NeD53DGCaJ0NnNPxxl66kdBhN5jvZsby
b0NW9Fcd6RofS87AuAt4sdabuhjc8ppbJ75p8oX898CXOBzqaIGn7TFBrHZSIo5CXdcOEUYsOb16
tWJ94psJ6eW0FMkrlGCQMH2UYmBEKcazEA5dn2/1LJqbkohbQ9bnqF40ChWSsRzDecEZXj0HklH2
rgGGS8bnXAuC7Nqw7tBeEnxL/q8iz5i/TRQNmiMD+Qgu41VaCBNsK2JY8kNrxcUjt0wN8ygGiY4C
qGPxoksgctvQVeLeY02zHL4XnP9tXf/l0jP+uXzken6uq2f983R8/YEfXSt8ld8ogCkSBQ9xxkTU
pT+a1sj9DRIKdhYHvpdPW0sB/789q/wNuYlk7Af/wkbCzXTi9541QnCCzj6Swud5S0cT/KPR+FoV
/7ufDAkgpGQOYc3QUq9O/l8q2VQMmFaAoJzhK/JQTznbzNoUrOjD4W/qc3zZ71tKyuWQfoSFAAMS
YdNZ/tIL+d9bJMkrEH9na65WucFysAgsIWR90dVtNIDhIVHTnQk7kk6f7EvLolyR6TLih8vISg/Z
p2Fe9ZV7P6ehfvBtRpKY4414tUdfP0L5VuWnBWvpSjOOSAxOa0U8uzbgYcCQVkTbtgrT624xAyb+
0E9DCHJOhzDXyZQmSHdmz0rSrkqdleKaPLLdbTnkwjnceJNp2HxWvnOsGjMe5nYm9Ueza1SYSQu3
PiuTamEUVzcRSS8KxMOmKMr4yueXea5gylTI3RTQx2acrW/8xqO1dTH5fCz7ekTRQjGzkbmS53Na
EjPPUZ2rqfQwrpGSlzw7fTnx9sedeJh60XvHbmG2vlsI1YHTlhqMQxOCb4Iey5Dhb4Oq+lWZNHpq
XTEAePOJ+t2WNv4yKrtE3OoJJetxwVARbirOORp8pRK4lMjRca1avrv1SaOna0E12Wxz7N4PikRn
vQYtBCdyIsS0ISG04p1LbP2nzna7zzjK2rd0IjmHdsSDO8oruGZIbAt+pdR3lvs0NvBw6kzRz4Th
JAi4IGLnxSKphne6Rz+yaVzfL3cj4Ua3TYavAIuqBknmG4pf3t7aIp4ocIpLNr/0WhNv0xkTv119
bT3smJuMIbSzsZFkUoc59QmpIEvFYpJtssUWnF8vdKbJrQk1W0r03NawkYktvs66iTHc5uHw0unW
fhS2au9mDB/jZqzVlG5BQROoaeXT8EYygHA2STmSzQoOMDsvtd+NF7jwAnE+x541fRMwN3mbLNJ9
m0zunJfwUokydTHxbnsR9sNOj+78bRlnwApmaMlYZxQexBeIiwL6snXyTnpCjUxripbqjI+Jl09K
9qebzEzY5VRMJiWZa4FNFkrfvXZOh10wcGJCgao4SskQToETE5xtckXgiUI746cT/UJSoSemumrz
nUIvfo9qNn+EZ+5WF5qm5yGYgkLuYzSqHkV8J12oDmlOkDK1crxNMiQmG3p/VtYzObvp0U1YAN4V
pJZTeo5qTcsQzqCuF7SoDZFDcIphxZMPlvVrTV3A+bifu1Y11C1hobZc1PUHiK0BNxuN0ytSHdfZ
47PgxqWkIHUnRZdaoOIwEmfCpHP0PPAQea91C44/Xt9RvYeeNeFz9Krx5X84Oo/lWJEtin4REXgz
LaCsvJcmhNS6wpMJic2vf6vepAc3OkJSFWQes/faztxsn/1KobJjSF+0Mfw7vAtMZNC+AHko0Wkx
gP4VmPNvA7Ye31vTrnRFjcCaj2JDzomYcp/udNgQsTBd1MR6uuAT7gxfTXd+EdBh6RAPQwI7ovEZ
xrscG5IV5By3ussOTES2zxxpR0BjFRBT6xqmYjwYMa8Tfiu+MiWWEylpHmxFVhkXWEjhO4pTljZd
gBseHQ7y9dxw3bM0nPElat2RtJ4OXBY29x5EodF5xisXO6ObnqD2HMaDGWIUH/V8Z8LtbdJttNWv
Ar8nTxvHG4m96G4/srqueP02TCdJtC7GKxSINTtERSHXfe6jjogH2xd6z8l5ZarzRK4J9s35nR/L
Z2pgVYXhaIbFgcpbovEwI7YBwqbPojpahsec48Z4nQtBPyv6nMx4aSnIfuHSBPdAZyo8saKnEvTb
NiRdIMimR6/DVYM0QONc3SRuMzwSZTuTJT4F2Q5HC+ctbtVOxR76/y5BNOJHxMB75WsopoB2WMnx
Bx8V2ndTGvTnBhxi5HOTRK20Kg+DSkH/Zbo1zzWSqXBOi1bgzm57BTN1WyBJw2ZWXDM55oXm5JOb
Y4C1n70vXWcZKBVnqhAlrbyDADyrQ7VI19z3JQblky19OcfsovV/4awECxLElKlRAF3gTG5nP5k5
0/Q+dKSf70tmC/6+GmbWDm0uCnWqdTMFOz+PmquH1JZIfcZSP1ZkDDXHlgb03dXucNUt+tFn0EHV
SarK8VQ8YJ6hNM2wRu1UqD13N1B5rDtr5snY4W9Hnsxn2j6FwGYwnnDsIlpXECnwQNHJ4afwiq96
jdRHiUQdlEHhE6PkiHW+zzdCCHEWZfa3LvMWVBd2V/8QjbDxdhW5hX+uF6DOYezjwe8fp/bE6Lpx
zmWORhPkZzFFiVgtclm8Zs1vRoGZk3fvKr3zZcQIgKQKlDvM95Cp4LZuUupljivtWgxWiB3BG+dq
5dp7qAzYX31DZhBJhUOcgDK0u+DVb5vnrL7qo307Ys3J/s/T54W2IIv1ZJtP9GagzXyRc8mBTa5v
VsnJmchpnRpgvVtGwBvHPlZXkm8eHRGxvFP4XD7zwB2/Rdfb86VbcjUdF9njby0NQiVSUBUca8Yi
x5iXxyzTUIjqDTEd4raC2R3t74ph/951MNSekf0glbSbDNOtk2fGD8yIsUjov9swbhYlt9TvBjGl
XA1Dug12+KM5oOtUM8K696iMzJMTdCX9q10OfhrYV08cNMzsz/dLJnwR4suji1aS76+Z+mcf6Re0
rkhhVOiNiIJHhaUHMI22pTxoscyKsi8XWxKg2hx2jrKnjRTDjUCVkFIuVbkdzpceaf/PDEWKezlq
hkOliIDPOjc4N05dXjYXaF1sLVWFHrXX2z+js7dX2Axdagr5448ufoDhdlS2tyHf680BIkQ4fHat
ND4VxFFkd21aqgHvS7vE0quKU92YWDGxeXWbs+5d+m0u4PUQRgO0Udmc6tAdwcyVV3zDhOUcaatl
/vOYaJGky2mLhk7ZzD3p1EldRoqR4K+q/yAz63hq+p69H72QrYEcNB38mhSmxYzEnqv52uFN3o0l
8V8eC0KokE6BizBQijD65LD3X50tOEKGe6jnlXoqs4IUJP1VKtreGzIA+JnDUct956E1r72dOVEC
4RidQCf4YZHv5UAEaFiMxDMHo8+0Ey7eqS3YGXWWxTnXYzR/YuhUv9FTbsxSeRaYSC4wqYZh3dE7
oAzEmZ2u1cIzHLYSc1pp/SAM8OJKIhyFVxjJI0ORPEPS63+GbcehbqSgPLkobAmrWohtz8MFtNqn
3bRZB+w33QfebgkI0HHWgmykyH5vDTfcI2tFLV0yTPxYAFGlaxCcpsyc12NrUiAyhDTdf3TH7V3v
5uWRmQ82qmD4/1fLfZu065rdBks9xM5ULCytXGJWMsOZbvX/sX7RqppvP8+jr3Ebzz2EgF0Fwmg3
ZOVdn80I1Ioou/N0iHi9pdFvkVzCkWD0a8/1hH0PskJdXBPisbHFxKSQOUBw2qOuR+Mo8nJPdvQD
QRdfyA77537K68s0OxkPf6NQvfZPlcaPTyVYz8x1rqGUIsABNjSEEOJ3P/aB5GehLBfvwkVYGQE1
F31H5JdUrf2mIGvZ1ETTeDuR0HNr1n394mjnppeT5n8MQCJOxjVxiNgBa+rfsoVIiblsHzXdXrQf
Ol+cNrMyDhD6kzXLYTcLY7jysZh8eD4Oe303uh0PlKY2WWcOXkcreRxKGNUwQv6qyYQJgv/raVHW
FwU8+m8mdtuR3mQ+YP1l6pKjOb4yqsbE07OZUG5PBH+0zaOMBNVdLUnKcqrsSPDNtpusXv55kM5u
3cHO94J4qEQtk+jxA1NCrEPGadqHQzpfPX1jjvPVMboXkyMYJ3BA8gLMzWI5irZPq7D9GTrF+ZIb
AdI+DJ+aAV85UIya2JfiSpPS2KP23REzG+1sDzFWoe/DqWS2VQfuhTHsUxkNj1YVIpMa0UUrp7Pu
/K01DnNmHTi43x2Axl0+/CrI4PoaN9JsID5LpFAHiCl7d5ug/xbbS81rtRKKdrEC8tFNn/gdp/qM
evskHP3NUOhnsxTxH0VtMLE0eSmZHtEUsBUA20jkUdF7fwR7kQO1hmsKvETFI0/g7f+Z5KG7LHs7
Y6nQbNfmA7QdcXMWIvcR5mYiri4zdjLsULjSmZEi4rihurNJX9+6/dKALLMX/LRu+9Y2cjnNPgy4
ZmJ+2WtnS1HE31rqSqTJEXq3o+vQCTi5ewBQQyiJoX/cbUHfUwzMwerhniPpqwjmF3+yRsjERaUU
2YydM+0yL8tvo65mM4ME+dxSjuJ9bWS8aeyvJvPfvqufcTY+jKX1iGadz4o2RaVT32Z3ZeA/gI8x
9qNdUWpxFvC8OfY/7W2Dl44Imw5B1H2pluQ3U/FZ17xeAIbeHcWmZrWZpgVkolwMoKFfDEKgsEZX
N3onmGp15jelww3vTsZcPf8MDeOYR/OD8FkskQR0g8h+pzxvj1d3vgy2hxFiaa7N2Jy/4+zTz25A
5mJe0z31mXMM7WrZl5YRfROhoQCilhWS4mCem1OjAprm1kLFNNV+wN/Vje+tim7+zweCw7V35/qf
5jIp4gBIXuIL4zRJ94y6p0fgFD5Q8OVJFwyoZwVmwoD5c0v8Km+mSgaWZ+zBSLcs3VODJOmM2vFf
GRCpUtb8k9f6ZjpUoUhJhvnQdUu9yidgLszOM+vTxpvz6oUh/hdxYoLvpwSzrdQO1EmXWrBA0I0X
JQ5C/tQwxzrNZxx+XgdqCCToYRz4yr2oOCyF/1EqtOtBf+mkfxFR+wmcbL7JA/+/Ef1Aby6/6C62
Sy/H+9BGakzeRBQReWI95r6ubvsNK4M/rXv6hf3ghkdLtEXMMi24aREB3dm5cxh6bK69bnNm4mF4
T72t6O4pbavR+LA7/ih/aYY0LJn+12bztAWgrnZ27X5gNqop9ppjtpkvyCMf9SbOwwBItRW9jc95
wM0n1JxYdvWX6+WmtmR+sE3gPlxlEhT9stGO5+sR/8JCNONAs+e765GwuClRbChj/MXLDcmDDmp4
6525cpFSr1nUr0bGND5qG3VseU69WrA6QbS6fNmE6sTKn8xkxUBKlvU0n4gXwj81DzkyQKZJkLwQ
xN+3jdnd4FNpPyqZ5195MW9Ja4Pk52maPiYVkCC9lg9h58RTp6Cv5W10p1GBzq60Epedyswhroc7
Muc+DCwq834bRfUIyomyegt785HMyF+r9ZIWkhCBks6Ygs2jMMFO0zv5neOMP1L702GxjFvZgce0
WQd+kH3xOC1O/cYDfNOEwniJOj+/kf4axCKq9QfRnfqfzb5URGqh7cqqR7cw8C9tHE1kFAvS88Kt
2ONNNf/Vk++eFjxj2G/vnZU2NNRLUkxW+KkJ0z4Gtg3Cr8KokwX93irxRUZrsxL7Kvz+LMC/e5Y4
hKNfXXox38zNeFvr/HlkgQwGrf1aJrkgBhwOKm9/sqF7WGd9Q9TjOzg68QARyvvwSQBLJrN9t5r+
xTHXhW5XF0lLD4Ljp7y9WvAzqIe7CVslm8XpX5GZ49lg3mIZNqndUI8t9wM82GEGSHrwyH9pM6Hi
xvJ4WpVA6qVsmVb1Wt8vU2i8Rrq4M4gkTkJGTDsQQt6+B4tBstKIWD1shfPUAQ9feUhQ49hGe549
QAUWMB+axrpNijL7pOauAYyVjw5RQTsbLpZpTQ1lLRypYaxvgQaeh3A6wgdqdnSqMp7JNxuLarzD
bPbV9sY/prQT0hEQkOiLrASeZZkYWPv4wGAPl9bcsVPsoTpMJJ0B5DUio6N3lkwbsHSMKdDd4UWF
yyKS0V+qpKSTwsEf/tULapSog+EljbI4s+cpeDXB/wimM4zwrGi/RbK/oQ/95toMdpMyvrjvuthT
/Gj+Gte+MfnZu4gNSCos8350PcBpHTIDxg8lzjbJUCfMojsCvraDR/yxjlqLLj0iuHgzj1EnxD4r
7OtxMGA1XxB4sKhTqQezigLrpQ7YByXY5+b8slRaP+WNc8IhV8xYl8lZ9Zz1X+D3yx5LLn4DP7rL
BmEkozuebG99sbIxg8AxyCCxPHxErTjisy5T7QCHZLrXHWZ2g0kw0PTDU31Y7InN3jyw8x3ILT0G
hotRomoycpMjB+SBW9v7QNAwyTG//vqdTgtB9FQOuWK2Mu9Fag6oa5ZuDF/KORZS6QQUhhmBW9Xi
FhPwTe/Nz/W2JPO6HoQ1JcLxt38RTUqsRsYXOwLpwhQsDKIOLBLXP4pfn5g+PlTWCikHwt5wco8K
a2HSlSyM1xkH4o0vk3kW1dfWW12HVUtzXa08Z9UCsN+APQUVFGuFa6sp6U0P2iVutbNPcrLMA9ry
AihHt50sm6Hh5B62aHxXjOluPfB3r3rRR2sZ3mZ3/k+QwhVlnKTXtpFTCVYDi0VrYpTKd4KPNHsZ
vPDpqtyu95nVrwz25pzYvmgB5i2nL7aHTNUMtAg8Jy6j9zy6hEtEqzS6zD8ygSTehwqMM5HexDSy
WBHCkZS2/x2xNbyIbvkTtdyTbtnErli30xThz2ua8V9nSUX0X/0SCfJVWdvrqPgBe6F3yyiPGS3j
92ZTTrXV9d626kcCU9Te2KQ+IzN8bfvqNFTbuZZodRYJ4mxWVrLUDCuNomevC07oBblGF4Me4dh0
mczXHxwOzOty64NvckvtwLonghhWHo3mikJiBwmE8Xa4oApqqoM9qss6MTjoqwqX++gwn8obwGAh
Pnkas05fIuLszjWB7Gf8LH9ZBJeMEYD9gbbjeujl83BT4tECkll+0aWZ6bzZM97R7aZd1EfOIiWJ
YPCioynCx7aWy23HrTIsS7DrGcxELCIBsBELpRFSUHb695qxwbMYtsuEiO4OTDyk7saa7jNkTU4P
lzLshYhL62rN4S7Hz/BkcqYWvf/AmBBFbEGXWK7dIQot7y0LzL8JaFnlkROzmfcbCuod3Pi3nhSZ
mAMYN+A0vTsyAnsZte+kRAenYRYgVc0cf5QtDoSQVekS1R8bhAbQq+1jtBRlii/5lPt8HQ7pa6/B
LBlVsX7bQadAOhWp48b94PdYgdB7QAi0jPop6jP1QiPRJ53U1tHKN7Ufeuexn93wEk5LD+jHOk99
1by2nit+1eC0ame3BCQAk9uXUS/oDXFFIkH55nru2CtjT45NsRHOIgMV96q6dycY6qIHKz16nIKY
GUmabZCujkzRvf7eyCio9nYd/YZmM9OlGkdvDfO7xRwsxqZRlAKv6uMWug1pXVocCltbaW+xp8iM
3Er1KMZzUK39geHkW5C1S7roXieIncskCpffTazRjb/a6O9bJEDx2oxfrezlElukBeyHcZoPaBTm
A2MCXIYb8rSg+Yd77K3bliPhgj8rpoZd7yv11i9mgCUwpItJPWnPBsOmkPSyLnPMtCB5j0x07Wcx
D2RNgMRYb++0EPPMRJdPrM+pNT1jNXRsBAY+4tIvZMIkkl6PK/1nM02oBpXYnlfkPfGCF/l5mUat
cVN67oUBC6O5CED0h+vTc2fS7P/T/pK/oj6iNmR0bqYbZPlkobUi40svp4Fml6dok3tyV/S10q9Z
243Zsjxx/02xxNZ6IED0GchxFFdd8b3Vzkb2ebCO2A7dlbiNiFVRGfujSv0Gvt4q+ghiseRmHoqo
gRCZw1aC+nDjcmsmm6LYHCBS/NkakDAi4VhkOJj1pH8J9+S1gt3skM8Ua39sX+yZJhBaREl2CjaI
XKvx7BZRnszBNv62uvIOQ8GYLwi88SmX5NvqrlvuVteAFryGU7qObT3vgizfD17evUOvjZVV/kSk
rCaDqQ65ZaXQ8FnhroZ/B2vbOvYTD+1sZN0J1ZTaWSEYnXTrLMWE1S+8PfDw7FnWyv1Ek/OvWMrv
rcsf68mKMHYOADhUfhyutgaCLOXFZUZGQFD5p1t3Ssil/M/PxI+J9mtv5iEwcAjBMljbF4yr+Vdm
FS+sB++9vHpE0+ajMNpwtMAEwgLSv7Ek5Is09KkTzv2M+TnO5z4EkZjZ76Jz3hm8XWONs/+0xhIb
aXXwsUbhj+/D7wIoL48pI0wGiSzOVlCJYBO5H73qOljz61trYetn4cNPin768ru1T1Gq/rS1Nf0z
pfT6eEK5c+oW6zsss5qXF+S0R5IVAGUSDPyO1ikqbnJ4IWfVVuW78FjfVdXTwBYwGQr0HRCnjYOm
aqD8da/iN15QnOzTVsajb9x185hidO8uW+bucT7s64lJaGvu3al+mMjoewjWiWEiXsx9sDpn05+a
dDUXbGrM7wio6E8UfqcZQHLfwlgbBwP2Ox6F9W0Z4bZ7AbHvHW7XFAePgDKC0EVsrg+mVpK4wJW+
9zIM5Y7v75zK+Vsr0OOWzTKgd/cgqKna8vCJTt7bhTMFm6P8Yr/ynFwsYRwAF51EMF16eKlZbGSu
PEeqJNFrkvPLVGOANceSiD9AlHjtNQv71X0s2+ISFKRVyKo/huV1VaOd9bwurZOy1wlSMMzMuTJ2
eRHEr6d+DXEcz8uyfTUspO/cEq0sCy1coYNz56z1T0tJzXZhebsKtPemKJ3fBcF1TkOLEUVPMjyb
wZXWFXUPhTefQJ9X58oX9seK5TohKxrkLYg3iiCY/h1cTgYKKC+w0wZ+8enkkgDtelqeOjnQ/WXU
aAxzbds7dLzeT/yu06/PNvNcDL23d4rABiscqu4nHEuDnFbnWsj47AohYNkAKsjYHSPaFElZ0gcL
u4GMEGwASRpyfq+BqptW3QFlGK49fGkwn4RWyiZdoj0iTXo48Iau520TzZ1BcuEttzFjOeW6FEVo
3YKyY5iolXL/PMnpxdDh26Z3S0q8f3e6VkZOAoIRvIy9NA0OC8s51GsePK4Kweku85X748BFBqmx
Be1/GIDnI2s2JjgtL2Dn+iqeRGDEPTEEYE3dG+muxmUsu/9G7cW4CAFRTMK/GreoOcOy7Z8hIpFB
arOEb0De4cg8sgjk9nRyClazbZ8nrNeUr+inmormP6s6+Zoz2yehxGg/Bnf91AsCytJpy2IXoTs9
I+CiiCvclbN/BgbFa1V5xe2gpZDUXcgOdm4I0z2uGwO7ld0E2adY1fymNqM+rVk0fPQtwEPeFlmy
diErl5WH64LlsxnS2CymyWEpZlBTrKvDr6AuWxa5qBNf+FQ4btaZaTqYIMpaS5Z6icXsd5997zI2
nLOKjLa82GLfFcN/wfXwIXv6UFYemS2khH+ZvZvWmn2hXeSkEa85k0eX5yeh1zBArzZR+VuYaxly
rPkBRvH1zlOTkY5X0kTrKHm268x9Z+dUcgJv7x1xrPcQqLg/1FJyIjrODVSyxowNEfItNaOzs8fG
+yCHHcyrpRQbl1W/yHwt9n1g9slYeGy+M26yz6is1WNWTfnD5A9vWYa0EaI0IvoUgWh5CyN2NFNi
ILyjaUFhqZ2WB7PvuhgOg3XbZVEOTmFTKwi8DbK6yaFPJS/0YfWX7OJsJMmi8R4Smz7stl/0Htgw
jQ0unJMb8vQBJWGWsdU1SYMBFCenzl6QkbhPBYnK+oQlpL+1EKec/Zrtj3KjYzlTR3FYl0dirXly
c2t6BVVisX/vzcTjdkuFb/xAIzwOi/lX5Rn500b+WMzmwEBvnVgJFYgZNwyjX8M6Uapv/nU20Qb0
mnDon8OrV50K5RrTYcNksyLyOAwIEZ+1AZuh6dRFlpt9R2y3/c+JfFS6uRXWp8buFJ9A0R5MZRs3
qpvnQw4H4CqbKJV5yPxFvPpsIpLOqIuT3RknplRGApET7cMYRuzZW3bwyDXvBo2yyGZhBo8HIghr
MZezeEnDSYt/zjgR6cT09wgPHU9Ow3TS6b0JrFUPSwG5OYUZu25/LPbKrrfX2moYKHKwDqDoGoKr
dLnsBxIS7sMgXP4jQzw4egWboeGKW8i67JohJ6ef3h1BUqJbfA+J/AXQodYYZETxkQPzeGcqX/1O
tumRjNgHOr5i1V5Qx3jnqlbINCZdFW8Z59lxDYjk7sUaHiYekNewBOKceAOhQeh3av72yOxjfgGU
5AQ5wuYPGBc8wHszmKzWbKYr2kVmDgbw8eiLBnnYOOI282ntrRpdQvnX1S7fVwfZOCU7Ed+pM1gx
5gRG3XBW48lwgIhIa/qet6Y4Ak8gMCP0HJh/FmGOG+old3wBrB/ckpY+pjPTiATaMzVFqB3SDDh9
Nhbq4IGAxIDO1JaH3pP/GncT6oSXCOXOq+GWLFwNqHQVw9eVu0ADpbjP3PEOCltBkALlzFuRlRUS
LBvWJUsru743rHLjvUcAcaG40Sal3cr6Ew8G1xUoxIyOszCWs+ku3iep2dd11dA49A5FfSa6oCTq
g+MjNkgGBcZYzAR++JtmP1iTA0h0wSifByVoucIVY+8uN6vAZXM8GokfdDoZ89612E+XjEdteDR7
jz4d0Wl/RptQmrGjHKpXX/00cl3uC2Gtr5g32CCNeXRjOKJK/QrdVO0s4X9WNc8X0oWAVC5Tw4p1
aaG+uPZXJG0G0X3HrNjO380FnsuQMY3Ip/ABDUVENiczNNpQInXwBk+dy9+jozQ3V3lTKwrwqxiD
1QPugbjybYF6ZF1OV/v8yW7VBy3bgGUfdwA2HK7uwT9LEMAchbY+V8N2X2T1U1XW/dlmMoRkzO8Y
2rn3iIiSbUBRHWaG74K1h53LcySeQOzkSMvqjEYWBhQ1hg6XIzxc2PS+CrHeEA1HNDztlMUsNx4A
aKSYJNwEFi3xbUXzpUjhQa5lI2+hZXtjBaFIQ9HhXxZGEgmQQJy3C2H/CJ7wOv8u6HwYooSNe6PC
4oWoMH9HgiK/R50hY7jOe7wsbTKm3dsWsR+ZpXdhzdoeJ0ZmFbqOYAWEOpl7ak9qQGQm8MB12cZe
L7L3NVqpr5bVqWmXUaC9GJlaz0SEIh0gVmTH1VU+mCiXDsM2td99JMp33++NdwuFhBv7kY4+2fdW
d6brl9ezwozemOHSDtnDfFeMucXMosnohK3RtQpmZOg6ymxxzipsrPditYsnrxNkc7rmImG+KOOX
Eedwya2a2I81+u1M9Qp6KPWtwvpXd6iNFlRwST9DKBzNwd9VlnoLhE5hg2JZQ1Um9xYbLWQfTv2z
sMbsWTYx83We6Ecv41TdbIg+3mDyEc4Ec4FG1W+3xAvVb+5Gz5Kx+Um3+FeGEpxnwCgpyH8HJ5u/
pkn9OtYYPZQjbhJEdvOUmGj3WJJ16VxUKVaq7UCE1wfFWYBxqDe+osKauPjaZB66I6ln243RaXOP
wfBFdnWfunaWHzul6VEcFaZymisONNj4O2eKCOyo3QBQqlfB5TEbUpaMT906fy0X16leTDJ0JEBH
Bk6bE033sq7ERS7eOVwRvWWBdVrwoO9K/EkIZQssjd4doID+Pdi8iwHtrJzWs5g3hhibAzDaKRDJ
ITvOIH5KdskDy0j6QBtjBs3oBgQGQhTzOdBeP+vqzmcPlmpCwgq4iojFBNixmw1XBDCf9mlbi+eu
0GsyiuhgNmPgxbliv7rLXNzVMWVC9726i36oy+kuNOt77vTut1ZW9snBgn5GEfT1tDAyJchLykdP
1vzGdmv5YLZq/G9RiGnKtpyRQVLtlMEDio6qPTBTty9D3XDtMFcj9uFcd7g62oa3YmcGXvc2eU6u
UbwbxSvVQnPOxPCnIPTuyWwxzJ1vNk61w/bIiLcP7O2+DIRKBPOrD0Q73b2/FsByzGUAIzMx/tQE
vNg4zzKDppeX3PRuxz4aUptK725xuvoFsLeiPPI9zt+2b5EJ96uDJ62SIxMFo7+UhUpK9KmG+HBk
KHa9J420gG9TS3qISsuHUeK+KPJU91Os5IQkUDrrdivN1jvnSzDIW8TNK2kokTUssb0K6Ax6KR21
z8PrfVYY2TYyAKhIPVEjFuQDhyrrq7zJ5v9KIofxTOD7Kn8k83nN7THjwtrphr3jnzSasj2VdBf0
dDCq5gfATuOQkPkhX/uoXx8rDk/vy5GteI6WcnwdV8w2ST4X2tm3tc33MG9gt9LQmoc+XUTTPeLX
mYzEklnX/eJWKZrrkeuXl3I23fJk16U5n8oaHcTehEeSnTolbTMlw4Cugh4MoKtbrdt4owcxY6is
1iC6GunGNvHRdnZ7ktVsZ583USRuO+USaq/G2rdP89oOpGLquetunRWMMpENIzPLdbAKssg87f8y
6ze46ntX8JVgrntBMshKoxi138ZRUavxX8vNxH1psHZjHGbWRbAPZm0x5PTtdu9vsN+SoYRJe/Ha
KwXQmMNg/tKK6/tW1k3zPNrh9IwbkDU/eHAarzBjyZ+4dN3WheSWbEuRt9sOnA0IhAniiFCzz6rH
iLg5NkZH8iqt6JERBewphJOmnzgQ7iy+xZzXAqJ45yXwKoUHXr2DK1qGeW3/lo7hvSHFbLgEwUTz
gOEAFHEA7W1NBmaAJp7FettY6rl0LU5u2l685lMEr5RH57bOaWn4jd3211mK/jZQVmEidjVcoIG5
YPA+FVSFTYUuElVFWD8IWOo9r6l2IKQuY8kjhzVWI4TF/XuOhuH/E4MaJcUmN+jIfOc0m5uHTGy/
lWiUjqUp8xFCFf35sS2GYNvjzQyHeLVqs78HG2a9e+aVJ40Bh5RNIVoEBkhZGuPgNpLMCx6iCAyV
xQF7aMyxDWLqN0SlTmlJM2mXDfx90pUCuUM0wYdO2tLP/UQueiz/5AAojAwlMiv2baEW/wWmVc+Y
1HLKm0ZOAMA8HgP7pITEvcimSaMHx5pToO7X7XQhsBRnjqRz8+87FgjGfVPqTR0jG/NzurAvJcYd
DXp46Be39o4IXmECxz2+req4gIDJOBpQEDPsA1Wxq/o+eh+dOejvcnCZ4lL2ec/NjPrQTUWHN+CC
cHQheARbCWU3Be/Hxq6bCV1lBagD2WvZTASa2j2QFz6Mp6gmf+XgEuMCocSbDQvHIMgkGIDtULm3
lRry4d3RtNmfozRnrOrjkN9kQKPLE/JGvT5TAAiq8QrmeJvAe2up3EB0VEnutr53UCjd1j2Uv8EG
1S6n6s53qomH17CIQ8fJOcobEWzhj1wmy9qPiJ3cZCkH6D21QBL3juS1zW99wYqH6xUhWkx1igVE
VtvQJIyp888iQsmMAJKt+CuP2fKYZY1sklnKGl57ga73rqoqd7sh7S9aOE7r/IvBSTeRzxDhuSfN
LfibQ2t138NhCCRFFrluj0Vf1N2pNgfzOtNGknlfYMOge4P36hB92KLmYy2YX0NrIIqg8hWV27vP
SBRH4+CpwNnirpcK2aYwtw5K5QgpFNOjC+vRQS973xScDQyJhTe945d0VMKwxV7PQ+M325N0UPJx
w7J9pDhcUe8y2mEN8bFBGcleJdK35Vits2rIonRRq3gQeKAHosIEjh6gfz2srY8pHI11FOJtzdWv
50fzCtOwZ0NuLMV8hTiGyjnlg3SXhHH18og4eh3Sqiijuzl31XrHkHrKUQxDkCLlEaXVv3nJV3Gx
jEq9IOX+PzEK4DRSE9+kQsjLLHpcZr02ZA57qC19j1IknkuwQQfGSfWWYlYkvGVzelopJPjj9zqF
tAiefxWhliTCIPlBPxWehzxDVBZBmH6TFEn5cTWN0WdQHphRWoAUctMZx8Z89KTkGvMhw3f3EFxK
wt4ayK6J4sr142octs8CjWsPSpJgIKSP1TweECOv5AuJoXDP1Upk737Oxv+xdx5NbmNpFv0rE71H
BdzDAxazIQF6Mr3dIFLKFLx98L9+Dqu7K6TqmeqYfa8qopQSkyTw8Jl7z8W3qgj6BcWF54ARB8vi
L/pTVFBgwWBRdl5tFLA1o+U7sEa0Xxkcb8+3IZs/ecTknSvTQEqZ543RXOaeDKo91zH5SJ2qnA9b
kGsRAH5WHbVebgw7KJPWdz6mqWE/mrnfqtlKvttyrJALE40IHES3uZd5reXGS5Tajt5ojUEukiS/
SXIQpQGj774/I3LKJSLBiR4EtaRp3VORc6r+7eph+4+b72/oOn7/KP5O4voXEA2QhSwpP/5r86F+
ScP5/a/9Awj9G648DHtXy5zQMaD8YerTxG/CAPfBepNkXEsisfzD1WeI33QASh5IFdgR/CX+6A9X
n20gVqW3hB8DrRV+zT+DhPneyZYtySD+P8lhGPiu2JSffH0W/5hjIAgzPOtK5RNXK95PnJg8iwtk
pog6qcNoy4ZmuViFZ311GlzbIVdXPT1PLwfC+bYYMvMNuvOmYRKqwU0iLWIiSaOZjSAOu8CToEtG
Dbcr+WU9o1BPMrCI0YnnWdDir6UW8pIdnI+C1UNEQCZ0d7/DW7Au7ae27Q7z2DCxNdnb5q5sdr3y
0KCp9CHWlu3IxJakhAhve4WYuvOcjc7OqeXAP9eaSe40GNsbl0oSxZKmrQy4m7R6bXePRJcx9xze
zfP8gtrETzVJAqPkER6OGyxQ0YuXUNMZsjxBueY0yRayBRbHfC2AicJiv8qmGxsvoLIo7R1G9Oj2
n4ohFTcj99U+t9BhSKf4UeRUnmEzKvpkyLxCS95NwiJ9k1g/X1VZujcpwwPoyuFN6vX2sXTH7A5D
jIGq28JwgAL/KZFFhTApnIwD0kt9Cdhyinvc5gzaI3FHvrg/1867N+TGJ/HHssN1x0DIR8ug383A
4iO/UXZ4cs0J1RiDneXcdIt19lgvVbClU2cTkWL3o4mv2SwxsIhAdNJFdlkX0VvlKrTx1mSqW4pE
+ULcLlvKnjLllki94mJxVyB3KYiHEJFklyLQGd2qZSrPmOl+eF1OsxjyEQ6B2Y3gbTGnbqcZzAbu
wM6Lk60TyYimj4g6Z92rISHeuBwdBN+pMaDdKbxXM7Xd6ZuCVu1D19Vvasbc9roj2sV4bNj4X4ZW
3kFXsYNiIbxjjbkM7aTGmbjqIvSnUP2zE+djG1wDgzrau6k4kDrp3JBFB1gbG1IA1nu5QdJ3sU3C
MlaNVU6X3EUlqzXFfFgi+SzH0swOCa5ydDf2bmA7cOW7zpuoNN8LsskrB+9BNy3JC20mBLAKRh1J
gKtaF9tmEZYfmnLveuFyA+YwPgBkCSJ+xIruah1eLuT/C9TXk53pqNfg4iUDEsj5VTbpOVqKIHIT
PDE0D9J1goh+r2ejuyY/dGWV2i6eDT/G+1K7lLDsHlqkoNTgMruhHkT4Pqxdgu2mQj3KNFoL3cy3
k07Dng3TZYquS8d9Z90P1UMj2m1NCxWZ31lKkvnEqiLXX3WRqvs+Q9IxEAdlN1uOo37TWrR99NRY
GFH5hufIKn2CaGE2kwJUpyapRvDLGYXtkgSFeK4n66XFRBFpSHaSutzzVW0YDh+ZFa7hEVEEZsJY
99NsrEfH2qd0v4fBFgttJa8bo69baUUkg4YZ/gO3zclICbkyV67+nmTuU6yXpCCK7ewmaxz2e4sk
G28p93OX3pgusl4iZ+Z2OTIQQmD3w+ZUkZMR76GFTE/A4snGRWaJdGOLdQTbMGjnEC2tzMMroKEQ
nHPqPcRgeIpTsOpTlvyo8vw2vypxllS6615vXutm/NRCLwyQhMi9affQ78EqTvmlbNRHniRbg6Ya
kBJSBnTU0Zn9nkVRq/rtnJYhsVbo/X2WBzicdJyco9dspQ5od4Ua9dJNCKzSKon2qlxaa5PWoean
iNqOqogJliF5to2ekD1bK9AdGxQWeLIyDHdkP6n8IcriL3J+vhHMyBEXu9ldwYZqAQdQh8MSlI6t
rfAzaff2HDLSWtp7HQrifUthRkiSqV3SeECyFuYeAPpB94YztVDmm7XWsg678rtln++jqDaePcPE
wFeo6lWryoF6qQ0DJlzefZmmKgH9s3xkrfLOtpVsqOO6tezMJWhrde1Ur4QcgQqajUqMppPtuvua
a3QeLPunPVgxoMCDfmqTNDnEKIEOboS7yjbT+hSas4vp0wvS2mUgUoB+H2/zZvBjSvs1lov8RBhh
ehOWHWd//CRn7oxK716oBTd29pEQpUkA/AO8VdTelf7lJs4uwl1bqmpHkvwWpgZPFcuZjqgOsOll
zXfY2Wc367/jIkXGqmyiw6rsrjWM740GcAFOPQ8fI9kVE0CXUZLG5mSBB7WBFChE6cti14GLPCcA
KJIwKMLQ5s0lTBaLuQIga9wDIdRGVpvf6cqzDT38YdK99HMYc3crKgYlbXXAKINbHSkgQqR1XQz9
ugT7kYbFZUZL0TRgO5lty/VQxiSuz+uQsKEaWUhpPxvT87K8KXAkpEhhDHZf2xJVLRedktWLN4yn
vOWp1tlp0PXTTmhviVZuLaLiVo65IMHKtqn25rRq1zfjWdrTI9zYFjM9ZBSuErbtE62s3PZ6edci
YEJ3tye5gNvBdNa2HG6jrr6xInriq7s7Sctvkq3Oiu7jbC76vlftfizJ9yrzs9fYT2ETv4a2dmDO
egCbfVfFFSF96bF0IJ4SSoNPTn8P2/iCbXFv458qJI7i/iWZtYOpWY8axLeVbLULA+CvZXholIw3
xhDiEwYbxUjK/uGEIrBSscW+iOjCd1MNZ3gUEc8tHkDTvc7qRyHz3XBtP5lce23JSaynlyo3djDh
sUa6yW3as7Xp41sYsTaastylCyNzNmU1jQZh47rxObaO8EvSoMi/NzqqiFoEpqp97FhrUAP4P5if
eBN8QBdHPMvMeBKko5oGecfDtik0be/qap+zatJAoKd0m0Cx8GgyQY9Yqb7MY7x1SR6Ypisk20A5
xTj9oDMHXCXRcD803o5m7I5FENwwvHd96H1y0/qxsrZhjvtWl+G8Fw0x8MmofTrYgWPP2/CBYReo
1izI9hWB8sgktmU7Qw7TfN15BFT10cb61ko1f+HYiPQENU3XXhBREjPS3Zvon6RFwI3W7GcG5ZK5
Os5k32hQUZE2tDbT7OwqiWAhL94y9eXmzgVk1qtpzBskX/gVxQZbnr/EoMpzEoL1fAsCbY/a1/Xz
RS8wrLfeltUXXy8zMC/rfSEQONX2SaI9nnVm/7oRoeHsnxDDaox7mKD3foGTe2cNhTxOSgMiJL35
0BWffJX7zOQzqQp/6osztxag89QfMtbNir2PN2QXzP/kKIzyzhmKdi37MQ2sXpxriX6b9JRAxSby
LDRRmqnuGwqNoRtuNRIglsnwRYwSjQYUy7jyzVFtjUmQaoLr3FIPpDwJv+pGIPv49nyCEkmQBhi7
w+D6SrpA+TiUdhlYQqHQ1Lj8nEHXV9WkCRYAyatRPeKzu3S19VBVky8GkxyB7i52m6NjmifZMZlS
JhWnTa/aqkOH6dOJmju7Ne9dGmgiOd5H3b3FpbvRvJPJIjpe9C2BXxgUEc/aCvGo+2hb9rBZ9O7z
eqBvCmY8nKDDFrsJK6/uCYMiK++MMUGNpKmW3krnqe3FRBUgyxjZhcihwyzyYjMYlbqdA08V/Za0
qhwkhtsku6GP40AHSxbMAt+XXrs+oWIBEX7fo/ZbGc/JllI95lKyEVab/XNpFW/G7L6b+RSiUs8D
1zM5AgzOC7QnFlrnxHP2hqRYLDOeGZwLw4LIzxAmT44kY9Uvw48O/Xc/5BerKlZUJ2vctGtknkFo
jRsFGmsqzgAoLnZ0CZN30P8r177JM4VAXNsL1bypgUTl3F43Zr3Wav0dAOAmg8nQASEaoyXIEEWL
yl3VC/ginK6bCpMI6nP0UTL/aBxry0Q7YEBxZwvtUY4o3/C41U6ypf/cTVaPLMDj4mFRVtTmtiy1
cJtUPDVSO2hynIBZJcNthyq8scN72bynBTaE0i3lZrHvLReNlWjYJ4yZC9MSP06EyyQRxj7VXYzp
8kSDRxYZHCxUWKztsudm6HwW0YTzeRcBPXit5d88Q61t40NJ+3a25Tcj+p7rzrR1YtRlTXq4mu0q
80OwsQdB/Ji0Wbwp8MbaJt7VVJtLCkt8B5imrfc4ZNnjRjhJMkL1GhKtzBl5E40kCxW2IG370E4y
fI6hIF7/XzSf1VSLTZfU1BBOV+07Ip9XBQ7UlWlTX6F5J4C8hHtoZ980YWFIRRlMEh32L+16SToD
tuXk1pytbwU6RX9KmgdjkpuKLfHBG9ULme/3o7Dbl1TPPtPrszREh6LBZzLGbbskd4L0ycCsE8wX
+qdqtEObkCDklIyBM+mnYfvZ2CMe5msItHsmMPeS24Sck026RkslV7qObLdkZBVpp4hH6W3q0e6Z
iJDPRH6ll/rqYp6VMKlOAYcjZ86ZlRp46Yv2ct2ZEKGI8q4fM/GQd6baeG4Zv3aOzN7RSuK/L5ec
5HE8PcwP4QLW2vIOKrxZj8OgBY5ruOdh0bwdFCH2wYZZo2dQ4ehsunzRToyb8xFtTI+dW5NJUflG
sdg/hjquEZamqE3JPe9vItFqGdI9l11VWTVXAQHzwQbhDVRw3yDwvCLsw6yNU0WdOzaEjmt95e3S
iiGfH3ZZJJ4LvXBQw4khardaPWvnEGXBliuNiLcS0xNLEeqOhRL8th4HJMQzR+6amWFy8RILYpbU
un3XIk4aFMsc4l9j4+Ca7RLhb79aTtolQy1YV/ZVnS+YW2qDjEBlMv5gxEFh8dJzjiKTzFC3rxFu
ObuF5HJwcYCE0OYvKmVZCYSWmPHInhF+5jZOWQAc+5HETJ8itds5aVLbF9nUAM8nVp/7RWmxu1LR
HO3mVrZHdMreY4Xj615ZDgF1GbvqYq2D40AeQTINFoupkpcQIQMaaDCaCMLhofdUv7hM4vLcR+zg
Vr2b1XeMkPLZDVgPj+mNa2jC2bSZWpZHYSdJ5jP61egggXKvZs9I9kVDu+bbbP6egQ7F1saxuZfY
4V7Lzmi+OtdrdYwWnQcYAWES/o3nSe2KB00zfd/JKoUEX0nRZtYuXdi2MPg2GqM+a4MFzNBPXD6o
fVh6ZX5KR5Q1VLvGMqz1dDGwkRCmINtLTsrOuM8XUrMeUhaXxhcNXCy/CIjl+BmxbxxiETrTKzrX
8dTBU0RX5hQ9NdjVwtW6qLqWyjHuG7tvQ5zdvXFEtOhxMiWw+7YEgufhVnQuTKERehOvy2nCeVaX
7jl1XPaFTofi/WqmSUd4bA5CSt3DlLxK0Y4X7LpTdXYUATlYt7WFQMwsE98qYdnRuuy8rj9A8RTl
Rl/mcN8K6wpoaKZBbIsopNabO8Harep1eVND2Kh94i60e0fl1ldZe/0307TMu9mY1FfVUaHk8Ej8
rq3j7YSA9MBCpXqrkYuwNM+EuexHfdbNde+FcAsIWzIDomgRxZfm0tzHSVofCMmM7tIwDNnpNwvL
dmeK2o1DwOO+nHGsiyZOXpM8VUc00/Ndr/Q2QFyBhCXmGEB+v4T0D1lkfIGo9PYCwMhD3WHGaRK3
OptdL+5028CegArVOLQsm9vAKQRLpzEVdw2YwmvbnWbjOhcKpRxR1jODjRlLDKsrCCfEI6YMRBLh
3dI/sT7U0nSvDLSeTSyReogQ1/Zmkrr7Alek+6G3Ltf6GOrEy6BAeCjB99+UrH82DXKDI8BF+gXj
BDaSqZcE7oCHtgYjssycdFOrs6zH+mSyc2m9V4/2+ZAaVfQQdi31iD0qj1HWwLQNDkl3KRLTe1U9
C1ocgGHq+XM4RR8lccfboaA3xgNtfMfSgI68G4ziOc1mwZgxQpCR1nF1WSyj/TKi8obriOyErk5/
aKlrcKGOy1BdjTs8YvicnQ3+t4tOFlMXlJwv10zQur9P2VaOK5YY9ptF/g0SScd13FNXu84L+geq
mUgqNqEWKbw9VuF5vcAUYkHYS+YWjZgwVYIFGZ+YuY4YXEd92BleC9qmsimS7RsYvBxXAFy3tW6F
kAB6vIT9pNg3xom1F1MkblsDIPBqsaq9tbzH7f3YRgjeQHicmHzO0F8eICslh4a78GBBJN4ksqvE
iv0u5TPKtC9ieylxJiOcD2beRrdEn9oPKB1oEECxsFlO1ONEdBjPQOuqQOjFdEZFadO21vdLZs8X
QzQhN5fFfnygv+Lz7u4sThjKjrZkKfpoIQRZmYwYdjnue8RIlYZDXagVUaEN7U2tT8fMMpi/uO2w
QbARrhsLFpAzlriHRMhEtbv0Y3xGS7ubRbrltkJY22avzUwCJ4bjsdpqk3eciuiztPOtyhEhUdpI
le8Lb96R+ERRAcggWUh0Dpf+NCICXaGRNta1XZlcnCX6ZsnA2ajaAVnsGB5s+I00P5n16RSd9kIS
XnzVpI/OM/GEVPhGMJi3YdMlr45Kj5h30dFAZT4X82T9GCkcUqRq+oDV2sxe82qev0i8zt8Mu7MP
4Qw6aYrboCVEfOQummW7G2K39vZdrimowoT+TVuuzyKGDOBhBZNl+ml1Ir5hE219txeHlT78jISU
bzt/0h3LeHOw3l4spZO5NKZK+4jaRpKvoE37OM76R2MxSrQJmjfczGa03I2yCxm7653zLW3t7AB4
r93wQ9tejPpOn2znE+uRPMVUSEYwko390XY244mxa26sMi92biP0LdHSkp5LLtsSwY1mlXfTxHyo
D4/zjNA772JcdfEUv85tAacyLsz1NZN2jXISaOvsw8MmVc9j5xxGibfXQ2ujOEwbHYgrD3IMkt71
lpySboPB4zyMhWL2TPoF+7EjYy0831bk4HtFTo29DalM7znPrLKDqbR2NTDgT/RKmH4qdeymJAvC
vu92VXhVA8JP8idNniTuslUkvIdCUzSzHdJbNfMMMljwZgxEpcBdlFfhk2PaEI9tJz1VBvqKqe6c
wKnm5RZL8duUtF8p69gUO1lEZCFNVlkeekbxaxNvop8Z0WHoimdcyoEVNtaHnHsGS3Gq4ealLGh6
ku3KcF+7AHYYqT8ZDhd+O4Typi9TJi1aASdHVcHcd5R0LuJrBrztjVOLB1a4dcb0EascTIBvplse
WUb4o+iWrV5pb03NBLOCO2wXXMZePbToL4dV11sycIfPVIw0F565q69ax7kb7rCvgSou+VyGvIB7
4w4vU5S13MfiwtAmfab8zEhYH4aA430bJipbTYjC+Gfmexd1F3shJDtxtRkGr0LeXM27yhrEXncd
Awp0z61ctsPbbOYFpTWhjeAttNurrt2ttqpvDxGj3WC+Njf4LO+MzOs2CGWO/UwkZbdMFsSojPB3
ve3kGg5w5Gc5ridlmzdW6zAmThC9ZtxLIIh4vJW+w6AONbS7jIKBh76hva6xv8KcmpkbjjIz8I51
7LJRY5vRMAWa0QRsY95nt5qZstVUTH33AlBspaOU2oQQcjaNLcZbzQVciFCJapV8s7UeYmgdjWmv
UDjmNrNHtu/t3ThyxWT5dGGl0HHWOekmL/r8hN2nfkAGevY8Zex7rXhk630yo+lzmuShqZsjoZon
XDbP3u+jvrF7oIJHBVddkS6GnD4jBndmGrcXNbjaOypYeePoWc6Mou0hp9coFggbPsIGSik+eDPw
XZY7x8y+kdHTrELutJjtok/qBp5XBUC8V9GlaOMnmyE+ktyC+b1JZd/vpU7EqsruWBFeJZC7OAYA
OLgTT6eR8ssqdplqWbj3NyVepXoCNTgs8m5G6ma1c3mXqkZ8ABtz78VVNMOmict2AhNx9LqrhWQy
7ceJTgBsCgiSES1l61TlxrKYYxZsWbZDl3enUVoHkyEeUOsR96rqnz0vi29CTW0Eno97o1wYuXXu
tO7rCcbfMAMs8NyPpmGtuEbja57HEaD7Wg3hXq9sBmIGTGr9HT2KsSsN5MKJZzIIHLejFRmbqrce
e44SzP9Te+jLovs2pdCnnI4sANiq91YSrXWsgq7h3GvK+IYfZptzJLoMAflGD1YH3Nd7yEq2NlEC
/3c0QUdqxyizMQpQn3vVez1fcdLDcUSnTiFO+o9dV1mgFsaJeDkYrXOw45rGX1Hr362h9Oucd5Om
zadhWfd1mx0rK0GE0vpzinyEEb+zpVuadw6WiM1g5s8zw8chNq0nXDqHnkFemY2ACIrfx4LcCFNs
qudpTtXLVGhB1rB1cWMoBS26qg3+OnGUbfOWXlPiq5RlARvuZd10iC4wxkQBz+Vkrevjq1TyRSEg
pJ1FNl+QtqbE2KzhnaJsBE/KxHiKapKropMlDmNcH1MGSLdjr6N3mcVNmnya+QiPNFXMZYCSbCSe
lImG8C0ZzOlbi5DuZkjG7jOJxt4JFNIof5rAPa1Ji/SuFjagI6tKY0iKdc727ooyxAuUoZB/jmhB
cDlhVb2xZrd8qyIhPvTrzC3nt3T4oev95MKn1tbUba3C5gQauob0X/gmYSyUMGWuerYphMebI1Pn
UA03Ju2J7xJecDYcwhP8VrKQskFZfpcxJQbzmOKLYjRij0giZifzngMsN6LoGFksLxkGf+lztEIz
GyQI3bfYX0x0ik76ZvXjPJ5D25oZbqoUNAQ/b6zJvJ3/k0qUdPP+87//Zvwl2nn1EbcfSfkz2vn6
F/6uAhH6bwT6GRJRKzBj0/X+yCPiT1B4kJtDVpcQBJLwJ/9EOzu/XdUfCEdAIP2KdjbRjhArAkbU
NCA8kyn+/xKBoCb5RQIiLds2rkI/+nk40s6fJCCC0Vgq8xl2eez2m5mUWPzqufXIIFCelgYLGgK9
hmznyd6Gsbe8m3EbbZgmECVhjfa/CU35PX/lZ0XK9dch29s2TJf/oKn6VZFCg4u7jFGcj0K/B5/I
wAtlaN9NAfotaLSEvX5oNhIU1AQDqYx1js21ZjZa6mF6Tok9exezZd+6DUTBxKM+tEfrIZwXsgkg
G7D4KmBkaZGtvWFtZC3ZtoLY7JYqmHoMdsYzgFp01XLQ6H86/C1zorUs9nG8SOQFoedDupUP8yKY
a4XpCPoHRNOqJeSdTPG0Oguti+01t+/wlbt1x+NDt0HfmQ7wIbQ4kWDuXEzWCi2C8z630GBQmmP5
+UmM9A+xz8856eav4TPSun6QlilBFgpewHX+hOx2uyVn2VmD/pd9gCg1MEcTEhnmr5GlUqeF56H4
NGoDGeYQWOq9LNytjO+bgdGoDshNPoTtRsoNroKVxwq2yftV3xPLy/9GdrYOs8R3ccE2truzK+3f
5CH9iQH+99/eklhBWc0T1Pyny2BB3VxFyE39JhsSP8LTujaQY23/+kP63z4jB3mNZXlSYGa4Ys9/
kj8ZEkN20eatD67KDjTBV1qGd31xwnnzvjB1X+UNgtC/flHzz6Irnhc2aitd8PZ0gcrr11eNLFgV
tYNo3iqbIqjtQj+NxdyxG0oIBRZman3x5YJQ9oyouiOU3oFdzPz5e10VxQnbeXWiqTdve1unIizi
WDvpKbuNFLcb6cCwq5p2zHCazALsq8uD7N+8gV8jo7i0eAOcZh6xdaZxTfv79Q1wkIBvo5hnCkq7
0lo4l0UG+GtZGE+YyHA2bW85iAxCYK06Q4eEIBKSQUCyVoY7sSCJx7XAAhVMTtWsOrMmhNvSMhZy
wt3OeXsQjror8g46clOlMLKEPOMzH29GxHRbp9bvuwVhZ5ZGpd8zN/o3b5Cj+tcjEW0dSZqOtFxb
Ejl7ff8/XRboni1+7bFBZmG3O7Nt98zDBhQy9g+yJH1X0jb89Uf6J76+JXlF0zZcKgHUgq7+p8ud
jUAVDgWviMT8cW5SJtz9aKIJOaCnsIK/fjHjXy5AXo0diyUNZISCp8iv76/KEDErPMY++P11DiB+
U+s4nxENoywpcIs2M6y+6lbfOSSI+sn0469/gd8P8V8OeaHz6EIhbCJk9Mw/n019qGEhs6PGj2jc
t3lV2Ie8L8I9JS9TXSUwVM5I+vqyBSOFyB3xRcNJI4gw6TqQPwi51UkfPHDBstt48K4RtMwBNaC3
ht+r+yacIN/JkC5aRUEz7MYj/5pDi6IaBT5HF4/FdEdMEy0sKLTbAv8VOeRCBOPgRfcq1dzHIe7L
bR7WWSDTtiBhnTNUTNdJVte51RPXJOTZdli3EyvEhLHTceJ3ewbx0B+Mih1JIvnqgKRMx98/vv9I
bv+GwuenK+lfJLfnqoyqPPn4pc66/pV/ZGgYpF6AW9CFyf17jT/9Z4aGK3+TNgEW/Cl1xd8ltf8o
tATxGuRaUPs40rvGb/whtrUNUqm5LfH5Wh6BFPb/S2xrGsY1t+Knq55XJ82CxDkBAoLqRr8eOz8d
K2GnIQVnOnCObWZaEbxol7QhTN35GtuQGs8qgx1ikQfRFGP/PHH7TP6SwKudVnD1tfoprbxR/3Ji
7mumNg6qvd6Zx29mYxTyI/PCSt9laWE7H1mtRgOhP8kAmzRiLXRQ5Vz3CNdEVm4InMMCBbk9X2kd
CxO9QSLCoijuWIQQQGYYt+BuQE4hCITxMA1a8khvg2ZTNCPjBYUD7ZZFSon33LPzezQN5ArA8sgT
FI4QAwiMsoFwUIAcZk+k1QuCeauImFn2aqeRkkQ3nmnAp+gdPUmMA9lDRXI2ohbPi/N7aPHkEffR
5JMzgSeZ6PQe0D1I5mlMD11EKZp7MhGMTusxt4C3hEM/HAFmjwVRBAalSluWXXlWTEiqIwuaCqxo
xz4l2y0jeuhjERusWskaK7rXYsxMeYliL8F1j/tC7SKjBoWfeVYd7WMtBWqg9WP+Hi01fXiW8CAy
aJWvCK5YJk8L/EMsCEIgE3br+bvDooEhqJq2TKBGRDYpQ4lR74AdostBLWPn+b6JI+Gu3Uhc5Ufx
lMEOS0Mm+X6G6Ff7SpBFXVkCRBr5ZcYRDQtSLWhBlhEo88oh1o/Nots23obd5HKJIO2RzmxR65yc
YUyHZD2B2NWDWmEDoXOdnT4M1wkhkiGJSi2pYVW5ADafFL/pHTVGzcgaie3gZ40Jyg7/VGCNlbzn
StaWTQa6qXs05ZTZzZUJpPUPYC0zLK6uTDycFkSvtbdgPqLq0onCvl4s3VCLyI9ha3JAsmQDIM6v
rMYOoW1hZC+NZZdi7TYAy3xqM9PdubFDptsutHvX/RyikOnGSO05i407ZNShwzhb+cZIjbDfEHIs
pE8R3Y33Refi/jOGETQRV4L1Mtb48AKCvwl22gyodxqwNrAkSgZyaHqebEYF2aFSHcBG1mtoeMRQ
hsUe9fAY30qjAM9D+mSrjUE1gOPCAxQZ0zt4dvKUF3zu/QPCGLIN0ewxZwLyEEZ+ONjMU0Z9meQO
UEIGo3WyZ4ocAu8At+FLS3ZhryBsDVM6RKTHLK1mvAJ0LHGksxOPSJzjnc+sk1Xt8ZWbuZ2eddkC
zMYCGLkzAwTHqOODw2JNc1asnOA1+rawp1b6UVmTtbDOs17Zlm87E0cBSH/Fvs5DuQlQGNJdMn/J
eKrEt07aY8sZUYmMBT8UwZTORG8Gxm5JWtUYbNzFwiekzR5z0pWdOaE8x64BoWude2AeNnVh5x3+
nN7MqopxEAp4oinRWosHZ0ncCdk3Etv32pqndmd5qnPXUmfz/RgWRgOnGMfXsu4KhOxPQy1LBFVY
ntD+1yFxGVdiy32oi8hd4Yu2C0yL+tKuQssuqqNnZgIT5kyG4qGxNOndRlAo+exTt/6MsEYFeodZ
hllirBXM8FLNXqOevcK40Qk9FlqJQZ/AvbTcJAmGtNUsVWK9OgxqORhF0jbbfsaf9zp6DpiqDB9q
w1aynl+dRIOI30yJ3jwyB5ylDywCXHbTV/YrWT+530xMbu0s9tpjmBX9SaEZO8+WypbTKPhS27Rh
ZlZGSSS2Dn5ViJ+YPjQAS0Yy3C/JUL020FtQHiWsk7zGO4rcHm6UV7UI+NiL3cDJQtgQqwnCXpkQ
r9bTVq7iuq42RF1qb9GidQjoAB0lCctxPP6ttHbj6LifepEh1CZBYkK+7aa+7any4IzGsHfrcljh
oQhvmgU9yEoVQ/Tswt71oSsYDshd1QSEgWV3ozEyiSLn7DU0EgDRaE/hqPVaNYl9D1YiYkPiutaN
QvtUX0NkaEDmGS3ZuuhbcaZIq75lWqa/YvQsBKPiJjqbUDjmB1NDZucYEYPBrplJISnTBlZqbuvz
mSFtFuZrgjrdbu8SU1dCXYTJcAbg1lc3Tpf0D0QYmrjuRqXzTwnrHkNZvIHyOgd9nLVT4JZ1UW7R
45hpoGu5c6sv+WOW9XwkMxQkPeoMd5WFhc7lF0fM1ID0sNiIgYA/IYVmSO80Sdq9zM2YPUdiaPuA
96DjX88pn0kYrc9NbcxvoI6bPQuB5ibSXc6FaBTkdhjxPQWidsiTPjpBNuT8sYfqCOKuDR9se9CO
c7RwR0LWiM6oavCsNQXoaeLrTLVFmUiJmsEfPTJr1N70rGxPfW97t6HROweVdy4z6Xg+YHdHM6ry
9KYwuCbdDvYfK/mmPboK+iYrevVElBYgqhahjbtoxL6NwjySOfdAUwDgGlzzAHTHNXw0BFcHOg+x
IOn/h73zWLJbybLsr7TlHM8gHA5g0JOrRagbmpzAggpaO4Tj62uBr6uLjMciLWtcVqO0YiYCuID7
8XP2XrtlJoy8AGFWkXyRRn1IUsDncxehe/a69CEbU/NQ1ak6CsdAS9O3KXJwM/RfI7TwH2zdyK0J
vOdrBl2KESYBUqTsQVrp5/HGRp9wDscBOZsB817kbCCjFyUn32OElxDdDbnDXsa2ND4r0OTtSI99
8O4ljR1kdphyNgAa5Kpr4VuEXs+6kYkpfROpjwhOVIw7TeKgAigJPW9obgYPZjWnt/BDGIROTJ8B
xuI5KnW6L9ScPSXGQHZIARA/89LgBiY1r2VvW29hmrAY0NJ9CDFBkVCEauLVjkjWYk+3bjwEM0em
PWotcN1sgsqBMtvE/lsEtxW7d4zwXnkXFQmxRyHen+vCtg4xBsZLawbZfZi4nKSFay4pE4ZzOyBB
vMkJsNjUZX7XJDhHqGSdjbbCZBNSTK3wRzImLD10vVlcAvxmNu9EGhVDReCM1jA7O3xY59RynXKV
Fo1/DmACHCZv8JgVRQWY7U5eTaLwLgbi8ReAUuUp4LVkuWzhVhJXC4eRUN7CnXeyEuIlIv1keaDI
o7GgNmscEo9VNd9ooHt8NrOTQ5ryS6DmlKSqn/cpxGJyL8QHVw2fY/A5+0g64c7DHX7orEYg8IPT
kZnRZzWo9NFvrWGHTjM6pEWas94ifulqh48sbk45XbmrWrW7PnCKOw3a4NgtuTJ1kt54TqEO0OK8
DRkQ9b7D2HYl+hKFeRPDgrSaBskf74RT7dzECbCkhjip76o0a29EH0ZfaQikH52qr+7BfjXbrlJ4
AGSsr9Jwqo0VDZ1pYrFDu88EOi6+gAlvn0F9YZBxRcDDN+/I74i446l78O3EQPCcy42CTCuhgB7M
ENZjVuSge2Y0bEUZFB9JgBjlpjJgOK8TFPd3kQ/leDVhNb3U1IRXTijdczX3esdmHZEEhLXJbfKW
aOc4xjJcI3w+OzlErDIYKxJQ5BN1b3qnOjz22dDDNHIwguLAaoQ+FzjVMWcN1TVCeQDl9I6ytWMg
AViFzeDcKIUDn3xKKE+VV66jMf5mGFLt0buw70QjogmVdnG9plFivNGFQoTFPOOmdSoGQc1c9zv2
V8D9Mqs+xxr9qPBRZ+dN2zzxWuNwJsmWijQhe09bwaZQyKjQugDdnTz7hrBkMiwBEK7UFFXXlUvt
5lIO7bFTR1+hpJEIkQXIilobpKjDqWUfY35ecR6iKnQBCkUx+i1iN+MdDFj/3NVZ8jJ040iFHYS7
SjrQOvnmWoaFG68U3dEAibELAL2ujM6h+WLOLq5o8nY4gXCwWBlk0n/E+xHukDH0BNmwxkzDYH/w
c3s4mh15FpEsCzS5XvktVibKSEHQFRvLdQFwbRN7oHIxBhU7H0bW2ZqbWxA41n3t9ulB5JmHzAQq
qIy7JyKB/Z0f9gQaxXkMIsrHG9QY5VVF6XXEb5XvcGJhScN/QMBRKB7imWitANHagyWa1z4jwXO2
qeyxUKQ7o4BgT2orIX9lW266mMYzZ632PorS/IA+DNNhRxotAsbupmmWfC2iYvSmDVyMSFNQAsYm
e8COguGEtcZAwFxMrz1hDE0AXsDNEnmKo0LykZcfkEfEVIXIxMmlQhLlOyMaJQd5F0lrc71L5YC+
aSqsc5wk92iq4A3VKCmOVsZLbKfotgK/fiwTAZyXhJNXlt+Ppec2eyBG01pIahvD8jeAOMa1VL6z
62X3xgumDybV4VZqUd1rELubinYSZrWw3JGSl91ZASkE/VAW16KPcYJlLfKFqX4QnutvIkfok6tw
zJntcv4thPiWYydZzRZEPD173Rq7PkqzARkSnIL43puM14F6GBYTC9gqIlz3XOa5cVBE4B70jHK7
0zVRwI4NqCurycEYx3LAYUsk3o7ULRpE+TCTfDLTJso1rYlV72EbIoTlzfSm+tqvx+xYdnLcOmie
HjjlW5D/gu+v9VhwNHIqhq364qR1dIG1YTwQliX2iHmDszK7nH/swDMwWEvJHWqfEKIGb0E/1pek
4pzICZUjMkmB1doHdPdBGUW2w7zG+NBU8UPthaCoi7x/EJ3+3IkgAtiNb4hWQgNdHpd7sXEjmDqr
ugXWk5N9dOEfTfdQLLwDi2t6BHNXPnHYRaDha/MuDBv3nAlEbaURFbddLNOTrihC8t6hLQD4cd+V
U3+D57I6O+n0IjgXvECYij/6Nhm+1kR2Ep8mVia2mG2EpPI0O7O4VFX/WFnqQtwjfoIhnc6k0DVv
xAvOJ7aZ/mCZtfiQ9Mj+8ySob6Ohmp5rPpaXmsRAjhwtVV0MmPRMcQBvGipu4kJQKJidXJHPPrzJ
mIKAoFDwOAbyIU8M+0rL6Cxn4gpLk4M23cXs5HgehrvCvRRTiqIxUNluKuCWoAt1d51TyVdOKNM1
bHGMB07ntHvFOnyqiWi+ViD3Z/QL69m1WTujDjHLhC06UPF5wuZ6hVM6OvaABdZjtYimc6CFdUQI
ckC4zWB14Tb25qeaeQIGzMhmlaKdAM/jlgV7/Dq3komPFdXlPokc/+jUSEpqwSRomR0dQRrfiby3
9oBpB9qXSbG1iF/GbBCgRQrhGyd+3+zDoqweq0BeUgdcPUjb6GhrauS47TAq+U7BpMgOtjUUmWvA
Q82qGjnXG6bZ3zELww6TEtTNEU2jxIytFnUQYLn26Pd5DjzeufEqd/lkUfNLy3xrTFhYOGD1KuSX
YKgwyEPaJu1h9jJnky9Dpx4o0pH9vD9D89SXOfCSC8FWQGwNAJuT5bQUGrF74ubLU9HVWLGcuqHw
tB/dms4sKrJTYmG8hQ/dPwaKOBR/TIzHueuKe9OcetBScYjLuREfxwxLWcmscZMQtX4m8LTz8KDK
5AD7NLrtICftIYV8aWcrPodGqbeWWxM6xXGXob2DFdiqMhK2aBCeSCUdAYVQtNG9xtZL0zLYIf2r
zggmR6rNXrzaZAC95XPjBTtGMKirtexwkcnmrm3r9IZlF3h26WVk+bFaRgc8gPk2ovH5yWQ2s85x
ASEWLiXljRpIYxxLFLe6HU4mRTT+UIYqpsY6x9G1POVm179AuK/XDHTlXYd7Y59bZbs3PTd8ZkvG
xomW9A1yIgaYGbl95XkmtXyVErg0WYcBTeTGSHxYVr4Df9XEs7OiAubASMjMVQy/6SxGae7pZgHi
BPJ4gkN1XWsxbEuUx7cBRpZVaSeoKM2IpBHC4VGCJCHPt5uJ2mz66AO9lGjXoX3Y5hYdOyIVguIu
QaUFUDXuXdS6UB+l4+JCQyHsj0Gya0BPgdNHyb+1Ar7bJG3KV41jjmCFPmOwQ1jbkDbqzp3K5FoT
ob3rJni7M2ivnahj0qNCd/ioRUzMiVV5QP0I87idvNkGuwMjk3Tb6lF8Z7m2Zt5eY/9Hq54nLpoT
B/uKNRFI2zNnlbljhyv1PVa4m7MPpW9MTBn8L6Fnz1fFBJIcMA0Ovdq3+71XRP4uIRdqi2UFsS3H
+2vZNpAI8X3tjBKWO2GBOPancWygnYalD9bSMC70TOmDMWm+uKlOHuKBng9dZ3dvIqW/UXEp0fsU
JsQlifxt6iLzMuKPPRvMae7jfp6uAAAt0FwHPiNZ4qs6GJD1GFHm7RTmh12QYjgiwZBc4XoICM8h
3DVIU/mRCCGFZM9rwU7OADWRJ7Lz2Q5yZFlaGefTBRZE6sM+89X4hM+K3QPhigGbzu/DTdvH4UUa
HNWZnuPOIVeRNmfmMgIlwsvwv1QG69/S26U3QUNHIvQEeLUZQ7quuq9IUXFMx9wMLlADObF10Yaf
mkPnT8mE54M2nA9PmPRZjrWzjUIqSgnY02B7t3YB3gDlw9B9kgUQVsrQ3noziNd4lDoTKfLoeXyK
O46zwq78vdRTfm4soGSmW1coQ1sYACsI4zn4VNekUihq+MiNfhvJVkB5TL0J/oKK0vCnB783820h
5vxrZajhi5lY5Olpz/oYJYpMbTrMFyHrgNibCQNqoVtr70Nff0ZxHSMEFM6t2XjD9USE61FKg/Y4
kzTjKy4UAw7kjHGsJ9wm6iRjr6q7+Hnl7QRvJ+dUF8OqrMB5hAAMJBb3OqHoGCKzfOlwRKxwpFdM
XCcfPMZ8lQmT84lDwiwmwi8ZGK8DpS3m6P4K0k+NQnH47Lf9DUBWGKyz11p3sLQESgkLyFcGzBf7
vkm85Zxt6Drbp0zOmBN4HzFgYedOdS/XkAxpLfjPYmJBn9hcqVnqi0iqU50sG0VuXOzao1/W4neU
RCno6VMUEQeJFnSVz7P7AfP+lyjOsLzkPgrMOa13trCLWw0PBBMIT5wyAikqzcxkpR31YHQBJrxg
CQMZyeK+Ho002hnEL5wCmXGuwkH8TeVW/jKnycF2WTSlQ1s87mnqDAXWTaNKkOBlpcN0UrvWm25Y
LjiYu3uW7QfYO2LtyDbd0Ey7nlVDHWh2pnGckD0mg8w4+aglMNnEcR1Nz8C9FER+uVCJlvCslk5H
a8zJXTvG9RXasvBa+o7cNpa4p4f+RBSztasN48nFEHkT+s21O+KK5Xsi1yGZ/Ds8CGfQFHg/R9YF
LBPQlvvhOkPN/lkJFsTeqydmmnQU3KjkGBT2ybGOOJHaGgU22QbDVk05EbBp5n+0wGDR8gmo3Kqq
O07Z1H100ALWxMPYHLWBgBydrnxwMpKoZ511R7MlYEdw2DuECOVooaD9Y2QS3MnIys/SK0JQ+0hM
SzcYN1RY3b3p9ga86XS8rwQf5TgTvxyLSD2HaZatOArlL2NGL44mNBkpuCborrkFCQrgsTCvJwYf
cWPb3cHURYqoOhz3ABrQbPZovEFyiY8YpChItMsFFeL+xiqNTx0tgYuEErYZF4gwKRLyRL443BNR
zHtcW+m1H7rjY2QFxr43HYlS1Enoomnp7Iy5+b6ex4eoCdK70Y/7baHq9pByPH5kEFXtYbY2J+V4
yQFYDWljBNEdC2K3r8MquxplR/CPT0cahnaxtswivGpzjIf9QDFZcltfZ9/7xvAG22EeYgRh0hTT
oI2C7WQY6T1UR9a1tJfQDcfwqUA9vMnSpuM3iHO1tuZ2fPRsTay6MNzgjAVJcZYY+BIGDEhIQC3W
41C410OOQ52NbuwbcAOp3mSTZa6pkEGbCXQq1HZGu7IZ1lwzBKPpUpT+TZ65Nsw1EIfrqOo+eMqp
LmwkkbOesG0TPdUCYZ3oIpnDRJu767070/FZHKTP2S6MgnRTlvU1rHJ6cWYPhCV7CN0qvHO70DrT
kACAH1QKNXBWJTf0dUnVI4r2UdVa7VpkAixiBlp8x29Q1/d019E0Jo/Avx/6MC/Igg/UDTdCfYQg
klo7n8hzily6m4XOK3Z9Xe2HBLN+wMz+eqhr95DZBSd45lTX/lCUd4HyxZsdG3Q8aXlM96lI5hVh
Xg3p0uNwMPrQu2LqUlAB9g6d2SD+ZOj+DSEBLBooq+0zjSnQK4Ej41slk2Hj2t1wqmu2QlA7i6mq
0uUBLiDOn7kOCAyxnU1r42vJaf6ucoJyLy2ZptkKgprELGFfqtoaPzcF1ksNxZnuWfsa2BxGVqbb
NLTdu08kRo5HjneaZiRFkhfkl0Yy961d/Fwu1f6cecMdr3qOqtyZyVi08dOPl4EL0bxp26Ilkikd
52BDQ8Ne8vacsK4vDJULHEsR9X+QCeeRg70UVyUwtRedgk1BFR0NZbXu2DatdZNAnluDVlbqcwFm
l8RIDOQAEdzUwy7ukVD0ip+dOEalW9Ec0iSHTxyJ1uq2LgTVz1aRwX4qlB0Od2KwqAvj0L5vBZ7O
DXLjEbpBBVVtN7kwPNcBmDhM9F05puD9IclFI7SzTkHt23WGqp4qrKEAyPuqQeWryzsmceWuInH5
ZDAGi45JUyaAQKcO7KaOY/9jL4yCuF098p/LfuSFwdW7X37ol15FLuEChn+iO9ZfWDLpL6DskYBq
7GbCzpk/GLqLP3tucBnq2fuEeL2C7j9aQKD9OziK9CHLxIcIxazjPikk+LbQDPWVVc01s3Crg1dh
22W3m0OGHTWwnf7KzcPqKxkL48UcXL76gRPbeESn7F7AU4vXJB4dsBnI/C8pB1jwLhNMrxXB5bG/
nYNquBEjDNYTfssmIGHAb+nqxKwNb45AMoOkP+y6LVE16CRlyliB9Zfja04WYrXr6aCBxFUiq2+6
GO3gBolS/+BBOSKX3MOm9BQHXWsccyWi+LMyRM8hzeDtcRdUBB6w6psNPTA9SMFznR17uB00Ft8s
pDQ7WENXfoANNu0kYfOcopWbL4wTBNzl2CcVI3eIBGZoDI+JNNwdD8xGgG2CnY1Hen65/UWMLOjL
kui2wbjj3EekiNG4NyBXyXhQY/+JkpdsHaddpsxdvhEjoH2bvYFDd9buOqZ7+2rGuFQ2ALOwdiHh
tAXu3MHR3wI2gofCDkhXRlYgn3w04ZeMovqzKWfxOI+j/2I2ZPYGBoGnmOqZ5JJ7HV+BBC1ONfPq
zyTCqB24H4SrsnfGvW4Y1TJ6d4sVA7bmCpUiXtSoofML/5UWkDeMzpeha4oD7GjvMRu7FzH0LKZO
c3KrBSXRFV3zCF6XBApwSt/oepqbrlvKq9G2P0B9eIsI1zwn0rIwJrrqGGf+cKcBHLEpRlS7rNAk
0cQUm3aqaAm3ozyR3wt9tOSTBdk4PhW8Rfjwhgp62mQfYkOS0xBNvMIGzKZNgcgC0DayBZvK4Drh
qzwWnvWS4wT42Ejb+oQ1stohb4sfp0HLmwCd7KEOmKU0ZUjKPdShgzen2aOXDfOR2cwDZTcAMk1g
GkK/kJ84mf1rYQRMsfpB+2cncfwDb7/30JfKfJJYoi9+1UtygDTbbFI61aY3ajJnogENQ9JUBPCm
nnmDasZZtcxoX/y6yx6jNp6uTXsaQDUO1bUjnSdWJPsRCH186gvms/iYOLPaWeMxM4TdzEkHU8dg
g86Il/b0LN3qKQv6kzl63oORk6Slh/k+bMwvk45GghkTmg7E2ben0px7jmhuwHgRM5xbYcaGALJQ
tKMSVQiNuIap28q0zHNHW3SToRI8dKZcEs5dODwI4ORuXpAuE4vuczaG8w5T9uc5wlm/LI5YTgZp
3yfKqogaoVWj0f/tIqIxke0G/fLRZflNUyEGkIRXHM3I4fOKHIr9aFz8pG1MZorVYCiLnE8tljjK
0LTCJuC3pCQonFe9Fox1Crc78HnZB0bVRIctRXzOi3jb27N/r0lv3JJieIkgo14yHKfPcZ4n31Q1
WT6uzKH9EgyTfa3qpvpEJKfzMLIE4PoLLHAmaviGTmH6BlreOxQG0BxGfPfC6ZtzTa7UlWHzmQUR
RBXbuku93n1KoG6xK5iUfw5h72HwKariaO3bTX1O+BsSTIVtDWu3RFDuoj9xDBjv4Tjb9ynA2Dti
Rz/rLH4bPHyPoAeD8jDn2SMOPXxnTtdg0HSHcVe3FBdhZ5HwNDP0FbUMzwF+kYWuUTm7pQsLIoER
K4my7aG1Sx/4vtcxDZ6YBSzeddgmpOFkThWfsyh99eM4ttZIRNQzsYZ0nkXmPvJq4J5uRAYHWkJI
jlgxmqHhT8ICddWjH6Pp59o7v5wRK2PD3prgwgC/Fc6iww6yaAvCIbgG6eLcNUW69xUCaqS34xtv
PVgeKrSHtAL9pQIUJ/HIf9eHgXhwK8oPq1fibWJmcJBOR301TBY0LEbmDxFxJA+MisZHtMn2MelC
fd+qgQqhATK/IgMPL/2QlPZLxSjhkObBq9mF8uSFgTi31YCZNovir3Q/6MfGhZFZazahkuFKNbrx
l0oUS4pjUszlFfxGqCVZe6wsvlnsByK7nQyA81eocOAWJpXOdl2yaNQzwIEGc9YNbxnjqm5uHnhb
wg9KVcQnxip2btteogzthM3g3nBiyckn7w/BDJbPasC+Z4aQBwPP/7p2UnUlZdInz4XS8QnzaA53
r3X3WR112y6w3WtHqfYa1JQb7lvGLUSMNGZpnTIviwUg9XoEepHiTcIYPDP/2Qy2aUynuUG5AXBR
lgcpvfkqt1MisAHCYVVWs3SSD6lJN5u0WlwP416ViaW+FX4v5Sq0UDetSA5pUvBCka0gEzTuo0f8
uNyIeO5BlQ8casxnMfqhf8EiHjlXOAhjTuoMd4dkGxRmxo3aKtDQ/SOgEI+jk7j+NWTZvjyjLSeu
3TFy298CZ8GWprQtjFu0ZHl0YZQ7jluFi0t91gLaETKwBP7J62w0IRZTyw9KBE/0OFMTqntbrrz4
LajJrPpGHokRbhn6MoclxO3gUsGeepfUZwzttDXE0ABnJ8HjprQnUsT9dFonNJcf6McAjSB4rIAx
WOobk2/+EPtdG+N3KwLCiSzUM/g0oq3VFN6OGINsg25+idESISh1+1DKkZ4iOhzXyq5SRuXf6CW1
Hz2pnTfcLrlH84zgDlwuevpKh0J/mWvoBsoM5NtgOco7jUVV53eV5rC1K8mEF6epWnwRC4rlS53E
pOtUgbn1UEYxsgkVYs4wM8x94WLxAIBOY06IkOVaFy0+j3AI3O3E+IiIDt8Fau1zJiqivj647CUk
w1ctQfZDz7jhXkFX/OZPcji2Vsbxh2Q1sqcTMKe0KBBiVuRf02a7AMKa1DmSGED6NUMJV9+6SV1F
G1WkKXyneBoT+7VvrAU2Ax19Sr4g+ozpptkybfvh0chkld8Wg2WSRlY62uubu3o2tJGuU4gHKLly
v+m9G5VMXnYCJJIFu6gGpJzufF/198IGKpAiLyQaVq/RieAWX0FkQRW39eKk2utoyl+81u7gGtVQ
B0gfC8cbWtogSzhCFbW+jx3w+5L0PwYJw4eymr10M0ag+ojrpIukN5YXMmjeElRXRKDcdJ69dB2H
L+TtXX4IJt3CGOfYWB2QbVv0FUrDU8g08ipizzQcJyKrx8eSf5uOJEs9oiFyyG8EoTgYd//6Xw7y
d+sbMPzvj+JvrvA/RNkPyde2ffs/Vxw+vv4ozP7+X/tbmG1Y5l+2Z3v4f/Gz+UBO0GyPXzv1f/9l
WM5fjmmbAOj5vnzT8rBG/D9pNmruhYIccKoTtvWjNFv+FdiW66NDo/UdOAGk5nfc499xkH/WZS/2
TWTeJkYc4dJPxqX3sy671aoswtk/QuehmVeISq8y1atPloirP9nbfpKAf7/UIkz30aLbCMGd5U/5
QQJOaQezv5mOrUs834jDhpO78v9gJlnsG/+lM//Pi3i29EBPu+ZCnf7xInZtw/tNpmNtyZmmQzJu
jbTRf7jILx6aRVCTyVNDs05B9PNFpp5Qd2TqRx6u+iLdHOmX7YwXSLHhzQ+v0y+cbO9vB0kNfARO
0HhyoM0E77wxskSbDkTqmLpgqphF5PjL64wYlv/JZbBoosHHgOO8uyElR8x/UX1MQoVZOwYvZIIt
PPz+Isv/yI8/Dc8LU57JW+0K7sV7ZwFIA7CYehQHjqVIp0dFE5skTZVvMv6qIyG1zen3F/znw5PY
5zB3WvhE8VO+szLZHQPuHvWnJM9mrYDAQqMjq+b3F/nVXfFpex4uOppI7jurIUSYMe4KB1aqyNY2
OBcSccS4EoaJRRAq1R9+qd9fTr63iDI/pSA2rAMtGneH881dq7pQtxREYsc60lx+f3f2Ymd796Mh
3bKldHiEnsRv+9P3hAVC9tVUHkjoLj8S2Zx8qvsZTI7IrBSVeGLpEEUX+SZs2zJasgwDmkFEBz6R
TRLNGy2QigIyy70PdWFpufGqsDEO0AcZpc4oZZ66ooH5UXdxd+iBpA1vIGJc44JAyeay5ApZf/jF
3n+9rklJgK+Fm7Lx2prvHHyMTkleaqjGKWn2XjCiU7J9cdBOmFz9/un988fyWOhY3gNwztJblvcf
F6NQ0mjKiTgpI1h5BNF7eKb08FWjO18PCin9v7kuLXfGZRAc0kp2GZ3/fL0cGn1XR+2hTLxuM4+D
3vv+NEKinrLH39/ZPz8trhR4EvOe7WHffrcuTWmXyqhvDihQ6S2WiC7zMhnW//ZFlhWczY8dg/3g
3Q/VQ3zQKfUNIioibDzqv2QsrN3vL/KLt8G1eF42XlRXiverku0khtXTyR4UianZRNOCQMVxlTZu
87d17e/S4Bdr+S+vxAXw/5nmL8zmBI84BrqZFELbVWopA9piWW/zkdPa7+/pF78ONjBp8X+86Cy4
P78HDeQ02v/FQdskYkffyele3P9hO//V7RCc5LmO6RHlsFjRfny5EzdrTDBkBwZtJOe5aDRiZbGF
lL34u7z8bx/cL2+H0sSG1O4JQiV+vtJYRLoJdQ6PPNF74LXJpkWu+4eX7WffK7ssgg6KMUfiyeRz
f29Qk3QTBPXxofKCN7fOiRTz+vp6LGx5X9qDxi0+1R9//zP98pIoRCkgHCIyfPvn+4pNGhqjThmD
NEy3oxi03mgVBwnr5aC1orfJgfOPDux3lIHlTqlFybKmHmXHsr4v+T/UYZ5HF1+0kL7owPvbQY7m
Z0Tpkp4qH9u4CTPwrekSmkLEcK0+OGabfoLH6JZMkCsANVSy5k1dleOtHrMZkZKs2pOcZPuK4TUl
OpIliNE3fz+5qqILaddbs7+Nsw7QYQbKs103tet7F/jAAjmP1/Z36VCRcGblGOjuCVD0mbs3pumB
Nm6JCsdxU6gGQOUQvwEZLM17OxEGmDxeGsIXGzu8tVsr/QZqr+kQOfG4t8RKVo/GZBCDONidWWyS
bDyYs7LJc5oAjZh2byKra3gYa88qxpNj42XjXE/7c9sV4YBshpPjkSAQnyFcGn6QjoY5XVgDgMEp
C781wu2IFcqUfs174cFXz+kx8+ek0VejTMsNtg3aHYWbeNkuiqwhI4DS1Fc+smqYbl6IKLJC+Cc3
UTE1zSGo8fuv6qYNWqTei6h7ofyhfWw0i3iTDnqEuoWpeZ0LT3NU9WRiQ2hyx3gberN4HczY4p90
Q/Et7jR8ZpazfB06KnxoGk27m1lavWjiMzI4USN9EYyIDYazcvhgYvsjbUPYE75BZNjkPpX6i6Ex
RMIZIs4doVERLhmjeXNWGiz7Wo9V6KKaZihwiJChIOkK1MLxNFxS7Oa81Pe9kP2HgGnDp5APjPBA
EZm0W7HgPYIAqu5jxtVInUdsU86hmQydbJQ9WoBnGho1V4OXJikQ2CK7zKKqnGvGdbBbY8uq9q0/
5eippOfv27p5xKqUhwdfs+fVjQK43ICjGVdQXft9HNIQosc8Atey8FmuHVU6J+Vn2bN2/fljHhXW
tT9N0QtV/5RtBXYTVNgNqUurFmDRY4RwA4AV5/dXrCEVXDh29GTda8VJpoasXuzsNAhQLtJ1/EQq
izdscCDmCfgQmbz1cep+6VSCjjUII8R0sInq4pwWGZ94QdYvh/dxyr8xsWBZ6/LcBqBLFOAbgdjM
FHAShslTbSzYbWZO8P5HpQBQiLxNH9yxcNQa6SvuqoyBO3MVlhQYauYCAMTJY9BVdc35OvJsFLTk
e3A2ispm2vShNU0bGiMAyESCNZPpu/HsoL+yNmGPfn1dTQ0016hVet75Rlh/JD434UMye72PWdM6
lJcW4ho/T0zrQow3aYGxL9sXRDBVdZBThYuCxoX/nDfFhI0w1rPYBWJGli0xjjzrHgcKzghMNyu6
FgJVvRkxmoqdvHhC+dJgNw9QDSwhDWLaNnFcfM4mxF0kx7ndVo986De15xX0K2WBcllXTCrmroSL
RXBNq1dOSLzrhvBR7l0WzJfWg5OxlKDNCz/LLonkWsdpwvBBkW2xQxxrO8T/5oyAPBlDfYZwOH1G
1aumHQHpA3G12tYk24dRSwM8dvPxeRrIigxgHA2wUtekKKbhVagdr1/pKGY0iqXYiiFQdervHfh/
vfD/shf7Oklc/03b5REv/NtP/Zbl3/9nv8Vz/mK8w3bu09eQ4ofgKUzwf9EwCXDBW45cCBD/v99i
kDy1/Gt2f06LlE02u3VX9SqmT2OLvzDCUEkt+wmFrxn8Oy2X74iJH89UgDUc1xJ46/EPCNN5dxD2
6N67MSqBp8mvgiuQnt0xSAuiF6mp713UGgc7M0u0lfBRV1UWVAdBp/ioW4Od0xxQAaiZZiZC4nn7
w2P8RYm6VFI//WX4XKiBODkE5C5RKPxckfCREvqQGOopNCGhIZ/Fhi4b6w59X7ZrDRD1v7/e+8rO
X67Hz0G/jOob9sfP14sH5vJEug9PUVf2VMI4AooUp8Hvr2It/zPvbwvgBmciLga66d0Dj+FYWGEZ
D6wpWYYKH18aFhmfhY/YwHty4xlZpbioKfacjfK6geEKRcnv/4rl2f30R1ArL8cM03c5yvB6/nyv
zLuohQK/ejZcQx862zZeEc/lG5+Bx4tuTbWt/KK/s5vKvLQLxP33l//nQ6D3CE9gOcT7vgjMd9c3
qFZmqyL6BJYziYDgdNa9jWTOMZV1U7lsWb2b2mdgI9MNvCvMNICbfv83/OPn9inhYUNQXfuebTrL
//+HyrNUYKW7HG1ba9sh8fV2t1EtmoHfX+X9wYQmK20z26PL6PGF2e9udKFbN1Y8qWeSBFpCx4DE
mjHigXYR0//+Uks3+N2PGgTYiG2+YkFr13/fHqmHEaOp1s+cvN1NBKth50HAeCDpITgNtosWvKpj
6zVQxqscW7nPS0MdSJNJXohzswvAnbn8Q9vr/bECqgz1PW8bZ2cJoujdsVl4xSJQacdn6RgfeyhT
1MLlIZ3cy5QbpN3Uzh+OTv984AHfMOJi4bI+0tn7+WdF+CkGyZHpuZpStYUgG2AGG3FlF4n3h7f4
H5cKODoDqwps6D0Qg969QQhKadrk1fCMx4naKRHM2IIh3pKlYP/hrpYWxk/fK5eiv0u7Glk1bct3
p86ybtKa3mv/3CM6301eYJzCHlJ/2JJIhwvG3FoeIlijIk7i92/Vr26SNjnhh75n8R6/a66kqo8x
gLXTM+ZYcbAU+dCyq/Idg674D5f6x4LPTdKX9cBxIWOl1fzzTzdx6EyYCU/PIaF5Xpe9WkPEiNEj
ColInE+/v69/vJhcjP1T8p2w1fJQf76YV9te/h/snddy3NiapV/lxLmZm0YFvInongsgDZNJkzRK
UbxBkBQJb/aGx9P3B6m6j5jSiKO+m4iJqpApFolM5MY2/7/Wt/o+7I6cS5a8AQeDZZY6zVk9FfXF
DKJ335Vu9cGQ+cVVNVolrPrM3hadgfdXlfOcTaUTq0fiA8LnbChfjEQmWyOB9KF0jbFyJsV4+/07
XW7bydjBT8x9dQm6dA3oOe8mOl6FCblXqMc+ivrAQ2oNrK/Kz/74KlS32ZCY7CgoQJ+snmU/0AJp
w/loNzHKE6tpcR2O4eb3V9F+MUa4b5bKtIpvgJ3L+zcTov/hCNLbx7R2L4su9etIDdS2PmDmv+jl
WjO+AIlGIHQW58dRjdapOp2NLVbtiO3DePz9y/nFw7HsFCDWsR8z2cO9fzXCiGsFaJZ9dGkvN0va
NQk/+lz+T961y2bBZV53NE09eddTBgGvRwR1jNF3JTsa78Y+uXTvBnNt3HAT9J14ofgRffXQ9Hof
zD2/epM/XvzkSak0J/cK2djHksS47sJZCD1/WI1cyly2xjKB8IoIB/3kEgRXlGquAHQwRqwh1FkK
EuodUhhzK/vjccog5cFnX0kMK396/5EpA65SIOreUXAkX8Mbgr8gqLb+fmAsW/6Th44+q0YblZHB
Dt403l9Gg1SWuI7qHV13EQ7HMF5foyEvl6wMgrlXYaU30rerWZwPeV5s67aN30RJQjV5LSP2ygq1
xxcVKlNO+LtNjmClmOXXwiI23i9bDf1GaMaEgyBdT/Bdo6YIfWCN+RBwPpz2Zi36A7KbBf9vL3lB
0qxWA2wQ9SxKBGOlMdtQ9Y0+9t7casmU+f0N+HnS4f3TXAUcSptNPSXbofhA12MMzrFs8gpeQYjC
DhTWByvGT9tYD1kFd5h9u8OGegG6vtvDUUOVuttweA+ZOzE8gk4J28ohZ8pLhl2Myb696AABHUgM
ysRaA0P1QVP05wnJXE5ohs7eRjPBOr1/CciPnWZMlOho4c3YIUUjQEzNsjNlqMiVibM/PqVAQ8Q+
uFDLNF21Ttu9hMiSViHb7KjKKFtRacMiUGC6+f3H9/ON5Sr8eKrBqgPh9uSBpGIfjnChs2PMSr34
wwh4Sil8n2VDbx3KqJf7qIRwT+aKTmUhqj+YEH55/eVY6jLf0TBd7voPm3MSG0zCacrsiOIguarb
/otCgtk+qdjk2IXirYZxdGAKVsoD6bnRB0/vCZeRGX25yeA0bdXg6hT7319+zAcXnoOdHnOsh4Oq
bFle5d6JVLEejam+x7FGxAsV2Auw+7j/xZyf0e8yPxhbPz9ElK/pArCBZmn1zJOXoYfUcii1ZUfN
cfEOJShq9K5qtr//rH95FUNly0y3DqnYyQge5sgTwmFEVaItCMUax/OaZu4H7cdfXoX51mPVBuL3
7UT4wyeaD4VTWkuVk/Kl5g9YqiBc4uj//XtZ9Csn8+6yl6OhBS9w2eGdrMhd2Ldh36sphPQMXybq
hEvFomzcRA2Eo6Q4zHE90EyYTO9zNYj4Mi+84pNd0HdQvSUyIgzHtVGGb44z9m+OClsdc6fj0f7A
jPqmZQoZYEQWIKhvyVzMk8x6bEKElBgigZP9/t384ingzSw9W97Nclx/Pwz1cenShV16LGaRbzvk
/cEYLj5MRQOAgEAQPHr1XJT6TQ1IaPX7i2vL6Hq/b+RWolCFMItUBo3M+6vDO82TmnP3sYRvsube
EZqn1NpOqlpLhKCWbieaoWeDgMFBgdu6qnr0qCjZCQ3Jwvh/8CxYNu1DllOdlI6Te2FT+aFLX6ZH
L1edXaMmFUwREqF//6Z/ns15z+wNvl2HEtvJXrn3nBFB7ZwcZ/LAISvjtE0wIu2Soph3c2WNH1zv
FzeZTp/GLcYTa/KMn2ybbceQDFfZHL2h/1I71sIE0y1/0OxpRzSG/aC1/UNvNtGqr4Z0p3VES45q
3+wNWA8frKY/VWWowxA9T2HRdClaAqZ9/4kDHICiMZXtMUIGJsiXbptzDkokYHuEEDHqm8/cuHJj
Y8wDORFHxxjp7QeD/qeK5PIqWMstChiclXiU378KofA5Z4bTLiUDQhdy0X5mexrtBrXq1oO6uOPK
iB68LMrNZGU52RfGdB8q+isIH8Si7e2E9+SDgpmzjPYfngbWAodaBoBSdEnoNLyTp0GrBhcwd9g/
kEdCSCDOZ+KCGhwIIeIy3ZeOS9BRIxtIKpiVrMvIzcWDLSaz9bV0pqE55Qay/7ILH2MNMggnzty6
tJ3YaKAp9g1mZTu3wXhFvXZfmONEjvoUVxjWEKb4bMFV0FYeoI4ZN+k9wnxtyeix8kMzNNoN5bYi
pX6TmPc6eCbsxZbAUy+rSGBnzuMX1MnmfV4Qw07Hq0HYOXJMW1I85xSTnBWK235QStjjUjtOrjda
pGGApvJNI4zTQLPT+ElXWwTaIDY8OA92eSkrGb0geUfBzhxWPWNig0uhxcbX1kHxiQS70J+N3qXF
qtuj+ayBVbwxiSgloLy0wLrUtbqk/DCWLpLWgKrtOUWxGI28o2F1pA0Kz5P3SlNNI5XY2psJh14o
aVVcp19UpILfjwb/v4XxT7QKP8yDPylHr6p/FE/l/2r+kT+VX39sZXz7vu+tDMP6S6OQySNAngs1
k2VL9l05aph/kZrAXomoAPC9HMv/u5FhaH+xk2L5oKaO6uhbj+PvPgZfQqdBjho8FubcP4T6UrB9
93w6S5WV16Syc0M8oVKUez9r5D2HG93KxmDSOtLrL4Q0rqK6eq5qHYCTTp5tmBwSw/7Uhe55beTn
ztxdIgrIzWyvGbXtz6r6xSGFJ1BsXAvG+Mr5ZTMxNkmjx1y2qtxwoyVPTas/KqE2BVjjias2CRxP
+/app/vNVNjA2qXn11yUlgWPyHUC3RRPurlFDp/eeel1k9EhXg2AGOtN6BI5FVTnXr2SzdZyz4V7
4Hlvfce51OFKxhdj7HdbYa4JMx3w57aBztYJmtBiYPPpyK+ndJ2XO1XBa71WzVXdHTy87d0qqW7D
lIS+DTGuQLwxb7vwVQQeqivp0fXc5Xf5Xboi2eo6jN7EJ0O9xb4Owz6i6+kbZO/mOCQ2+cb6jMdw
Ysp9dGlm32EtKDL/XtGA0WE0DZrkNdZuyzvp+vciv6qUo47plj42+a4BVhyjCkD36/WlIOxNulsm
kEYZtwSEgTzAvVXMq10+XkgP9VZ3UynbuNuIztnDTM7BwBA95WvbhnQ9HYpu0D1ML8qj8ji9qN9+
Z8/G78uv8RORhd9+ZZ56ad/0l//6p39Ln6yttTVf+jfzBdee5w94YH17uuqbTThtvK3ILnQHegT0
XCYy34BibJzndfGYX6UNMhjIl9UXoUNWWDHHE+H2ZBoBLDc/ux9WsCTVXdauY33ra0G1i2ccBojn
tx6AxvA6w1JusVNZ9VhAq2spgnG+to3A0G/4WY625VfSUslQc+WZA0yKo7ntF/hkfCAosbIeh9WX
MXB7z5dUfYgePBd8N79ndyPMaixlvvfYB+a1L9f8f+5TZa459DuPWwxQaf2iu9cWHeh4Whug/rrA
ccCGbMACTgfeJ7w3Qd2T1vI9AWHm/XSIn0mi9JpDkewdku5xcexp/9RnMTAFtyHLL7+NlJeouS7s
C32Xd5toy7dX8XEcb0fj0SrPD0RypcoDQzUiVZwaTKBFODyHJYSSVzhVG4xEK0QlJCwvjf7dgoyA
oIpFie2PMR7ijhDwrToHrgNwbU0ocVBZGzI/xCVimUAhcD2ooy08BiO8rC9wcY8b87xqL9ybR2uW
8Fsx5QTetWzPiayOKp7vANZQoxyavguKGXaaXKUqOh9/eIvvk6vL1Wbl5ufuG6Aa6ixXw9MlgMHE
xyToAeMP5nmTxDd1g0syaK7Uddysmhlc0IUEfXGvXFPz5yfq09pCrTOtRx0ZSXie6xdZ8RYmn91Y
BzWBkuNiCMz2acSQ0xikYKrGVrdAYiostnqxqnERiaQMJKhAZ1bIhtznUMO05DlyO/DQ5zK9yNqL
kkJmnV14tPwhri6vzSOf66A+EbwHwVo/Us0Wt4V4W0I5CZMuchgTul/dzjbO6rpbwR6ldqpH17p5
njb4bL8m1V6PAzMg5qFMFL9qCeFmSAWt+/Wa6DdeGp8oW4adtspJdlYDzXnMwikgMNYblM8t+WfW
WQ4m1tgX3toBSeFG97H2ma4z73RbkjheHkv1CGKk7vfTlfukY3lEZEtccKDPVMD2BqoL1V13yGTK
TZcf1Ok+1dGmkBR30V06nwfmQ82vboobb0lpJ5HRB5HBH8rr7rK5/Paf+W/fvwL5hT8zVwHiJgIN
Gcq3f60mIO8Vb2zQDDsmxnk/f57A6BDUCbxlJjnMbVej7x4ESrAw0KZnhj0CP2V8pm7klw1x2zkj
6bOiriPSGDqeKZCILaoTOJdEBD8TV7aKlFtEOEBodxGYSnMxY5W7hl2WZzmcewuegPNQ3+D8lNYn
IOnDenBXGRlk6dwlTNb2AwbIBsSEXd9yV0s8eh0Dg3BJlKDls+uHXHnlLTkIeuB2Ve9Lb1vBKuj8
keJv/ZCTG52vgMv3Tu3jcvae7Iv0GaKlyAgJF5cEptrRsWJ5DAnXLc+gDzuOP8eb+Qqyd2ESIR2M
+kMpzVULESPqQYeM48IeCzCx+a4+r6dMP7QOHGGC1BXxJDVvXZ5bPLQJsXrWuK5Nbw1aYKM7hLdW
4YZm+ltk5QEkDl83SYLs0NG1yMP0T6GWPbOwf8Hr5PmjQq6hC3AKL5ns1EPRSmAKNq7MyZ/nG7Uy
Vi49jAi7httpQWdqu6a010pe73NbXVmTu3joVvi41sPwNkQXbvM5U/Av21rmk1W7Sb2DYnTFOtYw
Ts+Ii8wpuUF/g43TheeRzF4gPXSqWtPvde+6GO+0aPQRo1MpNtcq5lV2H6Wv1yTcoRbYKNkWu+Cj
pfWQJrWL0cqvnZxeWW5/1UvzIjKv4/Lp29bsj3ap1/VredfK19f28qn+9+VbX6qaHMsobv/3+79i
v/n7Jy+7vnd/gehFptZN9yqn29emy/nWf0lc/m+/+I/Xbz/lfqpf/+OfLxVO7+WnYf8sf9xHImn+
3f7zspqfimdk7q8/fdP3zadJcpdBPXmpe5JIpC49rL83nxiaiN8iI8ak3k7Vjq/87VpazE4mW0EU
pgbCd4Mq2g8qGvsv9p5UUDUKHK4GX+9PVDTvWyT8GDax7D85JNIF5rh3cjhUndRSIove/qhqClCl
yrooOjeF+NGgR/7h1hy+Hzl/zJN6X6L4fi0k6LZFhiOG6tMGN0+11zd5DXXZw9BIB9jtWWlHzk8N
0TV7w8Wu/MEl3xfVvl3SpWSH44cCN5/ASVHNytzFy8gUpODoXMFhYFEmU373x28MkxQGXmrpaCV+
qhAStSRCa2JXGHllvEOIT5wsApZuE+PjpiZilWQH/v6av/jg0F+pHgUlk/7dt1PFD1VJLPHUXFqH
U3wHWS4ypyIMoPeyM2ghV39Q7PnFJ8fFHOp4HIiWRKP3R5Q0NISmZy4WbUSBV0bpWV9NapBQkvv6
vEuk533wuS2fy79qFks3jSQV29Fxh2kUdE4tGAxIgswzQkv6Id6rzfQ8oj7akx12bFLLuyhKex+L
5oMq0ulgWS5KZ4sr0mSjU3vyLMRtOFYkHpBxAN8PMrXNcptX+QeD5eerLFZBvDM2ZSqdqvX7e9kL
ELizCuJaaHV/lTh1cika5/nPRofB+dTB4U/bXHWowJ+MewA10B8li2JtafIT0uHpkOl2tWu0rjj7
40stZ9hF8oeL5af305hQ8NIBjW8aZex8qdQMFrT1aXgwBniAH3xGy0h7PzAQDzJfqWQj0bA/bVoN
CdiSihwGH0RZeJZ6U/g5rvvus0QufokzKq59Ox3VDx620/HP7cTVtxQYdW6qedq6ilpbCPjQHAg1
u71JQvKYUpzrF0ZdywDoo2p9MP5/MUhoZ3BmY5pUmeKXr//wdI+pKyDaVjDHQ+GuvcRAlO1MH9Vw
f30Vi8o08yNujZPHOrFMgAFFPQMZrnW/TbVohVk8/PObtwhFaTHS72St09+/l5B2WDyrC5pb6mJb
ZZYCzD5xCPt2xFvcleKDgufPcwf5mEgvbZZWoB/uyb2baPhjvhezb0FS5i6TSTF7grNB94B37hrf
UIteTvtALnY6HzNEKK8iv6TEqrIQnDxxCFT1QpYjgart5KxlZ1XkH9reWajM3affP3E/fWzLHIWK
xKbdt3RTl5fyw+AQJBd1ucE5gYjP5pIuGJHKJeEEf3iVRd24SBschyYdIpH3VwHQoKYmKTYLZZ3A
MqVQxhW9fu3uTy/DLEWzklHOCo0d+P1lUkHMsdtmhj/ZBIfbaHFYocn1/cOreGw86AtrywJtU/V6
fxV0cK0DO5r2mUiVld6jYG+q8s9kdaxaPLEo3BbVJDsp7t77q0y4hHrXJTEH+5VCisY8H1zHHIPU
btLNn76h5VL42lGA2jr83veXUscomYYUpLi0YjisU9Gp5m5CW6+vf3+hZTl6N+FyuGPDYi1zLe2l
UzmI7DmotXh6IKbaocacPrXOWWIWoEJ1ZxpI39GnbKKR7OTU/c0x60D3pe74x+8Xl+li+KP/ykd4
6gHleTXSKOG0l479GJ1PYe3BVTKKuvrg/S7j7f37tXUa98webFS5zslzrIRpEUmKxX4+Evode4ID
ZjeTYW7U+v3vb+1PzzHzEzIeStWII9k3nky/9qxZQhYjMUL9XF87qGTOqsyNP5h+f3EVGvAcMghB
05jrTx4woI72YOTYXVK3jNZVRtcGHN1HCkhk7Sc3jlxxVEEm74gatk7p/P2ItJI0nXuweosFb4na
Zf1q1vjuxVfHBT7+RWkAooETFOxPV2CtQpuyrgzNaBs1ZI7c2bJxMABh4WL6VBRsqlIHX4sXusjU
iyQr5q+O1RsgfdMpk69hmFf4p0OzgQeTNKq8i4ymh+bCaizBDwogVwDLtUyeq2M4h4CYY0PkyXnj
9U4b+hOJ7EtZo4oz07tiko4mdyfwHyU3aTya/WaAR4KOnfVM9DfWGE6IuviyuZ7LstNuHCchdkmr
045iaJ15XiBSawLzZaQy3nfQbY9WXKlbA1hSEQjeXX0dmp7ifIklPJ5LFZMSkVhLqmzQ9za2MnWi
fHWWJZ5WHmayEyZwrxNkMgIaErHRqD6Dr+oReVLQcTr6XLAKa2/bl0MxQnDW9JA1NbMqZ92OeoK4
thnDeBM3QCgDY7YUcHO4pBJKF6G4SbVZ83x4lMyJFvImSEYNmysfqA+Cmc5q9JKuXRipVCetzPiE
ID8muaMeZZI/oS2xiYRwS3plc2SgzqYB08FRKV3Rnkmzd0CFa1Xl+NIeoscsHdwIlvyoE886askn
NU6Ueed6taJTxkgpeUpdVsnBmWLAeLQ8prNqdvNh10vHeJubflQp39WzF/m5swhp8GRLUraSggSR
Mezim6jL8GwVTkwpzK6IL2Ifyk+/iZU+gTMHkhkgTGHlMzhge6SG3hENe5XFKjD1stbzQyc6UsUm
022mXdMQKkfEnVkMXrGWfURoyGpSUdx3qHfIA3t24d9QSZ8NdWyuoDEWcg/23TLWtZLCJ0uKad5J
kt3JFqnzBvSwXXAwM5mrKZPria0bm7FwW3lXtyBJnydp1YYBF1B1pbcGMd8azVlme4oerRoSGXXc
gIXADreORO4NzkoXkdp/9YxKbS9MV+TNaydSWZeBl7XeHG3MydCu1MIFQ4eTPR7XvcRMdsaLaF4y
1S2tbQjq/uAWqnhTGhurCIDjVtlHAzIC0hkaAHEHoSlaa3LkM4z+ZU5R/4HPI/5I2XnjbPfPKq7e
ksK8RzqJ7olMh9FlFVT/q5QCmZfKlMxhKFiEtZRApneyT3InmGm8R0jogdr6WuvBGhtbaG9bEkCq
ry4PVY8Bmmf4hdBayIoQGMt9O0cYPvMxVPLN4NY9+QNxpqnriYdnWOWx1QMqNoixHzu3zW/hVdvm
RhZAjNaxIuDRaUYckYMZQ6Oj0Bi6E8rErK/XWYq9dy0M0AvbmNiiOmAmZQUDy8ZtILZuZktCusj1
mA10l/NK7Qm4VuhrmcRhLM7SOM7Wrjn21VmrJ0YUtAZRYoHZ1CIM3G8JfSH209e5dUC/DnFOgb0u
KlM7s7qhHL5YZCE2u5gTj4edQRbGvm6KyDx05GWAI6y6LrkdyGqpd7abo6TSq6GLGEIRiRAeDpTP
wmoTUPSeArgtT6tXVeua6DKugcfTbzfLZJ2F2CTXQ2S6+Z2Qbs7RSQV8ygfUDU9m77V0MzLYiog0
cnoGkvCiIOPxBzpXDpJgOBIUCAeoDAr6cNAs4Nwc+M+GLNasVdnEfYEmScqHylGa5Z7lxU3TSVyT
GT6Jq2zKxB0Tv6MHueEq0dbQe2aNsmxopsdFnd3Xmai1AKj6KLfRGFogS/E/19dTqKsxn19rN+Da
pLWYPBTXXddWWidwSEbpbkwNny8Gy1SGD8S+0m2HshVrFwZGEXmlAfDfVcwX5lmlWWkaTA75AF/a
CCfpuuxm74uds3AGmCQG+w1vb6z6KDvKdo9rmAZJOMUEKIvOLZQLG2aHXLlEtNjn84BLBUKm2nkB
i/ik+moLinZt6l07bdS+1+ZVHLZOH9SNgWRM80BVYCWtWgJFeFo0PGCp2lACL8f2XPQRqN7Rrq1i
7U6A0HZYtiFVRnme6p/aVsp4BdU88uCuRvaEpqvg+AsdjM1Qbk+e2BglhRvKvLXzzLQm1Eu7cqJN
F1mmCHhYaIHUSWhlND0q03ns0xzs/qhQET+fuogoJD5JeEWYeyhK1NPMOxmirqpWNSXmNLDwY9Iy
kmb0MIUapTRs1BmBdVo/UIiuHSMPlGGAAxiNuk13D2b6HNSeLYHTy1CuzWRC2suAAgZNSMdwNvYN
Wcj9FOuCgI/MijYta8AjQt/hLtUSsyW/DYB6kOdSua7B0+LyrtN+8HPSZeoVOR5eep5nhOkRZqAk
I3OXSUyRE/dCX/WCeFHyqpz0TS90CbDG0wbcwF0xPbu1wJOWmsbgrjMpKKZLO3IVZJIahDGv1ppu
ravYVs9UclVMQux6zqt93ZRYvIYcRBt50SEzcm9/dtsyLhFXlUq3bmINADNO/tAOnCqZbqj6TWgr
m5r+iiR01yUwKs33bW4hC7Ltxjw6c1/qftEQzojAL1fTldF3kHUKUJbzyqmr9ibGceHwemJLw7JP
8IkvcOeSgQL0ZQqcfIav1gwZJ07EsNWDztLHI1/O5LP1QtI3GyxhfI0duJO+MhCIwzaTnCZE1RA6
gc2AhA3kzGKwkuAG8oBcyPJpEVujjzIq7b53Pfp1Va6Lcwm7IA4gYQ/52i5TZ+1EfeNcGQ1Agg21
hdFlg5SLgCIJCUN+hw8IBqhwMljKUx2KQxSqIrqGKl57QRu5RYtxMO37YQ8ldjbWCvN7glahrOLL
LMsR5uZiSMc7fS7gg1bop9MrMzXnfpuZbTqezQjSaOzHk01sWJt52b5mL9Hel8BVC560xAyTc9vo
IvJTlLgxSd2orHBU501BxIi5qwDnttGFbkyJ9SIHtgqsr7ogqNKTLKS23+P+g0NUK4ZZP7Jt0auV
nGHowDMZwnAF2bk7S1gQmy20Hts6w/eNrKHOC4QOEYfD2u/KrkFoW5XEC5ucBB+EMkXduYSlTGQZ
WiWqwpUz3bhdIjzaYp6W+9AhEvyhod1NRM/RqQDGb6C5YNMF5CkWqc7tF9yCNZ+Mdd42RkNIsNnm
N6pS9UQySWv+XMUwStmDi45odCnNW1kM/bnVZAY0bWaoC2KdTKIlJklTFUQrgOUQHAVtpzb0+ocu
0o2HibMtw033Om2DlK506E4WWbvpk6mN1vx/sx44yMMMEdlfqfUDmqzGqWuCSTXEIca3SOYNr7xm
AmRpJPm4VK5UCQOMIV+GvDzAiHbQU1Og7awl6QNGWWYQkghBPXcGm0SfGNcea5qWdk+SRX0IOqHo
Kejcos0CmYfDZ0EsI2qNQR8IGdFq+54Q4zxfl5qGLIHEp9b2cbgQsczGVfbrSYdBfDYVGnFbxOKU
95aiG4o/9Qrh9Wz7HLr/kY2EJM/HKDCSOH3Q9USiG7P6ka6dm4PfLGuaxzKnOeOLbnRvAawrxcok
YFCsZjVCaBrHon/NWx2iejTVPIapSEGodmkHMjlaxIFNN6FqyyQlU1IKPHXFmW14K92p/mwnqX1m
hkRK+GqmcVriLFARNq9kzcXkSJ5VSy5xHWrbIqAgYCp1/Z4shoI8jrx6GkCR7+fSJOqXMMncXo+5
FR9GZrr6E7wQYSNFcVBCkEORIVDwTG1DALKqbGRsZ/ZGBSRfBoidEeqkVam3Qa8LVr1sSuebrkwj
OsEspheOgh/rPE5L5ZOwI0f9VLs6BF4ps/56FqZxGCF2GOjtTOU2ST2kILba2xuPiKwLjNdm57fW
JMhSylA5meS1H/qOIyNb7CznMKwjSg8IWQtp6WplbizLQRhudbNLx11qc9C4oeYxvEaiLN/yures
VaE0rJ70XmG7e9pYPo0mFkuWXFOOTVCGPUmXC7u/5RjsTOVsLbFjJdM0w6dKm73DbON9USZA+jC5
gcXyErHaTBsncdXsk1ECqS78Wp8inT22IXVQYWQy8lQqtdoQXskGiK84augcC6JcPg0Oj9c6z0ur
h3xu5A2hEZb1EDVpf29yFJToYpzWWGlzWbkMpXRqg6odXXczKVq/H2c27YFDNgkBcWaaMOjUjgRJ
UPtmG79KoaC6rCt3fhpF031NRRv3QQVqpGScgqn1a0V0DSeeKGswCWXl3rLDON4UKGhbsOIkt6xz
2bADngvdOFaJgccuZfZmss3VYustkNu0LI1sTX66elWaRl7wOdSoQcmbKr5GXVh5WwdJ5UNt5Ua8
asm+QlqN2T6w9dl7sEYA2gc9swdgL4Cxrfq5SzjIoeSkSfbIvZ008tsHMa3jka03QobO/hTX0sMv
1BOWSHfeaUknNYq+30TmPJv7wumse0K+O6K52AqiV+upJng3ZErEpOeRKu2sbAKtzLXeN+qWgqx4
0VCPMrfZKZsVh4Bzi4NyNvZrik1syCtY83UgRc1JoW9G68waZrInBPtNchy1cb6fZ6V7jGyvMUAI
qNoDWXf2ZTnxQ0goaFkqksHuj0Mi0cV6UhUQcxj9pk/51GKt7WriInAAoRqgPFy3KyHTiDDSBgs9
gqS+fCG7GuGPQpcWO5eVQvjvsM6fk4HVjesp9pw6YANaLOq5qnsiWhzq1WCRV0cZxHXklvZnGPps
Nbpb2RRJxTLtjlcEAKBn0SuhIAuYxXg7t+SUbWeiywmeJXMz2VL2W5jdnevUDMPBPnOcweqpRVB4
9i1F1cQVITUE6BAzYDvAk7UIZYVLKmRi1zVSP6vQ75XKJtl+6tns+s1oL3u3PJX7pOiAoiAFws3g
GRMb0Jg1FNyHxcMviDWOAmmWRe5brVaoPi7vjli+zpQvThUNjU+ltafO42hZvh1Zq2s0jMgdWWW8
SFsT/+dFqzxKoedkXZI/ClIyPL8hupHjNYHMnxThztdhGo2vshBE3kcjSXbnQ933XxmXkbGGX+Uk
b2TNlISusjfGlKzBPfdBQsT0p3up5WcEE7Xl1gUeSjIFQCNjw6lXVR8LkpeARxtks6wlymIg5Mm3
TIlYO+RhAmYSf778Ypi2ZNPUJxI3B7aLSQkvlckd9eKOQFOT50t0BAUPNVuS7kqt3UlfZWLWtVU1
c1J9oXCQFo8qgZewi6TWtOTJ1JSpfJFyVr/P2MYR3FUPuq08EG+dxHc0FR2QQ2E9ZzynMTmpzS3S
bcsLyLGi4SKyIakJpLERmIwZ4KcJABPzNNnoG+ngWgxIHkgugCOFr5YAf8TmtvsCDjzWP/dh3eVv
6cjue2M7bKF9Qgh1bTc1dVrdxXFUI9HM3SXvqqVZTRVApJ/bqL0ts8mVHCJaNGIWQ8MgYR6ej7IE
k1vxKqwt/Yz7/NgU2oUo5XVZmW+cd7NVXDtfy1wfv6Se26wLN/K2tjOcN8uWEzPH1i1GyInaoJsv
kWtO8f7fah6lMIO4RKCgAgC/bxLloNgkwq+hjncskjWc8SAlX+QLZQmLo4xDCXarN4N1/W9uNYZS
cvzjgE6oEsG1qdrTKEq7a68ztDtOZlrCEx2zPZ0GtznUXjWyxogu+/T7uvBPlVS86nRENJhmYBWR
5byvpJZebzEybYUDSIpMghJlQCCRtyIBavzD4jAHQ/ou9JBo74NXPLUhWqMxAlAkpFYjCucyYhlc
mS1so9+/odMSNFehJYI1YhGzoKg56Ys0uEzbKk4VH76XPOcQBKWdduEHV/kms/ixdM9lIChQSqcz
hhVXO+msN1ErTb0FDY20Lw83MmPV8cPeJNIST/50RS6yezU4KmcK0jWUTy4L3ht0WrY+v3+/v/oA
NWzrBu51fOXOyQsB725qisIHyEa5C4bW8QJFbVD8CeXvdsUfaaoukxdZEX/SvhdQfRNF/Utd9f+a
8kpXGUb/Z3jR7YDiHwHadxXX7ut//PPbN/wt+Ud1BXsHnixdWbhQC/Pyu+pKd1FPIWHhlKvS1HRN
LvLfqqu/UDGYJpAvg++w+NMPqitkXPy0hX5g23ShMFb+l+js8H0M/g4X/X0I/GusWiwvNH5cPNZ0
clFyfXMD/tDDrXq2t63n3LUZwAE/8dj4qpydd6Ie5FHXW5PAADu/im23uinnyb0cNGt8hiZMtwA5
zopKd7aKOoPyc9uPX/QxHO7I5dTvrcqoN91AGduigHScJw3NezR/0oaIaSRuopsw7+a92arWOp6U
EXpwHxE0Lfh7mWbtzuAhDZy+zS84A7nnBa5E1W9ziptoo5E2rmpMN0DEcHdlLi4hP42Zqgk1daxH
EtXIPGW3ppPoAdkMnmDl7oGASqIIwqY4t7sBWzgnEaqOpM4wlxNd5OSBmnuZ9E247qspUpIz1VSR
fuO4pzBltWZ9g1mHIJNW7bojwMWE/oI5mTck8zhbXgoyWnLIAlGF2sGsJydoTSqcOIeom2J6skja
azXpC5X8cs4x0OS1c6Kcyi1pbFf0MtQ9re5VodbjYXAePKM7tEn6n+ydyZacxrq27+XM0QICAhj8
E8i2OlWjUkmasKrUBD0EPVz9eZD9e0tlHWt5vvdgL9mWlJUkSXzf24ZLhqgT5cc3jTqcOoI7NU0X
Y+e/tPlyhXloH5eXa51eTGP/6KEtdvOBUXP2QhM2ykziLwYb9QVF0x9oqC7PQzPab2kaiRzqHsJW
dOD4mXyxzdm/omjqgkv1lp3pYQ50s3coIk80XZZ07agXem8LDkT/M+dYGyWuNz+bJZnZsgOkKAPr
4+x2HwESzpNtXJTYq1GixcX9RAPG0dVz/aUy5YOs2m/Oaj3y6KUozTwtIxN4S28RjbcRHSftQdud
sxtS4cBVpPzVa1y3B+IqGtbmmPwbw7mXTfmuLS19ldnTsytIQUSictLjsiX0Q48AdRzHkiPnUgxI
Zuc6ZS2fkMYRMaRkaE0gQ/HUmt9QCZEliMxYelTHGywBOAcKwCud10eXpTodh7MmSvT95MTLxexJ
aoaoOcNTCAY7fDHS4aFV3k5VH8HA6c3pNydaV1J2Vy9+Z+91k/jAnDQW7OKkhWtz3TZm6TQERzwb
1XBRQbCA9QtdjlcWW/qzgUL2thuV3PuAR2c3sRHfto215GE/A6OlpFGmxFS/N5SmnxJ8wqXwIqQ/
+AYkiX/ygltKEfFpkFY8Od2TjfS2FeU9rPmuVPZDtk7UwS/Ik+3mblBFenBnzgU3yLvLQczE3jnp
R3PJDhhJ4dHrhB55GKqu4P0MzXAF3J6cmiG9EnS0ozRZEck7/lVOBA7o3qQPDor1pHO7mzJvTeqt
cz/KbVXvyJRwQ/YqLJjeyv85EPo0cXlHwqPeagu8P5x1fFWZMz6Bsrgy+rXHrAh+2hkl9XhGFeyS
ckDkVasHCiz9My2ajP+lq+5MN4hJU+dSMlXjSvEmipOCfvhSpOqpTNuzUXzrl9x6B4Gh96WWxvtK
Oh39KcEJouKpqRz7UJSSx5OwTnnp7QbpD0d88gLfxYQQP6O1epQtoaod/hyYlzJaMSICnfpIrFfh
nKih8g9WNVlHAdz3YpEdeRiSaYzaZrU/LnNwr/IKLQ4lI25DwkpFBShxmHWCn0macpfgKErq/qEb
lyBaiPoNF9NXoVvGGQgbbUBd9pn4y3UHa9vtmtj9nIz5edE57FPyXjXdZ4cO+Ze86k5Z6+iwnbD9
aIp8S4eEyTnHNeO+TZ2Bxcy9NwyqT01jFAByw2n2zQ9gY6fFJKEuhXyqcUd36TSDYsd1WLXFibwC
9ybDnXDL22mjuV7TG6I+qYMiUPVEU9pE6Jm4UP2i9pIyHk9Z3slJ0vff3V8UmnwM0i1JyvGS+F1f
reqCaRs0ILURrktYX6zn6rGIi6dMO8feTMROyI+Ij5CKo6+qTg3cVrznYes8JZyft0I04rGZBp7q
vnqx0q0dBxZ3KRcwN51p6mu88UgcJu1Oxeh8nkZKKlfLp4W7d40z5V0qFHNiXApzNIdnsLry0rGG
/gV7Jn3DMwnxnyvbqJydFzsTMEmKVRUjmKl3GMq9Y2qlI9tpm+MGqWvrEfYXe5KTGcaxNN2bAm7r
phxR+oKJxuBRrdVHECnWjic3HSTG0p6n1s0uPSsegF8EJEgddMVNW03JYYKtjYx8KvhiduYuM0hM
mOlfCS3Kx09r7i60bjreU6PU3inLGyeG80Zy25Qn6lWKk2Vn1UmsBal/I49AWjrHMxboExFl38jM
05dExZiEnBVy25n94ZBqxzj5PbUotZnHB5rOI0QK6yW7q3UL7R+h4OAS8B7GWb7vadThB0qb+7XD
8RZ3zyMts4d4bLxHY6DkZfZKAuHMHm+T6qZTRl7eno5X+V6Zef1siGJ9h70v3c/xWF4L+pfeU/+Z
nNmFsSaLVF1MWZ1c5HZg3BhFu9yxnzYfaQ8n45Yi3oXTE2L7nDtYvZypl/d9a1RX4KzVe4rDqpeE
yoiHdKZZ3pRUtlQOriwf//EtmYIFjZBmjAp1WT9/H/7+Owf/z3c5+f89Bz98rb6q5+KnQXjbjP4Y
hIlTeAPQgE6c5AHHJWKe3ev/16Z4bwhoIKPbQdpKXsgWJPbnKGzJN5LxGTO9JOpxUxH/NQlb9huk
nMScBdLGBUv84L8ZhH+W85JXQEwLC67cNOyIh76HDPw4BsdVSsMRtd3Ex3+QrSgeoR4mumdnxhAs
Z/7MI8GLjz9sCn+O4z8aEX7eR/94VcmMD8Jgs/eKVwu256uFuk6qNVH6hv5Spg+aJsnfBMH88kXY
JFBFMeiTg/LzFk+atvZV79/RrOl8ALzv3rF0zr/rUNlW5x/2iO8XEDmoyWXhZczXmZyDHxOx6fh3
5YC2AIeTcu6wISEUCSbzZFbeb7LWf95s/7hyhBFzS6H2xu3warPFKTThPvburNzSl+YsHhR7yVU3
+NO/Emz+7YXEZpr+4caQVWAP5uTd0blk7RKk7qHZGvlv0I9f3X14M7a0DIe8xdcpNVJ1lHEn8q6M
/eCe3zQq2PV1vaBL1zgsQVYUkSNVsvvnu+97BNDfPjOk/wHfSCmQsv/83opsTaFC/Tv6TiiOZkB1
Q907DmOqC8ZYB/nD0FJKWHmF9+T6nTy4APkvhCxDqxGqsvkTyL32sB5foCihhLmAn0h/8wH88tps
GasAyIgTX4NQQwsTGmTeXT3o7iDyfEWLg4wD45yffrPFGtw2wjFP/3xpfvGdwRyxaXS/S4FfX5ll
SBIHzcUdAZjWhd1ONBpX8e8i2375IoIv/xYSw2b+SqhI/O8IAGveBeVI1UzMUJK2w+/6bAjS+9s3
E+SHl+DRS0yreP1oI2Mka9smvZpRRcIKuO70IciQJl20nIb1LvUDRvjCIpN7N9rWkO2xYMKVOlpY
A8MgyizKimK1g5ND+9B5Dp0aU8VHcoSK9sodMsMYWcrqEylVz3SuYQGU9znawiUk+iq+XbOqNwjX
7md4uyBtHpEPNI90Pkh8PLNuvyVj1w+YM31z3NYiVGBqnXPUFkYjnuaxBYKf7T571zcmH36JZRHx
Mx3gyhygP8w07ewdKtp1z/ZaISGDmLlSSA3umtmP7V1Vp/mza2W4Vh36WbGYexLYVgvxGE9O5YeL
EYj7VmgxH7AVUarZWm15lxl8BY85/2LDWVG/oHJwp0/SaqDYC10RI+PioSHDuWv8MqqXlN+iqdD7
6iQAbEDCPS5vMnm/tVnmnP2qpxKOkB+4Db81aKFs/OBsow4NztZaBphG/U5dkqRXl+d6Sfp3psjt
7KCqPj5XpjfR1Id4pQ47l9C6fZxTVHSsamusd4r1+5uvBJy1MizKzFNKs+oreyJxOkx5hC2wiC7T
o6LX+GtLeS3eUJ4Jp0CS10kMqjP5B+r87E/02KJjKdHV1TtHG/AyLdQaVQ19FTxQtoiColTwMSWv
EGW5VyB1gJMKa9/wHzlU1JG/3aT1t5HTR9+Yhivoal/sULa1tyutgZea0tNn2CQY6ixLKuso2zn/
QKtylR1Ighpl1DnzcJVilM+hz5q2gDYHGD6aRMk3u5KCHyD5YCL7KjHBBxopDdrD/VZbO1eq6jm1
Rpx9wkjBX6GTmpeyizdSaHHrG6o7sIOLfJ5REAZwt+GaeehfULeqz7DrSDSdCkYsUlVLQsKkiQYo
O0ZUMef2k9cMskS8l81Z6Dl+vJIwOAm9a2srvqnzwS6u9TThbaU7keINH5/aQ5/iN9eiFuC7qJJu
c9eaLm2VTzfkyGgKsgebLTyv2CbCYklYy8vB2pzSKwrKY1W4VCiTN2oZh8ylfTIMnIkIq4kdIqUr
dalnFtCB5AkLARCwUjsNMD2THe9GarK3xPqZRVWZifeN8B0Tzmv05cHo6LWMOnoEUs4VWjd2iLWy
bB+LYf6czpbzaOdF92nqdfrgTV6ZA/XJRUa2MYhnmNLi0fFKl0rcNX0J5tIfd6lDZfYuC+r8TDvu
Wp6DMplvkD7X6TGtnPo8lDX7A++1eWED5AOi+KJ8QV+mPvITdE8VLDRexWr1iFkuWWd9qw4+BQWB
/7B6rUTBEfRly/I2LB/jCnZsb3Nt6SVWAeEHnmGa10Vutp9SB1VcVM1l9nXhY4CFItHwHatQ/Vnm
RvzRRxrcIPey1aems5z3M8oa6uuDrHqbEcqHpCGADY7cus43nQonYdTxid/6hgtIZFRe+jFGcXlt
d3ZSRcKIXRkSLZrIQ1yv7XSYSra4XV2hD98ZynMfa6Jj35nFdg/O5vB+7tjjoqUz8dlbabPyDmaN
4EqtzvTemmV8p5emyI86pWEiXK0hT48lQDHqATrPr02Rkq0Cw+wuu7obnSLK4wpl66iVlR1yN7W+
TXh+YN14LKNkaDsV7DjA0p4EF3u67RtV3E31siQ4xA3rCsHnhheNyEX3yKWo1puNQMFhUt0ycZnG
4i7nvvdp+2yKat/2jnvbTaUhqFHewFzlVM7FmFFMPq64hK5nnuTNJ+Kq65U4BDuNDeShBsJDCnKr
ICA5o3bL9MpvW0XmEY/jqoc6dMthDQevncSDW0JTRrXZ2TewKD3t2cgIyp2BCsy+MGDqOgpNcrwz
tHXzzXUbGymXx6+BBfhWzCHWSkg7L1g3CtxV5Ag0NqiXP61psR8NzybLIvW+QWsjoS/mbD0Ssong
AG37FgHg6CaacAUX9LyO5iXFL/YcmuiTPraUg145jenTLgEBixZPSOPLmBvd+2KMqW/r5mUl9T0z
009DWea3ZlWMXynasb4yf6MQArnjo28op57OQ6yAeoyarMA9JLFz19hJUu0FmItpvffTznynF50V
u2bpVHrS/kz95+qmCB4RxQHbGkmLyjRpSiLne+Q16kDwmPjibpbRneHRFXOC7XKzaAbWtKN1is2Z
zb/JEcH4rXdTdLPyTr1fZNZ+EbomWiTQRrofmxylC8ipfsqy3iOLl4K1p9j0SdNCzDj0l3HA7bMz
yNWDfHa2O8uRGm5Xlw1OCkckdKGDP5ACU1XyeW6nvNrHoD4NJXPdqCMUxeiikKXERYT8phwPs1Mi
GJn7jmA+IfPG2OP4SgA1hoGsmc6cJZESSRF/FqhNwx5ABGY1bvnuWC0HETrdoIjRVZGzhaU7b0Xk
BWnVRw69DHHolXhAySKZyi6imB1MJSDywcIaCr0RTqmadIRoPlB7L48He8eCmjtIgguloWgTjnmw
m07TMDRP/aGzJn88xl3NSSULn7qnNEZVfkVP65jQrWtRGl4jk5zPZVeLpy256SyBamFwja1SiVFh
CntzUTEwPbqV3agooQb2pmnvXSkczp+3q4U/JCzL1r0jUsP7ZOsJiDcO9MJ8svZG5Ft5nHMICUCt
0J1yilW0xm0IBMnKEAJrGG9tWRCx5MMWaz4UyeAgprHkckJEmgc1IHiIOI2GLKIqPgUp9BzkvJ2Y
ZhV6mYK2aEVsfZsHMQwnOybnP5wt2z/aS2zMtyn2kvnAyp4g467nxjhNVlY+SKIh/FO7TKSS6NT3
+ENURtvjReuaZvIYL3GO2cNdg/LYBrBBESW2ZD0XPRIHPmJQ0F1DdQt+Z7J/088jUTd1ukum2EY5
bgWIaVAp01OOfU54hAqtfTPnh8EyvfztkuVX9ZxXF6OqjfE8r047REFQkl8yISasuB1U87XjQuf8
CEkLDj1ULqk5xowMynZc+ofEsFhXGMwwSUBEBUPEDDxYUV9uaRVIaVjEepqu32bUWdchTavFY74G
aD6SeaWpm13LIeXPYM6e/cR4N2PAby9LOY79ucmCfKRGCZHhkI7en27u/+JO4E4s9/+AOw1fnn9K
yvj++/+kX/03QB7YUx0WApItJH/Tn/Tr9+w0XP0kqUq6HF22pj8xJ9t+Ax1CdK9NSyEWvM2z/mfi
WvAGnyMZhpIg2e9xbP+KfP0eBfcDaAJuwc5P2tuGNzmbR/gVuIBjJoffkB+6dh3ku0SPmkQYpbPM
bK/8qlTeV3qfkDzvwMrR6n1yeoK3lj210uVCwWVqmYiqCIeR5hwwHOuy9K0E7iZI1uDYOdxsUdwI
0ds3giGjsg8xEp8EotTNmBxKyGXsPaUemGQpw2ZgiTE5ZNcDvV4SefksbKpDUp7INLqn1URreG3W
tJ9pCWyPSaLz5YviqUuRvV8vWCkOE1t87p08HsLjTncFimf414SAGYXMk7ls5VGTBpgm66Nfy3qC
WbHnFJcAwUBUea0KUX+OgYe9BOWJGgpkvguqphamq0t3xfZZXhi6cd0vGWm45nXttuRbLMuSWjwj
yTNND57dlaDkK3WdIerYrKGXrbUIcMqqZiQtkWEUfTxY/K7hDkEp7Tf9ta4VMzhinAU1Ew1pefNN
sIpBWa1uiV2KGcDTL9mwJprwH1WTSsTsRJzGurSEvekZnL0NoVU4FkvtY2b3HHSU577L/PzbUtP5
A923BVCSI1EO+R4JHRL3BYEwxnBh1U+x1c+sTi0PryTmOR/Oij4tQssKjS2MwT2cA2d44ONyh0e2
kl5casPJc8iwahDXDOJDutP5WkEJ6jm+zAbVye3pTthdrtaJH88uAAGwVZlrS3VJZX9x0YQQKsQ8
VuxzbuBmVwwJ40VPVn51UZqdqkn64Tei1q68SMe18CPa6uBqqlwgJHflZD6xuJt+6GQ2fzJ1LWxj
h3QtwWySGJU58AkKu6qW6B0js/e5mNVEMgTc3MobtujDa0JvZOV5YvWhAgRdlNfs/VyMW4gemYTz
rlJWgp8pnnXih2URK81A6RQjPe2NPfhvZZOnDDs2olP4qrJOv0yxSKajh+pKmOcR0YJ4VpyUgiO4
VjgCsR00FN8GlJ1QAFh3q8iOYz7F027u29oOh2Kd6mhWrP+7QaXibRXATO7b1a9VZGWKH2pNawr5
asetOIrSuCCCoQya5Zhvy0KImjS5HSy3++IMLQfhmm0zlAp85p5FoJOEnZVMTxatfbd8Y+f33LVc
xsnsKsjsJaMZ0PCn/m1LBDoHVGLzH7OROWFfj0tHBuEgmo8YWcgfqQc7Pk4GY9sOtKcnhFSaD168
Op9WwMv3DfbeFqxFVFdFq2rrtJ3M0xUo1+Ah2bRTWFvwI6L4BmJG+YZk3GxFUzjMTS358WGAU2Ld
acCy9MLrQd7wVpPiwZlJNEpvzuO9Xwbth8JtSCRrsCtZ9Ogt/NRVnHOreIkcP2qHR0zombhwTgA5
S33VrsZ6QOxZ+J/mhGO/CDvCUue3vYlNPiIhKmFws9moEkzQfldd9DKV0FRTtohdVttu/1DTtV1c
U9+HPiOf1roMIkU0qkHIoMycbCC+usymLnKF5a1PWDSM5N7og35O6YSaSGjnC7iseOza2dHOtRJ8
TYm6tttY70SM6jzCEu2qo018L/4fb8xNxHgOTp32PHM5yCkca5HuU6QI8tJQhtOf89rV3TUYom9c
8r1NvIvJqVk7d1Og5zYyvNqUkWET5ohp3R8rZNJQcLX6THpTMn6ag7itmerioYF+qy3jqfLHzF6S
XdG06SiBxejdJmDT8Rrrha5nf83PFVuljedRidbMTsFE9dgjWRdwvYriCbZkz3mcTMaOK9Uph9Q8
ObbtsSmG2ZTlB5zFPMiC0ajEUpISt+JAe5Dkqbi+c2kP5Iygb837p6zLc+NqHOxmuK9SkLBzknTI
4yVfmAQ6fhQtBxIo8G4W6awJlw8Y9b2kH4JDoYS9Le2BKe5V2Zle5Adxf+dbnZtG7RATBmmXRjYf
A5w68U5nU3kTj9r2Ye5M+xnOLmkPJagz2WFmUt50BPvXXLiVQVgF2y1ppm5tR4G36eC7SVbFtYt7
xwgzfCFEAmzuSqQbRX4zCmvlMO2wLA4hcev2274r4uWojaKcjt2SxLdxnbI6AGhMyxlXF1Gdpuz1
107K5gMoxYq8AAT0emRZv1acTdutYZoXpcLby05h0p6y5jGC6mTqVvPM0s7piSUms3f0NKrm4KFY
VgesbrLAqd7gQjusSz8+0z/UfFEBnRTXRmtrecgGqovCOAtkF9kEyFrhKMl+DwvVxSJEMmteTEud
tQSWcgDUGKq6GEGCMKhO1LoO/JAFToL9Tb5LhTmU/GUq9EI0owea6TOhguO3QVIc4grVO2YIr+ep
Oha0wiR+k1IMasf5heMpZwYoozshdLldTxh8u+mgssb9NIMxG2CiIAV673tWjxkaz916MukeXe+l
7hKJW0GI4ziksiaoKUadpYNZ0r/YTvLBN3WT7onLSb7gH9F+ZGBgvLCLuPJ3TWv79UE0zdjeDFXc
XigR3xcYp/gry6m4IVfFp6HDWKrncuiadxM+Yn8/42TXcN74LMW1dhX3WKoqa3lcZGIku6YDmTjF
nW2/xXg5d2GnkTC8LZJ8rc9ZTxVqxPCR3PEkER9FDQhzAi9Nv1KrxkO4LzNhfxh7VBOPFfq/4WhI
fCoRnuTEvvBHZzSPlTdqfQLzxcKRg4axHDjatfa9LHVj3M1uI/ovaWVJe4oQodlZhL12vY7b1H5J
9KwetHCI3TESy0TwkdB4nxbDwGlD7tCwX7jW9xhY0abFU+ttB1/SvpOTZX5p2ZoJNEyUx+dqivVz
gZqFx6xbEm/tdwU7b+JV3nM+QxVibEnQQ7PLi0sTfz2fcLfQAIKFPJ/2SGnts4s3CvlC5aB1y1Jn
vE6U1WGUbxvzsUXNNoVeTZJBqLKeOdFYG8TJk1YoQCp0zzyO+4IfHpu/fkEQ5vUhFqv+ObDq/gKe
NXkyxqq+txK52HtvyR3ydJt6vE5psEOP7/WMWU6gZLVP+173u4oTlihIs/yG3Sa56khQ+Ia1y/ww
MPo1x2UU5NMW5oA1K10nDTCtWvvcG6P5dRpGaYWzq+P3Zjp13xI3qOMnfBAi52RrynkfjHlif5wL
uxzf1VLm9FIocoG8I/Yry9wZBbvC78rWfuZNtxWADr8tfI+sCqLvXocSBaN2U4M3ha3OrnEwA7MV
+9oyuztqhvH6dBoPwG/oxr+9puOhgA5seiGJ1kF3/TPvZ7MxjX6XeiG+BvQuoiFVODdwecTzus+L
8Xd5ZhsZ+x+ekffI65EzRnfW9oLy9eu5BigbKZyY8xZ1JzlvI67xsCfUPdgrA49+P1vjzh6qYA82
P/6r9vTvr77VvQg0s3CIKNl/frdrrpc+sXKm55qSt0D2PdmcW4j3XzvnL5j8n/no7UUIpaHczdkK
M4gFe8XlZX1TJTMP89AYHRk1i9RoAAUaQ5WPNerhf/9aEnk59lLEwNvH+wMlHVtZh1O7liF+nGDX
K6N80lNgXg1YBH6XV/SKI/7jjaHbwKYWEMvomNsb/+HFDIzWazE3GCY1Tx+5eBVza2mup1ZDAZUY
IvcNU/dOz5m+AGrzX3A/yT0RJwycjeK5MPnO0zzr/hkAeblYjYYe33++ID8TqX/+jCBpcouj9PhG
/fwzYgIEEp24+Fnt1/uBeIcTnc9/Fqf9F2Ghnhfm/6878G/Z9u/Yh36S9Wy//Q+AxXqzxSPS9YFy
3LdQfvwFsBjmG8uhZg0RO14IuGdqMv+CWBADWSIgQclyHbrzSB/9C2KRbyyLvh6T/0n0HYwf/0bW
QyUgn/0Pzx472B48NpoKHwURf9/2bPrh/m3MlXSd7JuX5o48VlNhXHmkVS3Xw1AzUBEy0a7PjVcv
hEmiX75KujkrgIOD5MawrfKbl9hzjhVXxjCfc/w+Y0b/lEx581inVWLubXug3MnE4Q4krQhI2cuA
LPvasLXA7W6Qk2DaCdtqYGl4UQjO4W3TGwzUXZD0HhOWV7X0kDn1rSgALE+2bs1mvzCtfrSmzlk+
V/HSWk/gtHFyxCkZgLtkaTJfS1rLzrAcpbmbMkvqx8pq6kBFhrLkozBsmnEbLHgHZ8knTXZ6nZO+
Asmms6iqG0vsvakhsNOrE2M4S1KImiOK4do6UExhZfed07TEVysW9HgwHHlFk3B5rYgfRont4VdE
FbpskETStS+M7as++LJn4VJ5nb+tXXaMCYwivR0th66niMgGIAYWL1GuB2yK4/K2HRi18Wd7tHD2
eh0RWQwoekPUrG58taQNVW+O9oZ3heVCxgVEmAaHFbKsYwWoy7H7gpodRsUyZPPo4pq8Sas5HSBi
klTqcBW2Gu48BBhfApWS82o6U/XN6St1OZYeMx8C2Wmv+8YvIu3kU31ogAlQM5fqC9ZnKCugpi5n
KsDUFpplYWGKJQkFzqDK2gcfYSKp+CpAct4i+BfhmILKs9gFa3IOYnc1j0uW6SsSoJMxVBArKLTN
3NhYDxoDhhgbHTFHPXdBuxRxG0nWVnT+WUDfO8kA+kvHKZ0cJxaULOx6hi+258QbsBZ2bNKd7oLH
rNgiLNAeGKGfkfYDyqAmucMFF38g4naEwywy5xn88zIN5qo58o2ENa/iIX/QY80b63InhwCBOGB3
oFHlJnAN84mZu6svt1kgiUYXliq0qaJ7JMuAUp+J/JKOljgvWSLR4sKVWnYc4CtH+64L4rlhHm0V
0J1s5A2IX/p1TX0a+boqre/stEzFHsClfil8NV2qJAnyfcxmXu5E6fbdftFF9WF27f6FKE8HcDIp
va82AUrdeQFtf1EByAoy0ZKhHsc0VEMutvUxMQybQ0cuLdvYAI+RbT5gYkWkOo+5Su0iNKssIyIp
JWHFcsEfogS16Vu7ch0CwWcMArtM9NM5W+2RjbUFqirNBAyLiOp5ChtoD/i3nraIfiBxBrmHLD6J
wMg/Gn1fM1ikOfO1UE77UiyCAD6HdCWC8unTw+NXeqRnwoaU5CbMlYx8dM/GbrUyftQeq/GDyBCp
EuXS9C/gTAF2MWfMrMMKInAM5jFxI96D5x79yWztaCHtsoviuE+gZvreeOx1jO5kGtP4Kw1PBLJA
0qj2aiWmAvzNEn1DWPlc3q2DkVw7RWNUOwaz7OucOPljUmCQD7H3cfX6pizvFRjTADq0SDon7LGI
xtYsnoch0Z+4Y2ZzT0efX58qnigBbzluLryudKD9ZiUf7YCECro8/VlG4GNy2zQq49IZY/frlE7o
UoC95FVNRAL0FBnCdph2CblwDAltd/JWr6/D2hvHgQdq6xwrFtRxJ8Y5ORasn/lZ1hsB9P1Y++8J
/z+WCYnxf5/wtBg99ylj6H9MbN//xJ+HPLQHx/Q2AMJ88AsGzj9YFEtAiODWhLsAQCPd7z9HvCPf
AMD40hOEXJr8koO34+GY/L//cew3jgneFuDA9Exskv+KRXk1/G2ZhT4zt4d6FuaHiuWfD3izAEeg
fzuhmKHqyLpZMtqqeRr9cD1+Md+LVzvT95fBbye4BDBJvnw1BxeTLcaakMDIS63hHuLEfK+liY8l
dXR7T2Dz8IhJdrokb7XBYNmTtxKOZmC0xB3Oi4EozjOfkm7BEsWC7fP4IfiEUC+7MC75fpTvkpzE
qsschzQGfroGb6gzg892q8JIYSrnrN4TWYW+1RGW8bGMLethgkx8P+YkFhxhXHWGM6YPHtgMWJ0d
5Zq7uKiyS51TuUcSWI6raxBwmv98ZX5xYaB5STRFmIB49bWBEEa3AgW2MkxaoDlVcOOt/oNTPSqX
++2vW/IXH8GrLXL7BH56oVefwJrkmKw7Xgib09PS1Dcar6IU7MyT2JPDG/rzfNGjF/vnl/1Zf7ox
tgyqmyWZpY6s59fyaZWmA+W6JtEGC6EkYx1MeyJNWDNiLz44I5E94NDebzaa77GpP46t26tCOSN8
Zxj22Jp/vqs1xdtxMM0U0grCvQBYyE8rwCOmpbRvNRgf578n88OU22R86b4+zmirCCe0/N/Jx7f9
+KcfxcWUxVd/i9RmkX6dE96V5LAw+3Lkod1pdkSkuNfkDtszCoqZKTcljI7ohY70Sl8p7EJOV5TX
Os3c9KRGio8PJhK1K8u1SLsUcbs8pfUU3zs6H0jMqIPlosHtPkWc0HVMlctiLEeQe9qdNCIRNBjr
Iq47/v21azdU6qAvuZ0NgRa1FBnArqU992V72pgHs7QsfKStI5d9W2fLfaNGiwAsxrou8txlPtS1
2zH0joUJ3ON22Se9bGaef75lXoEB2BGEoMMLdy9zFQpinoo/7hyu9NRaL4MRlg3BGwRdadp1DbpQ
Znv5zd35vavg9afjATj426blcuL//Fpl33QA9Yx/g7Qg8oLeZ67ohv6KbIL0NsN+gwJIGlFHH9iN
kRvNnmS29s7Nalb4sSZviy1luHJFUl8sxGvtydfLdmSX9b/LcX71oPh+VeDOqUbkNkJavf33HzYx
38vnfKk7VoGKPpFyk0NE3WqkOx6YzX3hNNPvInR/dXEIAoT8xx4i6UHclsMfXnJI2kb3y6iIPfWC
ewqe/a+xjYz509K0CpYXXy08opkUp3KLmoJSKRdEIFVnfegL4SqSoeLlrFdCXxn6c2hepGrjY+qB
VUVJOnb28Z/vnFeH2XaNKLYnHBe8att9X2NVBJhkpKwi5cyHey06ye7pVnzZ//ll/vZMw6VmQQwJ
fDikIbwObV6oNJAF6Rowfc7yth9mkrwW+0Eba39b2B2hRM3c/+bxbf3iOcJ3YivGBCXzbffV5+8q
j610KA1cyYRuhWu8rJiCA40EJ6uH5iN+6ZVoys5TAqwcOh0mhlSTqJUie/fP7/8Xlxn4mPgvRhDX
cl/nYzvLiAfQrA3GVoRvM7FUhyRd08M/v4r1y5exGX0gzoXJLfbz7QcVhPXepcIoX0fzzNRa7/N8
GhhVROzRpoMh59M4zcUZeRN5Kbk/lzwFS2oc6ya9qQsfagtjDREgwBD/qgyWY+1/2TuT5baBbcv+
UOEGkOinJNiI6izJtmxPEHKHvk0kuq9/C/J9VSbFEMPzmtqhAAEksjln77UZAsA2QP7w+nUyQI5/
20RPw4zNRZefx11gK13Ds21G/34VqjjUfpDLUBxnp3f0AdbIL6vGbwl0SY3ug1sNxUrUwnx+/0Ef
Oxxe74Wv+zXjl2+GGvzxVcA6O8aMBm0FXrXYEj6IfBZ52z5szPludLJob1oKDSTnr6v3r3yyJ1me
IvtO3UFoQnGJuf74yiIZezvtGEhWKj2PpTDOkhXjTXtIrckPtG6sbnUU6l8glGOWRGeaPrz/C4wz
iw0VdUF4o2PwcZ0GUcio0fFdLYsNcn/EbGUeAAJGh5E56SNEqnxft120k8rsr+gYt9d4p9Q+o+2H
GM3tDkY+sLJGU7juPDn3F2aaM5M+XxiPydQxoBnWyTBTRpWgLoS6rLmtcZ85jnqIJNuIde7P/Y2X
G3V74as7NxhYB5eJbbEHni4zIyUgszQJNGeeRRZZSBgTg1Z9LyOELhA6ZJDQkrmdpDd9ef9VnJlV
qYWy08ApadCKPRkMsBD1AuoFzD7VsBVrTQZkPfSBTzkAibmEdVbLJrwwl525KgOQFhKeO2ZV92Tw
jyJq+3xUrHE6IE48C9FXdJ6NsWnNAYuWbSRkoo39XOzev9vXrs3JzsOj3YxtgW3qcgI8HvvtCNBR
OSRYJtNsediT+RL2jlM2h6isQnsDwxAlb8cO7FCr1OwPZqG031M3aZBOQVdF+4aW+e9EwMfaF1nk
gZci77ZYK5uucpD40/w9KcxZ7H2sX4AcKaEV8EatBh13Fc7D1sg976NHkvKrf1mqvWEhI7uSooAG
MhaE9K6liTbhGuiOtCneJcWeGd+fgobYmk/CG02FqUG4d6iLlb8zwopKG4BBB+yeq8iAHP2cIBd3
zPwW3Kwil00Vg7x9/0me9liWWYSDsEkLkI22TS/w+ElSP8qVrc98wr5AXw3dA0N93pOh2VbxTkWl
Wqew5yFR5MONZlvVtT8Bw0OBYO3BGldX3qTqqzQ2/bsG7cx9bw4cMN//kWfWMqbvBcVGWR+s/slM
Pgk7kmVPIVfopfMzZTpbU6TuL9g6z8ynWCBZKTCSIss83TlbfjtOvH02XnHNUaPwqAmKwaF+7nU6
6oWwmm5Q/JgOOYPeuE4y91LCztn7pGNBrgASUN1b/v+vLWM3AHKbJpBJTooT2BCTXANzjW7ef5rn
dqYcpXAcY/Zkrlp6I39fhgNcoXNuppxQ287WygdSWnVlr/zQKraTrQgdnIraR3uii50t2mTrNWPy
QcjZv0KTQdRjMbXl57hixk71WV/7RmyhJkwRMb//U9/Op3zkKGToNwqmlwWG9PcvpciYETDA4lqU
LmsEaqVNWevpc10N0d08+aDXovR57HTnwtr6akw8nmDoOIKvWipEgvbSycxGfILvV7HUIOU0xDiK
yL4vkV1fIZ7HujZr6NSRQ/12UC0RUhnJQwql466tVBXYZYxO5f0H8XZkLA1QDi88Dbbnrz/3r5Ex
GQsIvGjYNGp2S0AiqrJiAjby/lVO7JrLZgY1Pic60s0cx2J6PX7esRT14A4DecSx6OiHDxJW4/Sq
k+zFjirq/IEsC8Bxhh6CjEwJFIhwgRBCoFfWNtfNckNfDlwiAWXFsB7T+DsZku6ubOgfKCgtFz7Z
t/sPfu/r0VN4JjFRJ6vekCVF1XWUB2Bvf7fSStbEeGod9qKRhsf7D+ftWodeGmE2Y4JOH03F42cT
FValGRPPZg5T717NLQLnNDc/0RNyPqF/YlthT8739y96dhziLtJpgjO3gAc4vqosKLu1IzV/itCf
XCtsYBHbzM4i04l3mDK8aFoRG2uNIxUgyNkqV6b0+hjwfOKjh3Xqf4p4+jNEOEFT7KS8wNdxsvKW
ZjWqgdMUigaJlaMZKUJp8LoqlGfjf9vef3Iqz5Tdzg1I1O7IUwR1ICblk88Q8TZ1AUh2K1Fq5qNC
uZusMH807DZ8ndbNvhIaEhqfY/iwp9Fml+uiKOmiYi3v2rWOfDcPPGElO9eZ4/ELzJVaQuWKu/Te
h36QbOmQ0coBaBob+/ff3ZnJC1nNq4kbUgS3cfzq6A4abqb47W5vDA99mqb7yqPrWeV9u6taK78V
IQ6YiFrcJeXE26WMuYIyx2vJnAd3cmkETy1VCZ/CjGcSRyvYgn3u0gL/KcSdRHvo/FzeAGG17V+6
Ocwfx95AxPf+7Z85gfIjLJOyLMVLWuEnH8xkZzTjemMBHpbJx4FkGKotiDLa0f7kSRot/exxVNAx
U6tZ67/UOb7DVQau61MzSAKjbJ/NWVjH+oU9z5mnY8MdoETmL4Vd+2RQJRNIelT0xJ9HxvxVDRBs
txKO523Sa3IGRuq3EWGyTX9FQ8pMrrCWGfWn95/OmQmd97pUrhEHwLc++YzgoEqfFnVE5dpqVgyQ
MsDBfOk8cmZ+BFDCCwDh6VKjO3kF4LSnzquYPQbXp+FrNxDs2Wa6JJkR8nhhsT57MZYQKg6ub8M0
OR7vyL592JI2xM4KCz/QcO+lK4svgxiNz//88Chw8tRMsrBgf528wMxFb29Ey5dVhs1VXKp+k+l5
cqH4/IrKPNkDgBgTUA0AIhoczI5vyM2TfrLUMtX5aFihTg2fY0USzFWSVPKbU6CKv3LpxAdTbuQB
ccRpjQc++ikGhd0BeOALKcfU0zzb/V0kpNbAMUuwhTlgBOmbiwTfvqvnT//+cKh3mBwHUYUhszv+
1VQVbW8ye22RrRsoF9ESTHptXZjclpd5+mwIQqO4iWKPCsDJziyHYGbMZEvjSoY+JplRd4mQxiez
it0b9rFy+/5dvUa5nl6QohmvgRaYZZ0ecJsYryubYY1IbKqn9dhoz0LECOVnqXZRSxc7KcLxhn4g
DnpsLUFHKkQKmRoLBf6M+UoRQIvA2Cv2DqFW28ZrCcLjeHxVaeaN5XelvEk72V7YbJ/5zmFc8qkb
jFWfg9bx2xAzlvTaDUll57DEsbRN9tqkT5v3n87ZqyBm4lunSfqGUxJDn1J2ztm2Aod1aGc82K7R
dheucu4DR0hJQQ2VIcGtJ6vKHGWJhW1BW5FU7Aft6NTmqvZNVLNGYSTr92/p3MXA0xuMLzp8zmlr
b5xtvWjzCVVAXMQ3Caqdq0pSSyKaw796/1Lnnh6fOFpYJhQWhpN3JM2sGcqGoTXbHrkURiuv8q6w
Ht6/ypn9o4N/DzUY58ulOXM8ErJ4cltcMAzgxMUe7Lvttpq7eF3Kx1EihuiT5sL7entf9Gb4XDyD
2jcnveUX/XVosAG412hTIoTEdb3KrLG+tzttvDDC374ocplINQUi9XpoPZlvYEUbVDhYyXql51td
c6FGFLPhbgwg+ZfqPm9mHa5FZ5JZn3mAo9DxHanUaGONHPU15xg9aMjFAj0t5wtz25ldJxU8kwHh
LIMdzt7xZbIpnpIKtME67KX2oyUsDftxER1mpxn2KiV7XqJ9etSzKL0biri5ttNJ7Sk3o7mJmmhF
olYTGK36kcGqeRpJW7+1xJx+lnpJMsz7w+rM40e6TVPegfZMDfbko8wXB1DhM6xkh4QGtjKdFbcD
GgS+Qnx9/1pvhzDVArHQsvn6udjJ47dsOEGEkbBx0t0aiz2dvomUonVptrjoIq2NnhJMY5dygM/s
JI+ve3KPfofzpqoYyFpEHdNuzZe0rvMtP4WYIK+wP+b0RHdk42hX7tQ592jpX4psyS2btKza9h2J
QSgRL2mhWefejkcgFSYkY4suNW2b44FSOBMtZX9O1gQDNvUDSYWa9kmvSWA5IE2z0yeyBkROrldk
/PYk3yPOgNBJA7ft0vrBrvuSZIJWI1vCqQkzS2NwUyuquN4TbT7H2vPic0CPUSQ+p3aLaxEoQku3
GjorDhIMpBsf8vwEsmLGYsq2JCajpQ5RpXleRnhGKv02O/Q+GRoB7SzyglzPHDF4zQi/UL5nJoeD
wdF/SbuyH5XPuQpaw6AeKFKlYlVGbfmjr4xEXnfKBlVCQ4kAAry5o01sDjEQ62ZgeN/kLhVP1tql
cdtVosSX0aTTs0ngU0xqluEm6yicK2SGuqivqR020xoqHxqwbM6GH6No+JI9hCaI5xrfvkHc0jmB
mXcTeyZtyB9QqQy/kIChK5Fj10w3dqIruYnaLHRhtISp2ujqVQ1byenZZrPwGBqqXAEiNpsdGXrA
PIq5suo1gUFiCga99x8GIwLLEQM9grPSs+c3vIEgSq/mML3Su342YakI86vblNZPKetcBKPdW4co
xDC3yu2+35V1qQWjoZOxRI2wZetB0J0Lj7KbfzSmqp+djnSMFCqEHdchxk45chQU7FhxpprSX5Mt
TOCnXaYx3SnckxbCgtbyV4YReo8DHjid81JcD7vEi61+rSVxbO6Iv8gfCzj1XyRCjS/AAx9M4lOu
2sRpjY0XFu2vRgrjR9Y3OHt9bf6A0q7CTJV29k/vlSmbZTB672o6CkVQCiy0a0vrK3kITY6O60I4
BQ3yKOo+GkTrdKvclcbnEv8m637pMnbctPbHdRVmtXHbJUN2HTq9jdJnIlwPhBVgC8zdw/TgGKH2
orfOhFbD8LTnLpm8Hyny3nlVelH8hPKZrvc04kJf6xCxUOxlg/uN6Ha3hfNRzR9w0e6Q2k5IPztn
Ljcgt4ovDZAKM8jCtOzXkAw7bJMc2sisIuLlaSKmjPSsPjJuBsfB2Ym5q7vrpyT/nqXFcJdbbvc9
azGuXbmQI66anK3gXI5IgakHyqcKOBTRRm2SkOGOuZsJ3RyNa/S3rbuxHVhLKzgodbx1DByMm9hf
+EUOSpAKyymAChLeVIx1qEv0OBiaOnyxIDSgNoYHPAHbCWnTMP6KJfpvITaM+EN8d7af7F6LuvVc
ui3VVAjCEdRcr813qUr7n6VMUYw00siCGQMvnBoDEeqKQlf9OS/SsgKkBOKEYEPd/q5IgAH3UgJ1
W9eRhdkTzh4i9JFOEBk+g1+2G6C3U3GdYH+rVo0POGmv9Ta8Ldz05nPWygoMiDGZ11O4kJURi/W/
M8MtPxqK8+ZKCRvek9vJ4YBE33WDWcQ4A3FOJr8q4uZy9MJaiF8xqm7KyUuHBSXlf9MJA/tiEWTC
FDFT8MZyPi5Q3kprsnXCcc+GBaOKe9yQlQURW3SgyMz5i1rKFKp1jMV7WlbwiTuRx0EMwuCz3gwo
4FGoSuglNhG14WyLry50+Q8Js7ZaxzJRjxQE5gd/inJyRJGJTKukmc1ph0SBFTs0J6s/wMJJal55
a2BCNEr/vpRV/gM0TNyjc5+HDdhkC4FzAgZ9bhP7e9Pn8l4fKuBrNca77wM+FSzkYMJ0KuNwrSiE
EgDmtUn2W4EheZ5SFPlsxSDQo+YiWFBLbHzyfMU2j7j2dOJ4qtmxyBLVQJd7JmVFg7BnAjsS6R7G
eu7gUDWWus1VB+vGtvpmuA41VYyBnib5xwhLtrejymV9NETHrEfwUfqoe038nSMbRfQwtLwXtEzZ
czKp7skS/YhXEp9LTZGA0uYKRVX3rMdl+Dr9FMzqTBSt62CmjWJ9wRQAnvpdjfb03CGXyJ4cML9f
mLx970a3OCpj3q6rH50TZvHeVVqDFvGVx4dc+ZOHebIA04vS8IMTJXa3nlC4iXsDD7DcamLQUzQx
kB5XKTziaZ2OdEFWqEmKG5P85JuGsXwzRKOGlTkC+8dUYyVgEEpV6lcaCWRIY8hU5uXiSn+hHgyP
AA92dA14BfK+SkXLSqQ5DrywxLjr8pa1qrPB/u3FhP2Ty4bZPf3qkAwtF48esJeKkLeY2iTRmSU4
btjwtnurtCxxVl2zwPRJkVkCjqCIx1j8ovSpaJrwkT4ouvzOyST5w15nVBsXy+GnwZtbAcNH7No0
hPnEbR7I30rYqrT0M5nSCknZLqkFbXON6OeK0TftI2/W7qTjx/E6UqXzvYndAraxIZp7o+bnbwwM
9Xu7iympeYyYaGWNRtOtCNGZh52exs1jVhpesmUaSNhBuOVCmmjMnvyo3A1/gIPOPs8c3H9ampvp
+wpXG21HZxAfOkcsIdOWqsiQNcKGWBu6S8m6JMUTZSIsa2Qssz17u2KwvC/CXe5Gc1g4yJcmUW40
DHqxox7CFdLKJoaFEbr6TVvj04W4o1X30WT5yOlHuyPOnATMaK+M3v/SC6ASV2nTjrceQwDARZxX
/h1uviIoRIf/rHgVDEm7tO5HwGI2TcwabV6E/q1aC/w3zgpop/LwPdseaaI+KvVtY2nkGrgxRc9N
JL1c3YSJ6/+0W3f4ShUTufqUhu6T781pv8rbNLdWZtMUL+wDocsShywZ0fgy+pVhD+bLNOaslTH7
PG2NVBFXg+PC3lmlmsdUGyofroXjp+LOkcq/19Kue6yJIbtzZtIg49hwp0Mp+VzFZBLmVZjG+NiW
LSnPY09UOBFp6BjXKdbYb2z4vHpVE/CWBiFsFrw/RgLAowZ+qK/ZmsiHaMrF1wynB7PUjKM1yJSz
8LbAxYHvGOhmx3qg6sb/nUpHe1GCniYuJeCrFq6fZG2waIYYFaJyKxI2SVvTnIjpTduh28RCQ9zS
ikRsXXrTzaMj9RGqZCf66JHvY4mh7iKCDSubmWiVRZr3dZgwvR/qlGzN6xzzB7SRhMCna7eIW3Qq
uZ6TYB3naXYFAMS6VUQuL/SGhigDjU0EMBHUBe2trXAXsL4VWbFp7NwH6qiastsJbVLezhVlUh9G
D9YYdcC0jbZaqNvpzu9bC9GTgnzha2r8RJRq+lThexg3BNVp+SqXmmWvXICLn/TKBG9mzXYPnAtn
KtNQ50fZZrTTbApU72fPKKJwGEAg0z/bhRsRMjIW4iDcMT6AZybulii/YgvmARV4x1D5QJwUYQ1m
6AFFMMwhxZ2thtuSMhltKpAPJH9VpiqDYe5BcfQjeXMb6Uh3kaA1PoqZZB73ZeaxRTNxYAyrydbc
m2zUjWLj5kD4b/IKrO+KzZRivxKDEVsPg/QfjcIFqlmxL/4J/YkUgHnMo5zIRluUe6FsdMwk7sW/
e5dA673P7uQWe6R+Z4diXi6OkAHulSd+sFyOn/mY7BFw5ZQ/VOZgUxupiw+1EcfhVS3C9qte++U9
2uws3BT6QFjs0GfoFkieXRwcBtmf+GydDXR4uuj0A+QNc0nXr+1anwo4HGSRbWYdi9am7sZ67zqE
EUK5YBew0idbzNucXEq5bcl9FUGFJs3mC1MZU1IWGSrAecTuvw7Lcd1ShXPIOVE50741xPNntPLN
HYbjwdzH86TV8AhkVjxkQ5wBeYGM2AeRgVkeUiMAI+BEpjXtbXPi7/9PNBOeFCnUPDDVaPiyK2xw
lPdas6bjIsWFCueZVh8lDSi5i6MAWcspxTrLc3/qxcAaQGQLKuTup4otznbgWA+GZ4Q8B8+m4Dzo
32Wr2kOs9/KQ12P4y3HG+N+rOqCrdKyLgsAfZ7Fw/F07mlB2EXzRRjQ1Rbyryd785WZ44gBq4sh/
v6zwtpbM8R4HJyIydFG4PY6vZZtwoiqz48Y5ikF/8AmKlKkkeU3Y8DYK8fL+9c7I1mwHP4VDO/dV
ontSGAP3LzLcWXAXHdrEnPQAQYKD8cHA5ePPMC6Gjw50pS0mzOZTpnn1fTMBbFS2wHUVzimYktAH
jJFjzNpls0tz+/1feK7Q4qBjp5yLHAVI8/ETQaKp4xAFDAmRPUJAFXMgxSFWr+fe0+BoorlQZTVd
GIHLOz0usdtUFdBxASyjK+WfVPLciNWRL4qrQp241kZog6usS31wN/68lS5prolnAuxqQN1dqLm9
vTaDf9GpAoo3fdoXx3csIj/MvJJrt3M6HXBUe3vZF/Ir1OEXtsHhh7GgOCA1HIz/+qgxb6PvoENG
U5u+4PGFCUbyTWJ42MhADD5w3ikOph428C592DjllH+hGZ5eeNJvRzzSVxQ4tGYRphqn9G2tNfx8
nl81wKl5wMTCyWBm81PZSYxlrsov1E3PjHgmFqzQtKNRSlBlOb5LTU/U2NRIIaVWVduqS/NNZMGC
gj5E1yD0ndAI3NFipfQ4f1scSBrONEg540dfb8ot1C/9QB4B2iQLf/J6EBa74vffxJmHwjLIDIj4
hKr/qaZvSElpx/GMpxYb5YqclXarVzdxam71xvj5/rWWt3o81JFfW8tAR+qCSHgpnf9VGh80PS/G
0kUC1VfVjV+5rUZGiOY7GzN2bbHufCt6VvOoRRSPoPKudA9474X6/FujDeUb/B80MMlA4zhx8ivQ
1kGNXiQlghy04lCJ2fHWbZxYT4XRDo9a0xjfCCiZc4CzvWYFkynYWOGt8H5qGkk5F17AmTor4QnI
nQiFcxEzi+UN/fVUEtPT6lfLQp+2ZEflMziuZYNBlqb3AIeOonYR17uoIrc4beYJXpvZbBsV9vs2
TfuvPfU/IppkGLz/tt6OjOV30XJCBIWj5VRj3YqR/NSOkZHmRR6MM5IGN5nwQhFcvyfG+pLe8O1k
tFBR0MdjOlrUVifvZSG2NAxEeuXl4D1PtKdWEGCIje/85UgQTeyu04zyokk2yL+FPiwCG+6QiYhO
B1Mijbbjl+CoNDUJ2EbaOkztriULj1Sv3L0w9s48UkYeHwGmGKySb5R1jpPOxiI1jK3Z+pghof7Q
itlYGK/yiqxbMPPvv8O3fQpWFBpgfCiv6IWTUnlGXULTbJY01bTRvU2CQlCmUP3ASsoLw+XMpUgD
WTI2Fw8blM3jJ9gXAryihfMGYe0czEAQNyNqmdXchOOlifXtRMIVGCzsb+lJU546vhZYxiTtY51F
eoyLawdeFuFQRV7TSyy927gHKbkKtUHeFL6m74dZ/MZLXgWIKoEpdxSMlVtVB6tFVNkobd5QogGp
qawaS0ZG0muO7vXCbz77eACVoPhFaEp79fgn9/6I9jPia6JYlf6iY9RfG9VgbBN9nq/ef+lvZxSa
0YsHCk0hnzA7yZNr4Y8jzryEC8qEVUBdyKQXdFUz/kzjtpTY0/r8a+mgPjqkoxXRRRJJ3L80Is46
cIdtU5C5gAosMGlZiIc6hg9+YefxKog4WguQSXhMwpzf8Yugvj3+jTjqZZjrIMNn2oHTc5SMkbEe
sG/465xy9RhEWj/lO8co42HXjcKfPiEgkkiEMzcMRtfWxzUiiJZWBVP8tqkBn63culFkKOcV4nE6
P9pdlHei3ZI83ZF+Z4WJWIHvQDs3qrAcDgSZtbeqIG9w0+XRuJFg88crTYU6PQctG6c7OQr40O+/
ntdl7uTWMQctPW+ewAJmOr71MCw4rlYhuy62dTAcG20Mct3LvlF7MKtg9lQBmZ+PLAuyCdP+ljV1
qAJUgdMtxp5xumkSeMew2h33SSo3Nb/l9BdIa0inH66bUi1MfWsGaNbx6lfsvtS3tKgEJYbemnKo
ayQJ0k0kt/n9O1tm6NMbYx4lXAYrBOmzJ9vJhuDHjP1mTOQsBz2/td016J/hghby7bYKzQDnI1Kj
FhM4E9zx8+NJeYkRdghBVVjfpIXyx50sJwkusbDaXTJ72vxpasOS2nZSFvvWS6VaJ6qugr6mo7mO
SxsKQzR2OLGpdJAv2XsAqy4omd4+DUxvCGTpU8IFsU/FOg61bQM6eLKmczPuIiVpb3HA2/zrM+dD
Zxr0cHUtX9LJYKImYqd8rBSRYjeiCI5gAIBlmtQXRu3yUI/fLaoQF48yM5i7HFiOH7rGvwsJVXA9
1HUc2KAgVyGVks1UdGW1I+/cue5bw0SEPFry0MKtt7fv3+mb/QE2AZ4nlmzET/obUc+gl73ZzPwC
S1TaVlo6lFGcZjd0Z6OeEl43bizN8HeCvuCH9y/9Zt3m0j4yKM5JKGLpwR/f/EirXemJRj91aOb1
AJn0luyA8JFJx3gYQyiT71/vzNBZTqHuYp8CceCdPOyQrxw5LcWWrs70qzG3fk547C+80Vcl3fEr
XUzbnIQWb+ayIz++q5CTcJdPPfE9TmE/Z16Luzz2l8p+y64h3sD+jLJgybzsEYyqst/MWEenGiXY
QG0JAUZl9vdVItUPzTJyUgFoIF67yqrUns5C/oyaZPxOdoZiHqgkVXUphvkR/Zq4y123c7diSFxi
UOcKOgh1ZxeupOFrG5VlvRXMfFMOH482hDidJCkpK9ut1H011TAWcgSR9PhLTXtK0ACGv7zcbPo9
rhkgm8Uwmv6GPmyIixeVcB5kGqKAoLOKbt5QeIaa62dRZG1Z6MduhfTKeYZ470RBW9figTPJUH2s
KP9M16PIZlTmY981G2TXI8cUOebkuNRdUa6yPpJfZuRYRIVFNYRgIokxmAKtrcSuW0jxWEHN6l7T
QrcLgPjSqZJ8LA8RQitzhW27/uFjfwn3scAK87Wm1XxluzVJIBwD5/bPbPH/eScQzZix/i9c4i3R
7KWcX8pj4Mnrn/wBnlg6wBNWFCALr7yTZU3+AzwR/n/wOLBGessXSXmGQ/z/pnbr/wFPwTYUIdBi
ceY74jf8F3myxB+6mBaYMRcdPSoW71+wZsczgofk33HIJmPLi+2UQ9LJRh7QlIg6LcerFoXpuEnD
Qt8TJDhe0nodb1OX67gYLcAKYPvxqUWezAmT75DPgUAe+QTgLxpzg/phURt5xnY5XJiA3t7TIiwV
NCkoyLBLPdkuZKIlkrTCzaKPcR6ogo7RDBT4Qk31eO7+c0dQS6kzsWXQOTIcz3KxNP2CFZQ7mjTx
YMsGnKHPfvc+82acfp7Uiwv39eYZIjAHj7fU8lCg/skA+OtAn+Es8JoWUGtqSUBSeZKMQQzoaUlx
jsYLG+lLFzt5iI0+zcNkckpuDG8ad7mozE9ZZFL0BynbXFiC37wxDmyL4tCmhoP28HTnFXesS8ru
QRTUDY2k2i2DaLD/TT/PG+MqrD3U5Mn/1KnYHb8xgyjfTsTsXD1y166zxOx2beYipkDw+08L7X8v
tVwLwA8+zFNfjZHkpprIH1jFXW1c2dwMGlF7uHD2O/fY2LvoTBYUW4kbPb6hvEAmjKJlCfS2jF2m
wM8ZoZ1e2Beby6v+f+v5n5vhRMXejKoWeu2TfbHQwI3perY0AWOvDlo5ElfDQ6zjbleAIewW8Ucv
b+vebl4i2nLTDeWUxthRpIQ7VMxF234UI1878lh8OluYzcSWJz1c7Yk2Nq1XNIHQqEHsRmuy/RzI
uyD+Edc3VUs3x10ACy0Cr9+DJLU5gCDPbtvuU//FyV2SpubSTOZ1aRfy0Uep0aDpn9nXlKpyv0ZQ
Ky5Z6443rX+eCANV5wXTg/Id9/jBMxtEMiYwYeVPGWZ9nGI6mp+KllrbZY9O76LX7xT1l1G3iSPU
Ev+fSLSvPwBYALUshK32MsCOf0Ane6rgg00ava55KzG0S7IUuX5/LWUf/rziv0Nlz8wBVNI5UfJx
sj8+neKiGSMPXaVspRqkTqIX9jXn6z7Qm8z58f6l3symTGm6rRsutwV+4fSIlzoQ1MEw50S4t+VP
d+xp5ZS2OdcQ4c3kqaSZaf8TUeL1GXKQYnU2Fz8IDIvjZ6jVaB3R4eUrw2BFUtbYb5PEmy4sE6ff
qKDrZuFyxiuDcgrPw/FVIAi0iWmEyzeqIfZSdoLgAHFCf2nb/fZCGLNYFZYFSSzD4vhCbeZIAJwp
bU/DiQ/GbAOSt+T49P57OneVPxsGTqAMveU9/rUGVSOSj1hrYFv6o7lSqk4D04MN+c9Xwf/p82K4
iskIPL5KMRjANSmorKbBKa4r+Paruc+1C6ev5dH/Pa8BV6DevViCqA0vJdrjq6AZUk2UuKSHyLl+
SIyCcDglpp9G8VOAPx7LWGzevy+K3KfXZAmiB8hSt1wWqd3xNZElRvbgyAZuQathtdFLoK0xkYtq
48E7L6885TvPSCsILiBuuRBoUOMO8BSJeru5qJWFuzsX+T5m+VKbHm6jFzQOpXMgpI0qNmjkBm8j
h5SefKuK6btEvueiTBUtmQVVm/2emyG3gp4ijgg8EgnSLZqvdAQVh2EmcJCL5Adyy+I6MGs4dKBQ
Zg/aeSqgW+ZzWa+JVrSQepnm8GT7o/UNDAdnIzXFKJLzKGwLLFbmsEeV4ZirqgPuQChZG7abfGjk
rwmSxQwqSjjTOhxQ262m2jVzbOf9EgLPoon6hQY+jMwwj7/kXkMcq4EyGomAh7oR4Qhi/I1EvD7S
4jeI65jos4Oeb00jO8wqGij1laxj3/LRcLJ1RSdK3xb9aDcAMeN4S2hAq996s+V+hxSkNZ98XaGB
TLvBAhgUViVF3HVrlCQbBVHpqPmg+8hFV40NffOZdD0n5heOzLmEDiY11AqDFn9cNljvo3wcPhLz
I4v1kkqLlryfBpRocig9CZjcA3Ad1iRrBJDYRncfSXNR89Sl+cNkEOSB5vXO9w6XzPCZAIfwxa16
8ns6jU97aVBMj35OVuCIdnNckQ3YfOyxMGjfa0efP1oUGRKOkQ22qMoxhqfIs/uIvLChKuDKxMW8
IVig0T41XjnaJB0k0KkcGX/TMFFW6xpx09cmKiHcIgRzZRSkhJBmW4v+erxuShdDtiaQha0bgie8
rZPGOQo20aiGtmfPiX9rKa3/BrFQr7+5WdFZGyDmYbxNc44GOzXX5gRUJ4cpg7jV1IgPjYgyAqxC
8oeG/1zsLKKrcHJhPPmmVYZUq5LWBnmXMdoujtam+ZjrMHnXkDWa7id8KzFdyyI0tSvPbhIa+nqO
6Fbz9S7fZiQYfeC5G+kzlmzSD9o8zDsqeJWUe9UYOWEHkEuNYAon9wscVSSYkEFQ/GlTYl6VU82D
RReHdbQATmit0qKP9K2tD5m5hvZW0FOVSe3+dgq9QLklTSv9Id181O7g4aYu1W/sHAfoq1160yhF
IdqKnb7+LjVZpNGqbNWMQ6An+W6P/DysfxIekGBri4bWCSYaluQSOkR7Pkz+QKQjWV0AHAfyDWyk
0bGtgszIUaWVymoNqP/KwuA/IXIguNdqAjuvi/IaqREektqf3Whjm4mFwKiP2AOjnk+KW1yHQt7G
CViycuNb7hBZO2kWg2MHkgMtQasVUD7GuA8ZZtqQpWCVAU86yw6QBgsAmRz1JDqaufoGHU1cFak7
qg9MObHcCgp38YTOr7Y7hKZpaLdf0UOprvvVJoqDDLnMdmpXLuJlP/KyPU2EZM4+k3KFTGfEi3Df
90jdYd/gBql0XHBpFPmbGRD/QOCzaGOju56dIsLRk8/5S8hj9SjWt2rcUG7xP/oR3dFVRLvcJSKp
az6PXo8+eCjGyAYpa+blthpyRGJI1enetIWFFNXimEC0oGYaqL7tlp2qH7cugYaGpg9rL+O4sCf4
B3KDynNH/RxmoMtrs28UxoosQRFcsksF2YxuM7yFntmnGzyL2CtqAHFFQJ4VMUQE8ejWfnRo5m+Q
/qR32lixZNtosmC2dJFdX5FcDKexqTxgNWIw/Q+5Fc1ks3UGvz5l1zKuaklUYjfa3vCoOxHHGEpT
zbhz7LBBdyosEgqmOmvGtVPX+oNGYyQ81OUQ1nwodfQhdf6HvTPrbRxJs/Z/mXsWuAcJfPguKFGy
5H1NO2+ItDPNfY8gGfz187B6mW7XTBf6vtFAAY2qtNOyFIz3Pec8p6pvmciNhtt0kj/yNUhHzWox
1305oF9cgg7jbLY0IUGswv4c7OYiyKwTqu3SHOCEQ+g0HLsGZTHXr7QyYEq2Wr/6Jfte5FEz2x6T
6prgCOXQafKzQ6RpA/trte+YJCDTFBtUsJuM7h2omyByUmTlk2MVUh2WfOrNk7Ssvo0SnKnX7Owa
9l8E1CamkSDZPix1WB0Ep8qLFNLsME4P9tOCHaDZY1eDrIwRl1GCHbNrsWhc/R8dj84OGrONapcZ
dvsd7ITVIo5b/SlEAsGnODIJ0Y2rOK2FZa0vxrbBPdiSXkl2cHK+5MPhIYeYTXftFsDJIxa5yoxX
ln3eLjN70gttR6/pDrbRyA8pvfRZFSNFXHUzD/3OXFo3+5WDcB6e+Wt67Wmo6VTiDWQU3uuaab+7
lLUp1CXtvdjGKe8EVqQGRbuSauws+e7yx9TeGnvRnSy6RJF9qIGa9yF6owf1RsJ4LnrTTh/VQkll
jA07aHZisGmk8RBUzOuxNAQMqwlXxY7a7WnkDVra7TmomlbsTDSvMm4J86hjyEbFPKwZ9U0nXdCT
c9WU0B0vAw6ePF5sV0N7JF7vffds8PjUrZA9mE/1wDP5AD5a5y/KdOk866XNP+e+9pIbelIkUopT
NoN5RXy+h0wCVHoM7r2074b3JGv94XMuEkV9tVN69UXK02GJWg7m/GIdLU3DWdkhBRucLdZFGPbZ
81CmSc9v1Z/1bh2h/MSQbQ038gjOVLs81TlH6pxhjaEjSaWIdz6NckY+eEBfYEdTKybtcN5lKk8B
RTV+wwOVu5PzBNpAOcAXGuD7TcXsf9FATMh5NBMtImPjKftUzGbAq2uUsLr6bJ4pJnQ4Q/OeaTBu
MI9TQsTvmjtM3qbTmdoYjvt84VKmM8NbEZCIDkQ9+78bAglJEU9cWwYW2Ty3jqpsC7SpRbSfmmM2
APqdpc/sscmQESdokkuMIIN/4LMP7c8wYfhT7DyG1+nk2+jDLIqgs1t14u7xChTPmWnNzn51Ro9W
r6qs87jTant9q954qeuVz0hQVXT6FISRt3Y1LJS7Kje8ozvI/spJjQT8eEZRTtyyF1e7yXP0ixon
43bs+8An9TD4lMm72VZvvwK6lb6fmPGU2EmeMNWvcvnEt+K9JYbpT09LtizG0SSpCUk0A3YQTak3
DPHM1e+bUybeR+6ZXXNVwgALINc3YJt8x1n02ZkpP9+5jVEeW39uFbXpOQRnaLxQVLwq8+YdPhYQ
90NFkgc6OTH+ccnN10IJg85nHqXcP5fBBvnXKMHGgXLCR7cmvHVKXQcpYRxw4QJiEwz1osbmH420
VHuRHPFpRS1t5nwjSrmeKuqb3l2RzMUR2XJlw8SJau7aciUMFniGL2KicktwLxr2Ogc/nUZxQ2CM
Z6BVLlXsqLwkRVzZ/XnNl0yRH2ytJ1/C2oiytWx+TFJspFW5hL8/iCmlLil6sPl54DJHwzCUS8RM
0FDq7vXOT/wZAOObvAIlYxH33KSBtnsdZvL0EeROMkd5g8l5lwcDNV+Wv3o5E0bGo4jxvxRxI4Lx
HmzCtO7tSeFMR/8nMVaNVgjpgvckzdn+6L50ykzDHbe16nJitgkO3oiuHuHcWJhe2lzf/+tR6gtG
m1mXwRCODMok7k8C2F9mRCzh82ytEvgFCcL67PLhyHamTBJ91aZD4h/yTBrhkQo4l1xpPvd5pMpV
3610Y3KXL4e2PBAMbjBHN9UKCX+pwV65fifbu8r0rObBncYp2IH899ZDQC2ZfUppz3uTrbFJVgun
4T2jdpoDb2pyWP0UPb3hvc3Ek7UK5+TJxhd7sL3pi2sXy0uxOkl4q6vcMo90X6T+0SBfRl0TnRhA
uAZapd7+9Wv0dalC2NnGfExgK2StgkHxn4fNrCelmDaAEoLGsp4Nf00uErILSPd1YT5XrlZP//ob
fl0Y/f4NkVLhB5owPTa14x+3A5MuhFlqnwZusgAfqzHUgMQprYBkIP+MJva/fC/iG1v43t0E1K9A
mtJ3YHK4VEJ6g+nGfd8EB1yY6Wn1aQn/1z/WH4d2Gp8Cfjjoaqxb7S87nLBJ8tGrQa4kQfca5qW+
1kE+/Mlr98dvgpGTKDY3h031Edu//4fNCo0pRLomPDN1porPurCzu6Hu5tO/+6PwYcHkADkDg4j4
ur+pg4HRhiEnysJquiBwgsBvNn9GdPxipdg+nNvXZ6UCGNaGIPPljUAgvwy9cSBWzi+pjUk3mAtX
RMvHPDIOREsDZY79XZJbq/1cLoYxPRaMcmvMyE5dg621a1/xZOr9k1bEjk6ZlZZil4h6Cff//iuC
QRCZmh4h/vHldXfCDpFZbK+7kA9OZxknXLXiT9SU/+2Xi7cEjChGNsAKX95B1hROtuw028yRMYR7
bTcEe9119A3+65/mD58KsvE81/hGYIw2rtc/v4vKrSwQSCvBUV/KA8XAEjowaIXd6s59+ydruj9+
M8TNTWrbJAhYal8lsFWxuPLWIWKBNMRrZQDjUsHLYLfmn/yS/rCq4/wiSgDDD9ATIc4v7yfbHUSO
JKUAxacqovF1PvE0K25zio+vEx84mlThv2eB4U28HZobIY7N9MbR+/JapsGg7DFAPMjrLtnTWtge
yJP9FS3+H+n8vzid/+HN+wfp/Dn90fwk7PE/TSG//4G/9q17v5kmJy0LetRztDokmL8L56BpXQec
DH4wLK9/183d32yHBTvlfAI8Fsccz7u/q+bUi3BhgC5IMgUHGaaU/////olcN375//8ojPCh5XP0
j7tjJHmW+RthcbNiWfYXPXuudDGiYz4w5a4NUX3JApb3ZzbT3bUY18C/Hnt/ZllqtBQyQUH37Gts
LUDcdNVmb8YsWB+yICQhO1h+nh+lrSomR21hYzdESF1xVTDURWOdkns0PEqU9hmp5VezaiHTzkGh
RRT8vt+QYZ48TVJOS2z3AXdj7m/1D/37XgQvytpf9a7ZZ8lmfpcsTkprnZJ7MBIcIdVOzEDqDzTq
NmSbS98e3GOWsD2xdm3Fzepx1mlWXabeyM5r8muqWz0CwN5uZn+EjUYV+eNAyftwNAebWP80T1MB
e91us3gpV4wEaS57bmYTSzI+SRYMMWUIhxqrxlS71KZZbJdB7v002Ve89n7e35RL3Tj8q4RSr4my
Vc1OU9nUFa8VnQQmyX3Aia69hBHNJ0TEOAvTgmwRrdBxzbXzIqRgYzrC5ig/2EcNBu6bNWV1lsjK
Okyz6Xx3Crt/7hQdAllAA/shWJNexG1KlIFlUFccK9Pl9eiDsQsvixyu6HGoAit/ox67/GA0I66O
V30dv+XzPIdvtml0b8VSleW+SHFH7TW9t6wNLYrBFokNihvi+kMsOe8TI2u0vavq3NJbk9iy7Iyu
6sr97JEEnW0Jj6Fu1oT+Xae8GoTFgLot7gkFin5Nd4GNJTXu13C8nRGVKbTnXZ/hRFpGOqZcvV6B
Mbfdfc+aq7xgQHKX/dRvlRnc3Ok89sfRIa/P9gQ0rXCIPIdWE6wR7y5LHcqa0umd0Rh+su/CyUki
0m0rtUyQMcnSLt5o7uuGlpOoXNo5jK3GwQxFojX7ZfE0QKdN0QgiYJM97XfJRNA6mA0WmWHKSoA9
+BzcDPaWfJhDIxz2C4ue7LpxivLd6hrrjpmnqo/sUPOfwShnWrjCJsvjaWRCzGthP8yS6crZU8E8
2F3Mvs0MRq4TCdyniErmPnnTJYDuz7TuK/B1AFFWdSJ4xbsjyoKlbHcrQY1t4xGGNCNXZfCRBkAw
I2UyQh3hkWm5Cyxa5SpndfyY5O3gXbPwc9kWtWp6HdiDXYdtbXVHc+3m9NBYTe7FojYmuWsEFc+0
0un8bNfB8pNBW7BlUNKzX1KRF9YxFB0tEQ1sZO+0EgQ+orLId6q3xFO25jPEiLGu7inrRHphqyXp
aA+I6l5K1lF5THxzuQB8n0ISUSAHcKYvN8GSY7Gry664cKtyoBIjSNcnwqMuOBX2oJ/s+sqbMCHk
cS2MoB/3A1mmR0ko+M2cyO5GZh8qik7QNl5mczNCZzZetp1w+1iNPagXKyskpSBm1l21QHT7h3Z2
wKbAhPG9uAia7s3zUnLzYz85bxlj4Le+dkz2InQG57uy9EUbBYnp382+zfvOYyzdUwbqpfsx9Mpn
AmNucoM1iBw7SyOAO0iz3ZG+Fmc5VNBDXDznXLx3FgCx8mhJqT+71mFbdOUpoSb/IJySlXaE/bp+
oNqOLjDVlfMPfD/trag8H0eJyFaxk+zWwD9LVV8Xaks/brWD7tFpen2bypJ5MlHm3B+8sHFcFmXD
CGXBCwqTLw2BK2rcrBjvXTPzjXjIGaEi2i9GzT6W/vE92YC6uOAWw9fBjT1M35eBPTzbgmDhqMcp
Pr8D43HlwZfZ8tFzzr/SNCneuYNbD36TBQdnZHaK2Uas4x14e7cZQI8P6UVrALHa+VUefqBANOA3
BbSdcyC3hYdOR0gYRK8BIDjJ1Kmo6r31wgqnJIy9pOPlWBay1BF/Jd+Pibus36UAOhMJiqbXnUqr
ttnb/jpC9gCFr+JFO0Z6sEc3Syl/UoRqZy+kl6mxDHbuqrSs3dia8ws9MUsQmd4YnJ3tJYg8b6Bt
GsPZaP3lbvufm9J//U5c/L9Nhjc/6vz9i8dws33/5apke7+RUCaagUGe+5AIuTz/5aq0WQUhQCNu
IW9zWdpcFX/zGFr+b9gsUL3Qo7EOuRtV9m+XJTvg30HOAwy4OVS55P87l6WvUwL2R/6HeYh0EqTy
r/ahzuYvre0NXoIedA/w6ftoeW3sl8Gfha79L1zJDY3H1Y9CGqYg7ntM0/88/oz9QBlayrsdFEEQ
0VnRH2aTb03UbDFAjifInl4Fbxvoin9jTgCtOn+ZH0WdND866TQ3vKe38zqrT6DIyovJxf5SUAMQ
VZn9KzTAeHXdQu9U6JxHNRp3ubLlnqHeviurxH1zNLgvuoNvMovVjrd4YTx60y9NQRK9P6nzkWPw
3AVJ+pqEYJwiqIu8MC6lBZHME03Q3QiQN3luTrdjLe8mu5e/EjAmA3wK8R542XjMQxDDOSJi5C7F
uZpokkxaKjh3q6ghkCk4CQkIlZ86qH1Gs+0UnmAH7rXO+8ehFxANOlbXWax0IsbIr2X6Cxzkuuwp
XMwPmc1Vs3TAdwAhq1nzDhJFlGZKi2dciob0GGa+k1nBRVsD1iPNozy36hHJDXuVh2mBgzqfxRIY
86u2QW5E2Vyg14SzcLzbIUTImkpL0SafCsXvqHbzXWU2zo9xQVeOU1O5J8YC4LZuKzU6yiiNtzDR
/v1aJ+1PxTLxwVI6DHZdkuPnnqyRB28xoz7ItffDE7qnFyLa2bzm1kyT7dnLHPGq24br9yI3PbmZ
zeWsjAHfgjX4ycUKG/B5JDdVRmivuX9217Ev9zTtFhrD9IAPSYcSGJa2zPyb3Y6FPPNQ1iaCP6hH
uIW1CM/UT7k+ULawZBNbKUVzRV1izwz5xu2+GTxOUVk7Hv2wPaAYoToDJwR8Eu7kKwx+z2+1PPAz
yKfC9GZEyFCP9AKaij36AsmJnpWp4ruBWlp2VpABSoLyP1OBuQqfxjNztMGbaDODclAK59tImq3F
WZEjq22z+q8pGbFnAByzfwYd3nVuI2P4TToCIgLsW7bjTpGFxm4C50YQKBvC8zrnGwMSWrlim5N7
zPjG9s5tHbv9KGqrunVJWA97amuWHpVA1D1ePeo4t91P/3MtfSSESSRUFhmN6P39XFZqIDPn9tNh
GkIt03sueppzgUNJd+OvcgjcbG/KbH5zKwNJBt17OXd2Va6x42chWvLo27CBjMrqY1wTTXbuPWT9
CyFl/cMvnPJVD9lQQU20FnmgkZgXB6yi2cfItyn9fklpbrcrGOf7IRHpvUPY5YP3RO6eCLwSAaM0
g/ukKYog5cBY9DuoysyNpV3a1aHgoUyLngo4TXj71G/lahqPkJjLYD+7gQu4ygVtno9OFexcGo3t
Y9jynkGDTuf7esp9Ad7PZ/cOsohrgXYd+UJzlXoem8YWJ9mW0gNWE6DMjMKAgbXMVOBBzWtZpS7m
+IuQHQA/nefISg1XtwtZTz5Lnxb+VeyYk13cmdMy/xTOOCxcWzc7XdY22NBotjXuUqvPX80lUemr
U4TOz8Xy1AdJi+phgJcAKG9212InoIuvUWeKxELQq0k19J6TMWaA26lWmzBZr/3xLsHP40djp7I+
ph4vXy9aKC8PW8NmEZG74Bgpwy79LFEg87ioDbc7ryRhl71KiqmMB1nRBGHWCxkMk/GFzwvKoIgm
/Bh4dZ1cZQdi1EMb23OfcQlPJmGfgckhkfdYftZ4wgyF/ie9LdNcFParqlgGEGsPp2O6uIgWRt9s
HyQWEOmVRo7EGxfO2o/XxpRLtNpmbzzZ3LI+ZMkEFpF8zSB4LeGETbiWCYOhM78GeY/xyuIKFUQL
AyMxMNtINztBPQbfxtLT9W6jgXAlbTkHWL+bAx/eanppqDDGyWVaWl4TMKnT7y0OBPkrwGVUf/ZT
sy7vbWIX9R4xp/fA3VnWPOBlXdzgfmw9Y/V2Nv2daGLZFDherKvOnB9DY07zG8QHaxu5RcKU1dSj
XUjkzqyZQJXh7yh9zDZQkY9q0MV8y+vMirMOjDbPIFhPsA4dvj45kdwoFRXK2uVHWijSnSAf2mni
fBYGKJwLCaO6RAkjux5shbqeFoe2R/ZvmP5Q9ne1oay13xMnSDiRTNGPz3NoApPdraVZBy9CszPh
cE6LnoCTywwXaNteLxrttS4MLUdU8UzWhqNEJpRwUutY5+c0tzr/AgCPK+4MSAc9zXl2yzOUB616
ra2sbI9mY1MSTrqgpPgnySlA0z3lC8hOBZVR1I3MvftQstZ1AfAMSpyMioZ2hmVdWsVPZ7b68Jse
fWnGoJrQxvcdG4biY52kLZ865U/2tabnu772vM7q9whFekCVnVuRXXUjv9AjV+46eTap0KSkyXRJ
+doYW2r+9qAQ49Ko59sZOz14waDKs2vO33n+JVcTBw1llbV3j+vNuVoyztfLGYPetB/LDNZ1oP2l
eSjD0JBnED3+R2e5qd4bbQglJ+fOL/ZyHTN1p6AJvHssjNTnoPsk+4HntVbXrqr69KplCLVPdEwg
+0StGcIpnjlGTabDRveU2U/dUkwxHMcBlwrtL6t7hiP1c/HonV4WEgdhkdc3voFfIOKWUtv7QXdE
kOpw9S5U1WVbrdCIq5D6cExVjDBgRQtuHImXXnju8lTYfvM2lz3mm6T2ujhfqzxOk6y64c6wfHot
I4+WHFugeY3x4DYYUKyC7Xg9LM3tgNXqYKve7vCJeJy5RufG0zT3J9f3q+NiOriMkt7bC1Jkp2lq
15em3KiPitAfsx7rJ3tkEa4xGTcRhnDjurGWAPrVtg7JQ0wTgXdD2p3wlRAXTufMV6Aj5wPi7M9O
l9NFJiW7LpOTBH8BdaIYRw+FXH6CO5JHYIqwQAHksdNo1be+WJq7cCnnXSGooRh8t3ht5ix5W1hZ
oL21zI77KWhCfskVGjmAQ5uHnK25ZBqVB/BMiB5znccwn9qxK3xJJ0utbN7QHcxrBv/U3ycuthdT
rMZHmPjvvE3Gu8W1jJ0j0a+LwVXXpIApbbENCtaXoBrijFTwnW4rFk24S86933tHC4T0R+q6VwFx
tX1vlLDYVse4BRKZ4Qbpy3Mh9PA4ETsDYQD/z+QUG4ojbfKfqtmazh2yNiDGXKxgYe7dSLZtO7bk
LyVmu2hecKfP42wCSTOmPU5pcQIY0OLbbOrHLln0dWIF/bWUxXBqKo/LT21C89PY7AB1zBynXJ9k
SyM4CbecJ5tLuM2vzPzKkvbjAtQrttrNqZridkmMron7kcRAuTTpKx/eYS9SJd9MuzHps1vsa6bx
7hPWTnKf6FEA/oQBhsJxl4XNs9019HYWBhAKmXy6GsPJHGIp5Ga85yvnA3TLVh1FbuqXKlnWfgs1
fve44qKD+8upaRx0F9es5LwPVj7Uewk07ocKE3HnLDzWRTh61z4PzmNnzS/sJes3PXk8P0rlnKuF
HgQYfu3PPrSnnTPK9sy+szqByXsMe1aF2cxffC8TKGRrPTdx4dSh2I25a8w79LjnMO+3dF+Xtb+s
lg1MTKft8GmPdk73k42dmELpcB+kBF6jsdyQdK6T75G/pKJUhQp2PnaF/LXWgdrDbzTifuJ6Svbk
tSg9wYxTeXuD5lKEbehFkXRmM7alVp9FDxnhL9LSf2b9/7J9pvD/e9b//qP+Oupvf+CvqojzG4oI
sCFq8pilkTv+Nurb9qaXOJssgVDGuI9g8bdRP/htC1hDBtj+A484P5LJ30Z9K/gNdda20FoscgM+
ytoXHeRf6SIW9YhM2P8jjLA4dUikM+4LImomToAvtgxETkMZLgZTYM4yRP6vMf2FNkMBdMccJqKV
BR4XFe7N6Se2muVbL5M6dCkc2kpA9jmVVT8Xp9DyyFox7c+k7MzF2skpD355WF1zPxrqtM5uKjaB
3OzYLLYveZgEI2ncNFxOa1H41ne4gGV1V3uGHA5WgXUTu5Q277m1OekpNBr8ukmyZs01/Fdno7CW
q4prNb+6XdPow2ooHeD6oBpjpT+trPVusAHWMzrKhdK4tAvN4dKucBViM5zHhX1fipf8PqFQm2E+
55pdx+bmzI9V2yr/QmSiKY/+avL8cnpugKtNGzsa0nUup+xpNazpMvPM8XEZAhoFunx57ceKgy8E
VVSrUT0OxBQOedK+uV0to5oJvxKc5ra25suZFzeS2pV7xJX+hzB5iXEBrJTe1BWJznk4ektbXJum
ujVyzECVrXQk6o1IG2ZjDF+cy9E0q8txLJs9Zrc3LfNpl3RmcMmlUtzZtZnEhWu+N36lIFb26qIB
lxHrzPkG73i6xA4ynTPXbD4z2J/npO+cI3dlyCjUqu/7ETBxS4cO92IhX716cyVLIJ9Fm8x9v6tc
2TkT2hKA1ltJwy0DXiG7fjP4BEx0zxRUTPpQipFfVDTgVx/u6fdZw7c5Y6i7DMuRPxI1TWFzpHLJ
C5GH+OEHV+xsFjuF2nG/n25pZsDFXqSXLg4WQgolMsGNp9u7pjeTNA581SWbVW+goF3h+aYgp7Qj
Vm/eSm1VzzlrA/zEbiWfSt/HIleADjUDnnqL4aJXCe57hMWzKBmYTcMJamsBnCuL3MadjDhgeAgf
8tyu/INvhOp6LHgwLokNg9htIOjoKeidxywboDQrD0vQhAPZ5U7Ceui8gjQsrilqbZEXRjoLr6xK
vGdmZronw0lUefa2FX00O8P3seIt0/qNJw4pUcQUjHBgdxdJvXYXQFzubWawaMg6TnxPehA7ffel
dNcxKjpt3ZG9SiKlm4vQwTq8C6G0XjI0BJQ2DphGkTIbEJ7oHAeVgpjFPLs048dIry2VXmU2FiTb
kyPJk4INxyRAhyCZDuVeg8cOT0GCLHEHY5SGjtyCw8fnYL0C8vPg2N1Nr9ZqIyb+csbO3k3wrSKb
SeObwZdrX8dg7dvLbiwL2MyWWZ4NrZPmPaUNaYjUVv69F9BNfJrHG6+/rASGk30uoPtFifTm4mNC
pAt3phI30NMMXN/z5KFcKDU3eAgnsJAoXt914WUUimvxgUn3VE5jd8UBZQnijCO/04xYSgiMm5Kr
0xbK+uYueND4OZsDj3PzfdKN46tonga8hlI7y0/OAmatYRVVwJV00NtSEm7fIa2XHJjtZM91bKwO
FMicJznF6cm4wu1ssuF9qjBnQ7VujJ5rb1LYeyjwVIiz3/XaPU+MJLygQTMrYuoHcOVtKaGUFPaV
xPd1z4d3iZlN22sBafPYpXlxxGO5vmmu+wjPPrlBMSHrmU760y2qcKcchWEa0fiUsZ6j3When1H/
bo124P7vdOPRRkM+aFX94sKsL1sO/QOyjrgMCungW87cs9vnxgfEX4+DMwUhPHo+Vm7LVbo/DNbq
4gvuaVIVofoFDSLcWzjkv/ey+TbCLT+g9OlzBUDy0GPFvrQISem15ecugUw3jveTm2V+jbcIIyht
LzFvDffbbA6EBnW+nv08wzf6u3d2YtJmq+VO5RWRILCuiRovqsb8FdKv8MB5m1zBBkbpTRYmwhTV
fDcEpncUfu2fPJzhkez89TuO/PZgcN/+7voir/ZFkhRXAKqrE2aV8j4Y3AbmUX0LoumTQjvWLSJI
grOPA/mqlv16nhclD5TZ2g8lIB507nY+ctIGJ5i/KSzZLnl24LrGHscgTfKZi8NFj/NtziNmiLsZ
luGusb0fOKtDtsxNGBM2n++mvijutdsfXYoCDsLqnYulypuLko3GFaDPksadBvV29nkRp5058jcR
/hXUics8r8SNmMenBiC/t3f6cHRjmLmfzAIPHhTmU9GZ0wa2vsLky7Jm4rVo24u2s390cNgtdj9G
rXxc0vpQ9435aA9bSKW4r5f+Mg2cnRDjcljRuC7t3FkPwNPbHU3hF8WgENhY/GGkXuTOzL2DtFET
Fb+2w+DqB5xgaFpgj1kSAnw3xcm11jHm9XdfQnfmS82y22nk72OWi/R6SQLzwFOf0yKrkrO/1HKX
ukb67lpKnVdgU0dPI81nk2ivrcq6EG2NEz8kcEbN40c6sZYL5hUfR/Y0jNqNgJXegje70HSTPqkc
HDRP9M1TnmbrMXHUJ6Vo9yU9PMlo0vDrfB+HAYpcdh5bunky2pKLJYBtl31L+3lPl85tPlhnYRc8
pH00vjxPr6mb3HoJiodM9FdhMZ8zGNWxOaRW5Kj2xZ69iwy/nAfWeEUwLc6+KC+xCerT8rvrPYdN
dLTb9Rkoj7Vx/mmeEOYdGQ1+luUQtpTqkEzmyTsMb74zotIvE5B5qWcS05pIQO5nJeeSaz5kZRI+
lWHv7aAX69fK6NOXoG9y5kmXHhSCHikbmQaG9bjvFtDnh7DLZXZaKdmDfFxlhESG0a9+2M562zVM
+D7xvL3jD2x5pnHYSbXyMWyKIfsgrFedCLG0pry2SkehtqgOnd+pICixkjnkoWVxWJfmZbYm9bdg
DjRLFQwRelhr9NZe1Ll/5BMEwUrXDp3FeKuNgp6BcVXZyC2jU2ebBeHb0NjktSh1ockci/zBbUPj
3mg4XSISE6sVgTis/SP2tuXHpNFL6NaDi039W2HZPZzuhoXFCingGk/HJL7R1NJjeZATRpN8GtM7
05bydh1t/0KmuXOrBq8g25Zqi6lOk5KOsm4qTnOImhG5lWhPo2Otd2Gh3ZuOLAPLH6fESlz2uyll
uUYZp3dh11YYkTtk6E8qVs5zbt52qTSv7cx1IsohBpbMk3ohO1Ddg+S+HzqimWVqrmQyee+u3PaP
k93pS2/yhmsqgB+Yfd96QrD3AVdwZJXylivgcuWqHmSAk5befqlkc0A4eUzHgje0tFgeFsOL6S8D
uOrwygapdlzcrI5HioT3zSzSW24tZuSI5mYezfk25QO9a1vzwswdXv1k/UWtzY9KWNk5E1Mao8lf
6AF3pV/MPxDUCagxhcazucrT0vZ6n9g8OFkZzJRS6Hp6wwc7Xhlp+LFgYTpMfUc/6Oh964xxuGEE
ck4zAy1L/OYRTYZHmBY6i8tuHGK35XTFVCNh1K/49mI+tdkVsTVynZOHSwLqjnM3gMR8nL21PDuZ
w67KDq4rS3tH2gzS0+TwLPFyrZ/qJWu+WUmXHMGikeosLFhxXR4elkLT2DMZPFxD+XNWzn3eLt1r
DSlhJ2rzuyOtYOfPZn2PzbuLLUJnH7ivw6s2WM1XD3hClrbc/fy+fQVXwGalSYOHdWkeTehirzJX
P43FPFUBSlg4FPrNHKcDgdz8okpr970tx/bsGZ16kAradjMk6XsnhXhvHU/dDpnrPof0fuAGS0TB
TSXxHpuZj1jqt/JRmWsFE3jBQOJOofr0tKEPnlFPx9Iyx6MhBc80ezTYbfX0t9i5uq2oVYtSn36M
qM17I3bc6kl7/LXB4i2P5jSfKrTQowmK4gPq3LSzA9tAwFma72PZZ3GrKTAE6lDcTh27WZSq+rYK
tPmW17V9MH3Y8XbQfJucBXCEM01c+1vo4xlCALGdmAjpcFJuSAOKoISJJFKywwGxnitTtEfSQPmx
n3LMTNjIBCdSOCSXxIinY4fV4z5Uch8MAR3t1VDjV6Vi6a5EbUN6UfnZYPX9vJYZfKUU9gQf1Ies
K8ezxtaAgea/2Tuz3ciVNTu/itH3POA8ALaBzmTOmUrNUumGkKokksEpyAiOT+8v9zlu92nYhvve
Nxso7FKVSklG/MNa30oestlkKZJpK54ERuARx8hpopCPMeduiGBtD1ASNqIX8j3vTOtBd82zQ8Lz
aXLSS4rMb1X4PZ4/es29o8PiyjzeY94qkX45afTpKXD7Ydj/Ct0pu6+s1D/JxbKfLNzBZ5erY10Q
+B77edrhs5pfkiY6FmM57gUZUY/kQlHjG2aECIWAXL9GpjKRhZGtUi/K47lO5mdEeayvip5dKbH0
swv7j4Zv5qL5Q9hMsaG0ze8bjImPtOl0lwnDqju/aH+LAjJVD8QUjkWYpae2MaJzjWPnmLdKrWhh
qlW0oLwZAbJzgrjLPUGbw8nwxvzcW+3jAMR4rUeL3if1GAMYlXdXtGV6CQU6kZQmi/vRytYkp5Lw
5eTRvp0VPw0SEeLc1morCuk91rf6Jx9xbri2/M1Kije0teK8iBwg3ia+loTX8zCO3Km2bM2t06lX
McEGwaFBH6pHSe8tm/2MZ4CLKJ+itTe539id34WZ2S9Ea2A2RhaAPHKevvi8vKOh/2qU83dF0//O
43xIGuwewVJiaa4I4DGGAXB4hAX1gGaw3FQMClhf3ED7tIMJNpkuMvO1Y6LM8zLsPRFpW0e3EEQR
kbjF/kWc0yEMd4mHU9Q2H22bPDZhGvldn4UvTT7EltlEB6IiLs489OupDef1WBT8pOroIUq8aG31
Q7JZ2vyTOUnFrY9TzCcr4oT3cd/XYrmxfQ9mWn4MlYvep9VKXQczejXK3F4v0P2wpJDnkESJRF61
kOVT/s7sOt1nnu4vWFD9PfPt/gO/Fj6zkkU26WA7Y45OEg/vk+GL/Gu43c7amTa9IYsnlc7n0g/k
ObGMYpu6QfUMOPSZwZF6VX00XnvugfgWFfOH/uAzlMYd6Ue/a3ItPseJ0E6SsMl5cnDT7ZtU+jeH
grcyoNbHjr2Ex0DKjeFHxhv7NaKgSRP5FJbvvU+ja+4Muz2XA2lpHDKEf9gL8UxEt3T7UQ/Wnib8
A0NVD+5Dv/su4NIJPyLz1+YqlW3spmQ0z3ndnJEQpxu8V2Lr4TL5cRMXijxDHTYheIL6iOUYZlcm
sT2xL2leTHttOL+HqsRAF1Yqj+3W9OLaGqqXG8uEczvr7oWS+kDL5sdcvKSl9OKmDLZhA1lpeCyZ
omwMSAPryCsRiFWehdbVNGLPZem14LHExm21Lxjk67UxgXMu63F5gOFIJkdh0wGbP8sUZNvIMtMt
OhbcR1IY6knOyx+R2Myv59BdqdrsLjUx45sihOMxEfAGFcADZuA4ateYrPLDeZhO9hKZu7Rd7vBO
nMc5eKM8oih3K3UnG1kdWF27Z9zBJISwmERQqpPgo4YdRmmY/UwzdznCvTYGVVOftZjkJkii4Nzw
jyOUbd7gMXstswSdXrcQuFQR7xr1UcCl61S7QtXTZ6mt6Q71Ybn3GkJi2mp5xzC/bJ25D8454H7+
atv9NogAWpuslR+QqZGSZ0IIslJdXZpMIU6h/T3WOref8tpstso2NSOFW1/nLOO0BvywxK00ul2b
h8D7DM74gD5jAyb1oZVjFjcdC2wsENV+Tpb20CKjOFg6sgj/s3+YQIW0EOJJQfNblaPnIqUEiBpk
9fQwFJ2FWzv5sSEVnaBM+vvKDvTetljDtdiSN1XU3fvoBpi02OZ69HOPO5BkIzbXyV2EipeUECWI
qfEZdxxGBo0xyys6plG3a94fb62mun8wfHIRWWnWjOu6iPFoqRBXhlRHyRglWDznIB7URLiaV75w
QTdrw8BrUyds2d2ECPXIZ0GCwuGDG8/Y2HI0T2GQNofUHp1tJbzrXFcHmYXiZEH13XUNtv4kCagd
OR/o7XUo4tllJ3FDqO7FxGQJ9I61c1o1sdKW1kZjSN9UnnppUjJIUiaLjBftj7TsvsrGv9oVEU3V
4o2vmkyP27OlDraV4zw27eu0dGYMAPbb5JZd6yYrNoh0iq00As3EZyYqxB/bow269ZwQGbKR+CmR
Y0Evx2W7A4s4HpZ0mteDnpkgutnnBF7FOdKz6+Rkzyj2V0OrsmZXkEoynG3tT08tMFdvW/QoJe+T
lEk8yVOJWcfBYKeYKCHxzFcFN+WM1Z+frJ845rwuRKsS5mbRkL22gQOjMUmyFOkQkTnvkyp8Omhz
cvDt+1X4Pi6qadeSIe5baY3yOR943lZtLY3pgMycd6dLJeJOEcEwXuG6N5FeKEcNXJalkdJXhuM8
4EeVHHnKLOlSxlk8SZMk9G9DM657AK43GkfRNbbBpec45Dry12v7QQ8mDbcg1ZBFa5T08uKMyLKP
Lbtw2sZIW9lJzp4zbDyrK5qYQ9NajobwbcLTyCXqji4af5NEKr+azpVv9g6hG4l91SwMf9CYIhYf
B8IG4kmxsgL2Nfb3TP6jfaDyeU+Q3HO19GI7zD5lWnVJ+uCltNCXqvKWyzISyFqn3rF1ra/ErudV
UVoaN3SBsGAK/gzaWl55EEb83pXY+bCLEW2wpnizFCGThWDUgWRt2iq0N+7GLipvJetQXiKhzLQG
arHUt7I8bHVslIN4nVAw6Qdb9TXPQweXJaoYJJNhONSPEKRrscGuUFZPdTfKk8lAaF0oxpaKXNA3
dEDpSJKU7C+jXFhLsPS1Datdq6wY1qW9GBuuzuZ1Goa3sqmeqzZIPruwcB97zNSP0prrtZ3NZ5DQ
2cpvWZRrV1BbaO9pSiVtAYdkxqHE3rDtZX1f6UweisgIGHcyMn9dVBIcHBl621bk3buNwPnHSep2
F9iAm1eO9KE7NMl7KfS8STUue4dcqAMDAO8wWhgvoq43WC9yYgDPwGhiXcKpkyh5p9H6M9kItuNl
kd78SUJqZe+rfCjtDaV46+2dHn3wjoc+Eq95rkhBzHUzqUOekXmAx0O2nQPpVHj5xvdIG1vjQe9o
IGwWP7TICDSCuHZtvt3VEIlNlHMgrOppUM22aAJym5q+6evnAg4H0YirIudWnTegV/qJVWg7L0u7
T8EnKcqiNBjHc9ii+Q4VlgSbz2arF+It8iVZNku/vE1Zc89o+pjOJjF0aAJXwdx0e2thUluZImTX
SrZsJvEvLONsHtlR5O4qy9G7uF497vza97YOMaXMVdwRa0FxU06Hl2gwxR37jtVIu/Ir7bprGXiw
OIap2tlAhbZFqfy92UzGtUMbBAOgmdaDCCEJcLoTkuhbQ3vAdBOqlVSVfUL+ID/wzUKlGZLg3BKL
t7EWZ/zI2jA7ToxIcTBnTGU99hJnTRbqNiWxbx/CZjz2mVP121HqTvL55OChe5vbXmZpYZDxIJ11
0bkOoVOZaSPWqE2oI0nxiGzxY0kT64nFwLmyrMM4Z7LfelM2/ixdN+2sjrKc3LdiTQlebwbbT9al
wgG/rnL8LNyf8so6m6xIQNnuSjKp2gYDa2L2/phOVzYjn7cFuf8tXJgx7kR5+8uHCKUaZsxlp/2z
dGSx5mkSMVUKCgtpNxc9LfprkOFVjzRcos/1lgo9Oghzmo4gEGS5Siv7IWucOz/qjF2n5x1Esru2
UPtO+tHJ8pO+4z4S7TUKh/Tish1Yjwp1QVdEgHOIV8TrNCjWPhrVnsEV/Uzu9R3bDi5FmumHNuCp
NBkCPkL4ufhtvsX8f8Q3v4NMzTNvZfUvyPstw+fg05PMqd1b9GQWifTRmjN/zxQgeygD0WyiwbV3
/mQzvc34pqOo2cx2VHzJRRxUNHzWEvXVHDGhdHxcOkwDEvSRlTSn35y31dsAOo63keA735yvrqE8
fA06rNYGEwJsHQSkrVCKj/tedt4TXlHXWplJJQ72aDl7R0xjPC+F/cxU9nv005cK2vEdXWJ69qp5
2gfpuMRzCHEqqqI7H2nkfSr5DFH9UCuUXt8dhqwKD+3ErglrRAeNSy+rZEC70mjHuOstDEmWJavT
ZLTjJnNv4Ws1WuCnMmzap2EoHvGAtXSw7rAN2W2uMquw0FfYyyEtPVTOQdUcgDC81QKpizmHWOjG
sbpUhk0TmHSQSF31lcJZ3BBudAeWvtl0FlGuNHAiNitnjnOqOVkZ7x0W9f2Q9JRvonnNikqtC2BQ
dMnj5ygstA0GlTtOLSxzPkfIqSa/9pJq6ccY2n7XgceSBt39cx1yFzjFcPG9jF7LqpaDkyZb/oGM
o33x16jsrjYLZsf1vEFPbnwE0ChWkkPrOA1eFVv9UtVxW2TZ84DYW50ghAzd3awokxCYqsQ/VUz7
k4+uGxKP1IBp6k9tUsLAGCyXe9dRN1haOu2MyTmZo6T1iCTVLjo6/+gnlZ2/sPjIxLqIaIT3xTw2
OqYjzNov8Jn+CSBCghAQQ6v8Ox70/ys1/iWwbfCetIl4Ftgd/B3D/H9Wbvzr1/yd/3s76//26//h
2fhfdtbgb6EDsjGyTRu7K4k4/ybcsMy/WcAt/AhIJfEHpoez4h+6DeDR2DNuWSXAMjFwkLL2n5Ft
/LOblcYONSBOEIxGHnRh9z+KNtCiJiPj0g8iUaW/cYfSb3EddanpUC8WoJ2ZGfu1PGS36rZz5u7I
8MUtMXZVsgsfkb6mqL2cbihl94FTtYMWNeYFHq+uRDWXxoCv3OD3X7qY/9SDd5Xf9ZPuvr/15VP+
19uX/mbZ2OVppv/7P/8SGcs//uSbEfmffsG5nuv5of/u5sdv1Zd86d+dwbff+f/6P//L919/yvMs
v//bv/ymKGGF+/idAhD594/E/1X6868/aQZLXOnP//g1f39oAvdvZBiFnuvinvRoOf5N/eObf7vp
eiLCx5AG/cUE/5/qHyf8mxuZvvmXh9q5gYj/8QjdAOQBfSsJPmh2AIT8p0w+FjTTf1L+8JTa3g3D
ggPJIdHBCv6DJRrOiak8ePRYQkdxNpzwm87Kic1lPLt55pM9OB4h4WXHpGHjaQzZr8IV5jYcCIm2
Z9Jou665NOzuoCUmFFqQ+XoGNcDqAqLJTUZxfdhF94gi0GmoIafxHDXlxj3jNDVsWJl6pGBYXWsH
uGUETk/7NxAat/uDJW06EY6mjDcYh036huOyeh90MFy0G3wB9ekfyprTEp3HzUcHWnKsSLcvNmmP
WoFNf0wYVlLEppGGD5k7k4d70+ED/xobrIsK3Sd9d6nDUbNNzsNln7vVGtBOGTshyyiK81uzUFpH
uFz92muZPGgjvw+WiWYrYSZrYnuujBuKqnVOWdJ/4GxuYrwxtlxZU067NVRnonHxzS6oEGjvGxHX
dudTlC5we6x6A5H8ZMEO2cH2ahULE83ULDKTnnb/pt8AvOQ1rwqFB/bjWCmrWVskBBirwQVMYS5O
dcaJrkHIVUSqkser2rT0r5WmLTAr64cm4YLKd3zC7HLX9bNKQXiNc7WC/9G9dh1aGdZpCFpSo1/5
YFisQxIW/L34UbIrxgkE5y6irW81DxDKEJfKcYvlNAIuCq3MjkkBYcSZKe/V6DpMvWOakuPjmOBC
J5Gw/bZvOai9N4+v82xlTz3E0lMHKLPNRzTKfu9WLCpNse1NV548fmz3ppCHvl1uWMf7pu71ZrZa
Oy7twI5TUFnWoD6LBvG8Zylz5y3livO2UFuiprrdEI1aoMSPVpjkrGsd3Aw98NFGfyV5ZIbjqL3s
PiX33lwZhTOOTEjK+SVQlgW9MZd3ygv2iRbHhqIq2wZY8ft1s5ToizAUYeMBkp2x8xYOYaTheEmS
8kBZo2+Z6M0oH8qKrdVRZlZexaHDPHyLcy3oYk84IZRCg+qIMQlczxJkGGBTLAIMY3bKSA/9RCmB
jBTNbqaG9dDhkCX3YsKf4Yj15JrL01R6LEKMaSRBuOyfab2Dq+jZQq44NJo/3AP5VpFAs9IWecxO
CG00gT1nSR+BetrHmnjzbe1OaIgQbuRD9QODG2Frc0ylJvVQxFURffkF/t1CMqdJuugcWHnySpIr
m1xWJVtcydAIvFoXivcol3ks/CbRu2aYjOrb5mXa8kzPGLUKwaYEHNXxryDPrKjrJ8IDKNaBTfaX
ZQJveTO2JMWxGdrpPjAdFu0Gk1raX2YBC3sd5ihTyuZyWoQ6GuSQPtZdEDylg3n28VNjpJLGfOy7
4ZSkozihbwLS27RRSYZpz4xjlfvwzbbI09BoKacttwuWnl2IeK9GGW1m6NDF0n2iu9DYid0IAuyi
JgcBN1HYx97uiwezLxVEB9XJS9oQXbxS5lzfI2zvm5WcZGbsNFCdL7rztNgG3YiokJ1xQH8IoMtN
3XArjCr9IVPT55ybKfAqZknLWPgPBpQGNiFG+RON6M3LqO+T3UD61qrPekCWtAdY3PE9Tbiwsvwx
mYZPFJIRE5aAN720qjXVaUEOu+M8F2WGgQ8g4M5UtrOrWDvFwsLGv25aup6NMevuANAtMvdtJD/c
xVDHaG7tUyDnFFVhgUENb2IpdlomTJbdrnVGzENIi7xWA76gH0U6IRHNleP4qeHurR2l0y0/WB6z
vNw0zXBT/EykmRngPLst7sOaeBg/7dBClIyimj6o7kTgyncRqJFpbKR2RZ+xG0/zbu834TOzyT6L
J+8ZlAHOvVSl1Zr9S/eSuva1lB6MvCHc+wIu5SrDDQBE653ztTuqPBjO0PrXrjnQRKazvASV75lI
WG9OWwYE5mTMKzA7SRhXrdDbbiLeAomTHcOu78/4zLuTYYxXL8paxu64T9UaolGOSYbUGH8v89x/
wBUijw4L+V8DZoWXpSfZb9Xa9i8nah/wJpY3ciqDpU6+8JSHdAIBw37sooXlPvgYXW/Tt/aSRN63
mIs/dgAPHs8WUXwiS8y7EhmsD3WhnjgoqgaJk111JHGPrVPvReg+ckWFNLEEx3SpO10AglbPdWUj
tXLDauMYZnvGvYWnaWE/tFqSLgAF2NvLZyO7eNAVcEECmz0615WGHYfVqVJH7JZYGfKWNsiCCtoV
wwDns3PateGmNenmxuLHZbK4zL7ZfiRqPDe2czEn+Zgw1NPbUbk1J2zuJ8kbmqLIjXNRgSwDObFN
jHoHqi1at/iu9uRfkEwNw7j/WKyhftawNQ65tuvr0pLktBYGGQzg4/OONPqeiNa139XPCRAGPshs
4dSManboD4a1INcxHaC+SdoyHsq4xj5ncrGrdaWdrNu5eTBj74MQTtKGX6mVbfe/h4AXd+u2kVcj
km/N16UP86MDMXIze4JKY0Dme9Q6v4s8j4uFMR1LEkW2UBCZ5ylPEeiP2XkKQRCyHCTQQwiPptEP
lP5VBF7G9sclgGCroqS69+fewdYLGuCii8rXJ9NS04QMVZ6j1h5+BWnR2edJ2XeMa8W9KsnO6mtg
JCWLNWHG+YC+Zp1kMJEZ+bT6eckLkFy+FZ39BM40Dv4IKQo0Rbz7wIl3yCsFGlMnenb6afLWYXoz
E9sQcxmh7mo5TPm5zZzHPLFDgk/mCvdfqqroPjP5cJApU66uEpaJX6mlGUrgI2CRkS+y0+vcVQlN
MzraJs4x+014T12mar5vOXKnJx/5oSblUrP5y5gUp3oOvslOfEiEqWHh4nGZWbhSWcV8gposyBmh
1qsrAxIpBRiUbhtVYfCJQM68SOC/0K8pSpO7DDZ7B8BV5P1KgtZgV9cbBAPf9i0+srTcIEuNqey4
nTpftbsBb8WPsBBuc4AarxCgoHbxKO0NZdpbnwJlAj/IZmer2OpdIRKXGBbRmU0Cn2HThEclpN7m
zfDWIendSgtY6cxhimEKfmISRyRwryaetLiYMDuWEDB4UXzEyvxs5NtUoElez8y3LUZK5r2yknPd
2PNWNl5yousftkYSGllch30x7RaJQSdmHorDY6oyjVUyn1GrTLRnLJwIhPRDlMOjyGwIbEm71709
bj2ywVcklnyXOa5FUTj2XY7I95LMOKzWC2gJVDa1tO9MrtIveM/dxllKdUHfgL7FV7EIpHjIJrY7
vAhzeoS+dPIKy97xKVO0O5V7mR0v20W98dRNZp7GQ5AjczUaAodE92JDDwIqX2S/GV3vTVDUMZsO
9QqZiGE1c1Lni3UII62wsX74YOU+LRmQR6NB2pVC5p3XeY3PqEnetETrWhhO9NG2ljlss0lhIRzG
cHzh5A77o84S+zh73bhpqjF8ybinse+Ykk2hKNLxa4DH/OIkZfUxLiNrHZLMMfeVSMpTCWQcUV35
mTFlW2sTizGgYEv+XpraEhvX8n4AbMt8Ax/lWBjElYHl6HIoJpM3l+feCTgpBWTgJY5GUb4v01D9
KZ1gmI8E67nlrh77BW20IY2NlbBAiOXCtBNOdV88A+YcwB0FFb8vtNH+r6FfIukLShIFLqENjPSS
eW7P0rqoc4cE35QRbeRM4xoRm1vfuV16W47OHFcrZIW31SB8nZjfNzhPUxAJfXA79lQbQ7bgr8cU
0b4NrMrG/+BE2kZq6PoSFm4L5RPh9LDG5ilYV07+lwBTe19mMw7hDDb6RJYv7xhbm7TIu+UpGpQn
P5gEUF+7bXfgJBiJOIta2X8utbasPbDduTirBZojGZVsc3sDAW3nFe0DXq/pTxFkmCXKFnLqak5c
71m7Xk5h2QcoDSWcH3hLeMmq1nXVM/cIi+rSBAK6gb71ZCG2b44aDdiw9e2/+IL9TBLoJum0+oNJ
N2JaPsprhEQkcLLqxexm9c66gowZQ2XhG0HxnOzAY9uRe0J1Vxk0xSlJcu+rqhu2CEOk3V+DW9Z6
k41Aa4EotbXeViyA1lXX3XcNUK/ZyaLPvKQ9WlMQP+Afs1YUcloTD8qRggjGw5nu1AVLPkHcCXVn
hBR6U5UCNwEr99zYmlxe2coy+ex3UOhTLG83hE2uCwEgZmH5uQbB4AfbdhRiXNV95K9TYyxcFiGp
5X+wWGlRAZVtCSdbavc1MSofaH45E1U62zVTXA+g1gMMKO429qJ5f87ZG5BioFPEjF1+e1Orqvrp
Es8vt9hQrRcqmI5pkTvcyqS0wEUy1HdJlTZf0xyE7coycvPNN+Csi9WAGPlsukVzjyXcK3e5SGqq
OKcBomQ6wzbBNSsu2Hw0A36NCLNYKemb71HEWhAzuTQuJRqt/dAMyV2HToYBbZY3LzW+5Xw7p3p4
KBNLf3UkWq4lwNUfVYMZYGEAlyHKzJqnZaKaLTvpXEtzHOR2Ai6e8l+wTDetkLhjQduOj97IliC1
vMUhMNsj9CZBrxpucGHU4tJHc95Sk5KRyR5GNahVe+jmjGiXWmyL0LNbqDvaTbZ9O/dvk5SYuckg
81cDOIU9+zd/eW+ixEyONZ0dGicDFR3QJeV2a+HZUJoW99EthmOZmuCOJFUNq8HJvh8iObAgSOYe
VJVHVbCa57KYLnWU4KlaHG3GlqrzN7FoDAkR2rTioHB/UfRmM1D3cknTcxixBz0SGuSAIBh9Ar7i
BenzU1jOOAwnTC50fG4+s2SyRn88kKAdTHsmJ1JfsoUm7V6lIhKxgZyxO/Z0W79TNqPs7DIzIS4C
GhWgL6l/RW5SYH/oDZa8IrSxD6WUNV0pjIc5KxW3VEgICkXmo9/RXPUh8WKJ60BcEbl7ZwfCPzCJ
UfcdXC/iKupmVaL3fA+cPj1TgoQYuVLniSVM9kHOrkvRAKMN/4ndcJc6CWE4AOCR8IYN9jHAaWw/
Cruyz4O0TMqcCgqNXatbvMeCIpbPIZvyO52ZGIKNjo+c4yBmAzNndyzz3Ztyw7Dmp1KiCMocDM6n
oh3Kah/hkN9DnQnIGE8Y2NNz1aDNamj69X2o8yUq1qgcPATvhIrW0ZfhjMhEOVfb4mMYK3nuWt67
ayCNm+k0N6Kox1Pb790k3JjOCInN7Z6EbJ7MkI828v7csoTfRrwtrE/a56lBiW4aHa4d/iizfBjN
dF+FiJDDRMxXsrg0ZlvQTkbgXRK8/EiBjZZq91WjsRc1e/ah+qJo/TRE+xAp+djZ1ndlibPdmwGq
hmrTqOnTzow8dgN9AGwNm6CMVlqVnwhi5hgY7Jvh8DYOXnPfhc1DaFW/vM59yk3jStyMB5M5yRip
OVQzWXOtJoVEFdsacqcVdpBPoOi/mqw04zDADVBJ1s8TRzXRON7vFjPYn5KoCw66KKPZSD8Jz9w0
dXE2yIVB68kcpQymtdcD+dORahka2bcHRiMcoKVeWapM1pUj9pXMnwnIbJnDUHXytH+PDk+JNdiP
GTsi5LJHCCc4/nz0jspMxE3bpbqDIelz9qYwG/DYYYPQ5yWq5YLDC2Y630Lgw0B8IZGz3ZisT7mg
75K5444j6R594HT12mifLf4jQ50LYrfDWPsb4oMvY+lxbln0FHjQ4mQp9ogX1WE0BgdBtNgG5nQy
VH3nUMMnhfBXiz8Y0GJ8SGDZefSN6lJL5ERz0FzBGVGX+PoXzLVlS34DNL82jw42hvRVNEn8O5MC
rT6sMrbZeApDf2Nq/RLNwX1nRUjgHFgBdFIm59OKmmBCbKa9H7xqztma3fA4DrS5DG3ak1H8pQyb
7qi17FWDax6WBXM0ba6Fn3yntYvEMVk+Hd/6RQhPthnL4tAQdXtWTXoPI2g3TvYdghz30SnRx7LW
Rwtn9tGx5mk+AKyoEetxN/mIkeKgxwNG3yNPtmrzgyvm9ygztlLyDXL7ryhcj3hUxnWyYIa22mA3
leVdZ3nTwc/EY+OpIKaJTHj42vzcGJ5yNs7tM0/oUZdq+EomLAS2SyMIwABGQknORiXYadgYVA4s
866WIZ6WqmSMNMj5GhF386Xc8OCnyWvvLB950x8rXLE7p5ivTBPaldM4jxbVO6t8hO+DyHdISjaO
tLy9AP53ziwoTnPlOWtMOT3P2bBcvcmW+zGQu7whG5driMeJ0xsRSaWe+GvkJlx4PW4N9T7orM+2
pPq1/AB9scRchqrP3PvK6pg125faHvtryETtRsJ7BlPz6InkVx9il4+4wak2GAyYyXfJGKaIzAuG
pyVOcvbrUuZcQ330oIDCH5vMralGyqyL0F33ajMGbHRU5njvCCkmrD/iqrPww0naU2N5H00wjJsA
GNitLurXZYQ6JqydX8qounWaL3dhAItlttQ59QugPxkMGPblh7aEOqHbcJXNhY6uFXoO+kgUR8km
b93M2Csodd6eOT+D0trz05rIJLst/3SRNe6WrIjOGGGWJ4UJYUXyoP3QZaHz7C9iOQ91aq8xjb5F
tFmbzCsbNM0NWd2zgbp+VPO4Rxuv3iaPT78e5mAT5F2w7W09P6okW46OTCpez8nY9jPDf9Pugi+I
StiBydwaJGVRJoA6rYapfSKMosLGNIHqrLITqpTikNYtwQGowFZaMnwT+bEpmuewWh6cwHlOqfPZ
zbYBUdfVvBdzvy8pSG2kAlRzwDGnbm3yWsUE9WCRjWa8owLULM3Ds1UgBWTOdNM029appUjZhxVi
SzPDnswECLg/D+PSvnUmGoNC5dUe4BdmViUWjAxBtbFA9jiVvgALKtdVkV976PBwQfamkjJ2GZ+d
iky238ZCFZD2BAdomif09C5SWeWt5gz4QdQfxmA6qqpKnlLZz+c0FRb8hcI5pCTT4V4s1Lv0akaG
i7gDvbwnj6q4OOWoN52NOy8ftP+LpIzfbrh4OHcRl8ExfVmIEnpmFWTGGQ6Q7Rh2xwmB4S7N1HMX
VFCgOvsIRmcl86FlTl7Vb3YeEAjUN18pDjCp6nhM6OgrD8JFVI4/BS9JU7Big7bRVNvc5aQlcLyg
nXSYb9CS8qcW9sCrBB92W6Zuh7AncEH5dH/Ebbc/6/uys3Ye58ghd8s/NDhc8Ia5s1s4OWH2PoXJ
2rPmFxikdNBp/+K70v+VLqmz5dnjmw8VKrRoKC6hGXwt4Yih0Vt22RR8JHn91vMDDS2L77lt7d0E
08QtfFxfyWXAVmOD7FxX7VgBm8qx38Q2WfMHFmJkpKM8XJkMzd1t3qIJbSdYl15TN2nMdi059hxT
r47Zvwvt6U3YAuVJxC+6kx9n6a/FlC/b1tZ31IWIJR1QUimRJxbDkbiGCUyOSfEU+ghBhoSPrusW
KDMcQL1og3sU3tu2cS+Dg7mVfZRrf5YitPxVYjpTsk1DPbjM01OKvmFAgV/12Ijd7n+wdybLkSNn
tn6Xu4cMcMAxbGMOjkEyOW5gZCYT8+xwDE9/P7BK3UyqlHW17La7kEymqkzEgIC7n/+c73C+TUYX
tGiSVcGit3nXMMv5NulH4haN5cWCy9+OytijwHgkeYLqCSsJBFa+5R/SDLtXy5BPJuTKDuurN2Gs
Rh7oriVzKIOBowyTDbO94IodV2kfQB+H4hg67ViQquQjWIdZ2D6MTYSGkaY7XN3DmY7KGss13uB7
Es0Yr8laWIqBFMgwTPh5HRQsfLmurjWqQsRnLGHT+SunqlR6q+dmlNuelroUKCsRllvMK7iepWJc
M0ntn7U8On5mSPiXZj+k78JVUM3JSCTjvcxybfJE8ErcXHZ3lrUzjqreGkaZXfLuvPg6bpxEnuUo
tLsCbYtikEzZe1Qz8Ms54X0SvsBQEv9lKorLzBmRWl2HhTSnX6cW07pKMWe2UOhEmfmwak1Ud/yv
9ZXhy0tAiMb3hHvthJUSMQt9pxW4TIMhRGpeWi5mEz91F+6syKCwTF2Vs73NPUVjmB95iyRNrK2i
w4SErIOAEBCMAaT0QwrM1Px0nA1pr+qJBAiLQD9cN2Ea4wiMKqK8gb+vbcxOWFvDQtU7APeRZGTS
SgN96WdMyZ2RXkD5s4TLYdMGA18RpNhlaZgTQq/13LEbKDu8Ovy4sVRLL5t3PbJotKsdHT7Vc5a9
pQZRfAq45EhrWlm5297Fku6Em//cn3CZfKdNrvqpfjUjfBgM/tup8D/NxYCJ4Dc2mPm9fXtN0l9N
DPyRP0wM0sTEYJrMMhzaPVnCKA34g1bqOBSbEwIhWoHrSQAP+S8njGP9w2cuAtvko38Y/Np/2Rjw
N9gBuE/Pg1Vt0+fp/CdOmIUP+t/0EviTAkuNhX/Bp2kbR84XeskcmzGrb2zi2K0SMvWh8YyQV/xN
86z1a53Bx2Ucj9dKz60vwNVjC/nc9QEWAjc1o75tFpbecWKKtXXLhZAqpuFxsp0fgxjqg24Fzygs
ZSc3jerDmFnZq0tQE4aQjtKNKhOEEJnxm8sVNJM2bP6m+ZlP9eunAS6f12FLPErYO359mQl4AXIN
pdhKUsD7sYrLDvxBEJ33anyHCh9eJj7zHQW+/29qLKzlE/jyRUgLRZEOWHAy0v5y6RKPXjL5mcDW
l+W3Az7TR1UAHEpshoFz77GsVip8LcKI819sqscqjbtHp+dIteTlwTdOx0938emPa39m/v/FrSEF
8zUbQxa3m7XYXz73s8TQjc2+tLZTK3q5Gg0z2+UAVP5wNf1hKPp/vEwgmbss999yz/96maazVOF0
atxWcdGigSHBS8ns/z9/MyycNqbewLSEzc/z85up3BpRGLfwNsln2lLj2tj5Zvj2+4v8xV3uygU7
5HILuc5CGP58EWrIcOyCdaCCLbQvHdecNpMuq1vRudHGnkPF2cDJt7+/6K8uJH5aPEEwIdkU0NCJ
61vL1/jpa4I9F5aKijEOnMNLnVXJafapZEyDMnoREDBXHu7xXVfYS6dlJR9+f/V/uUmWq/MECXw+
1cBxFqPdp6tTmM3EAYDX1tX5iXo37+SGur/9/UVs+19+mI4jPP56KPCW5wbml+cHhmWSkDjZt6Qx
p80g4+EydaP0DAEiR7xg6/1MGx/HKqa5l+1gR/tZFA7PmBkmat+9BwLaam2CRFg35CGY0GvM5RHm
3UMeyuE8Jlx6xjgTLTPJtFh246S3ZswemT+lNyWcR0B+c+8+hw2BZOwvhIaJvdH1mADY2WoJynwZ
6mkUT4C+97AnE0CftjjvWpnfLArrGl6L+0yUcd6nKSCz0MnTn17jGN/QgKed7oEgAjWkJTjjobxN
KUc6I5lbXkIUdtf2NNk7WQMXxorxzoyqfu9lynFiZJfLxGgiWE75nyB0cAVZlGo09DoP52we4F10
c2ultD3/mJ2cczt/+ixmmnFPKBn4RmQkE12IkZtAURGYMKi6t557cuuYBUkoe6olQdLk/Duj412k
UJBpCVN41bxoGchNCEjwEtj0dl0NCo5RQJBP+hEYJ+bkFGcVAF3nyuQUgBLd6fk1siYDl0TXDWtS
mgxqayehq3foq1sSF/ppAclu8wZPOWExKTeJOx58l/rCApzfKp/q5shxDk1AlSlqBT14bSWN5szm
K1xDuX2Kq1ZvXRvQvazH6FDzEF+xSlvH1qjc4wLM2syDrwlY9wxBeKG39WS+wNacT75n7+bZJuvs
GuqUIgugACl3q8xKHyonMzcCF0+owzu6CW7B7U3HxjSRn7yJM221m+FUXPTSenWIIK9Ds0B5DWvn
0BpaIEFm/YUaIUDHstFMJuRBTdl4lqb4CI2m6l68Xh1sN7TWNe0HbQ3Ht8RggaN13Q8JuakWUqZ5
3ieC4zh6IXDHE4rdbUpt8JbOj5qRXRSc3NYvjpXhiGNZ5edxlV1R70xng2frg2OKFz89VGn1Xdn5
RWf0D2XEGSaagFiZ5ZOsbX30Iz6x3CUdZxVSbwTjsRVGpmktXcossGRoHCaEO7ZJS7JOjx1eKyRI
CTi6UtDyIPDdUZ4Lp6dN6Sfpg2gDbKnfubGxCid1408SfnMJXgPu57Xpp1fJPIDZNJ1im3ol0c+M
WfBKtGl35YSMkTsrOHZ+Ym9oA51vO+CGx7jR4Slss7fRd6GEE7AFGRHrLTyy8Wx2emO1uEo2uvS2
SVFMlwhZOXAqCF2y7vShq+zzqRkOjTM+d6ZZHfykfKLKOcLqKK/TuYScYfv3kIz1SeRm8Kxx1hHD
yK8ZdgWnsgD1kwwkvmiknLei1T9kQ92N7fGyZX1yMa+XWfIj7MkKdzj8Nhwpu402JHSQObonynlR
yZEkcsaHFlgvgLo0wcvplTMNyNPS56BcH6gV0EhjghZFfCZC3SksbBy8KKAiDsdPy3GK77Ao9ogj
51FDfirjxGjhf3k0mCQavs+IdIjnTZ4bB2fw5qtuNL4bsU2YpQxAeNqpPV1PbPpW9UDmnLsKnKzJ
raVUaOxGt3sLF7xH4cb7IaA6246vq6p9JInSXLoewV2joFTVXR6CkzwCI8vWQTam+ynBBdJ4AYQF
nPg19RHOON1Yc360mlnuKgOqgZ4+fk75aTQrUFspAU8Noc2PAx7gnbfvWnU2NOlbmmJV86BGyqgn
B1xMr7oh4Dc7zKNqvuKq7jEckBHIuumZUO1Vz4Fz24Cz3JitDLeOXTpvbmESN6Ko4ZiY8X3ZpU/T
YOR/s5Fjr8iS98tOzgmwBrPdtdkBUHz/Za3KqbNAhfbqbWAY87TL+6Eud0QmGY7J3DPeUXuiHAdt
O7n9MXABZm1r5qdoU3TPhrtRqRheWsG9QHbeijZ5UVVvA0rHa5izh97h3Cy3g1Zweoaq+xmBEXDW
Fvg989DlzYRZqOunlykJ4jcjmc1oDbZ9kczKCGBS1MslFAg13HYsg9YLEl7fS6i4p6TOOVkPhWGN
m9nzi58QxLLXHh0HIkzlKy6cznWzMc204lQfeZ2xgz9RvHHLkYI0zPZkyoi5jNAxE+GJ2ckJDmA1
rwtQZSgoZp+urALYwlnS6UGupzlm6OH7Y1dsGO9kV5iy/FumtPOCWxW6PgJxG19jY+AQ7vXu/Dr0
IPRZdGQy38Sknvut2aBxbiqf89UmcIbGYy4wYLiJ2IoRHS1Kz0NBC6vvYeE19Q54iTA2Q0vrLDlg
VVxD3R8htwFHupe00OAPFSo7cTS2WVGk7vgwDX+kURtu7YUB5s3jyDKOKPcEDJCfQlMOJJ4Hn66m
wNS3tlt5FF6TFIf/JjxMupy7mHUUZoycmmVtcZmIlDCbASiIyY4gm3pmmx69Qq09uOO6MBM0mbom
mUN9Qpo9juQg403S6yDbGKpicglUifx4SAYs3fk9I+zzwBsDBFipwoNHeacFsy7zUBN7Z3SXiG4w
HYDz51QSCXJ6G+xZkA9cL4x+SA/+G/a0CBASsw5wqWh8ybvTgd1fFTpHa6tRf1b04sKVxmjjeIvm
Z+KXJpNTsGzjpabAGq/Ugf/oFyQZ4Z4nALEo0hEsFVfubBTZhSdbP6QAzKF76yz39cLPLs2xDY/c
FhVEjG4EuWVEsFtTLfT8QHLNWKaSTfhodGge+IPMQG4xwTtnqds4FCnllk2ePQ0sdkcBG5mtKsb+
vi2XEG7lhePdoOlt38SsBtR/y0FgseA+uGlEbOabCAy1TdgD0vG6lhlmOMqJrG3dznQHCzOCiS9s
l6qgacEbMbjw6cOccNrf0cegnmLLMm5cnHRP/JVRv85iurd6DmuvzZQzOpwaeeKWZ/KmjUT2h0l4
Y7Uxo1RfT3ZTwk+GaVsAs2jB+9cUljxHjZCYHtMAZrIeIAixyIYJ4yWFuZgvAw9c0g8jX1fWDd+7
hBDbxgh73GBAU4aYsLnVWtyvWt4mkde6jI7xGBNEhqG64xHugcKCRf5oMHpHrU3aHlB5NesL0rzp
q9ERCITNI1jCHJzkxEubzniwAI2NVKpbo95SPgAIvsJnhZIcVeIMB5DKrj2LLuIxMqAALFtrmrK9
2mY9G8Jq3QwqnleFH3RqBfglvAQPMjHPGRTckTzq/JcBriK3uvBwHwPh0ddVlA3tyksg3+07VTBJ
poiBFECb2cHTTEFBfo43SPRneMocVvjZjZH5/AqzHTil8cjGxH+VyJ33FCQILO9Wbnas06Wtdjwm
5EMxpRildFXU2Z5pyMwDrAe6KRQWfqS0yfuRT8xMRgOu+Pk4V8YV0djwcQ5y4Z4F3B1EU/nCiMNK
TNBno5Nixqb3reewkIw8iCbuw4HCK9DqGzm36P116UzX4yC6jsK7LCRfqcIcR5WGIq1LfjOMYLy5
WE8t9QjYLIx5XpV8eT94vjoCZAbHxo2yGtNfdUHi3NlSR/F2Yn5xmgdrTq6Jz1jNHqRleIXK5/hr
O88Sk9R+SsbDLNl/YhJYnMw1ysa3QCbOt3ywjQTmZ+Mnm6UmrF5Jrxmu3WZq3wI8xUwGgX/lJBLV
fMMpI30KoyV7WmlpXztOKIg9zlb05nKLHIFZcHigiw95ORgo2KPJo2vLdbc8rHBv+KTDLdG2D7i7
PepmpENJ8shZq2WAs3QCmjiw3+KqNgpMN4YD2bwWHdXuJRA11xiD27KabXtdu41gOQpccTHkdXPj
B0b8vXaM+k5PHFzWoV92ryFRgWOR+Q5mJJOY43osJYUpLe/s2RjjWaw9lTY0J3R5fQ/qScVbbeWg
syhJyePjVA8evqS0l+DCyfJ/Fw3cHFOA2FrZtqFPyq+M90AaPcF7gYsURlI00HwesXKWtS1fTLxA
agtqIHosePKTsDYbTWqz9XFRl344g0i0Wvdl7qP6th8UpO1cVsjD7uQ3CNcYh4kMe8GMf3ayWJo8
+tawvRM1XedTyHNssLtZ75m4ZfdAI7uBQdlYR0cPceya6Fd60xKEZB3ApIl/qTQZ19SwkDAXWlDM
VxHbl/mYkXt7tSOQhdFgJvwCInLfRgBCgfaTJL5nZBKxtXKzXG15hkCoEcq2CkJxBumKrMePuobt
yCxjrpGPVigr87aZ4uGbSAyU8aqbq1vsYcuNtZxl6Mf4hq1xuFVub4+b1C+K06CCgf0GCytkDs8g
CzK4HJs2sBrzt1gHOMgrkur9pu3a7iEjoHFtp6ljr1sPRApj1ljTOxIMFMDMoBBvRAswFxz6Mt4O
8FhwhonCpQZsjKe3WtP0w3ubs0elFWeZ0SPNDWhHOxHeeJpm9iVmivibW+T42/qU3srCcsdVlBr6
vPAorDwfTJ++RsSKW0D9It0KEWIHrniexXTBOnm4KzQmvbUac1gXZKVoR0oULqfMj2iUNCivCnaJ
O9DCYRg9zSKgncKVJer0dRwHvJklmQn/kYNR0m1Cf5zn+y60RXmUSRedefALnrWo0mxtsyDRdMIC
OW1RKzG8pJKxad+nyn0EreX4A99OOQ/YLvS06mZMdHiFvbbbKUuET1I5rNQF80gwMjLztx4biJ62
AqUqYD5Kc0uzidvbOgB+llRT84x1EwzclE5TcFkP3WzgOCHFuWLas9iLQk9cdr2cSWjP+Ip47MPo
2Nn8H/u5QNvZlYJhMQbMkHNBMsTvXiJYCAeqKQKqd2KmoMQwa6zABsT/LXTO/B3/Ng8QkeEiXXYv
eNUj5iTXDhEawFUw6v8cYvxbOXKpU/2X7bvtOVRtkRQUhPt+VbTgU4+eiCJciiAQvgknIu+eSKr4
Vh7xNhpAHOtbLQvrIiVFRjxItdu+qPsGl7nm55IHHWnxQI/HtsbYupLMnLADdKZlb1NjtH6kiT9u
PvSx/ygY+r9z8MKH/5vBS1u8l7+2xPHv/zF1cdx/uExHTN+xTNeBz44W++fUxf6H46AZBTYOM4Ys
kvPZn+B4pi6gApiFLB3rdEoTMv5neJSpC4cIxzdx4XOrkh/9T6YulmnyV32+zUzUWguhxQk8n2AA
w6FfbzPc9moyKJMFkF0mCGd1TOGARSfJHHtrdNaI5JDNhCTx1D3mOX8vCveFQdImTbLL2MhcHl4P
LLtH0jqP9uSedbDqPNyMMJgOCrtMVTeHYQDnAYvZ2Y0OOeaoLB4yHL7nxMswRixdu0G4ttvWBYmT
5C/0KyhUum7n5fNN6NIBLUpbnDGHIa8SvUIsZjICzYQjYr9Yqigv8ca3KAQBC3uW1OWyOGMovmt8
fUhSPwBC0j0YUxKBdycu2MhUnOKWzkSK62+VkvuIuc4laE7/1k2L/mZIaWEyG5VvMe5aB7BKbBuZ
bnShUV331V0XVvdLLtZmhb8RpK5WZZPyzOpHGqNCDnWYPY54g6tdCjx6VbZucN+Z9TUVJpKERHZV
99B4Jx3Vu3m087dOmzsyGOlRez2BOqDza4vOKFA6yXEAQEk4Sa4tG+FzBvqjBQtob2FetbJglyeD
2uN7oGgMw8M5aI1VHfr3nWPgFwIomHXpPZSe9lDY2lpIO+42AH3I4JmDxWTgsnmu4Aau2oWGjVtq
5ZqBtzFRE9XsLdDPd1v0Gut5IOCjSepta4wdOJ+w5e7lQHSrYGm14hlQHSmQImfavfhuV6Xs70RC
L6ZXdjSPjFV7Twy/XEkDA6PvKfPJcG2FRdC8D3yUt/hqUnrjZt1TWbOquWxyLcIH1BVcuAoCioNH
dxWxiq7SMl2riUCJMyTNCueZemCzHVx1KBK7heCCIDm8OZXoDqWR3+vWu6VGNp7XMp1PRYoDHRJo
tihJeLoxtSwLx4Xg5Lehcp3PEeOimsG/5IVBUoo2u21UGieIPe9lkO+zaWQXU7hndsWJGvD2TMQj
uwpNEkYEJ4gz9G+p+VC16QOwIUJZpDvf4hL1IEwytRrbwV05zRBe0/GE7QeA2i6jvvTg0UL0AAwX
TiGHE0pAonTXZtktZgljDS82OkHJiDcpyzrDg0yue3cI35OcOyYJx3uK4u1tkrb2lY0Yv2Z6wagO
1+7GL2dxiIYWEo0TTreLR3oV0Ua1i9D3rHXoRjjw0KvPg2ZsvrOlyC61RXpyBh3T63Stw6OHnHMJ
SgeiYpvfzzYnXZ5f65zAZexF6oaId/0EbGSkTcDM7z2NcT6uLG5OWsHWU+5zo8gCfnhUcLDvb3Xr
N5cyisrN5DXFjRTTW+Bkw6XvUN2EhksOxUoTEhGqqdcw+RD3WnfGh4pvId+YtNldJhLEZBGK7r5P
HJxkkaDXz5PlYyZFcOo+tp0Tgw6CozUlsR09a0szxAHPVF2u21Tml4Qc5xuemOkmsYC+rtmLpveW
EVrXWdl4elN8bHGhZYnlhnHHW87W47WiDe6cPHB5633sj7GGsFfOgoZUSsJ5Zd2HbkxJVdrPez0L
uUUNGjCtxjyrOi90Xtj6J2d9zQ5jlSEJDyTtZ/SOsi2A09it/ZoQbX5svTq3wSw71bbz1by1ppRz
GYkEEFfQmFaOPxYgfWlK44RmwkYeu/iBrqJ0g3vGWmnTNC5cestcamn56JM0kZep3wynEVXjO51f
I0zJsT/OMlFvKb0G7GJUOMCWL4MjCQyeMEaTvTk9DApFt8KVNRoLJmtJlmDMdzlC25RDzRJLPmqV
qx9Ki19qJ3G/riPaPoAPzVScFTPI07qyeJnDPG9su7XO2x6pDcedOJpNPN7Y8+jejo3ZnjuxHN6b
AE1qFXhICVNbuyszKAl3J7VxHD7OVh4tfaAC0t5DZKBss4ubg8m04qK1McEX1iDIaCM1GHHanNOa
iwOVR/GVkIb/tDRfbY1SDXsO4gB/6kFysDMWoqHIi/C1QWOB+ufk+iUd2OMLEalDk1ndDcrbgIdM
5/uQR9xaNFG0Zm5X72I3zu9N/vZtP1v90ZUDmn+dhbuMdRXx7uOEOVkcD6ZCyXfSl9ZFT5L6RX2c
SQsrSTZFLpt7gz3/mqEf8jp6Hn95sIopLF+ZdeleKOTJy7Az0MmLYMIL7ZbCP044R9fwtttVLMgl
gDbGy8YBEekdJxLTHWY+qLLxpkfRIts7dxdVhhBS69g9Nyuvf/RjNMxImtlNEkavAOMsSis06IOc
qDuO4HIHONjZdLVh4QWrvCfCyt3bZCTpt8j2pzO7F+IcDAZ/O7InTV/jUO96l4bAGEoQv33sZQfY
YfUOS2N+MqIeksCshytQDPcS6gHpBilBC4fYGV2nuGFLRLVaOgz70aNUpSp42uW1bi6ynqFJmIFg
gL/lHcxy5jAGau/gx57YRVllv9BUwL0XAa02bAXs3SDJ6kfTT6ewigtYXPXWboMbYyz0vTRcZImu
2432sLUq9RwaLNv1FMR8GTvoc+MRpfjY2voOvvgWqSwmI2Nii/bfWuJGqDCbLPQ2pKPfqtE7G4s0
ww2dbxzVCTRda4MvGKBokWK2ixbbHRWGZBmFv0MZ3cfahTBGhrxydXjJi1/7sn/qFie6M1Lu1S9z
Roo333U3Z7elCNMHNeLY7zmNPYWuxwdmlNfF5JJcTy37EuyQiSnCSR79UQe3EzZDLMbolJU7BLDf
8KyS7zHP2EPcOkhZ2cB+K5E2RKxya3lLE0rqXRdOvCtaf828Ge7jQE6+it1d7hq3btGGq7FxbmPD
eZ5Mgx4ZRt20g1oXkvHoATvKoe4PdkhznqRGDlvdMfeJT9g+zdXTkO8UEScfpf1ILOSn0RSbmIPW
uilxj5k9YEd8jsTqO4q2HcrUlcYqALyL8R1GTrcBY+cXzTcsD/XBMzw2ERn0WPh9ZDjIbk/Nu8/v
Fs/G7Vjc9d5w8B33mYznloHl0jYM6cKN8BZNODvlvg9+jNV028IwXGYznOh46G80wZCmHa5iv77q
2XT1CWnswdSnjpU0S3W+i9CTWFv3qiFDYEPddUFebxIwRue0Rewyk1SQ6IJ7ZDM0D3CMZof+ot2c
c6Z2xo0gK8MONcW2iM4K1mXva3dbsos+Q0jbwJv42USCfzjc1Zr5DUO4urlybLGr5fiTqPt9b8p5
Qzh5Zm+ElhxFH17YC1cWIUlj+mJK3fUH4bqgthsR7GWCBYO1z3gyFaBuJ2JijLd2P5fuvprkBhqZ
vXIoWjsY5ixv/cQ7rzva6zonvKkEdk/gwqa5V4OcIPeSA06sCuC8X57Jjo+rrAkOJpNzDsRRrYuY
B7ofoy0MdCP5VrW1mvzbbNCdqsJqupsEbqnK7dm8xdFF7gEaQfbcA2r+qUZQ+JHQ7pFBOlJ3zhSO
FCqx2NEaWDrc+ZGGKTQ9BjCXkEbg08ycQ2zXPw+M1D+oIPKg7hegCjIaNh+HlhxjNBbDEb0fR4Wj
Z+z9vX2s2rbdt21pAPK1KI4MgbFoAMDXPUHwdepn1VkLmHQTiBFVgZIFcHq2wZyWpswoVwSzqvja
gw58cHMlThZJwUvbC/R72/fNbVjK+MlhedsJZc7nDLJog/JdvyD6YLKmleP0DSRCU2+FBopQB2Q6
UfJn9ERPr0c7dNhIk4RyBryq3ZQ5a6dlM9pZRM3Ip6f6fSBwvATMCb4186mZG+aWqDLWVUVL8tar
6/SMOZMFRiMM13VTkuceTPEIPSC7wJWenkr2WBurVOqqJlqzVQa+exCT6Y0HEnIl7Nx44hHgv/QU
zp3jgI7Wgef0577i4xmE3a+nKXsNbbbAbrFERbzGOETNQL2i+lFEeGeB/q372nrw63KfxsnWE3uq
ZR8rup39+SeVU7BrxU9hJgOWfKKYvcAz3xcXLVMjkUaXNJCSqiA+Sz/V3ie5mhn+N1Xod3bb3bGy
YipkneG5dcJk16bqOs5OkzUfLJf9lK6mPSj15Wc6ZSkNwyk1KgOckNCffRq5GKx1LeuqHhD43b5g
+z/Dy1fNCSOfsrcR1eBbt42Gw+LWeKryhLFvMUdbnVb4QEZ5ahNgOp6DCgPijc14XBnfdJinIQuD
G/0wISNs+04R+HM1pQeem9WcYApva9O8eUOjrnudGPqbxA1hr1rDtpxVK+zmuRegZ1aFGmsQs03z
xgSn2walWWB46ZqnzgiABthVWO7rbkz2VEy1W+K2w7soDM7PZR1yH0xDd4EHhexVDdbcqNMRhntU
PdSZl1+IprrPzFTdIWKNmwZCuLEqo7G7YE1kscAGfNZ3A+c/y6W/EOxEwMF8crwJ2RGvEvqlY74m
XW9aPKsJZzdWDYTDB+3sNoP/c/QdrGy9Q3qgxax9yLyi27fLQFHWWbpvw7y9KBMkqFHW/R7OU3n0
VFw9GJxvV1ZaeXdjHSrkQa0PmVZ6rwJ8yGkShocGVMYb6JPoPAKhfSuqHuFZONY5QmncnoH5y/fu
YsCxFitOtphymsF9ImdEwQjzA9u0iSFJhPrF/uBvGzpfnjRVFQjA1Yxqthh/7HYxAQ0WZo1scQbN
HyYhVFz7Kl6cQzglJ57MmX7seFLsjBaHkUp1uAs/bEeFLjVyKsIl/N+KHUviX1TsvzixD3W7prf5
EaKVXn6h1rNBILLAec2owgAU0K3bP+xPixMKGBbVc4s7KvYL84cX4oNYmYp8llh8VKCasVShJBtX
evFZYT51pi3GrPCsGPNLd/Lqd6I5787i0JqXbGf24dpa/FvJ4uRiGpJuoeNg75pzopbJ4vmCZ2V8
Y7aT/kwWR5jpRfO+DH35zESaxcBQ+U2Z9+JcmF2y7RdfWfphMes/7Gbx4jzj68aERndMtw8+rGnB
4lIrPgxrPhPkG/fDxhZgaEM5wtoGBQC9afG7ZYvzrRoVVNvFDVd/GOOqD5McH5R6iUX9npm9ODWL
oc6Bf3sZLCa7cbHbpR/OuxLfFjcCdjzXl5TWTNOriOZnLcMTEyQelkZ1roBzT6Qf/jBa/H/R8/8I
FMl/r3quXukqe/3x3sWfOXvLn/lD+QzEP+DiYZdkEcaEyhHgn8qnT/Ul+Dv6uhzToyCV6st/Kp8C
uZRsATtTy2df4y6q9z+xedY/LERSzHFYxR3LRcn8Jy7wT3fv7wozFz/oJ3PMYmlfrKrssyw0T9da
ZNFPftEiEsRhjSA5zGnlQKueUoJNtrd25zLfRzbB/U+fzZ/X/2xiXtT6z9fzPipAHYnKCtrSD75c
r6QuvcNsQLEVs5S1Y3XhN8qqi+M06/Ry8mOT1ZnU4+8vupiJv14U2dmyEJJRmD8cQp/epOj8odeV
Ex1UI42LLs9iVn7XXlG0lP3N+/vi/oVcaaIiY+MnQrA4tZdpxqdLlRr3Xe0KApdwJC7oJTE2+CQc
QkjU25IHJcSlPBaE5X/Fvjnc//6dfrm8z5v0OWNjnCSe9a8qtsTSR6DXbw+ZYms45IW9U9VsnAQz
QtyQFfAqdjDOFUOP5g0zXbf//fWtLx81L0DYzLYdzyEPwX9/yS9AlaXfzrWaQ9gvX3I2inuoh8lL
RjpsE0OIxalJNdB5LShqz5t+T3obFHME5Zvht+qsO8/tx71v9cPTMNl59Mdo5t+Ok77c7x+vT/DD
CRwhbaZgX15fUtHArXKzOcCxxvFAgHLTydE9+Lket2qRN//mA1k85p/uveWCvqRqQHoBsRNHfrnh
jVYRPFNU/mG5BeDlYM6wVrwzl2A9DOLbuGrS2xT2ECbjcFv4QoX4Jjxo7FWWqb/xposvPz9fOizy
H08cMiYWZae/3p489at28XYdmLxS6la3UVCtAEl1Z42wCC3abZwCJ8CwmPT1Dzcp1b4b3Hnb5ROl
9n3ox7f45s0XNOU2wdHcRqgjduI8RKqvj+0iKsKp8Sw28cri1DT4/OAo7EkuirIxjkXsD2hGaEhI
C1V46VnUVP3+A7eXb/DzB768RdxFFt/y8jv8+gusFZRveDwwBhCMrdVcNp29Uaoe73M6G6hsqseH
KmjY7k+9FVyZOaHOhhPKRduTMWENVkdwVN2btqRxAmKR30GdNl9GQq9Lijq/SzOrfvbhHx29rk9/
2FZO7disxGs/G3h0R1Q1E0CYth8chHh22uVMzL7QEEKjIL/7/dv94vf/+EKB5jIUcW2SMksu6fPz
xtBDyEEvzg/g5XEq9Hgsukka699f5euvhs/UMpehmbUAu/8lE+JjY+hHvoUDh7ToyViUs1B1R93O
8t1fMF6/v9zXh8jH5YgxLA8yNHTxJbfhkWCI55bL2UUVXRKhOOOFjRx6R/03j4O/+D2wMCxLLLeM
64nllXx6XBcjPUN21+UHbBHRJRyH8T6lOeJuNprurLeT/K6wgBX+/u19fUgvb2+Jozg8hngEieWf
f7oosazApO2OpC760Bsan8+JNWv4JRI8oEjKi137YYKX8JzRLwqeQhp/94X+1SfMQJXEGpZv0iLL
F/7pJRhU86ToPJzJKo/Ka2lW3Dd9ictMIKFc/v79/sXdwze58KPxATHB/3Ixbad4+rKoPdCXkt85
lGhBsRm8fcVuYxXnSn3//fW+WgaWH4VtW4JYETNiPuAvP4pKmmnSBEV1MJtmntcOkyLASF6Fm8VR
lQYoaGTzyfKYu8RGGkagdfzkgtkgsommbSE9VgxPLssw6d56t+3fClETHo6HEP5m4hoXoaPq59+/
6L/8RmBtOwFPZiiOX+bPTJP/L3Xn0WO3kmXrv/LQcxZog+Sge3C8TW+knBCZUiaDnkEXJH/9+46q
qusqW5C6gDd5qMLFvZA5eWgiduy91rcyYdNy2zGd9TjrU5mQb1MeQ/TED7//qF899JzCQzyOUJyx
3v5888uA4DTFV6IcaqKzZZO30bejBkqqggPwm/IonUHsfv+hv/h+2IguriGEt8L3Lj/UX564WRNw
bpd0Skak3xvfKaMzx3SxK73IOP3+o37xfoGmxsPGhzm4OT/ffjkRrAiPD/atluWmEGl6Kpw5WA+u
am/7zpr2EPw6Jvp95Z10UMR/eOB/9V359BDhuUMl9llxTrahr4kGKneFi626QLYPvaQOr3G/h39w
cl6+y6fdDoIJRtaQg7f/P0pbCnQwgXIudi571mEsMWy3ApYS5prZeYrR7KergHnHwVB/vKW/uM5I
MnA6+3w4T+6n50gFwJw8LeodoSjD1qERdScVEwKUEDgz03li7Uq0PebkpkrevRz+5ur3t/pXjzK0
b8/3UG1Y/+NWz20A7ijw6p0rTRTPNHz3uovMNc2i2yI2LG+R2/mfarpf3F5WTM+mwgiFCY3450f5
Yqc1VcviGadueBVhI6IVhwoblZyI0s3vv+HlIn66wVgxbd+kfBSA7j8tnjUnpAAbI8MjarWrpGge
h/aPVeovPsS+HMwsH0ENsZifquKCcSv8AMmKECMsXUA5C4HTxnRYfv9lfnHlbJN9x+aJ5Vt9vnI5
XS00WDiLRxTjT1nC4AkxLYJmYmjL+g/Pxi9eDZu9lJOUH3KO/nwUaSqam+gOYfHyjbeFDBPiu00q
2plG9BGhnnEDmhwslzbE6++/56+up4smidx1VEusAD8/IUbKDtWNZbPLM2GsmsF9M1J2vd9/yC+e
fbLEQh5+Cw3o/9jDQ/i4/mj6xU4ZHo/hTNFAyFh7iDsNOTtT2CKTMP5T8fKLzZx3HV8w34yt6vMB
anYlys08KnZgR92nkuHuTcCc7IEcvnSXiuJPb/ilcfL5BXA4yTqhy+4RUg7+fC1jrMpFPotql5Ie
JnbYEojsSxNDfvAy+I8sDCGq8zDUj3MdRDdhqUMA5hBPB9JHU/VRu1Z+r1ObU0BDPM4WMYWDJlzL
N4+MnGyTeZ12CHUbmM4EKoTLhI1tVym7faBwqZ9/f9N+8QZgWr+gPtl76d982pscYbZkeuJts2tk
rjBghbPycfk/M74crv/tz7osjGwMNveKs+fPV863g5ppYEZxK4wYuTqx5XNj0Je89CL+/Y8CgsD6
xFiayv1yE/+yu09oxGD6T/nuR8ejhdZHUBMgFDeS6e73H3VpfX16IGie27QZLqZuhyrm588CBm5o
c4x4ucaYE3VHTBH9AlFvrSY3X8oOFClcF6+arzui+UCXTIH4juo7v28NXUIo4Tm7mYJhPnV+XTzC
3ELmxy3BAloZ1dvvf1r7shn8vH67rEFU2rTrWPTEp5ug3Kn1Jhh5Ozr98bHWTv1K3p5xYnwhEVcn
SfzWm7J56DwVM++Bu7qsGhstgi8Vnkc3XkrL7G6bqkMGB2ryrsr7YYXbtz2QVhDc6qActwyREAFE
ojgS4dj/YdHmwPXzUkq/gFIKP7vncbL2uOqf1rO0bYYss/Mai6YB5V83/dcIVEFx0WTgOgKvzshi
aEXxpqkHuORZjNthmhUEWzp7RbhQZLsBQKwdlaxh6btEJgahDJaSpK4nGSSYB7VrVyEB3sIvtonv
1OuKdDVqGpcsol2ICijakEtnwKCPUvKYyZhtXqUbwLvNzAsDnIMbDgAXtY0LIe+YZYZ/a2ayPChm
1OfJHREYDI2SS8+L7esUHCtCotZX87LBIa23eGOqN0/ChlxVkUhWnc8ALpiQovdz6h+iMPMfLSby
Fx8Xajui3DEIj7vIttr1qCxoAnTX8/skB0sDWhofd5fmw7vfzndzVn6YFrFcuFnmtQT7kkxZSJK0
iHGTYEh9xXpl7GF/uVDmKv8qt42Z7z/UDxhWvocww89OHWIobE2Yu+TVuY/gzxCCObkUeztshzOB
rnO/hUzPgK9M8+tYqhyN1MTt0MQlP6hqSr5MNqYmFIuAO6Q3Gh+e3YJ0gx4LtQlQQnfykjx8SJQT
XZcM3nle3RITO8nV9bLuEG12desREgsumCS0GqVk5A/dGZlUiBSnj2D6KyczNwMziOVY6xfQpN4b
DwJJ1x0BX18bxDj7NlVYHTmFZNs+cpDyBA2hmaVu0zuq5hzNaz58Ze0svlljB4nKBP+XF3n9FMYD
vFGvh0Dygzea2RmA+kDL18KN7lt/eAqLvIA7686hu7FdME2LFHXsdasLf5GOhHKD6p77YYEdBqNI
nuTVRpr4kUYEOit7tt1lUJnVjaHK9pSwgz+DEoUu2UTJIWB4vzecktSJwg3OEwmNLpqzLvgqXIM4
gvaiJzEENCQ9fPFrEKRMhuUBD+33tBm8TdSNzq5gqIg0JLh3x+rV77piV7IT3HdEtT54cGh37cwh
tLer0VlUTTFcFWSJZOgUHbluLTGQdqHsN44s7S0UaLUgySQ70Mqz97ESF9UeMdczJ9mTGck1HPWH
ORrSVY829kC/FgeQgIO7IloSyrqFF6GCEbNO2oickyob8WumIkzkBnLUtIksBb0tSAkIiyXt7EXc
DX2/7syxJnPazzlBEZ/eRUvsZDkZx8bW6ozgbVRJxlGHsAgYDORUjhG6phLsaj0HeC7nPD71M8Ia
35fDWSJMgTCd5MMqvjiBUYxMmEZxVh0d1zaWZYIxzRq84GXQKYs1Y388PT3CYJ5xa1806UXTPzjG
E+aIM2rV+blhWr8dx8R6TxiBf0SxFz8apqjeZnUb4fdgn2fl3FphH2/gAKTEu0b1CUuPxKpddIm/
5MRTLT2h+G9fI1JBXEPOhq6v/NAy3+omGXclbOKDng3zDldE/NJbhr0ecoa5Uz3OB3cQ/iJsPLZB
XVvDneoG+505O+ZBuq+r1hy7jVfaz63p0CU3SsUwohm7mYm8NKdjxmBfYvequVwVVuqlqJX/GGmj
f3YzjnkxJmFyUSevLLCmmsOOQNXpWwDZlTHrSDWTaVPlzFiR3JAaC6YBOZ9zPXkBS7ZXuONtGYXz
M8wCa+eVo70a/X6obxIHlfCiV6PxZqUTw3XTlgwph+KpljI4juDLlqrhWVshI8Fa5WD1X+JiIRpu
KLNuK8skXUejkexcipmDRy7Rg0HIZ4O/DGoKD7Fd33ilI43lJDE+LbIicjex2WXW2moBji08rYZk
Qz0UnsYCC63ZI25L4tp58OrwEtHpQBPm5tmKGJ562MZZUXwXHFbuB1pCb235MRKJqVmc83d6k87a
R8iT6RNI1mEVpq532zosvqMf+UuJIGeZ56Z/r6wiPHZdT/govFwUHHpgMZeOil4FluPrrk5LciUG
whSwtgFw8cz+i9DFeLaKTiy9QR69Js53xZiay9Jyso3TWPlyQrq5tFSjtry2/QbfcL+eZ5fv6tk9
btnB2FiFcPdq6i47CDXEixZkPqHm1OIehUGYfckN3MeZb3c7y9WwmPq+Lhaqm949g7RXY8zd/QR9
46snfIYmZC/d2rXXbNvAr+9z24Ox6hvy++SW81MN8n2tVLntbDu/7X33qW2ANpqGJs9Rj4R0SHuc
WL2qyGqXJN7wTSOO11/d3HXPfeDF8EV7AU0w0/ViRBy09yaykRY1PVxCA2aykGp4ekR4lFa2aFoj
OxWDC19tEk116DvPs9EPEkpux+NwiVzK49vZTS9aarT4hVGxs3khunMTy/ODrX1zE8XO+NBUBvn0
MhjWgccQCS3YleEOWJSQ2dPpLpMuuJ/9SkwrmpqRASSjDh6kPxa3AJpq8o1tQyZb3VlUp63vvBPa
Hm/c3GnNVTmpBNOwh4eX+AhrUUsMatEU1nvPI3OYq5+fXNPYTYwb3ojUCfdoJlM6Ga43bAXZ1jAk
hiY/DdPcfr+k5Eqsd14M28FVNTMQzfGMeExsGiMyAIz3efmRG711VQvpPQ5h6V3ijYb4NOSJky8S
lI4sptXQr7AnEIRXlaK/xR1h7+agqvY2Oir8A4l9nMLAhw8i5FU9OZdHu5+PTcHXxJvN8YjwJGvR
CgvVvuu8tpwDloGRl8vJaPF6QRTMVlrgP8cUXdyZeK/Wridr5rG1mo8sWO/SCcv1TLVybMtYgSYZ
ytdhjHng/XhVV8awJyY7RHythlOcMHQAWgGGo/PjNX3gaRmMpIPVrgOZXzfPIB8IOJl760vSIlQl
p/3JApS6DDJlL+gimWCWTd/ZJyOBGFNVZFgkw3Qn5koSe6y7FXoyY5foKVyRM+acIkoEW+sKnwZH
x2XM6gf3mX3fYHKD1FbJe8ZoxTaNG3meO7Q//PJQbhCzO9cZfJM7J9PzlVFPmvUr7GgEXvyDEKrv
G+ZxHfBNDCz4HBmhEgC659mvnqXTGKtON9HTmKr21tBVSpJH5Veb4nKJWj+bdh4eh5WfiGbnNzpe
O9kXdj9W8dKOrQfXymbKfigTCxrAHEysuEzOcSvQ65TxAQjvayDtZuG0aHZtoDI7qyTlAKUYInSj
QfFDgfMBcLl6GeayOQ6yee6JE/rqN+FbW0+U2j5rILT7nc48xNSN9QIPobpxWBfWZVzMd37WITSK
ok1qG8mt7GdMtjXF9DZWBEwRvTNjgBd61SNCowjhYN2E5Nibog3XrujUOlJFcwxCeBKyysNNHOll
0abN3vWT5MwhBAO3DzI/ciYLhekcP2OxjZFnyzvXKR7yCfTv0Hb1YS4JfMYDVZ5CsoIv70C3UpH7
1uMMobYb8ebY/INic12CzP6alNhgJMXjympERHrQXK3ULIO1kYK9wEqSI2wtCIZIxnZtAwSn0GzO
U9pjv2m6J1AQRLw4Xg9p3cQGYeKRXlpWglaZxLnQ3OD5RL9qiMd0Kmbgn4Yi5sC3arJRsG9A7IjD
ddkb4pzmnVxaczVsh8IwtnhDMGYMhY+nYCyux9Srv9UlolK/HO/7KvoB6TA3sk+K516TBa85+qzt
Sj+ocLQZ8tTe0yVG6NzEsV63mc7OMfD1lYmU2C2nQ27W5t7OtUneHVowCcBjZ6k4WBCunqyUUbeH
uYidb3BYzU0n0hZKgE9x1gfjo+vCHuH610u/djGFYHlCY+u8JDn8INxW8zrvNE/4JdM2pCPRFOkM
+x+WFKhzck/IByyvQt3V66yBK2Rr5V4HpE3sLZl/s9qke+oi5e5Y0YdD1JBUZ+HDWrukSLxpAogW
QpWSOaiTPbWi719Rw1W3IVyaL5BtMf545bYvAufY6ahdoRRp8O+Hw8EYrDLcJSW9hMod6/VUOy33
Lr/4lORQfmDgS1D4QSpBMit72syJuTPtRl6FguB2F2jz0jQiY23IXh2aiWpaDhEh9VZlrrhl+VLW
RkMJDjQh1MHW4Zou2BwCJBr4t1TbLY0k89Ye4VBpFtgUn/ihDALnN4XOUmLCwvpuzHIYVglroS6y
Zl0zHUceytojOMMQeVRUZ4HnmYNp0BnLMMnKjdUp5PgIDJDMxQ6oJQp7sg/SbDhPKMdvfDGIIz2a
ZjMJZ+Y5FYcGS025Ch1dXVvJJQCQCnBnUNXtg4yAoqnjRExEYnxHPBb+sU7pFVGJKJ7Jw5ALMCm7
3ABFP5q1xaKiTGD88ymvkjdzMsVVrtAxY1i8GkoK/MGYv7uEYy59wLpwl8gc1Lb9UUlQv70qp1tI
N/nGNiV6wmQyjjkmCtJZxh4Lhin6x2iwyxOa4GmFD/GqG4YXZgLYEFvzucwQmRp9la96Yn8Wdi26
ZWuiLc0x/HOW7bJb8sjZt2mCo/CD05XXjl4g6OsPcPETDuYq2pqkN/K2j8Cz3Sh80hZe7zxNvmWe
nk+qpV8JVnb2l2Czk4U7kMHtzbL4PlBbbTpUDXsLS/eNTivM1DZrrm9SrCyahvHjUpHb8uIOmYn3
OTfW0K2KR6Nto2PQimCTRWgEQY7gVusihO1jPMFJF2/wR6ZVPyeYEBvpv2Wqrpacm6xdKF33oUdP
uCgLUa+svgpJASiIWUxE7rN9pDNUMe4WZuUZYFgCeyoMT1bWY3bwNWT6duyucrhtjwW8NzaUKgKU
7WQHzSx83YoJyTnwiwc8E9up0u0+dCU69nBoXrsep7TZjFdVjq+RwIpqgTOpvhUxOQZmrp5sV5fQ
yH1gyhP29DkYk0NYRGKT+ohDM5Fg74Ex1Z+aqGrvp6zTy77g/LjU+Rjki3pMsqMTAfqNY/kxm0xY
epS38C6FCbBlKA5mRF91MZT1uCG7zN7gsJtXaQHfzCqx0wb0sWyY/Yu4b91lnvbZzvbc+WOkIj0Z
kW+t9YxmN3G6ewds/4YRE7IY5HCr1vKr706Er9VRRkt1wJtHC8kjg4gByU2KPABFD6vjs5+Meuu5
9aHPpLoiotVGIju+hFnzLpPU30Cur3baayZMkqFJjpMuSMmuYBTntRjeDeRVJUGE1fCYhpN8zoOU
CFf1kTY+Z00PzbsdlQ1eXFEsfXsuvsakEq6A0/SHZtDuAV3xcDPbE1uIhqq6tpEQ76LUCrCNkWKz
JcvUXY6Xs3wt42pzSca+izWLVxTP+S5BwXvP7oortS6jVQoXZxnV2VgBXXKrTV51vEkZJCsMI6ql
YKyy+iUq9LjrVRfRiSLroOsT/HEAwA9o8t8ajBKHRofRNkNS/URn2r+eShBFC5maJ88J45Oucjh9
rlmFmwbItskJnXSMjeSEYQFTAACAjbUmZsadmgyQnyIPd+25ExE1VtyYsOQMVetVa0+K6pgRXLuq
9Iyk29MPlR7LTUWneu9n2Y30fGddxZTgcg7ypTtl+TLNsCqZ1Zzt0QwBLlBB/TQXFYprilko9hzw
wAHhGpk2omuykbTU3sJtl0pr3SfJHT0rJgLovbt6ohz0/QxkWTiKlSMwoMRmmW/4GH0VBW20xVDZ
X40E2S1tSQpgXvhLCyUW5hrw1n3yOmCooouII6ukY7bB2bBWsyBFKIJWOKuwP2onjODjuzckzjR0
aTBKcHaqH83BhbBjjsTBQcgx1pWOxmeGI4QuepykK1OoD9KpylccJ+ltagzTkvSQGGV7LbeYBp0z
oc72l1LAjF7EVNrOogAq9V7HsbW9OCbDusaJE15gRShH95aZ5XvfsI5x5T3DVUFJXqDGTlT/WFlW
dsxd4IIhboGVp9x5XYRB93UQvQi2U3SB4LhgpVAnud5WYzu7R9afrXKnV1unzvvziCjtUCPL3kjb
lYQr8CQucM8GK9WStGTnUbv2wzb5sIMkuTIGBTrbxkAlqPgOPU/pkcqgwvbuh7vWjY1l0wn3UBSz
SQ3bOY+0FMJXP6hsEnRFe/aG0b8Jw5iBjQ55CquAOryfynojWl5ZjlOY28jCuJ2jRNyMk5NB+qaj
48VNf6nFvGML0o2iLXP6V/yk2OKJ13ODxcg1vDc7JzFA58Tie8JUF3F/m5BWY49sGM3EaYa64RD1
cXtms0b4HUT+UXWihkGDcXLX21mxvzi/7YWv6O8or42+zL6s9qk/mPsLaubJose0yeaMlLTIlD1L
6zBzREbp8tJEKAzThCA+8HQgb32k8YhPNTz60k+fzcBp7q3GVVcx9Ck2wpSA2+XISlYR3WJAjgrj
jNyZOIW+EFcTf3cjhiJeTRBHSM1ofGC2+fitk1iGhCIINpssYCxRNevr2TCa2yrK7GMelfVDSrIr
1UQ5cRYc8GgoKYZjhsMsXcZp1+NWnUPQL3NmWd813LQTKJ3izSwErXkpxvRmmCQ5U5jLE3EqOizV
i0BV6QlvLtP+TJHusfLHxH52SUP4aPsM+Bumz/JopwEbM9L9wCDMz45uSp30bL2cuE8mcEB1bvzS
sJeW9sROKdP/PiUoaGfWxY94quLgSB0mdpbjsq+OhiWjZR9aF3Rk1pTHWuCyXyWtoR6MWLpPYV50
34jHvgQ0QmiGktUxI9UsVS99S5YWkSv8uH1KHEzco/fKwAc+QYpXH9AmzBdusg+sKQmbtbYNlzil
lCAKJpQx1ivCAnAwOwYyIMSFxGNypKN/n9m7SDr2fU0m8tUEDq9gZ0ymErgPqQSyLZhVabNrqZdQ
7jsr2V9kwWE8PpZzgGCS1Gt0uu6Pn8uJBm/ZEquTbigw1dd2Gj1SBrOBf9YdKx7+er6J5YfX5GZE
Z4/cWdojoYx20+iPj1UEH3OriykkNW6e1cIWfabOcenjvkLrk7SEOWkEE5GJdc4vGJOSzynb+yGt
M2vjFqm7IQavlDAQnfzeMcs42+NjlMmyG4KGTPWsIdR0LkoHmFTo0tmweeujPnXAobYMhdgQJKLJ
YkLPFgZRcfRh6dwDpOq2dV+QTtD5PRekJcSbkxhyo5jyv7bcDU9pam0YmFFZFC2jWxJSud51THdj
GZHgd09LI/5CG54TdGjU7qa3tPlStX57oH+egpVI8ydzTIcM4BBzJqhrJCiWU/et1X13ZZHTdxBe
2ifHkHHvFQ1Z/nrgGzjpLhPLoAt5TjnRR/jieTCXCPQR4oV9/RV6cXQOU7xZxO8hz1JDugsiwRi3
9Kf4zTLi9ISDDE3DgCZ4WDeCxhOUYQ5I64ym5bCszRCYjwnY794vakiHCSzIYoXpnqcxJtHuu9kG
/GvjRAnmaMd5oiMAcokQR9LNq5wMrCr01EOqy+4bphvbp0XnkJplI8v0Kkc90NU0ONxNlVglQUY0
IApn/diYTvOM3QfqkVUGT5wZBIFiMUEqeRaeq0ZQH4ATFmzypUFQXct6xdiUejwCcUpoSR33m1Sm
qMVaz16aI/mLwBJNUBMOPp/lSHM2I7AnR8PoWMCQwRRGDA96J8Cpgg/V/FIDQAsgJaAApIPFk9UM
qfsU0KEn+Vo53AiVegwlSA/jZgJEOQ4J8lxnatroDoUF+y7N4OI6Qd26UkMgz2Ee5jdhV0b5hvBw
FwbeyEsP6qGiAVoAt0DBMMkDAjHvyVEFD0Er6q+53YnvwpHpSYJIpg05aZYHs0P12BkuQa2EPJJW
NRPDNDFjMHl58uqiU0lrCLYrL/fCB4n7l2FsyBNIWCU3oeyZHG1aIAHw41LPgRYH1OYpHkKr2NGj
0o8GYImdicDh2mFggJfaJJhI8+CyLURn6Yv8fgLL9ZCFgSSZ1Gv97xx2NBnHQ8e7kXRIkCkIZuIH
Q6OiMuuQ022po4FjVMDfquVMH/FLPkFa2ANGsts9jhR5x1akQF80WZTuCetLd03gx80p5v0olpoR
x4vMebQzpldXZcbbOXlVtgGsxKqbTfEXplNcTt+yp/Jat8FE0SHjeW0yMbrE3DO47hGgfeBVqrC+
RwPLvcDsjD80vbzfxKH26oosNgbzRDxuLmIWwuLbEqa/lWnWez6EvzQkdiB3SCVY6NBu7jssfIyi
IpKt08vKXLIBbEgxG0+mR6JVWFb1HZGrI5MjC1I9RT07UCb4ZTrOpOAQ/XkWZtBwDdD93oCbqLyX
LG9yWBqpFDRR6atfOlTcpLHISXwHS8GuWhQiWE52KvJr2Y3DVnWq2ptGXQFxNsxDN0vuBZtcLZbc
YJrc0LuggI/8cyVnoo1Y4ZPoOvcgN6yS2WGd86KKRcRUhvPEkdLckrCrVl5syLuG5/taXUJ1NPaU
dSe9YWcQ+LisR2rqJYnZXCRweEV39IeqBTRalnRaSyOIjMNUmPm0qCoeOBsAoAu5F4+nbTNzJZJY
UWybdEm3knHNiYHpHCxSgIMwPgHyp0xMc+TNXa8extriXbyAea6HmigFroPYRSokkcshpm6lmwr8
pdd6h4p5AjShAFmRbdXeg8vTvc3I1IqpyyrvNWdDoUrG6LarY31Oi6YdToxC2bI6gci4dFH/UTyk
u3DEntino7dJY49HZWBCu6wDJh84ndkvTDnpR9fsBHVjwyZFNgT6RmfK7ym0DGDIQczD2xEASW1a
A9dfaj9nw6Q6tI8c4/vrSQ1YI2vpjgvZtsj409ECTN1d98QCAanDuylK9gbDGJFA16Nx6HvdHmhN
8G08UMykpWMV2o1YlOGm+QNrvFG2RAdFnefGfxeq/VvOuYeq4P+/DWn53xHFtu/V1Wvx3n7+qy4/
zTcQL00So7X8rx+/HL9Xq9fu9af/gCAPkPC2f2+mu/e2z7t/mssuv/N/+4v/5/3H3/Iw1e//+R/f
Ko4tl78tTqryrx45B9ncb3x1su9+jnC5/P7/9tRZ6PXh/7h+4Flobf/iqUN/ZNo42RzTFahC/+Wp
I6jFZtlFiIPwHgIZf+ifnjrsdqju+d9/e/T++bVv/i7m+Z2nzvmhSfuX6MdA3ogU1XHCT2KfOCrB
VnSevfMYsx8q3stV4oSZvUwgPeyQuTQH+1LaNiXPLagLhzXExdwxLRIHVtNjkgfZk2F6zxKQNqt+
WJOEnHcjK6ffyiClPevLW6wDQw5Swx9oewvDug3oU9b4zPLw62jV8kXbjbgLDJTfQBwRYppUWL1F
W6yqGZXp1sNyzrEmPjE+9w4tg527i2mHCM+cWeSiNBjzZanZwVlm/o5l2BpryAx2/KQCO5p2DuF3
hA0IGaECsVWzsdx6uiNBdUpuDJsYuKVBKALw5sYPa8QiUwp5VEwkNMFSzJiauEH5kME1v8UTPd8g
MdEHJ8xpkjg5QXMulFNnFuVZWmP+Qmk4HTz03ic6kslOjGAZWGuMJfb2plpaCZP9qG/LDX5nquhm
1gDOZXVuZTEe4yKnG0ISOMRWF02VJ8+K2CbywTqGaQuH1LGtp0Z7B5ltQVw9Rb7hPTXg3hYqGKNl
hodoN3neRF0gEvE1JzN8l8Wxe6LMVsdCFe1t53v3SiFqjSK4wy7q720oJnaTgBDV2PXOWA3HbzRI
aS/Z03TlZu1wQD1BLElmuA914JfXMxiYGbcUugSHeTZ+8kE941MjGDXnHL6wdEdMT2VAVIenUkJT
dUfWk8G6DggWfERvSFdrxtMrqmy+nXkyUZ9kebt2maWOq8lM27t6ru3FYA0MPVQbVu3qwl7dMlGH
SWbkLs+PqY4q7Xb08+i5KCYPdRqAnhky9yhj033G4uqs2GCfjdgcjpOVuRdfU/wcDT2kqrkLLyQn
BQu0VnRM2fuXzKjkJUbzB9gZtVchnlMICHTepbvD6QeCHB0Vgi0OXAgwsTNppnGFAQ3F8HA5UxoG
kV4xB81QJsyV+72Tpc02C2VvzwguWU9JYG3DxoVKWQt3OpM3axydPnPzxdz3DezRqbnw8JU2oX8h
JeNABtruBk1kdJfMHg2G2bNgjwIhoy1Hephz3U9ENK8v+ULVvqMtHdD1S51kRZ9fH0tZWGemDPOT
7xl+QKO1GOpdT4/mlDee+ZCEwpi35MHrtehqejWeb7rWHXABxo+LCSMSrnmVWswZ2sE2+JMqPogs
Qy9USK866HocN2WMxGcFFcG4tWFH07K2/a3p/HjttDLPk+F1kEDSGnw5I1W+JHnZJP4x0PAD0W0d
aIEFKRsZVBvtpmej13Lpm7o8Eu7mEqVhwKOin01mZ1C6MH2AOxBgX04SzmYnjUfTcgg6GRgEMhwx
71yvslmUFFISWbq9JiY81HtUKN7eiWrrw5/C6Da2oqJZTXVnP3QMMcmnAA1iraTFSWIdecZIHn0U
NdcKASmZDpGF0UXI2s62gBfHbz3uoL0I0G4s2s7Ib2TaTYc+T+eB5p6GvDC2rU//3fGq69mG9l2h
WtwYJeyPhSfjdmsSV7JnCxf0pFMNubhOc44wFDzELpPSZr10QVrRcwh1eZgmzZTFCZp80TF37hfY
sNwbHq4JQgQKFCIm5zqlId4YamE2abhS7C7lIk8GuSPrUB6dyrFvujzlmRNAjUhvqBwL9uFgnyZm
CeDCgoy5ax0Eehu2hb8nBBKwSauz/MqLLP9kDmoqljlE230bTu6qiL1qHY6SMstWfcHgv+0I7zU7
Y28ZQ0OPE+vOERFEe4L3xIGOEnXifSTuHPLddFe1NnwwP7kXYTF+rQOh3oJB00Ti2tu7IRr1+48N
+f914fL/U0mC2Pg3JUnTl+/JTyUMv//vJYlleX9D8e+i4HZ+VCTs/fq97f7zP/DZ/o0MswC7AzJg
pOyoa/8BOPX+hirbZZZHlpJlw0bll/5RkvBnMGTgzse0frHnB96/Y/P/IcD+V0WCLg3fL5ppMjCg
OuPDujgW/iLQnmvDlK6li/2cjKhG40ejyaY1Bcu4EOH0pBFbLsL0lA372iyyPXowkABzfTWF6R8M
up8MBH//SSi1bOF4HL/cT+bOvpXIviK4oHWm96y7CFJsN/nqhUwp/3Jz/lGX/ZU18MsvfTEDoxT0
cQV/FsArMCimLHoQpPDiCRFe26N9GiPh7PA5W5s6IgEhi3V+ZVwOXDNM5bUgG34zk6izs3pED7//
gfCY/6wGv3x59yJdtx3bs6nsKEH/ehsS2icdQQFoYBS5F8mk7tJoF4RWeT8UzFVg0h2zvoPYQwXL
nMz24YxWgWkeQ6HV1gKkcpxGpVlI2/gulN5r3E5Ese6hZG0sKG5tMqyjMH2dWHhBwwvZfo9m5dIB
KDDz1NPJ7ba4YTpmRcQDTKJAQyCeexhS67noVl5PGAigQNnj2m/8hSqN8SrKC8hMlX12030I8e7D
Qpt1gyWtf7ssiJ2ZXvUMiDZu+3+5O5Mmt5FsS/+VZ71ulAGOefE2BGcGgwzFKG1gMQnz5Jjx6/uD
MqtKYmqolHUvXucqTSGRQRBw93vvOd9RxBKG45U6qB+rCpwq8tN2OITudUA3lFhbtmyHEOscKibU
fibu6XSN2Glngd9/KUAcjV3a3WqIfg9GoVRnJ3N5fSav57CS4CGsEL1hx7Q6nObgk1COL+E0pY9F
ZK9MlMEgT0K0f8V4xXH7WFnTMUd8tXBCCs8xe+pNsGxd76AwY75c29bRItemmNxVGmbiWqCE1eK0
Pft2ed/roYHCUo5Mp9g3PfSQCaG3IkT+V9fFMs+YrMs+lCszhMeVt65/sGVO4BIIfEQ1bkLOSlFZ
ntOlyKHT6RM+U5POYOXnHDZR0aO7EyC0633eqiNSNe2xEAUwU6nupVEqRzKM3go+7LXtl4BXQ/fN
lgFDLxMhbl6VsTegkFnEozZssjwqmGKOzp5MdsC0fpF7jsTzkQUJh64os2bEltgRnLTNCl2eiBMp
l1VebDCrv8Zuea1nPBiTeT9O2j5XjZ0uomQ1Ztkn3VYfMO89BXRavXoagdeNVr1TrT7a5hlSUywY
LceJVjtMadpxYOZ7DWtSlkcV0p05ZNOCoTVK2hl1mjRISDms3yFOt2HsK+GVLyby0XUOsU2quS+A
45Wzm2WkxdjNBCZd6Z29bcjwtYZxeoqH1j6qSOxQObAQf6qD2CVkKU73/A8kQ+Y24S5UuO3jSQke
tcrwP+g5AdpeX5jjCz0oMSfZhydXlebSB6XB8BA7DAxchYtmJ8K9dbtwwDfYcDZ1W00j3l43X9yM
1sWqxC++S/OyO9OJGwgLGpBTmmm5R2Xg7BpbwdGBO+VDY9RTtqTyqrZTHSXPeTxOn6sk8LdkDy2L
Uc9fRatZj8BE5LPZpvm5c4N+19Jf+tAPdE8yJN1H4p7Tc5Yo3bH9AlDraUQdTNN0r2qYitDEGocE
BlCK5rUzymZbjup4X1aRfm5apNVmPKq3LG+vSW1VpAnYULJSoR+tNg9vp1JTKq+yc305aVutq3El
LNxBkuChm2XzWpnqGw2i8jlXm2dzKE+KOp89ylXYKf4G/X6zqLIuaqh3jJ1Zf8p71i6PVPvShasB
nfkhQZK/lVo7PNqDtkcAbZ+n/NGa/36JJcRrW4oMHAZpnLEy1fc6/qQ9TWeaLgQGK8ZRU8wn5oYJ
wNDIZBxjUBSIridj2/g02iM0PqN645Ig42/HlULxtUoNTtUlFVsvWqynCa2wRq5nyFTa7AE9r5GY
4vU4+WDwEK0uO0ho3ixrht8A5/XOV8uDyDYmLTJWWo3WlPGS+g3wOERgRR0ttYGBcNYRMij2jp3t
mZM9lrT6gFvjS3pEbIter9u1RAcWgX6IhmldmsahD+3lVKz78rHqDtYIcsoh8AehHMjOZklc+Bks
b9vnBFujo54q3BosJZq27gUAsQmXB79e1x6FrZzieI+mahnE9lKG0qvMZzgyq6INtwy6mfqjG93W
aFmrUPfigea8QbOVjAiQi1NLZV3hW9Xb7aTf0rbxZK4s6u4zEDQos1aJfAzC96wHUttD4LRez4Tf
j/xza8gNqHF3E4ZyHdoMhiZgzAg0UKLxm5AE6xGS4XE4XsXEaKd2sdB0yIyK7SmMLiL1JoC96eql
trLmnWaaNul4Z7OgtfEpLo0Dte4i7e7SMHrRnXerYAyBQindlKSwLXGRXcvhSLLhrYJJYWW56Lhs
TTmHhJJM+AqOQ60shgDxcOHTHJv5mSUuRqTc+rXMtQMLyC+QGKY6H5kujlRIJUwbG4mJA8W+MEXh
+ww71CAJstUW4l7E0Sm47g0/XVYsHaU0H/Lcl55ZKKuASXpoiFVjOE8CUO8mGzacGNd1Z7krVyuC
Hf6jtCGpNMvy5DosmMwYuSBIm1QUHxpqryrFB3Tj2rmFZ8KqaLyYcXiqyNhYFLH25LsqkBMV9TKS
/jDs7pPJqNa1Vd9jmAKs07U8U8wIl5rp8DVE/kfVQP5l0UACXuV4MW3b5SCca8pnkkt1v3iQjUHv
s+3yj6JWrhkdFPtRD+9Uxs9rM+4elc7wCMfa01U2AbeJWw3JC7O+IDwWg3tk9s4UBm2nH8KnDmg5
aUOyByu3dqhStzGORcRE7Ewy4BBYc+Jg75qrrgxTSuZrt9wrB8DSyQkxK2FcaGLH+aPbDGQIE+rY
PfJ1D+O1r0jtqLQBvFGdsiaQzSdZilol/Njgs4sYDIXotJFg5Ax73GsJr9SJUGv02VPYwiAX+swB
3xT1qyV6ZTEpEQJTmRS7tmDoG6g1duUaDUMhthxUn7qxOUWJeE9i1MPStApiOQYaFcXooZBsUcPR
6DHadlvmbIVxr98HbNFSrV8Un6zFuiKBrU0/oeemvVZRdDfVZqohXwOtDrlSnIdBvWdXZhsAK/XV
TQdLeiFBN6OpT+mXOMatlHObLqqumZ6i58ZwumLhCOaxzFngGINXyF8orAdb4wZxYVGtCJRxHhqG
NSuESQTRqpDnaBJAux43dOk49CLgX3LlYRd3NqPVQoj94JiWV/VzBGX3XNa2cY8n6WVQtWo9Zma6
jLF+5F3L5JkStLQHVhXY6yUFsCo2vZKz2hBNllfIJKpXQ5ltBeNNqqmIMznE2WG8aDAALZWw2TNH
QH9fRYdQywNywVT43f0HXxE3tdo2i7hQ9klWXKsYDY2i4R5IFQapDcNJLVtNTfRhijVvHKJ+yWB4
SzbUg5iiD4NuHSkPPKVjwxriRwfdNIwp4ea7YHgLQnGVCmYPQ7pJ0aa15jJVWNHyF9WYlmYnd44v
MbeNq5IQxUg0tCtCpmu3AbVE0RsreKwLAtqAcKuYSp502mB9na2IDdwj7/RqbEoWzNNm5cyiIG2n
pMMNoJcHRwUNynMYFOcoX+u5tjHMd/Je1sTwCOXomKhnW4gKyTVng6uSMBiU/i7uxlZuxq6nfGEE
NxFOwO41fKL10TastUl71VanpOzWhWSxrz6ZzvhshM9l+6YAV2z7yWN6YsdvjaISHnYOtHvZVEuF
hqAqzoQSLQc8AMzUt1a47IO3OKeJGX4eJqwG0bps3iC3UBognlAOjejWTrkfsg8gJ5a+i2yvW3Tk
643RuEQqfp1lrD9asxzgLyp0wOd9A4ncSnF56j6lw9LWqWKE3M9asTmish4+DERJDBxVov66LFCR
p1xhmtDEhi3RNlwr1bIQ6sGYBeaJv3ArYx+p7lLh/BVzoE8C7lp4yU1doG1k0bFu9OrVzCZcJzaq
h42Cc8kJjLWThSfRdR7tlBXCXULJvEa2K+L6linmONkgvWt4FGdouKFDMt4SY+y5xKIl8ZqT8gez
MgnvuOUQtuocZ2mV5YbuImP3cF1V3XqW4te4K3L/Ce4jOHQo2fGq5w5Me3/ZkkU2YlHXGKwnkpO5
GA+WeO4CCeVzdrKrV93k7AOkZXJTqfLBIh2BJt1RxMlJxao8mObCVK/GTG6UUR7GKeGxKpa1VLZT
Z6ymGGGe9YG2KqMFeTXzZjsHb4x1wHMyrx7HfMamG6dYfEIC72WZtrTG/EZvWbTlc5+fArIqpuDV
LNC+9kcU9UvEgktTjSiefM/2rxHAEH/Chl1PElcLFw/hK1EjlZm6G3ooDEZ1bT6alteJRD6e6Oom
S6KbXDo3YZPcRX5MdJ+p18RfUkegQbF4FRR9ejiuk66jqzyRnMTKMCFkWg9Z8ZDJ4DMz/GOPbXcf
pf3tQBDQwdcabJJpku3LjgZ4dwdV8LMuurPUlnCPNooROMtIkYdC5XjQOBto6dzZnBU6JX1HvhMs
Yn7JJhLAtWPHeNBqfHO+mW3+d22RamkndrKrfCmvYQsUx1RU7hNIIW0ToAKhFsuUbBcZacpbV8Ea
76C7Aymon3VUtZ/wcjuHhIyVDeLY5vDzVoIm5lbBv48f9HAEhBvD1aFHslf+xZNdYtPLRowlO3y5
akYSSTV8oDZs6HpqDn/Ylnt/rk8mJx93pVS7c6r5c2zVBA68mGsaf65usrnO8b+UPKTdu7f5l0Io
/lIUKXN95M+VkjHXTMVcPQ1zHUVqJCVVWSXKB4XB1KNWDvWbA9B7x15HyzWgrbqvZe2SPBkbn2qb
kyrCEMM+OlrYnOBZh6+JYzp7XeHMYEYm5V4hpXI248R/CaZG3LeNEn8o8X5cKVgaFq3W3iUqJVpS
ZvLoWFgprbm2nOYqcwqNeu2jdw0oYTRq/AE9Ao2DSblJ3b59xVLd3ea6+2hkCNALZmuL0ngKXOEC
5wnOSaNdDSYc4jztnicr1pCtl/FhKJAE2J1/mgLKnCxejRMRoYIYRLVFZhlKyt1IC9jDRMgqilC7
qe3HIZXsS3r3lORdx80Z4GTaEavTPoVj3aEQH1J7NQ1FRYIvHnDo1pNmL2xu2mTlKGpKyTEbNUJB
lONiBIxd36B+Hm7ruaRDZ6yfi7nMs+eCD1AAtd/wpQ6Uc0lozMUh2cLFoflSMTJg6o743dJzOheU
DPp6PLIUmcQ/9ztjLjynuQRFTms95nNZ2lGflnOhms0l6zgXr/pcxv787v2WJ/ClGwkOkTOpiqaY
Ye3886+6kRA7itFV1XTnF4CRA9N9gsJEIl1p7EKrJ6iCdAaOs9b9z9/2O923b9724sSuWAniJOJA
d31VwC00OVeBI9WReDk3P3+n7zQ5v34n+wKogzo5TBNMoLsw7F+UINpA4O4YYJFlGf3qU2nfFiLz
SsAISrW+XEvanOrFx/r3ShUiujmk84rDo+4ciEaJPjXzesS03t11Vh8gp2G1mmI92xFdwRKGVkvb
JPO6pvbYv/7owP7fHhD8f6dsmFlDPx4jeM/ZS/H2bVDa/C/+HCSoNlFprPcm6BY4/tzEf84RVPEP
GviOMCg6bY2d+l9zBCYM4NzoJ2muDcBphoz+OUZw/0HP2Z0BXSq9f8MW9t8aI8z37b83HUaHcFNt
EHWabUFL/GNT+urBdav6SwxQC7bNrA9DlZLRYadyFQ0i43iny2uWOjJkMH2vEwtH5uik4cNXF+t7
bf1vd74vv4RuI6+AIgwiGYzrt6tHDvKDzWFotin8iV4fCZxSslgaK+xHNlANOnpUhWX3wg2djuux
6dUtel9w5LLJo/ssIQf957+SY8zP2NcXxgb7azLCcdClsC2bF1MN1wwGzQXUNevdUxVrgkNlWdIv
pJwIq+xp6NuA2r2wI5peReolbehAAYEu3y8HQ8hyB/CRTIBOE3ZPDpZSR97Y56bx3AOG+Qwmmm1V
xBnVYd4EdrmxGUyGntEME6K/AruOCNrXvowkriODEeyi0fWcQIjAoQoSZFhstaaoq6PuJ0PnIcB3
n8ZacYifkO/gMcPPuuVgB59vJPPGyHo/WJGLpIfLCavWsBodR7H2eVKI2RjLQrONtMq5Vt2Owbvb
z3LzIXGG4KAFvZVtCnPAb8tstkXji1mzW4gJqeQ+SYX2Zjs+8oTaDl0+kmSPWQnDz+pVk0m9IvMF
+dgi9CFZrLvBzSt0MrSGSS8tKlRfY9K/pRXhQEVnVx8DvWAYLcj+8tdamJHDHWYYwha4RNqrzM+K
J6XEJbV0axePullPLIi8qL1IaEqjx5Yidhcoxvl9SLJH0KZhsCcJJFPLnWCAgCnWEPhQbNQgz7Te
0evERV4XKxR0aJ9re6DfkDMyATZF9ULRwDNNGHfRypep7oxyFihKUgAsZyivYtJayxXNW84R0pRY
/w1IGOeagXjkuXCRM0wuvTgBux/ffSxQxmYYBxx0iLpIevJ7xVj6aLZ3jcTpfNWPgfGxl1MnkV10
8sowwAhHTm4RKwtU9WE+pBEY5isxpolOf5VGZlyPShqnNCx7YBphwkCldhk2eaYVYApHPK5c44fN
8CfF9Nv5YlCmrHOUqiD1NJK3GkDNB2EwUKPwLbL00PmouemftlVBS77EMRs3maBwHLTpBZNb73jt
BBOCRjFvOh90Ws8N7f6uRBXIp1bBhphWN8qN6ARhzb1VYxs1pji/YzVTyoXr0w7DzYivGEoXeSEx
wVVGY9xNZRqIKxT2xBVLdjnIw9IafY/gbJugjjLvmZ2RqsBJUCmJ7YnRWl63GbboRc0R87a0hrD3
3NQKqU5TZ/xMj3O6mhKrSnFWNGRVqNjnClQOTUf7toWSt6YNJzsOma3Z0dsc5VUzmoF5M3B6GxfG
wCDG08oRDyYGeJNQKby4oxo+lGQp2XH/ziJuA00ZwlVLk/05VLrbuBXzhGnH3OilHM1up0+TeuwL
8dqQXGLJfesb4pjgJydOUGGuMzj3wTh8ti3696JWwxXGZ7mWsIo4Hi9x9owRes1oFSXWkqzUN7Uc
0Dzht+MCEZi1n5p6nUv7WGqjh2UxXVrZcGM33VVsN/vI1+4gRC9GwjRyQ2VqwkISGxAtApywBZFm
5GGXYUlEdXSnuvUHOBFLmNqrganulY01pkAGyiPhW/RpkG4ttb7QPjeRMTw5yIsExjrHMcMtQpei
rfniumwRwKyhYW409sDrQE23eryvEIZ0cPEATEzjzgno+7hmtoYR42Vun9C3ss1iUdhcZbW1V7nh
lmR5k/hVyQO2kHRpyvCGYcUHtZCEUVQA0Cb3pnD6egXmll4F5giIQMMnmQGKiZ3yRiuoH8LRfKyx
wFZqesLQ2y6gQiWbtGgTb6hL3yvyZDrkhnHKxRNJGucw0rYTyREy0dS3iRpVaIEHb6P2iO7ZV4MO
EJtY4vgQ2m19bFNuvqTPogfNLe/90ryGnLMGnQGiJy7aZQuAQcHz08AisphVlOGAHGdO7yHyxKP9
B6Cmrm6Qtt37Ur8x63yPOggyQ7MP1Lj87CPDXxFSP3301YHekwF5ArkSJo2edMQaKMxGNzN3hQP5
Q9ai0NGtejF1420d4IlOfedOGQStvVLfBARi3Oro+UWhxEu1X41ahDKcJpin6uXnoA3mZLvxg1Fq
a0IoaKJphJrToq2YMOjtzh3GU61AMVJAYIDnuymj6bGPoWdxXHBYVq50XTxoVnbrs2KTTRLSJJt0
vpeAiM86aZ6nKbq2yvgkDEzTIXwb+aaF7rqq5ZH4erTC5bipfbe4cny9aLZ93GDUJy76Sem1Q1yI
kstnAA7zT7VAmL8geaZ7GXEVYfmKdM8ib1PJwg1xBNetW4yfkE7SFitV/Qo5v1zlaicffGY9RnvU
GAEFqcr9puFRUFWDmjNN+zXBNLiZFO2xC6qP7hBc2c4NVaW9aAzrqtQJd0pt7HKpAW0mwgAo94mg
y2kbH3V1QLGOK2/KYydiKDVApgrXsZvTgIzQ6SuIsKokvert4DSSILefDPdJG/RqEwnZ54RVBd1a
TepyrVAl3qhRI9/B09DkjnGQXsV+sUbWlnosYZuhgB4kkvDIHONK6GQc4n6+D3X8/g02pWnO3wyi
ydiUUYfdem63pfHwocIqDH4OB5rXBPVdXjbmIud7pap1/PRO0TG0xMHTpLg7ArA+MhzfAWNtV4FF
mhcka2xHEneu6Zux4llWK24GtT47KB2IlEJVr29ZWPUNQYu07B9cK/boR4FSnXCwSg31vcizhYzc
DTsKgJBgp8a44Hr/YbTUcddW9VZHu3LolPreLdCRZzTRa9IZOSGFi1TRyrPE18hAbjoo/NiMfJ6B
krMp+dG0PK3hGPuArw/ZHNwKF+1Os+OUoUm0D6Rh4Iezo7fRDg6thDSioytVp7nBazgBpLB9YSdG
5JUhtDqBFRC3kVorrRfl4ihQ58fMnqB3yAzIVhWQ0WTAY3nlA54sbAYbQjkm9nLznizQlqOL87lS
sCyO5AgSeagP+4TUJyzO0Sax8sNYElkX19phsJQTxzH7USTju+jlQVatv8k75egHtnMeCizkKEmv
WH7zc2SW1auLeXkxpP7JSU2CoWS+hs3sObV8QK6xJhecQOIA97kasDZwDvUQZGzZvKTXuaD+bB9R
yejUCzP/DCcdUtSTanRXmoW03k5xvBc6pzSkignZi215R87tTiM2yUhyNhYxPsdKkZzNIDuXUR2L
pSwJAAhMH/KB+jZq/coIXq0mvLLjcNVn7d4q5EPO9uXpRrdFN/w2mtm4aTRj05PWy0M/7etMO5XS
DZ8IHmA74jRjl3l9UEtwYdlIdFIWBs/ErWPjVbBBNOaIlXNC55w4h1ENVrh8AB5lyb2Nefx2rGuD
Y2hRlw/pgIEa6d1Q+6zZVfwOTIfZUKykUH2bLIpvehIOSm/ImORgeYsb9uhE1zcGrCYVm1CFwcrs
bBs7MASRO6vInI8xbsiPTAkDLAVq7Zxk0yuf42oU3RbiS7gWboTIr9Xbni6QUIg6y+vYHHY4UQaO
PWnklJtEtSPOW0lNgJ5V1NOTA3XxybEGygBd6T8GwonXalykL1ajpu95Og33FWFcFCAIrhe9SKcr
vdezzqNtZKCfwEk+KzXKFupY3LM0djkuCkloXbJ0G9t4DlyFk7uT+szGLciyu6RRiL6LsAlxxEyY
KG1GvS93eeEy3TWUUA/xdvXEfxF4Ea5AuznlMbfzdI5IDmkN+zJG5duWdXULY82Saxs7SLCu/KF6
NoZJfUVujigGP2z0qAWG03uWI92EWiNTd3msJKexc+UpdsESeK2Wpso1fmby39FAQPed2ma4LUvV
ve+agXZd5Ktg3MivAZXkVDjGkYNCspj5YbkHGILLybSYGLwsjQaP4GqFq49WgrFiEqj2ymkd5hAD
+I6zm4wlp2RFBAIOjOIQXuYPHKFoXTFn892qXCjqyJrBESlfmiYURuIikRjvwR9Mj0bh9+WGfD3l
XctLaXpJHrY3I4aUZFlzCGSmBHqOtFr06Drk5WFIvSlWWvrW4aDcylR/wVaaXWHNd5dtb+wGJ1Mg
49hKeyYtNXzjSQcGonMO8AlRroLJU6UTv7QZ66JXZVa/acYge58clLULux/a9pqaxGKlyrLMXyGB
TkCUaH0C1i3RlHgLyrVnBiOSPvbq2YmHqMsYr3XojmLZ5/1IfZpIOGYgu+RL5ZpMuRI5xsqpBAL1
gLeXSDut6kjJzTGnCmTQNWYG8AglVJIGcerW1yz/Y9Yr7mKqe0JBzckhhDYxOGJ7fTQxYY7CKnpJ
wkhE4Mt9dA5pnuhk4PaQhrzCd8ynHv8BsuLYLcxVItruiKgpB+gfhOiA0CwTJ137mhOt9Lhtpyei
Xc1bkDSdukzzgHqk6nTmkwAksmaLe32olhnHpTsVM/5thQPsJRt682NYakgHlA6t/Q5sC23lXrbV
exU5kbpU6sz/JPWO4dqIgvBzajOe8CDodJ9wWJfWkpzv9CMrVAyTg/LG9WBdgeALw4HTCVDD6rVL
C/89QPnEDF3vWffcMPTZjTJDy5dSkWC4oN2F0Jz6ANFTEEbVczAm452L5UZFh0LOAaVrYuZnK4gp
gifMIgsFLMmNdDrgHZRa2L7QrNXwoRqrejBjS/Zrx46T50CaiesxsnIPZjiNMHvTDm1hO1nqR94f
purYNxxgf94suejC0iKBiAv/mMwSBJIEEXzbvtGFojKsbuutmQp/V1izyp/W1oa16U9n1Q/Tfr7t
jJKGMr8Vui9Skb5IaGeU8Fftqh40HChNq97G/BVsLLBHbMG84+cf6K/vYmpkotg0pWxBN/viXZCa
A4yRE7oaqStrNlGGmw4rzM/fZX6VrztMgMxpLXF6pPNlqzT2v/0sip6YpYTmtEWDjBrKbVsoBoXZ
nicjMu4jyoc7YMnDLxjS3/ls+ixd5j2Bb+tf6NxfXcGUw0LWMN3fThZlHaMgIBDRzCH4+Yf73ttY
SHUtk+ambusXLexixCszJGq+jULmALbI42NrDskvgiG+cwmNL41yiMY23PCLrjxj6NCxST7aQino
1zmavjvL17rdiATyLMl8Bj3oJ/uff7S/3u6mAX5aty0gVioWmW+/Nxc8AhvrWMPitXmkOTqjjzSQ
gPXGr+KdLsYq3O6o/2whXORImNKsi89nxoiPSnWuhTBBv1tJTP/JMMiHQDznKjewP0IOsnlYr0eR
OcPy5x/0r98hWnaTtqxtOaihvqixv7pVtKjtGoWtcauCldvH7kAvJBrbX+iuvvsujuroPNAGsRcX
D1s1DaqoqrrejhIHL2LUj4GbZH//o1j8N1sM+e7+gjMPqJPaOMpZN4ac0p1W6qNTx3//zmDVoC2P
sNggFucyhKeph2q0dYntjaznKzdrzBOUXWw1UPB+MXCbvY0Xqwc+aRU4u84twsp7AWiPQOKoeRXW
WzBosl9UUUFnKO5HjVjesrlV4JoaSEQL6z4cdSq3gV7Umx6PMfmc1BsEP2N3/5VA/6/3K98howwd
ow6l2hfS+1d3zBQ3YFnsqN6y5b04I/rNjjm85byOVvCuEee7yJTqFyvNX8KB2BNskqjheLCparZ9
cQOJNtNKs7VJI+JxXRtBOR2NbOj2QvjhfohrcSNrJ4HR17jo8cNoAXocKGYYipOup/beMSgBIrvq
rxE50rEXGeoGjlj9Gjd5svr5M3UxR/zyRFtCJfyA7dJByPXt4jGk9KpMwrO32NhB6/gBYec9MWYL
HbQp6Z9gO3+xzfx1uUJSIEijxFw7hwZcrMQmJx2BZbDbQh4Tm7yCCKWZpI2P/O0/HuW/NR38z0Z/
p/I9v6WB8d4cn8v/Ac5mMSeb/HgACNbnOZLvXxuJvvyLPwaAiuX8g1uTZxXXEP/DLPCfI8D5RwZY
DcY9zGRIBdX4ev70EmlMBzXQXczTcTFbJFD+awjIj1TBg+Yyqmcb4h//nSGg/u1jOy8fOk8rDh6D
AwVvdjHrKgAkqKODbKhEtPMYWmlB2p8x0EkENhMD/HaqlWtOnivhzblQ/W5pp/i7OiKl3JzrJUOd
nvzeoJlcJWiMVTJuXotaBaTXhlTmqz5lnNSbyKnqTum9joqAPpnavCL9su4Rjs9Mezm4H5M0d45B
ZljvShTE6ewWrXbDIGIsrYljHfvRstZEPTDnbrNwzYURDH3gcn20a226/eo7PP9xFPvabvS9y4Ie
kmGrxoL+x4jwq9VMpsGk4TDRljUmDyBPOgDhvCtXZs1UawjyYldPvqRqQl705Z3/XzxIBLA3rXz/
L56j+r/Wbf723ODK/x/wSM3mrR8/UZhYcjaC9y/Ygd3bf/+v+a//OU/XjX/Y1pw8BxbA1o35dv5j
oG7r/zDxsWLXg+nEDjzHWvzTmMePMPPB4XURVfNlcgz5c6KOz4+dwyFHlnRCxlXG38rf/fY48wcp
gE35cmFvcEDwFLvBWc37HgVoYm+Lvhl/sZj/6NXnP//qVtRs05dDowRn32Uk0hvIN2Us0/VXl/g7
N/yPXv3iLJF0uHr8TnNOiUR7aEPyIBnUKLe/9+osfl//7gFzPsvErn8qfSTiQGiPVSvtP7ae/7Aw
/Pdlv1i6wgzllq0O5sms3XsKn3uL4+xvXvSL0zd9ViuqDGGcsjDcDHpx6BNt+TvXRLgXm/JEayDB
gW7gwlHvTJ+IriRDlvnzF/9S/vy7wvznRaHA/PaK94XlgrFTjBOZecljCOtqL9Um/0Q1aa8LTuIr
aK86mOtaEPU2xkuOifEvIvO+fy8xGvn2vWUSWFoFoukksdd4fmyiYRWvP/9gP3rti8or892y9ge+
EHPoT/S4+0Wh2r86L/3oxedz1FePmIpEo7TMXj81ak5LdAoITEny37qVCBL89sVtVJHOoKXiZI7W
K0x2vBE6x4l/rY//8cNLTf/tSzea5Ejs5wJVI98k+X3Hshfit1YGUAbfvnjR8qKRz0m5wdKzLkAi
bmlN/8p686NLfvHwUpOlgdHE4uRii9L64CaUzm9e8ItntxwLia3Pyc5ZxiB08FGJi6F1/9in/+aq
Iy7j4EwdOG6jgzQYe5hlC2EW9bll1h/83m9/GQJs6lXX2Z0Mz/EInVxEJKjodXn/8xvmS4n4neXB
uXhECSzJTZvTzTk34zuBfWEZ9Zm56YoY7a6m5N26V2rt3XJR4gA/kx6cUWtF5TjcwlvolkRVkDn0
81/mB7fAZe+QUpI0KKWpTr4Wb8gRd7aCUcju91784pFuu1FF8k3sVpP6t/4Mc7Um4HK/9+IXj3Qg
gqmIm9I5mRWzIrMqX4ZQ+4Uo/EdX5eKZhr4Ep6x0ylPEYfveSCIvAiv2i+//Ry9+8UzPgGtTyXCA
4vHDi2kgWVvGFvyP3/xKL57qSu+Jcs2y8mQnLW2jrA09qwv1u9+77BcPtltFVtkOfnHKwQRgrjD6
owke8ennrz7fGd95NC4tgHo/YNUgVOTUd3DXcHxCpmlzc2+SxbH8+Vv84PLbF5uzDmUy9MfBOVm9
ufKNEDuX/ptf7WUrRO9DH1SPYZ1ayw03gKpKrxb5r7Kmf/SbX2y/uJxFpWuDOFW2OGJiuaqC5Bcs
iR+99MWTCiHZFRMDz5OIK6Y9itmOj9Ivq99br+35bb/a29H2pZWsoGTrmr9zlLuhsVc//zZ/dMNc
PKm+EeUoi0b7FBnwBfzEtR5El4ZEBLTa/c/fQszX93s35cUDaylz+Bw9rFNmOwA+Xa3eVwFyt8Zu
PB1Ws7UcyCF4iAoq66n6PMWBvqkGc7of9VrASC61TROUcIgJfbH2WhTiCyP3Y55aJTdBXb9gN+wW
QAk+tEW0c4DnoHkzmp2sMuHuYf8+/PyD/OBLNi/uHyMpEz1qVO3U25RIZpxa66iQ8S++iR+8un2x
7Kg2hqtK8fMTeZEgNBJ82Lma+7+YOPzo1S+WHcBUHWDQSZyQ8rwCtQKsIm5+67JcZjF2PZF/gVK5
J1vpH3VrOE9T/vZ7L32x1qQ50U3jVBBUrQqAAWp58m3392rSv0zJ8CoZYTzw4oFpH6xDr2W/2P3m
3+4797t1cZ/4LYnGDS96slFeX5sl1LNA1SCok5S3avqiIlanNAlA0oxfDMd+8BRb859/tT7ojQuQ
ISntk4Gf5AqlRbJHs2eCPBvM5e99FfON9dVbgArqzAq906ngsVqUbnq0u//D2ZU1x61q619EFRpB
r93tth0naidxxhfVzrAlNCGE0MCvv1/vOveUzXan6/CcFI0Ra7FYfEPrd+dKnSQU9DppqnbMTmmQ
1U+gIqmvphjno9/MnfTThQVK9AhnIm/UGxXK70BcXfnSl9bdiVloAXcw2+sAoglakScRXAkAkwsf
Cm7m/Z9nH1z6DSdym2owvLcRP81Ny741WwK8XgrWWCWEfpr6RL5nfISMSmcKflMFg71tBNxmFtkD
CFoPwSMgSIASSJberPCN+/nnaV3IJ4nTAEhoBH70QJMTEPkwz4kb+AVcsya+NLYT9Y1I0zGJalQY
WXPHIfUNVJ8Y/aq7xLk89BF0MgumUWI0Y3iMJRTNqzn76rcqThzaYIFSLIUI4lQDSgyOY/YFgjmF
X6JNnBCMZtigA8sSnsxZgQA6xdCAlfQ/FKn/9U6YOEEInd2QzUGRnsqmne6hzfCpzZTxO37OfKDn
2aMuTQzPJgwOIfkPgOFBSnRMvvgtuhOENInrBRSC8ASy+AMezmEmeo0e6DDa/tuJSpzgg2tsnMlS
pac6XtqHkS/lD2hqVx/TIh73tYG++w5E2OlD3AIjwyH79FFa9jMr++4JQqXTPkhX/qVSG6THvf5Y
9zUMPkvrGkHp4ATcB9BLM95y34sZ4F6/4Z3Qo+WWZR0EJCGJmN7i0P1hU3PtkfVCWMdO5AV4Wglg
4w4jYHhMHBcNS6iYtqvnwriHLlgZhHDWnsB9Sd+dXadkGWu/A+rcy3++feEjpuGGErcnOOx+xIvW
bVX+by/8/91hrg4eSYeEFROGRiH8NtC7NEiu4D0urbcT0E2s0tKmQQtpqfaHFRbqB9fwK5eGdsK5
s12nJ7bZEyH0Rw938N2IB+eD3x504rnhY03HLWxP4C9FgOWG+nbhKvbcJ05Eawgat+A0FqdiHQpI
TUi1b7dg85u7CxtiJg1ASxD2FJxdZta2iSHuyq+9RJwj5ZXC8p930Gc1GLzOADUpKD8VMf1tgWXE
w6TsPyjYMN0BrxvttbDWr/cUOdG6wHQzXhnjwPrDJl6GZXcDiz7tOboTrRmXpG2TrgFrBfU8KaYn
CALfee2fyAlWU9KE9RoNClMP7B697OpoIObrlwrOEuDPU0E1mwaGvkVzIkWrbzuojtAyoFeW5dIH
dkIW2NMgrQdTnBj0fSHSvcH2KDFLC6sNcEYBlYKY3bnQgk6N31o5gUwTu5izedqJpLgU7kwIgZRq
G8Cp8RvfieVsU8UQx2F9mgyBXDEkoLaSBDd+gzuhTALQW2MoK59gTA2dw6na9vOUrFe20aVXqNAp
cSFPCrlOSdB0UQLm8ABF72EG3tx2mhbHrtLTG+BUN5Tc0FqTYxb/nmSAqs/rbwudg3gsQI8BCLU+
QcNjx+FJF2Vj7je0E9kNvIwUXafmBKkmOCDGv9dCf/Eb2glruMurcoFz9iluQRsz0F03pvPM3P9I
mT7LfqD9rHEAc9cTwI0gH/Rlv1/CK4F34UALnagO8elCiIwVeUjjX6TF7U0qiDH4rYoT1RBmnwec
ZeuJLbOG1UWZQymE+0VY6EQwEj6cl2Rd4+276sYd4G3JN3BAF5/hz5Dil+mOUFg+LSlv8z4Iv4q2
+d4MgefQzszX3giYpsVtHrPuCPH9ddeP8V8eS45p/yvvhAp+oBjbku19HU3RboA9ss/3xOBO3lGA
tAvcvsHdZfIBlKn6wEU6+XQrgBJxsk6fJhKCbqLLETkQKYUlxSJGr9sDBneyCt9AIexAxshFFUoQ
zmBKEonB5+6AwZ28YoK6amRZNrkg288lgPGOXRrfmTuZRc08JME0d3k9hUfAen9MAgpvXpvF7Z4l
VaWWFDaieUZ5DB8W+VWXiU+yxaI4iWWe5QLroq3Jy5VGx6JIk/0MC51bv5m70ZmFQcRq2eUbxLY+
qnZ+I4P5Gozs1ZyIqTvxCdMfaBTHS5PHm63uZMbbs0L2NRbBuRr7Vy2L0Z0ggjFXpVQb1XlFY3GT
pBamHWlS3mwN7J28VsftUUWMlXZmpskjZb4na/shmWu//JI4gTQkvdF8nUWuguFpHZsfm5FX6o4L
y+42qKA+u4RqGZtcr6y6mQEC28NArvSpmVIIdr3M5wuEmVHqYceAd5XuRJzB0ft/5J/85y6LwZ3K
Gw31rIUMY5eHsXxA3gS/bUu8jn8M7kQSLWYdDiiCc6hzQacafFZqoJflt1WcQELfQ4JxFSPrapa8
5SH8WyksKa4s+nlxX9nrbvdLBQ0MHFjS5OsMU7g5+XKWGKRjBzffevH8C5wTb6vidgsHCDTa6OcA
eQ4I94pvfovjhCoz0ARWEBCHUHX/yZqh30NCfDx4De42tEBP3GxWTk3eKWjwsUmtuwICx56jO5sm
aGOyasMwehAf0FT+tIWx36rEzpYBGiMMNUd6TO38VSuYsTO/5AI854sr5hKE0K5gZZ3Xq7pvl/oJ
VsH0yjY5lxGvbEXX7GBcuYby9VjnIcRtugc1MPapBAMHjja9PoElDhtTnkY62bG+Cn+AnFn4XJwh
2+TsIrhCrqGu1y7XUFHeGZ2oHZqLf3vtIrfvouJIFyaLsEXB7LiVaRPfTuCNX1m08255ZdHcvkun
4N66gf2Vk7NtyVj0uznzrWzcRks6rQrIc4qyqZmjpwberIdQz/OVM/DCMeuSvVIwKoGfr9ocHuAZ
ZFS38jEjXfK3bpGU/Ap5t+HCY71SA1OmXIwgd/emhesTbDz8vqwTwXgajMd4RD08JNXvruD5YiF9
4je2G8Kw3xVi1E2+bW3OQF6vz6ZHfmOHL4N4ltymozBdPsKp4CZMw2PAYs9TPHKS/TLDOUt0qBHA
v8STY1g+qt761R+RE6fMzBBXAlE9X5IRTNhIRfVfADzXVzbkhVhyuyoy3gS8sVSbhw2k0XQKpZNd
HTKIwXutu9s4SdIt0F08dLlI449UQE+8BcHbb8NAu+5FZmY4ZYUSEEQvh6DZxyEBU7yEBvifp34h
Vv/BzzxrcNQtN8qcKz84UDT3lZ3sHWm6EIbSITn++Scurb5ToUVTCBOGdmpzGlcwQ9V7SYPJc/pO
pJYhg+cVmIJ5AH3Pfoc3/fEGSgf9e1EN85U3jfNCv5KJXfZvBQ9RNQPMlkfUDjfcNsve9AE0ziU2
0MLYV5iXBVd+69JaORGcwIcX9tFzm2cQYDht4OUDWwTXAb8v4YTwmNq+bTtcxed2uJX1X+m4Xqk2
L83bCeDZwjoB2Lw6n6LE3MzgN98S5YXQA0PSaU9E45KQdsG1rZgY4Kgh5IzXYL0Cp7gw83+Yks8C
IIvHRXXQcMyLMIRFLYOCLYnMV68Fd7mdfbe18P22db7G6c9u2CAJYbPwyt6/NHPnWkXVNDVdOqGx
ImEN28bF9CaGULrfzJ2gHVOSxD3euHOwB4BonrIfVaQ/+Y19/oOeLfm2BXwBRheOSXzK7lebJvBm
rFa/dOOSfOsW2P4xYUj2CdSbwqW+GcJF+iXjfxjGz6bORmpHTnEtaYA/e1NBxehRV5n2nLoTn9sM
YR1NUxyDWv7i4foA3smVxHLeFK8kMZf1b8BvoXVUY5sDkTftIANHj6MNqN3jvU3f9TJIr9Tc//Qj
XvkpV4lXWCjZkHRt8609S/WIstg1EGy9m/Vk7pMRZq5Tuf6OBtgB7mFgEO86yjQcUMDL7pQRb0cW
pse1VOEt9HL4HsTb6hG6KfFhM9S8zyZd7be6CGCwrNKjhPPWsTC4F0HYcuzhI7NBa6osiui4gLN8
02dzAYUQNcFp0yybyicp7E1st08V6TsQwlYZH4NVQvM/yrJC7aBMDxPvsh3Cp0ZAIACsTqjmHKqu
IO/Cwk53tu2iGwpDjP4g6jm67UDzAJ+ysnDI5FXS3gNsHfS7DfiL4mtsgu5jDGGeFjIAVfiZh3p7
hPJzeA9t1xIiamx4XKF3duUrX0gJ1GkRVTaVW9fgqDUhy0OIa/Vjf6VEOwf+a1/VKUOWBPglEoyw
iZuFPqYS0h41wGE3CZnLe6+8QJ2EBrzcuDYCezTkML0aFf0ih+l/E2j4b5/I5RoSFkPasR5Qd4Mi
vLegpt1Ag3C4Aoa8tPBOSutUAa9aXDXzTsPv5BOIll6EurNSwstkOXML4c4NDUXdbBGMyzZgOrE7
/fIZdeoNPLtyiMahfrIz3IIgNtXeLBzKrn4f1Mln5TjXQzQMdR6HEK2PTHLSEfyr/AZ3Sg7YzrIa
TVaUfqS8SzPopaLf4lfRc5drGIQtenMQYM8ha3SM6vmtOMvj+Uwcdtsvvyh0fwClSxrsxHKDTCah
5adsLuOnP4/+OlMJ7FknUOnUJREcd3Ezjkv2EKEu/t3EUQSB5QF+KFtBYUoGv0T4JchbqCDaY79Q
CJepYEvv635ZBf4n/pfXBoM+88s/NmkJVIcga5+nUtZv4yL8oUf4a/75b339UIPG0cvB06CI5lgU
Iu8IwPz7kG9hDqfZjR7UlACNFSqi/eKQu67mPOogyps0dc6r4q1MqkcOByDPHeFkjyyC3vE4FXW+
lLZBsdXheir7xCsKuUt2hLNiQ3EBq/O+1BDT4xpOZP3q9dYEOYSXn6AaoAJcMibyXkVQHCsh0YwH
nOOfv+/rWRUOoC8HFxWMsFuG7CQzGeyLnuEUXZdrd62LkeLsTRZZC+s7hRZ5vOmPol6T200F0Q2j
k4bhDpp5b6HBUrzr1k6cdNe2jz2Hl/Y6t3A0G5LWnNZxia7s5Vf/VsgXOX8rL0M9bCBPA+5Xwajd
7C2sLDyWEUM7f+dg20aVPBYnCsNAOF5FEQWEVBC/4d3rGbNzixeYEjSPdZA7O2UfzQoPNq+5u9ez
YKybqrRQ9Bqa5POUts2+P7uc+Q3upMqhIhaw9XI9Wc3PlmBLBs3meDj4je5kpwriQYsNguDUQsb5
18ogDorXUv7Zb/RznfbsJpJBiTJWmtpTW42/g1Cdsu0aWOfVUg8GB046gtQwtKOHeTrBrEU8FuNi
dkMi2k8jW/ST3+ydqgZ644bHTE0nBoGu9xCmTvdV18Vf/EZ3ktK4yhC9c6ZPFWqbu7Eb+DtAqfmV
SD1/v39VwlgeJ1KrctaEUaVPDC7wf6VRBgu4pR5ut7IwtzCHb9SV7Xnehq/9kBO3cJdNimmU40nB
BWbXDCP7i3Vy+LzyrfwA388B/vEmLq8U+BcSkHtty2A1WKpN8zxUyVFkZA81Gb9IcK8lUZ2mtqKr
OlEDXfaI83WvktmrDwLtQSeK6wZmxmUX8LyR6q0MPgaq9rlOYWQnglMZg2CvYp5bqGfu9bLeWqhB
X/m6l9bbCWDRwy/QVj2mHcUoAxsGf9at8Gr1YernX32WHuK+gNJxFJGcJBVMW9F07T11ONwbCSyk
VrLQkOQ1k3dwtHhc0EXwClz3OgJR2XKVoPnkabdCZjyAOaDXGwAWxIlawkO2mNFiaNN/pBLV/NwZ
nwoLYzuBSmtwtWVFSV6RJILJHyMwhJXX0sDrGyVw7yJwKxbp2CTwpJCQOa0bAssUs/r0+aCk5VxG
EgP4ENOG5AG6ZDsh1W0R16nX54Ts1stNOM+ZKOUWk1yS5ROhYl82pU/bFvN2QjOEzCu6Zficissb
mN7f113/zWcTQnvs5axTo4O055i17ptjMH3WsNbxG9kJyjkwWQIbQpJT2sHfcDwOuvLKJoFb5M88
GTdbIHLCKX4/j/C6Z5NfDRa4NX5ATWNmjWmjKfduhYluO6R/+62IE5VQn542mU0EjFVe7rvEfEv0
tfr+Utw4UQmRta2be4wNrzu+s8v6GIfmk9e8XTGTdoWDzKKx/aAj88F0KZoyM7v2qHVh4q6SSZpE
ZZPSFRtQwfMvoXfArPrtQFfGJIWLYwO3nwyooC1EjxJ3DRPP9ui3Kk5QNl2k0MBdsFHkepcm5AAi
l+fEnaDUzRgJElPYbrL+Bn7de0hZ+Fxh2VkX8MVRiRMs1EmGWVcwwUD9QNbhSqV46UNGL0demqU0
YzHDOLqWye58Csccvq1+ix2+HLybNdK2Zlkeq+1TMMYwywZOynO5nbhUZbxksqvVyYaG7AITfQoI
/HD/PPPzN/t3XRtwJzCzqeyrMrDjqbHys6iT9rgx+wFSc+Tmzz9wYd1dRRI9TjqDrTZ+YBArRNwB
+6lS1Fd+o7tH5gCPHEhhQ2imgoFz3cOEGswGz8GdIzMRS2BnwYZTzU2078ux3W3t4ndoMjc++Vn1
JbKYeWLaGxiC83tIRV9jFZ5HeeWznj37npecLQ2jxcIV7RTUK7CvcJ+GI9Zg7sKmgau9hGbnlc15
Yf+4yiSDBGwmxvXnxKIGzkk16Es3E4myJ6gZI8b+/JUv/YgTu8XcWiDXt+GkIYT7GFvGHriof/Sw
Crj98y+c98tr6+UG8NAQcCUT6EtAnhou0PCeO9gyBgRvsMEHNcLbW0Eh9bj21ArP7eXEteCwNScj
OZ+J0VORFWLfk/Hnn/+eS1HnhLVgtVp4ofpTGEbhnVFpc5zQefa6i4Hg/HJ3sToh6NcVuHWUa/YA
k7J7VW9+3NLA5SgMaC7hql2e5euq6t0QF/SDDWp75UX0wsK4JIUQPURSZHZGs6N+iufl22ISL3QQ
g9z5y2UpIajWRWENGCVrHlVdPs7pwP02i8tRWPqppn036lNCVbgbmgH2Kva712ZxOQrTGC6xqjt9
onBsLGj4CDcTz6GdyDWwTlRz2OqTNrJ8C7FbdYDsibnSJrmQF1yGgtRzllSEz6eez3DO1h3uH4KC
1AKjCbAl/VbHCVM5BC08asDeGuB1AGBj/BBo88FvbCdMg4CEUwgDYNioszekYN9Man55De2SHwhO
lGSZOp6vmqQ7bYK3qY7owW9w99hVqkqDWVSglm/1Lu6bD9C19NsyLv8BXo3ZDFv3BZIL5rGxxXc2
wZvEb95OhK7KAFa9kiwfFaAPQajfJ9yzFwPng5fhP0EUWpihy/JKYKNsUz8eRAYTb7+pnxPasyYS
ioVaTwBVnGzK38K+4W1Rj09+QztB2pdzuPYRkScmkVti2KlF6HTu/QYPX85bzQVJlYJTUpVk38oY
llkSfbyj3+BObEZxghINSDrIiqhHgV5pXV0LzQsVlKv8gcdY0wQ1TlC6pL+HHiaKpki/mUmndxKW
HX5f9V/sh2xN0mIj+BWGl496So/MxIvfMR07UdoH6QIhxqI+pf0Mwf5A7Oeu669UTOd990rF5Kp5
1O2sIRYCN8QGAu+3gvBk11WJH4cfFfzLXdPpqKqXuYLXYsUg+QuC9/6fPqHXtnHlPDop4SwsJwFW
evZESlgic+qnmwAh75czH2CiHfCQitNqxa1Nip+WqMVztziBCk3KFua6XJzCvnovkvrvZJNe9CqY
eTtxGjYBHsXYjMfVwrB38IDrv8VVRK6c1Jd2ixOoWSc6AsNqeA3WMEDtll9TP8+eq+IcokyLhkRC
ipNUA8FJR+G414rYb5+7zBIdDZDOhBnoqeX0C0ydPsPAzgvBCKlYJ0BNOsG5JlPlqdmgqbaU4i5W
RemXeF1eCdWwHZn1WQaaCHB61rKCVV/22SuCXFoJBGvCuocP+ImKVcIPG66k9Zp68TKwLs5J2tqp
0jOfizwzMxwV4fxws8L0znNhnAhlcInbSKfRd6uz7yE3b1TQPfotixOgpNS2lbVEH0iktyoan9jZ
OMJvbCdA5znd5gGItpzUCb2B23x5kGNfey6KE6BxLLom2CRDeyz7gh7cYZjTT34Td+JzMLpSRViy
vOng5daWG9mJxnPFXToJMANZLFdS5LIn+i7LgluytX7PsIHLJRniHoolukmhULDy72u9pX+vKbrM
fl/UZZPIgQbDUtWwQB8UP44GDoamyf72WnWXTFJUuibwyotyvMl+YtvwYIfZr0J3hThC+IHX6ZKG
eTlmw07uwzr1LNBdHQ6jaU2gfLLkpI1hNAhNiLNF2NFvSZzotLaBuy4vlzxe+AMMpnAQRX7dPFeF
Q2V1H89lsOTJRrPTaCOqjm05MT+pG7jqvKwqNsW5hB7MlAvbNHibEQvcTbVfMncxSZAOpa1V0ZRH
RPe7KLK/s436bUMXkKSaYoLgVjjlBEjutSopXE25Z0p0AUkKkO+ZRsGUL7DMtIZ8MMW18v9CweKy
RRLAYIYVvWRgGKMKTBEAxAFRevLaiEH68mtWEY9XwHunvOz7Y9plX7MKJtt+Yztnp9Dwm4VIrs7T
Ou72YdoeoV3uWWq5aCRY7BnblEyDWhR/akzzyObOL6m4VJFmGcehk4XOYRqYlbuAm+B+m5LErwB1
ySK1MClkcvh5+OpXR9FsTZfM8/B0UUgWkkfLLBKdq6ha9wlv2V5Z/dHvgzrHZ8DnpkZDUeYr7C32
3FQwwR5LzxBykUZxoi3iv5Z5kc3wpGoPQUz9KmcXaVTzahqTQEhgJcLDYP4Kcbv1WhIXZWSyrksm
2EjlOl3LY1euw6FkkefgTnDCfilWE2wW8zUrurdds4T13oBidE0M4kJmcckPJjOVmW3Y52G6FepQ
h7HebqFxbv2AO9SFH6i2nDNK7ZT3tn2TWBMdqmzxWx3q4g82SqalDYMhpxZO9uCpvidl9uvPn/Wc
ov7dUqAuxJgs9Tbi6oyxk4i/KWBy+fNcgsldtEjPg9TFYlmu6QZKc5+DuvQwG533nPrwTljgYrHw
lqPnJE36HKo2Gla4gK+yXZAQ6ZcIXEBWuJZRSxLV5fOAx9p9NK793wEMwT78efUv7UunxAisKSCL
ucg8aWf5mQxFuptJF/oVSC4sK+qUzqqg7PKs009Non6ZWH3xmTh1MVlWtWzYhtrkavvea/ozjpnX
mURdQJbVSUHaBiNPSwCTdrvrt2s6HK+vNnXhWHhHNGC7CpPPdFS7Pqb7uhz9LhYwMX5ZX9QpK5ew
L6a8MEn/Ew0j+wm3pCe/5XYKDF5C2j6k2OaCQ5O/jLaPqU28QBrUtZlKJ14KXsR9Pmwqu+l0u97h
0eKauualNXdO0iGyvBHxMubBmA5iV8Ba3J6E1Mk195ULP+AikYoOcsx6tGPOS5IMuwHLdLOROPrl
tfIuFmmLAKNeymXIbVqe2hmkxxXKUF4NABjzvtwz0lQbLNitzmuh3oUrOYmi9sI1UtcjiUMRytS2
Q+0110/ZPN4myeiVVqjrQZ600uJ1sUEarwnb4+L41KXkh99yn7/ysxeXqp5m1YdC5XNMgC2x0f2q
ld9zDtyjXw5uTWkrEpUKuizR+p4XoQWRdiivlF7nj/bKScrDl6OzxE6woCBDPvU0k4dMzvy7FNVa
7boJqhvJaNp93aWtZ8nBnbPDwji6EKpTOVmDeF+0eKy64QDGjoc/f4oLFjLUhSmN9cxpXOgxH6Aa
wv6ygaLzOz4V/Ve8XXPzqUuhENhALLpk/S1M3+ByArsNOnxeKAvHNzEDLX8vAqKHN+hy1/0OzTmz
7aahqVFdBJHdT1kNPV/ezOSpUE0J2u5In1Y9Zsv9UmysexBkiszt3FfbrhTlGu4UiZj0urVRFyUF
irDchjUc8ooNt8B0fx3Xa7f7Czq21DVs4qDDRhUZFGhhxqZv1kxS/i0hAtcfLqfxbJ616U9Sbs1y
P5hetcex0GaBLa2Obv78/S4kRvdNV5fNGmngsvOmGI9oWv6AdrLfGe0K2pWy4rOGZWNuG33gmTwG
1XLlznihHnXdqGreL8XIrcqZGE12M3Gz0sNkRa1wnSHcDwdEXSQYlTIYdBOpnNv4kAU9OzQpPO28
Vt4FgikSdoY3oco3OpgPQcvUTWVK7fddXfRXmAaw4GsmlUMxQD31XRcdBTGNX2Hnas+mbLEtPMB0
Hm0F1Eox6xR67X7n3dkf+3l2XzhIeJPBvlFJtu6igr9pGfHbk676rJ2haRdOEDjY2gL0mmxud5BO
9zPuoy6Nl6aJqVS/KnR4Er0Ly+SeEXllyS9seRfZZYqpm4u5UHlh22RP0Za6Z4LBiq1biys70vG9
/3/HAzCOX6582LYxhVkaDosu6/5qev333BX9HVI8lK5tuX6Dz2jxQEghD+tKt51uOnNnMqqPgTLV
+y6aq8PUDnj5XGum76si5G8qyMiPuwD/dGUhLmUsZ5J9NkSBHhA3ZdX8PbbtvBfFut56BaULQkvZ
1DUU7Pt8jsR7G6nqkMyAl/sN7hT/HRQt6gU6ihA0a39X5XY/KD97G2y0l18uiubOVls75nGS3Zi0
eYD7wC+/WZ+/w7NiixGYCCdaqjyUXL3FxsvujO6mK3vuwtd0DaZSG0j0FpHJdb28o+yxSIjXpZ+6
ELRmTWUhTabyTAVPzFTpibB687rxU9fXHmTPFTjeEh20aMV9ZeP9HpYST34r7tyGClNBNrxBEy3r
ZbPnFYcoI0cQ/Xl0hu/2SgXqws+qZJ1GUpZjTg0auVAcnN/VG+3f6CRp33RxJD+jsjJXWAMXspaL
vCpLmAvJZMTFqCXFXpqu2W1EAscLqLDfceGqzyrGAzauw5DHAXmDe+ntOFq/65FrvBRVXT9kFMWR
YHPyuUHP4f2aDpNfrnG1Z+NEVlXT4jPDoJbsIRUDFJD062XSxKn727ER60IQtWIm8tgu8PllJf/x
5y10IWhdBBbapLGoik7ius5+xeVS79ahE36Viwu8WmRZbLTB/SsdyXqAA4bYQVjO8z7kIq/A6iEq
bIzMKREPFsx20D5xXfdaFxd5ZWnXmkXjQUDa6uuAYlq3s182c2FXBWqirIGmQp4qMr3RMtvjeX30
2+cu6qocinUBf0/mPIoP8Lb+0vTtZ78lOW+hZ6eHrSRejTiGTgEXO4i2/Clt5veiRl2hX7VMqjDN
gMsLhSfnmpbftQ0963MXdhXBAJ5A4H/I5aSbuzAmj7yQy9FvWZzw1ONSZF1E+3yGU8HNBvzVQQju
+Tmd86Osg2FImnMfkEw/IP340Ct25eJ1IfJdzFWX1HO7rtuQZ1UV3S6mjHYhH9gbr1VxUVeCLHBs
W/EAEzQ4I0RJ7ns1XDmJLs38fBw+24ibaqCNWC59ToZDG8cJCPbRNcX8S2M7hV0sIRfDU5wTdO5/
tpW+F/CJuHJcXxrbqex0NcJrJkNrsY6g9lUU+7H0rEf/ZZgkZgsBQ6RxSKt/hnK71cVXvw/p9NAa
ICDnoJ+xTVIIwas9i9PMcz3Cl9+xGJayH4Roc84x5jAV7X6Jr9wOL1Qrrngvn8ImLPsUe6TMUKmw
2qx/j6aGbt1klye/pXGCM1sZTLBGCC/iktveEF6f1mRRfmeni7lCHz1bsgzmKj06ZiQu7k2xfPGa
t4u4GivbbyHF2cZ48yba4mPB1K8/D31h2V201TiVIDsOm8wH3Dbvp7hX+xptnfuYWc/JOwFaS2qg
5V2gYFl0eBMkPH5XD4OfTAt1UVdyG2mHPrGE5rM5xt1YATnSCr+M6+Kugo0E6KOVA3SpktsmPfSV
H+8WvMOXkWRG0pSkEVUOGBDdtb3+ODXCL9u6qCsDs5wZjJkhJ2ozO67YSQfE73hzEVdimus4GJER
0cP5CmGid2Ic/aoVF2+lm5CxZGuHnLfms9n4h2QUfjWzC7eKZh5NcpTnJ6Jp3mXZgE53cmVFzq2P
V650LtoqgvlL0w3dAM8TOuzTqIo+4BW8vuXplB14UixwZadkr0p17Rnjn4zy2k86x2ky205oxmXe
qmn7uukF3F6of9Y3JmPioRMBfn0Oxt1AJtvuxi5rPmSWonyVbPhSj3z9kPaT2aObYE5NUHS3TVtv
T7SLp0Mp2IeoHtu9bAa711nWvJ3AZ981zWAOox74rRggej4uCz/WW/Fd6o7c0m2lpd8R46rAzrRI
gm3a4GeSpu/bLPsZFIEXyZG6+DKemDImtB+gkj11O3CQzG7sR89a4R+j6mc1TjYIyOan2GOTxmWS
WmZ39einlUNdhNmcAT5NYWWep2UJ/0wt9hvkGQ9/PgIuVDkuxqyt+zIsWNND7z+4YVtY74qM+eHt
qYswk3JmWSggtRt0sGckCX/MIvHbb+JOIc/qYAF/EsY6ZaC+pkl2B6sXL2ctEL8dMi9XY9dwjqBh
dfmzJN2PcOF+hYKLANvA98wKgyWpg2Q6NuxmRevB727jYsAEmwI4ArESSlOhvA+pbN8Gc3ZNiv9C
rvuX2hQj89K2sEmqw6C93ZatvbMACwyWVfuGxeRA4j7ZLXPiJ9xHXVQYkX1TzXjvyMc5nKsbY0CU
S7oAuchrB7m4J1OxbqBD3yMlhLcRVBV3ZJB+sFDqIp+2jaVT0eEqOAvxicSLPqjKZrd+M3dK8a2A
gCrsgCFcS8doN9e02onEj91DXSUqa/HUQGG3kyu0nHdFE7bwpGbv/WbuFOFpHI1T26ErIYn6KtYY
rlVT79WVSDMX9QSnXxIBTy3zqp4LXOvfWmjKXtks5+P1X8cuxj5HxbMMrwHWCMOq7AGOK7b4QOHq
sAebQO3VmIb3cWf0gyx7r3IIv+Yc8oI1ZovBkwEsX3ysuvs4pV88PgBGdgryBs/dgG9OsMdb+mYX
9emyo1v34c+Dnwd5bZHO94xnixQMpN86FgLRtmXHKssOSc1vadZ+C+w1VMA/R+prv3E+yJ79Ri8S
EU0WtmTbxOl6s6TiV5/04pG0IF6SuQqe7FKmD2XAp3jXzLR5C0NNnPadidRjXDDMZAgWse2Dolp/
zjpor+GGL07NqeshnRAYCpRZLgKr1W4ecJq2ZTG8FT00R/Zd1Emo2sehuBtwT7mt2Bi9jRkJv/ab
iN4w1Wx3ZGmrd5Kx9ADgl6cZkQtQzcIS8tCKdLllW3JoaQuykfZqvWJDOefw9H+cXUmT3Cq3/ENP
EQIBkraqqp7cavf1bG8UvoPRgNAskH79y/pWbtzVFcHGCy9oCnEGzsmTGe6C1QxxeAFB/Q03VB22
FFjMt2/Uq+kJVnf8BVg+RTB3UwcetbXEHJPRxwK0bX6ru+C0YaQiWnSPsgPBlPe8yyWzk9e7Q6Qu
NI2hzDUDWY+nb2ig/gQ1APCrRlfc0YVzcaFpuiiXTcRQ/ot2c+hU+Kugwe6ThWPjjosgaY2iQIuq
gJpiXBXN6gysbVdeTK+WHLC44yLCtR8D0Wn0XmRdHvaS2oPeouSdVa0X/AV/wvEQSoN6j0Hv7Kmd
k+Q4zu3DulXXrsyl/Ts2Di6uSqAd0GJyLzH3CZhDDw1ImWHMQ+zzVMH+neheVRFS8K5unwbBp8/K
VM9RMOsvXgblwtIaUDa1IYiKn9CNJIC+pV/kDCSJ3+KOtRp0wq3WBjs/T07E3aNKgmevpV00WGnZ
OiZFG+SogosMCsxFBmGQv99e/EJwd5vKdNeGTgQaVmq2mh1k34Q3gkT1l24AScgSi+3RLpE6vf3X
Ltiu2wkr2iku6QoG/GJb2sMQjp8mFfsdk9sI27qyTmpM9T0tW9kdEPjSw8xnT8/g9sKAGNBiq6Hv
2LIw+mhSVBQINerKvb/wFVxQnmpRA9IjTGvbu1OhxnfJpO+6KDlVmJWjovRJQSFV7eRWWz+mPCxg
AY0svqUyfUw15E+8Pq2LW2uLlJo9Ss5rr/+xsLyTKf/09tIXcisXtbauaFlzIBFR2BtQ2i8honAf
AgJ0q5sl/SpZ0nx8+w+dH7mvJFgugE2DOzoObXrW+DqLFCjRDWh5bvp23kNzrzeokWpmuzFLirAB
Bmharw2i/K8u8MqfdtuhKde6RLhvUUXv19yaLfwQzwwERqvUN/McLBngH+mh0hV4YLkMDlTX1Seh
4+qx3YNrLcLXXXziZgWGtYncl7MMWZr8mEpMasleB1ADtdOVnvLr3zJxU4MVesZBWvIK2Jt2O4Ro
R+J7So3qZMLX5lB2vV+ekLh5grSksDtPoW0q9scVPy2rVHTlV7zux9D1eZGJv33ZLq3hpANx34kR
LJ+QrRAGqo2mhkhRs9z6LX7+o789FfgCPfR0wTMZ3EnilA58O8VN8PntxV/HEIvEhavXuzAW2Wn9
RCZiDpi7BWSoXFcgMkEZhMezmu7GdFB1tsdsy0BZOeZBgyGut//8pYNzkgQKFoh26SuoZnD6s5bN
LTQ6rvjhS0s7Gb2OtmQWAnp2ii1/xRt4HsFj6MUWjVNzUgQ1DJBlGvBN9GSBM5/nz7a7qhv7v5r+
nw4k+SNLMOu2FQEUfbotVOCnHArxcbIojGd1sus9M5p3/6i4mYpDYaCceqyiuugPzR7Od6Tf2S2f
i+CLXBvYyaiKIy0i+rDBo6MEMicZOAOHv8eChj6jGgJt05cXFOAhEwPbVD1hMOAmmTsFqJD0ygQS
F1Ia7+BQ6rddAlAZxVnKtiQL9m9el88Fa0aF4HsZiRLHvBzU1n1mS+C59Eun8n893gGzqkj5BDzo
fpznoX4ElbEXigIH7ribZDJDECtIpZWpjp5ny+e/VRM3fv7GTWAM7ekYLFv9JNblU1JrDCRaxbxS
i8RNW1oZ8RIiT9XTUB0qiwYP5/RaafeCxbtpS7ylzNQQintaDN1OltIV8zDyiqO8tLh75mTsm4Gh
wcnb9t8N8tYFOjteD47EzVUgsGSXBHMbTyzoSSYS+X4OQ688MXGh9othu606qDdtdXtfIEhBk9fT
OF2kPafpuNdWVU9F3MtDOpNDPBjjeVMc/x2DAcLKJa2eVjn9nGi9ZpGM1pOf6Z+/8m8xFS8lPuFz
4h3GxUeZtM9dOnzwWzp6uXTTaKoFs1ha6f6QRl1ynKLE06848TIBrAHKrCLI07rtD7a97e00+x24
+3yMek5rDE8F+Yqm+4EERZWxvt/87rhwImYZh41FjoSdq5k8cljRp3pZZ79g74KSMfYWFXy1JTQ9
m1PZH9PJC04qkv/pb/52U5o9QrQsx/KJJcPt0Jm7jZm/vW6KOzvF2iECQaMpMc6/xUcm5g3N9sT6
5bXu+FTXDnsbEmy82ccpYwSyXmPFvFDTOBbHHbJ9hHanwudcShM+GlaHh4SKwi8tdDHZ9QggQr3W
QT62VXELTtztuOAV5XfsjoHK+CzaMMdF3sj+OdDLu3UQnrfcxWSXOxo3gDbChhqN2KZQsAv60fOS
Ox7RLjsV6LOWT4Ggd5x08q63aXnndyqOfSa9RKSv+uop3nZ1qsMqOXC9XRsNuhA9XVB2GrUg2DNY
fTLvt/TnXPzy2rVbhALhcFWOBOlEJKGFIJZ8qK61Pi+9jNwiVL/GLREkQHrYTOwvjoHhrKGpPA5d
k7wzq/glG63zoSjXp2BZ1sOyDl5YCZG4FaoZka4sN1lC4gGiF8W2rydpdX30OzTHdjdxFnebhHzi
OLSp3JqsWaSf13FJMgOCrwwtJ4DCwqo/RMH+YKPQS+EKx+JYrtBSGRkw+ZSM1bFny4H5UbZjaSew
pouJoXlIsHQhasgN7N+jcrjSLLh0+R27DQeMEQUN1m5G8ZhWw69OA/3i9y0ds12MKBuMSUvoickq
06Gt7wyyMr+ngAvXrk0b2IaNWH02awZ9oJMuls1v6y5au2mEknTR8qmtpzAr60AclhmMrV4H45Jk
gn8b9J4WB7OP7Rfwq31O59JrCEQkLkemhELUwJRCiteR9Y4V+nPJYuXniF2KzITo0bThittCI6hp
Bw+man1Qldi3k/V2SJBoHyYIqxbKXEW408wkfmomWN2xTi71IEAhIp/iYOOH3kRIIsuRX3FaZ+f0
Sk0kcgwU5CQNoExpkNcBKTKoY0PnMVH2uAPJ6Xnyjp0Cz5GahtAgn8FYlq2NxLg8xCr97qNjqEnQ
pWJWSj51K9eHPao+TmT422ttF7ZNFwKpdkXTvEQis9XrXUJSPyN1YdtNJPu6g9J8HmP64UmTdLmb
Y8P8KkcucrutktU05ZbmUANSh3Yk8XEots9+p+LUYOK5gnrJtkBQHrKjRWXfjbG+cirnJV65jC5i
u6UNMNu9CXJodekbNnXmvi6i+X4VM/+GSlV94/UTXJgdZuLbQq5jCiyFPAZ22wBME14iOCJxkeFb
ZeJkxzMvB83a8lCDoe/OdPXJa+cuODyRadIGPZLsYmvD0zxgnmDVwTWBrf9dv9c+gOMNlj2WlVpg
qijw1scwDLuHZoOinmnWn9aMcD8htTnGmKrMFMtzzMb3SofFcUvPNPWp/FAaIW4tpMsOUCAPIcm3
f+wirg7DwMPbRZVf1aLkR14Nd2Qe3081EHUhT7uMx2v5SEhbH0DH8cXvrBy/Y+wm0UfZi7zED6J2
AMu1GD75re24HUEpTRISJPlW0eFYFuWzsOraKPCFxMbFpO+10pVdNrykWPuYWMCFNa7nFRu7tHjy
so7SaQg51GGU5kUfP84seR707ucZXArQWQdl0Io6zdUYmSlTNgz6Q8+mtvZz9i5MO01NPZaUpDmm
3eaDWdIfgC75OXsXpB2RZSRLvEJsV4ZSHOe1MtWB6CC+ksFfCLQuThsaZ2gWGvjkppHjoQBO7c7w
pT6RWe5+zsFFa9PS0mqcRZqPIszVoHU2Ja3nI8FFa2+82rdVLUUO7JxoM2AJgFSzaS+ZX3HC5QSt
0x7Qn8Km+T6LARh8pW90oK/pHl+69o7BxrRYFMNYQy4X+2EMwm8b434bd/HgZl/hI/ceFkW3Y6tP
YV96xikHjADFKNpFfQeDYuyGoxf91HNyrUF7SUHehWxHChjPta7xRdelPtpqSW4muk+HtrD9A+3K
5ogYqX6iVQTddTWK4t7EfXAa4lTd1grxcgWt8pWr+zrHiUhcOHchSLyIPiryuA+nhz5p9ENqUGzL
qj2UpzZRDDJ4YPz7MpqxaA8E0OY142YFUpESUT2gX1cdmygelmwh9fbQyn2+Obdgqywsq+aWNBiH
f9v3v27JsQuSxSOZLOU4JLmeI30q6Bw97tqKT+CMir3CS+yquLYMBATCREleSfaPpP3PYRBe1B4i
dikDi7rFwM/YInSVHYNIyMiz1QqvXD92qVQnuwNPMDVJLjv6mU+0Pyxh//3tc3/dhDEb8jJyAf85
Y8ooifNknMSpVPstZ+N09Fkc3GgvF7cACEdySdI8ZMG7dFpuCVcf/JZ2HnBI2YKYxcg2h51+1uMM
gp519BLiht04h1K2sIRdTWkeLexD05v7Fsbqt28nf1pFREfWzXCZRfJctPTnmtJ7v6UdbyxqOkUT
wdIT3R7qIvkV1LHX0rEL87dzyQGphelEXDcHHs8Y3ABC2GffsYvzL6th6laVJHkqTHMsluWe26G5
4gMv3W/H27OoaG2HMnpuE6mzsGl3YA1jr0sYu0DsFDSYUbj1SU72YrktgPM/jpx9fPtYXn+3xS4O
m0EOy6IFneC9KdZb09ZhxuJiPyqzw8PUJL3yrj2fxJ/Pk9jFXmEgh9KJLQmy+QWlBAPWwRKEAaQ/
ChE2d2G66kNUgoTj7Z914YO4QCzIng371vRxPvThj1RDFooQrwogWiMv3U0CKCMtgzHONRqOGRfL
+503z37bPn+l31prwAxjiBHsO/nI7cd+kj/BIOyV6sQuPlvE5SxkTRGXpq6A9l5ZfQbnrxfFp4hd
aLagLN0tZJXyZCvWI/D3XwceEy9vFruArL1eaV8UWLwZ9iR7TBnAZG+f9/nl9NqtpC/P20SspCUo
hPOhjti7qGb1Q1XX620E9tNMRUN105AluNGh7K/Y2wU7cMEHkIgobWKGOK80Rx1zqLKqlb9iG+Ux
OjdHqtZPb/+0SxbghABVpQneoZC32iAy+tQHEzmoIPZDqcUu2is6j92WYo1z6NNGRzucB8ps4BcH
XLDX3gwLIFy1QIVNqaOECNVpWq+NMl04FxfLU3flOIq4FzmAFI/KNrd6LP71OnIXycOrcm0weyjy
KKnS416nz92ZSNtvccc1NMs07GwRHJUFeGu8EMuPwN/IKw2ZC609zOS/tAQeLpTOTYfrkrKwyzTk
7b6WKY+eUjt978iwnbpmn08wliUb7Dq/Q7LlB66OXbDPkoSTBbqa50wF8jjrqLlhVDG/2OxCcpa1
o3LbY56TrYgQ9EP2fg+76NqT4kIAdfkvFS1HsPXGIk/Hkj8mm6iPGNfFi6UYQ/vXjlaRX74Yu1yY
ZVjslOP5lQvCpg9cTPZgueqvBOgLduFCFitJwraumch5mSanESMkNvR7DEPn7eXlAriAbOs+83zV
44Pso3/lwj55mYWLWFRhJQcyU56H07acON2i+4mb/ui3umt0uPJLWG/nI7fLoWMtO3KQJPst7pjc
GkRiaFqGUzGmyVDZC+6jNvbSZhSxK3QsR92PK8FtiUkHluPGklsUoP/x23r08oNWa8VoUKdwRgEo
pDuao+vnxRWBjTsxeUl3JZsSjm4STZj1+3IDUUJPL+oiuiCFW/Zrt/NcTkF4LFSBGQCQaXteF+dt
xAfbbZWwOHNT/YpXYQ693Lx0iEXsArq6oglRumlxF5Wup0M4AyUqCsa9uKuwvmOkEDpJ4RwVzn3d
PoSo32UzY575oQvs2vQ6dqTRPK/CoLifx/5fSLTNfh7exXXJnaPzBLh8ns7bdF+sSXdTjRgx8rrr
Lq4rpk0104JSvKXJj5CRRztM399e+mzpr6Sff4C6pln0JNlpzpqG/qVtqO/7sRjvpG1qP7fuEm4i
RTADZEQY+nJ9cGjrOAMTv/B7ZbnYLhY2IeFtwPKI8CGTvLvhdXRt6vpCQHL5NqNxT9rQDFi8MnOW
bvRB6N3vneXSbQYUdZeAl+e7HoLAwaDeDtpjvxJJ7EK7gL8qCAaEeV4m8W3XqgMQqX4bd9FdC+e4
MqLjOdiH/hvr+ntD+ZWXyYXzdsFdRSlJNCrsOmqS97utb1dyjZb/0tJOGJ33otR9WdE8Uh0/WjP0
2dAFfjiC2B0uU0Vp4pr1NAd13XdSBccpZL/eNtBLGz///2/vcUiFcz5U4CpaUhCVgM5BZ51k+9Fv
dSeKrivdgQDuWD4T/TXlCrccIDe/94IL3+qXhvMVz9sc7QCbNbWUWQVYnZ/lM+d1yZO5NzxYWY5h
4D4DE/Hfu22/+R2LE0X3IZbjlBqWd238i47hr2Tgn72WdtFbY9UlabUKkvcjyFmzMmTqi2bJ6ldj
/AM/EI7dKsOB5pPseMa68F2Tzn7m6WLDRpqIEXkRRQQNj0I34UGVpR9mLnahYd1sqrCQOsp5of5l
aLko5WdBfwDD1qkjDPzyebizZzLO71ICxUO/r+kk0HQ1dSEHQ/KZ7eYUrwp1XZkUfnHfhYbpIa3S
jY0kb5Q6sK39XNf9lYbyBbfi4sI6AA6aiAxYmvH/Ull+aDt243cmTvasKRp9AOfTXIAb4QBv+F+/
eFY+/yDzHMe1isxGc1LP4antkpsVOmd+ZdXIsXroI8gaWjRRXmr9OdpbCfqj+avXobhosD4aRbDO
mKPsJqsyO4rnHmVoP1fo4sG2ziZQ7VY0jzuh/46asPwoSfmf386dYvNZ722ru4XmY7DZu8g0f3Wz
9exa/CGbXEClXq6E5NsQbDfRNATHxPjNn8QuIIxFkB6sMdGez73+tMYDGI9mL/o5EbtQqrKvWtRY
ZpKvshkPEqSb2U4AzfA7c8eE5F609dzjUaua7peVBhYE/Q2/tZ24uc5pK/aahnlVt/w2Dtr5ECWY
cPNb3bEhOUGsqSR9mLe7hmwIfQxY/bfX0i6wqYQcW0+1CuEN97zkyZe1NV5DHLHLtWlGOgyWF3ve
WNADHzApyz7Piy0+vb3zC48sF9rUzgxU7yYM88XMZXuM67FDCbOIgh8S0jJXajkXGA5iF98EoOyq
9C7DPGorXhxY1KsPKmzBsbl36pDsS59ZpjeT4eFNKCgWQMtpA7jRPZDbP7wvy9PbP/f12ILO+suU
NWybPh1Yu+cJeFdvk0B8H5ZkveKkL53l+f9/y4e7nZXRkhZb3teDHQ7TuMQNxD9JAjaSItHWL4i5
gKveRiKewnTP9abt7TYYcWi9024Xa6X7Yu6nCfet3cyvFAiUA2uuSemI11/0LtRKr2m6xZbseZwC
xs9qqr5DgoqetrDlD8vY1dzP1F3IVYjzkBWNd1TJ+PY9rvh4ICkl19oBZ3/0SmXCJWzt93Wokrra
8zRK1xMGWOr/qiER/wRA8d1DrKrEZw+H8dStOzkKDjYaFpMA1Gh77aW+C8or5yJLOpbTquDMdvZv
DFecjWHlWVtwUcSS2LlD8yTMie34oQUlflQ145Xb+z9u41cOz6XrNAGJewzr7vk2hfJuVyDAsLzi
j3O5dceiTqpb3mMw0NhWHwq2k0yltT40pANfGTQpMjFBDmrEFHiZJWMQnbZNoZdarqCkYuW23dZ9
GLXHQo+t10MUXeaXZm3WtqOTamwO5brlNKXoa+/h5pemg5jn5ep91YvzFDpW17LM0Jlfb2KWGM+9
ny3xN5cUBmNbhFbZM4oG85ybyspE+oVr4YK5FAUMedoTk5sGnSmtTEZs5VktdkF8QNxC722DHwoI
+JiL+q7DP37uwcXkpds+l1Xa7fnKth+DqhTwpNyvBuXirTQTiZFE7zkIxn6uz3tT/+MTumKXWnXG
sAkkCCc4Zt0OIBCFij10mkD96XVVYhdwpcJdYaK73HNG2+RdYvr+wMblGoH364E3dulVl2LVfV/0
ey7YTDOQ+OnTBoEvzw/qpHbQHaTdMGB1kOUXmSiHMFt545WBCRdXGGAOYCuV2PIBesef6olsz2Ka
Aq+tCxdY2EEboKVBsuW67NRJbZhHTdnsNzMnXGhhUCvWaTKsOVQ9/qZkrI9dRfxYKoULvZJNDRjd
YDE30a71YTKquAVuUV4JFGf3+mecEC72ChlNRHU525yIJr6xkJJVx7QK40fV8PonP4u52lgCSZDO
s+cvcnFYRRKZfmXVktsSzmYYMesdbl4VE3AAvXTFKGZUA5vkkgOrsNwXESE3HIPCfomti7uKmFEC
wrtzTkcCxs0qjm8JetSeqzthxPRkA3xDTHmj2Z2aPwIe7wW8AjHAy1OZopTOe8emfGqKf8PqVwWG
QD/LclFXrLXxWuBllmu+34BGbsxmE/7yccYYXny57WDdMW1C5wmo2ndxY/sM4Kvqyr7Pkf+Vi+8S
YW56rDlG9KY87cfxhvfbfALgI7qLwHP+oNeC/ozlem1q/XW/LFxiTLUSPIpL/BBIopOMt+n6l52m
+offMTl+WaVzb/c5GjGTs+z3wLev2by2fmAlIL5ffoRNdBJzWO2YgzD9P1OEOce8tNfGXRxUpBsy
dTEbckzLfOGB/VGlgV+wEi4Qam7WFGJFuPJ6mrq8pqI/nt2On6m6pEYdD6IiCNYxh9T3YeVhmKW2
8qOrQBv85YnrulwgfYitw5fV7+IdUBIV9F787kK4SKdoagIrZwPCuHqvj1u4YBDCzn/5fVHHYgGW
gxAcKOTzvplvAijnZeDx9Js9Q83t5bnEeOqLaRVDDh3a4G6q0/Z2U5OnjbogqiggshCQn8+1ph8x
hHBorf359qlcqMzgIfly5xZjTviUw5BHdBJ3hY3vBrMidHSHIuqeA8JPYxp/F9KUD2qW9TumAX7a
bHutj3AhyrvAqq20KPkYO+QJUVuPkRbFbqchof/osrSPIKiVJDMqMj+roaz9roILuAJPN9v2JO1z
TabpsevG/qQ1Gz+9faQXPKqLuVpwbk2CVDeHqKQ6rsH8tVd+bwAhnDgcmqUmk5r7fNJfLAocWTdp
cyXsXNq3Y9txx6HRoVmXgwf1OJIZkxHX6j6Xlj7//2+v0A0KfuCzaHAkJvl4Q/CP31E7Nj32cbLV
ymBdDPyAbL/JWMD8hlWFi7TqoylIubB9Djc33MRgKz1FhBUHv62fS0u/HUnDu+J/yXm+xAXJetlm
I2ZMPRd3jLoBx9qiAtLl5tDoMM6mTXsGLxdnBazCjPwk6vKxDPWjGMb1kXZ+c7bCBVm1dJjKpOJt
PlXkfl/nz61dr5SgL1xBF2JFoeBSQwVB57VIfmAMTWaDqT54fUsXYdWItgAaZOtyltBPa2Afa44c
3G9txyohVU3DCn25PGCiVlnb1/IRRAKVnyt0MVapXVioqFB5YpfhUEET6wChdc+w6MKryqTbCk1T
nbO0+BlUxZ4t8+Rn+y66ita0rMokUrgrEzntUTAdG1I9+526Y51dMTMMPZ5PfQzv8ET5MkJ99O2l
zx/ulezeBVdVEauggbSpHJMO4luXBPzId/QJpqIQXg104SKswO+zRUXRwZOz4NMYQ44jSgO/95oL
sQriiNZW7Cpndk2OQTxKQES1H6WgcFFWYSsWIonUeaLX7RC3w8MOfvorpnTh5F2SLD6Xwuqg63NQ
OUx/zYyaY1wkwztVALXv9XFdsNWZhB4zhVWX0x3mtE9zfRBDV54qG+5ekEXhEmb1ct1NMtewKdHl
6zbfQdrmSsXlgo906bLKLtzxQm7a3NK2yrduLU61jeyVs7m0On0Z8epmttB9nvq8BRlx0xcplNHM
F79zd+w1qSJwCAVdm5dhu99Lw5PHvrfFcWzHa02RC69y5sRUAxKQcOVFm5OgDz8Gxqgqixozvavq
BHjjoBanraTiipe4cFiu5uRU99M4gFAu3/T2XlR/Q2faLxC6kpNgZYCeHuTT83HnX9Kg+ytqIr+l
XfxYOEoKbFrS5VM8qdM8Pu4D9WN0Fy7AK1Cp2lCXRt7RdXHW1usDgeqb39V0AV5zFa5DaqI2n7sS
DBDB2mRy8JIPBYG4k7MncQiKLlDB5Jz82hKgDddKeBaPXe6vZlz7iZqqz5utQHkrpc39tKzXZD7P
O3wlVLkYr5nG0VQFg8pnQGCSB0Z5WR+AmjQaKidc/qd478eRIVzM1wig2rr1WoEEN7yN5/Vjvxaf
3/YNF0zJJQIzU0KbqDM6b9rmJ6pp3/oAFEBvr30hpLiYr84AIN13SELKtFTDQQloijaTxHhkDVZM
v2zexX61i2oKQpCj2cmsh0TtT3NUXGNGunA6LvgLmQjGYDaqchKx9EDE0p76ZBRXzueC03TRX6wK
eNrOE+J5OgzvjCkglRh3bXLuxtfrgdC4v91aRa44oAufw6UH41MXmn1YNXpvpIPogaGAyWGIkSgv
+U28CR1jZpIThRlVhMigyRIK7QrKpR8vgXBBYd1UTMtSYHHTMfbYkuV2EPU1nphLZ3O+AL89OLWZ
UjtD9zFvwOZySsvhX2jfVg8NperKx750laKXf6FN46g1E2lzRc1hKqA+wGz76W1Du7S2kzzMqdmq
oJ1Uvgr5Xxn0n6dguJJQXbijLnZrGYJpl5tp84Gb+YMAzPLrgGlPCf1fPmZdNeinkCV+WGLhwrnW
di1GNM7xGXhFboUdqmNasNLPVbhorjXRu0DBHa6inv6r6HRHwBLtFyRdDNcqbN3vW69QsS710ZbR
e9HM+uT1fcn51v52O61WmJprsHEV0+SYij4+NWBb8avmu4ippYIgCU0XlXNbP0V4s2TpOP/027lz
65eSkRIgFpV3Vtx3kygzmUrP95ALmKr0HsZd0Te5YdCKC81DOy9+L38XIrVsS43UhNS5HkpQmg2d
zcg03/gdipMsBzRlSxObOoekT3sA2ic4SLL7PUFd6BPKcXZedlLloy6+NHgn7mq+svQFX+Ain4K5
qPoJ44m5mG2IanTVF/esH+cHE3bkWQYB+a8tVPPd65RcJFQKBiYNMbQq75IlvaNQLTmgnllcsdcL
Dt8F0JSTVII3e5UvULr7YbZ5vJGUbA9zGegrrvOCV3ZxNLyoN1nZucp1VWA8B2qxBzUQdvQ7nvNf
/c0nzIVKwGwrsTrf7tfOlic7iMnvgeWiaSAgb/upFRIzHev7ni93xbT7if0IF0lDhJ0LpiKZ10A8
HpQUURZUzA+ALVwkTYPJWb3Gm8xNunxryvZmjMuPfifumG28qCWmQP4B280/F9P41Eb6m8/S3AXe
Fkz2c1IpLG2Su0V1X6kK/vFb2gFWjGKH/LccZF4tE/h52I4nnPCD5/E/4HmRHfqiC4LHWE1H0073
K+m/+u3bySVpYELU0LB0Qehnuos+qwNIovkt7gTUAbF6FXUl8wAlu5MFIBmUC5D/9VvdMU30l5eu
omnwyEP9XDGbF4uXUjwE7J14KjWmw6SlwWNS9fH7eevi93IpvIIed+FQdDGynftS5ksXre+TkpnT
ACVVr7ord/FQWxAbsnVcAg9FztPnFXhiQ3Ilz3g9NHEXDlVWsJ82wtarpQrKLA3Y8J6Dx1mD7p/O
tws62keSBtdetq/3ZbmLhAL0ck3IYoLHZggqfrBBVx07KeZfiZrFDYpt+mbrh+CwM156uWSwPr70
9ySAbF0VV8Hjti/dryAJ5iMeFIXX9CF3AVLErkTaacEPIv3PqZTPMUjOvKzBUQT8v7LoeAvqYMQS
8Qv0+t2xopxeCYKXvoNjxyyakIroQOY6ARFTK/r+Zidz86AUukEqSqHwjbH+B/Rq/QrMgB++/Ayi
WKAMOk/Bo7a4xUk9YT629xvq5S5uqmTpituL2hqx/QkUnc/9KK/kbuf9/Vmt4i5sqkjnqAYOMX1c
1u1za+qnvd688hyMoLw8knI1VaAxspCzYouz3mxf54J7Xh4n5oZmA7WcRsxl4fYQxeJXm45+cEbu
AqQohay3APvU46Kne7UVbUYJCf0ijAuRWhi4kLk0xWPTtPdqYt83zK96GZSLkJrKOJpXGQWPwEz+
S3rT31Iy+zGFcBcgBTm5dhh3mz7OYfurJMALj6in+QVGFyDFFO42LUaEgB60DIlaf8Th4tcL5n/g
o9J+qEaj08et3r5DaOavtTff/E7cibpsnqvChrx4rHbQhO7R+nMbubziev/Xk33FNF14lBo4ExKB
5BFkOzrfSDzfrHOyPMl6CZeHCo+I2wEj81mh4+I2ljx4hovT9xukKaENOS7mG0ln+UwJRIwyEBqx
w2znNMn6tZn/ZRiD+RR3UfNPLfb/5+xMmty2tSj8i1iFkSS2lNSDKE9pO469YTl2QoIkOIPTr39H
b2UjLasKmyycKggNYri4+O45Ik9YUYUfbNlEedKYEHmcXHH7rwYf+BcnAmxT0Fc1SMeFneo8rg9T
TOy3Iu72BzwwoCh4MeZdUVC47q7ltMCYFYFw0gVqskmBKfOmDcV+2ALGDmEeN9BTqsmSiKLA4/wy
RCnAi/LLGgcF5DnjWT7AGbm65CaoHwOI6T6Hy9KhS4vyg+YgG/jr3tSJAr4QnGcXuA7pZC9HPOX7
OTtKFw7b5AhOf1DZRcLEpV3CNrEMm8jvp9zrrwvSJb+6qCkqe+14h5r3fwdc9p5hS/qPjkz+Nmft
9PT7n7lxLLiw17h2g+xFmF1oTx6zuH5ZENLf+RNutX2N1X66oeqwhvwNDNovGcG7TlBvJyl6P9MY
6bJetYnDHchEdgktv+hMfoI+oV+g6vqBZjPyM7Ua40tN4yzhwUtA6b3Su9fTDtJV1orbqCVYPOqS
VSiBn/iWP5rR0kMz7n4GxzJ0NqvQzKM1fZFdpnBsklBsb0r433p+U/brN112wLlVEMYXJGWe6V7S
QzvT0u94cAW22AwOOqr2+DLJeTtera8OfdX2J7+p7oQSeaunoIBe+6Ufsx+6pd/h9PrH75u+cftw
sS+5TxCoIlN2KWZhjjpn8yni8NcuY1j3qCbYn3eI59/5sRvLysXAaqRlVqilZ5e1KxmScM17aSKv
VLB0OTAUl4uh0Nh1tkmNh16tp3yJ/JBB6YJgsxRj3MgRHc9I/dCR7m0+Zn5qe9JV2kJpCoMRM77u
3MQCUgRxeZKhiY+//8C3xvz67z9tZdKsIVQDEBWNY5gdAtqXidpZ57eoXBBs7CLYPkK07SI6PPvB
A2ROdlF+8uu6s2Lzkuqr/bW6hI2FDQv5oUXmt1G6Klu2WIdqMxgVqBk/xf1TG/V+txUXA+tyuMcF
O1UXGD29QYktBD3k4JflcPmvKBgaK5Zrr0MUWJOsOkRx4FcCIF0ALK7o3vTlri4tfGeKLlgTAU8D
v3ni8l+YdjnPGqEua6veNsYOx4KU2m+Ku/yX3vgITYE8uqy6eWxKPh/KuPBc+i75NcZlUVc6Dy96
1Sk32XO8eob9LvG1FjpsQ1mEF77kQ9LQ5ZEN6qvX2nGRr44WFM4GZXipxj8n0byr2tlvE3cVtgx0
tElU6vBSa6x2xcJnIpr3fr12Yl6DnYnGWwdzxCm4BPNXXu0vfi07R+iaUdMQeh3rICQXGpTB0zog
3ebVugtI1QbeZcNmwgtyeRLCAMt6qGJ6J9D9/4P1K7csF5Gypl5h9QD0DWLFWO5bY8lhLcP8GTYu
CN+l+qGCqEi2eJUpkSb8hrVsnrYRe0+R9VwneUWWU8gniWfGAMUFOQ60d2vHCoo36jo7bGVP/TZW
FwzhkDEPF1XLy0qT66QevR4epUuAhLltZVmjXRKGC3RMWpI05Z1r7I0j0qXEMjbigsd4hHVYpai1
5AmLIj/3culSYkvXKFnQLbwg3fE9JOaLxWr0m3VOCrGBVXlImZKXrSHLUZNheeByv5egvDUqTuBQ
FWU70jyXl34WL7LqygTQj18eyKXCVkVh1gNO5qKNOiC+/K7W3S/h4VJhgYWFtgyEvChcniFDMyNb
U8Weh6TLhSmVIzIbIWoBOb1/5hiaboL7ef1KFwfb6wp64zMgPy26AII5fQvViLuUx42CMOkCYTXj
Q1vPmC1XCCmZr0YUUQjbooTifDs0eczf5xkbPpIMhqmHbFKDTuBrpR6bbVoOdOo3v2nrolbZ2M8k
UBm7GsW9Dfbugsoqr4p+6YJWWiO9MGxWXMaCX0zXXmiWezbtLIdYbzZsuphfyAzWLYDhM5/Kezjd
jbXmKnthT9PENpxdOm2PPKwf6T773UyZE0RPnexGwJHsgofUk5ZFWqzyTtM3MgL/YZmFxoOCwkiH
bdfAJnX7l4+yP+4Vq/0uvi7T3DPd1JMI2AWB9PNOx7P3anPpsLZcSgKRLHaZDMYkJB+6WvlNFRcF
owgE1Dpv9MLjzCZRoFO6537bmwuCEam7rqN0w/bWl0dV2CiBgk3j91LnomAB7xjKkQpy6Vb2Yxt6
vIvoOx2/MVlcEIzZSGyR3feLLtSWduY6yae5TGYlPKMwlwaT9boXtmP7pQ17k6gs+9KV6t49+kZW
05XPGoah0Xnc73g96+aPjcjLD/XSF1/kqvMn0ZeD563ARcN2JB+FktuKxwD1gvpKsKKTX6DjomEZ
M+AhF7lc4rnenoK8bQ+RjfzqQOBZ9WumgSg8YtAWrSseHad47B9qTYTfzHTZsCna9iqfR4yKNUsS
TOpdj3TenfD9xtx06bC9ttWw4xJ50dhsDoY29dOo4/xxLip2Z6+8scO7SBhq962KG1Q+5y1YFgh7
HYaW3btd3+q/A5wEJKhZt5HlEm0RXLdpZy5QVdHv5kx0fvG3S4RlRdXDhGNcLrzo+6cxgIx1iUz2
0SuSdbWVIC7TQiIbo8OBIyQ1Y194ZP1iTRcI6+u2hNVXvaJopYSogYqSAbZNd2bOrc/qnK4ls/0A
2571QmQ7P3A44DwSg7plv2Fxr8NE0bir4vkSxs1x0MO7pRnvbMe3Ou4s1rnnKuuMnS9NsL2P6yI+
sNyOXpNduEwY0nXjJDoyXOopONrmO3xhvB7VhSvZxoQM53pfx4tQFG6fTXta5srvAVm4SNjci2ll
WzBcRNDmB5HHH4Ky8LO6Fa4HZx8JE5ekHS+F+lQRY3HtqXzH+7ov/JTjDdRMUMCAtq1ov+h8/APV
rV4rU7gaWXXVVX1dlCO4jkAnkPPs+VR7LR7hEmGF4Uh/yXzEDRN0RMHIIQj72OvAEC4Rtq2NyYf5
2vFi3g9dm53DibOTz8LEXPt1wNeqhS4IXH0uMBl7U5Ho26bKF7+mnYW595BLXVFud8kg75KUfHqv
ld/5L1z2y/YWx2hshos15J9sDj+SevFCnoXLeCFzPFTLhKazsX6bbY9kGr2ui8Llu6zMik7BJvpS
UJsf607TAzwb7j1Wv74PChfxqmGq3HewUr2MeAV7wxsaPlxT+H4boSuChSRdW8s86C6bWj+yhr4p
uuqj1zxxaS5BSlhstHl3Cbdwf6gN+RHskV8xi3Bprn3v+qpEFeBlyte/GcAUO90Ntm6NuHNkRplS
zb7p9rJGy5tw6A7bsnolvYWLc5WyqKC7vzYXC4vDVIVqfibU+AlACtf8rwPvYQWYpQtCW31A9eFR
rDDq8/qcLtHFa60pQ6L+0kAZ+dSJ1p6iuKfv/VqPf92vsqWGQ8PK+su2qWcpL3wO74Qor78fC5fo
ambBSrxhNBeVVcF06ucWZM9IbPs9grHtBzoX8VO01Hvnt6JcyCuqFCw96YRxEiE5ZZFVh2ocvvkN
k3OOMmmg4xtG9SUagu99E5kk7jPjd2a4kFeGulG6B8pc8qH9RGFQrBX1CuaE664Z5mTv9dSaSxBZ
/mRHeayzXXlF/sJlvOSmFcumyVxGCSZ5ClAkHBNkDP2G3DlJsT/GXWtLc5GGdMd2HlB9CXl+z9ad
w3Reu8JAU7u57Hn0zbTbJbNQC/x9z/+fnPvvs4xwOSfwR7FCEWpzwejYpzDriibpm2E7WmHMWyh7
6QfZ0/39sET2zVSO28nQlj7LJiix90UT/MB0bY7XzVAli6iz8QApxj7NSjvTkxxAfbHebBhtqFEf
aoFwoC3z+Q0cZ/1wfyjY/rovEAvDpl5j9fIt+jEL+tjbzSvXIFy1rIJF5Ubh3nYZ+yxpO5hrSiv8
0vDCRaiM2Neelsgj1SyDA1f/Lqs8/cmFy1BpHs8ce9mWzq15quGD+2+xtMWP30+aG4efC1GpvVpm
S8s9DfT8w4zquDDlx2IIl56yIuuRpa72tCAcslN0hKYVqpP8LCeF+8bZrlW8xjoLU0AIb8FRLknZ
ln/6DYsTE5B2BYC9mT2FQH1/WFF1+ThGwk8WTrhwVrhkQayyaUsju7I0E6ZMoOhhvYAPnDrOGjJT
HHdGynS1zf5MeakPtd43v7jA5bNKleHROq+iNJDzxwhJnaRQWeC3Pbo8VgRzoq6QeQipEy6TBZFk
UubST3cOjoy/Dsxk8CLZh3ZLwZP3D8tYVA9L5ufbimv/r40PEiJrY0R5usjoS97oBzF2fgXRwgWy
SmKxlcuKpy1kWjf1qclav7PUVeXCM0Achk3MUq6w9qNi4Aeklf0uSi6LNfMRAQYMA9OgtGlm4bFN
Is+iAOGqcpVNmDW4rrMUlbPbcVSROJbcL0UnXBorjiPVFv3I0r2nw2FtkWHIIIp756C+see6RFbc
oI6bztmatqKo/zIsXsanYicF8cs0uHhGgHowaGzUPI0K1LbFOjGk8gORhYsmFFEb4C6wY9jDbkjo
AiXEq5Cm167rogkwgKvDrenWlCzzmrTFGB0HHFB+m4sLq60zg9MDLLnSiuY6gWTmuY7vUas3PqnL
quULLEX2OsBm3uouWbrxqSfzJ69RcVE1NW+CQxeapT0vxEMToAhgVkg6+LXu7Fvxwito501rWk4b
O1Rses6C0Y9CFi6r1ug93G0esTQ81BvvkjAfPCeiy6oZyyO5Z4ql+SqeoJcFu0xz7/nl1tfkv+7l
auujuOrDMK2t+rhM2QNK+u4Jt91q24ksZtNFVd4sUUoL/h4VxS9yi/wOftcMsuNNPZSNWtMhyOv8
MJTsKvEvN/hx+M0VJ7II6UbpEAmsIMhy4iH/c2nrz15Nu/pSpG7yUGc4iJCOgTnJ1IZwswy131XX
1ZeCEieQNTjEpZLhEpTj2ei9Xlf75Nd3Z7qUHeO8aRHJtcEwJlEXP0Cc+Q+/tp3pktdQSw9Gy1K7
zimdlqdt3z13W+em2+8y3NQ2sxSCoutDICyeMOOFeCYyXXpITSsgWIox7zYAHm3Gy49xxAO/MXfh
oX5XEPEOmzWtp4g/xAh5T5VZa7+V5EKDdNQG8kL9lk4FFQne2ZekIajl8vqmLjoIScUSZrB6TU24
lEA92PDU4HHAL2fk0kyTiKZ6KVqeElK8tct83ubIt+dOPkoNpGVbGCypnIk6q2Kbn0K6Cr+UPbtu
mT+9GpkZDkXwm1vScodL11QV9adIDPLoN+rOKqVKdHgEKzkOjPgYZuQEVzCvUg/hIk3jEmmhR7Ol
ZRf2SYC8zgHmR3626sKlmnBrCftxQ8fV0LNnFW/mlEEpwnMhOXs676Uqc4FBJ7LSz1TbIc3Mfk+S
8DoxXklJuVBTNC8Fr3GDwyaQTw+URPxHrULzwjc73PkDroHKaz8R/zpryDTUASTFaTpETfwuj/Vw
rMMhPK0mDnCGcD+4Vbigk+phVt4vEU2jtvgiov59lnG/CM+lnOpgDsa+ERQoXEXe8Zg3ST6FoV/i
ywWdZiZwrdPX1pfoA1GBSexA/vZaVC7hNGjZQeBqWVO4llafTF0s75aIQ2f8981fv+Fr39ZZs9Fm
SQQWeklN0G0vHYWpTQJj5+5UVyw47twM7/WQo/7BFIX58/e/Gb36m/w/8hcrjioId9m0ral83AJc
XXUQPBBAbp/h6Lu9n2iPTOjvf+xGNOiyVdvE260aBDZUOf+BGoBvkdJ+Z5jLVvVhsciuwSnTLPHB
tuPfebd7ngMuWVXCFbyHa9KMtEFdHOZuxttB7OcrIlyySkY1gYx/P6esCu0zrN/mE+6avV8M66JV
VIjOQkNmTqcBohPXhyhYsnkuZBeq4nWENAF4m7SWLU9iiv/k6515eWOquCpbkmXdGvQUHadLcFyv
JMsQGT+tJ+HiVCWJQIMRzHqTQwdnCebEkmX94DXLXZpqWGG7UcM+OcUFtnzSUZAlduvjOy9+Nw4A
l6daxxpFLl29pDM01T5ODGpzSV3iHZdOBbTsptJT6ki4clvBFGwZKiGXVO/syySnJJuR1/YbIyca
H0HLVU0TzumsR5lAFaUCR9v/5de4c8h3raxB/S4zjoC8gQGuerPa1SvLx122asZaMtXS21RFa32C
u0mLFGX0w6fj3MWrjG0BEsx2SYdcjI9jt8bQ0IBVjF/r1yPgp4AThgRLGPF+Sfs8Dw9kn01CYjl4
tn6drz+13mYwTsdD3JzuurdJNUL73aj2noT665EVdy0x7WhVW0MhP0UCVzwQ7MiXXLTx0xZmldcJ
wl3UCmx0scx5PqZLwN+iGODfhYZ+jp7cRa0ampdhX2G6s66cTtKSLUGVs98zK2wTfh36yagpm7Js
SgOxtW9Z18xP1SSjOxHn6zsxd2ErpQqCQ2pf0m3o2mRl6qXU8sVrSrpE1PXADrOpnNNFkOfSfJ1z
vyoX7gJRsahYKAlb0nbZ2sM27SzZuW29ti/uQlEQreSGLhgTTur5RLZJHwVqz7xSFdyFomg1s6BX
2HgJ28q0sQXE8GEc5Nn36xL7aaEultNonCu0DvXxB72Pw6GPR6/rOHexKFWpag2IntM+pp8gMvk2
2onfPHShKExx21QlxrxlpjmVTfa+IcH24DcRnSUkGg1lK8KnVKOI/pCToTn0zZ22b+xdLhZlpK1A
bSibwtpwPZhuqB/XaayOein9cnLcZaOkEIXOJz2lJf7fw4is66OupV/Yzl04qskbsvZ7PKUxuJZL
EOyf6dy0d5DiG6Pjyl3tM8eVNiJrioxoVT1B5q/+UJG+fB5zFt77kRt7mItJRbZtYAdNp5SV01ND
xectKryiPQiJ/bqc7GZEfTX4SFs68GQagiGpyHan8ddvhMjx/9q4hngzgXcw9kctUV8/zOq0rBau
raCZX+jEmgPrcnLoM5T7ei0EF5NCRRaDGvU8p0M3sIMNSX0i+e4nFcBdUootcqOQChnSUo+XVcbv
edncSafdmkfOCtai7hiZkDYOGyaeg6UH+m5Zd+whJHQnQrj1E07QSmJUrNURHuzigq3/tESVp8Vi
1SVDo+6FUTfu4640VAw5rJZNuMeqvrTfbVmQkx15eyz1Rp/zcORPciO1V6DM3efNwOIb13tepdve
/mjKvjyFBBctr5nk8lmKQIM1Hro5NTz+nHeLToYcNa1+jV8XzE+HWAGKNSCrHPFKKP9B3fgZRUP/
+jXthMltKZDGm65HGHieNuHNXP/djx31M0XhLjxVhbqgnYqWlNWsfpdnBVw/59ar2oa79FRTdlra
bBzTeE2WvdE/hjoj3/0G5rq5/jTmEbw4ZmPVgPRU+9kw/WFo493zezqpLw6rAJABW5tavY3JmMvn
vmJ3MoI3NlHXcLCYrsWmvWzTPKPTgRcpI41O5q6iSSWXdzrK9gdZ+714cpd2ypoQqWWIx6Wg5PSB
00ImYVzrJ79v4FxtFVEGGtKbTS3P269IiJCnmUIR26t1l3bim5pb2uArjHABf5dtVfZI57W4syFc
T8T/pje5izutRNg5UNSmk9h4m7RLzA8RHGRygBU4yUzEAr/Z5KJPQo4x1AbJmM5XocEWzlIJy7bm
Tk7txjHgsk9haIK5avchJeGWvegGFgJ119CHKYYEyJ3fUDfGyjn4gzZo7B7nS6rWmh62CAVRG2uC
Nwuz5bFSRf7QIvOcxAtlkHfErdVz5Jw1DuN3MlXhSM9yzbrTDs/sU7D68RHcJaSGeWb9us/0HOQF
T7Jdgmf2rCThLiG11AJPixKN10XdJJD3a2XsdyK4fFQ48LDjFE2rELon8dSYZALe5bfmnBXdbPs8
txGbU7UvCCU4hJrTvorWO491NyariwFtWod5JIA113Nhs6Qf2+KSNxFPzRrzO1HqdXK8srBdHKgK
WEdWg/z4Gup/8VZ00BPULX4/PP9P4L/WuHMcF2aAp3c+DimQ10Jh4EExb9e3gwJuoydUCXZPWV4N
z8tWmsOUd+aBzCY78daYf37fhVt/nhPhR1Vt7IKvlEoDldQ4/hZm/Te/pp1lXrF1nZptnNOArvBy
+qOM/FSbuQsMlf0O00QxIYox1XsIffDZjxbkrrTVIoFMNgoPFlIGH5D7/CZyPzM6/h9tq6bIUFM1
YC0Q/W8YoRZ5jKu//YbaCd6bOYOn87b3V3f1b+P6gQWT5xJ2LQzremnsFBf0bJRBQLeeuFF3bsc3
5p5LfWeUr3Wz5dh6DLCGqFsOYmk+e42IC05WatwLkaHt3Grwh2ODAojQjynhLtyIgo+S01ZXqW2a
L9zIVHPiB6xxl57ilgRdFilyLuz2okTwKbLVnVjxRoziolO6DZemmQJyznlvn4IdkYPouvitsUQe
oWi0f/QbezfenUjT7lFGzlDNTLIqewt1609+TbNfw/QRqfcSbpT0nKnmn3LURwtr2Tu78a3p6Cyi
Mlg3GS4xOaMG5h8SRX9tQ3ZPReFW285BGGRdmDc5hiRvure9YfIIT9zw5DUoLkCF5Yl5yNDx3nTv
ddzDRlONfvJB3OWnBngCl30myVktw7uc2ye7+alQcxeegjycMnGFpuNVH2Iuv+UhuVdBdWPAXXSq
HcTciVGg2xxPw6r9HuCa5DdRXCWoindxrmNOzmFcfWzq7s+4be5ENLe6ff33n66hemFQgBrQbb7T
51mrx2GUfvcfVwdqgJ9WpPvriBTf2mE7x014J3V0q9POoiSmYXNNMR6srU7xdFiNfvCb2c6S5FkZ
9Ih8rztJ9Sep9mTr/GrIuCv/xDYohg4awzGU+bumrhLNa797rEtK5ZstJAzATDqSuUtis+7HvRjv
mazcGG1XAWoXUbjYqmRwYcw/FsEG/bR987xcumRUUbCFk0Gzs7LZl3JWX+Jq9TuRXTLKxv2y8vm6
avrsbbPoQ9gQv6ntYlGmLdQ4L5gmmcV9bso1FMOy6Og1B10uqlZ5teUoOk4H3eknqPfzoy35vbvw
ra/pnJU1kHcSGIoFr+yXuR5Oa2f9RJO4SyTF8a7Lttor0IY8TrgRf3fL6he7uUhSqVmYBbmhQFKD
ZJrt474Yz6ads7Ip10zHc1CmDH5IokzW8YvXl3RppIi1RmUrGkZRBzbY9mBs7BeXuCiShM4kXOHt
fp7lzJMyHFZUSkJ9xK/jzjVxDViVSarKdLblG1rW3/uw94OouMsiTWKvIp2VTYoFBICKAKXlCeTB
Jr+v6dJI8LmYl4qMdTpXxf4U5twcw9k3pePiSGtejUqOVZuWZfd14N33IVr8RP25CyPVQWZqszb7
GVYkYbKxmSRMC7+YzeWP9r6dWRmZ/Wx4dxQm+8R5cS+tcGNPcc3++tiQAWh3kwa8+pLtKHsfjfS8
xhJndZIxjtu2texsp3WtD3IoI8jtl7OftzRzGaRs1tis6FCnWSC/BtDbKEnpF+EzF0Fa64AMNI8a
vCRn0HzsxvWBa3WvnFa+milirsTTMpIRQmaqTbeua78tlSB/DK3VL/ms+KPPRsBcoacYGqEi3nmT
7sv2tS7NG6aJF/sFZd9fI8+B9SSjKDNOVWv0G9FF5LmSvb0z3f/Pz/830wWrkF+bjyZZrutSNymU
vc0xWk3/wFuxPeT1Rg9MivmQ9y3JEqqn6dMexvvjgjn8bQmW6S88C+R/MZzv2RG+5tljNRfht3VA
iiOkQ9E8QqNyOsBBh2YnRuRwzPUYPuyjbLwiAOYCTryw0ATEuJ/x+HSEYV+VDGvFvC4TzOWbNq43
KRZop8Z2T0rTPVbTvXrA/+sSvzboTvhc7gKGFbRtUx1gCz5o0NBHKDPa6KkEJtMdJrjDyAMpe6i/
wfXrCchr0B2CIFsPs8rFaawEsoJyKoMjq2NaJijpGD/ympI0y2f9WOQzOVaQNXmMUEn+l+3j6C2K
1FFIrpUajhnd8GHoNappuKB/LjYrHiCsO7wZGJ6XjR7XZ6gVtmnW9/feL17f+5gLXWWjrsp+xHCG
5sewqJRYPwMZ5sLkETxSbNONLcISQT7087QmbFKR19smpumv6yOcQCyWnaTnkbN9e5+Fa72WyQRj
d+V1K4Flya+/ULeVskO9kXOj58mmg8qVOndlzv702pvc47LiePjim+TnSJ6aoesVHo76JbszPjc2
V/e8hCKf4BAo2ZHPW8bpmQdVBgF6hViFdaiN9Fvp/zk5awspeJnz8xyL9s9waNbPGY8Hvy3WPToj
OrBpDOHYZ9dxGo5BANB5JfAbu/Ou9vrcp+7R2ZUFN23ebudqCOyY2HGNi2QIusprBlH3+IQ1A4e4
08DOezysSXEFzR9gYDHMXrd96h6gsBNYcrEU7FyPNDqg7q2JkmBrg9hrq6Xu6VlUw8CbJl7PZA/0
lx4vUhc15+rOEXdr9J0VHJhoIOOIRDk3BgZQpo+G46TLze+gQI3br+uXbFHWiX5Yz5NitU4ELG+P
uog2P+yTuqdcHgXTvtGBnKkpR7xYmxEHXVEav0sMdQ86mJLG2dJjBddEyBOU7mEAsxX78sFn+6Eu
yTs2uEhT0y5nVVX0PVuqNju28JOPPReXE/dG9TwUls3bWdaZ/dZA7/FpR+7yD6/eu8cWZCM6bsdi
OY85WdKi1eh3HJvJzxeOusQwg0A/mFuMjtxH1YKpo+QP0HXrP37ddy6odc/FsMXbeq7NUh9JFRUV
XP/44If1UhcanmU4IZvLl3MGbuAFlw27naqqksZv33eHR0/zPKkcUQOs296Gy1+VZxkRc2FqBdcw
ZOdQG5yF+RHSA1/iQPqVbjF3VNoKVs6ZDKq0X4cXVWRwtcy8NjPmiktWUcBqlPAXaVcuVTLFQ/kI
7zw/qRrmgtSGrVHT1V2d7kHP36xRu0K+zNPzjLksNSBhqbJC6TQso7chIQA9a68MEvuPXTBZuakh
hZmiKuHvLBg+7VTcCXBePz6YC1J3M8zXA611iqF/HwV4T4zM6mdIj6egX88OU+pWwEVQpzkygslm
AKd0eemV/mcuQY06MBoFZgnOogy+VhPeW1Cl6nfqMZegzicTbPk+BWe+6c8sb1NR+3HlsN35dVB0
XYgqb5FIn4axfLM2+rk3PHzvsyMyl5weg60Oi3guUHAzvkWMNyfl2PmBTMwlp222ShGJLk8bVqxH
2zUwLMp3r2QjcyFp3uQih3soWCOqsxMUCDbEAo1Xpp65jHTD4Qcb4C00NXWwnlqWxQlqsV/8xtx5
h9qnLt5XrKIz3oymZxnv+9EMzA/wYq5n7tbGS20LGp+nXfRvDLCIJ2KUHzzOXDTaFBt8HmDyeR7E
Oh/aUvLEFnPgFVkzF1du2oFWC+SZzyNV1WGk+3HtCz+qnrlCj1seIVwPt/gctG2clCL6Krtp8gq7
mCv1OA5Q06OQeTjrgBdvs4B/DcKp95uNLq0cT7TuYwTW57AoX7KWL6da7vdqn69x/yvJF5dWjot6
gPFDFp4haSAeIsGLM/jl/th23O/CxFzFx76jQbUWJDxPq6VH2rPto1oHdedC/3+xjtf+Av7rBsn3
veekqKPzEI0s+godhehlqRVJil3T8wQTr0PIIdk691n1XjQDzBFHur1shZg/TLB5/zHBjql+EBLa
2lld8wdZjssfEcvIO4FU0QMsN8knalT1OIe7Olj4MzyjIK8BPQlneK89waVlZTFTMfeVPEtuureQ
CuVvxjaEkJpX8y5+DXcMgKtZKM9iyf7qg/aFIkHk17STvKMBpsw1ljkHNd1w5e7XQx6qe3myW7PT
iQiaWEEmtl/lGdpYBqILfbgfWDjQP6ieG7/AwCWuJybha7laiaeCfPsS23g7RXVx7z55PaZfmZ0u
cd0SOAs3cHU8axBpf1R9vj6X2DzzQ2/VyA+kGyD1Fwp2Tx06vPF713//Cc0AemTndu/leVGxOkJR
YnsskIY6QlBMPzQIU77f+e7XT/DaH3b9ZD/9EKF7NZUL6AxWWzq/tCIuh0M3NPQY14M5tPAASTYu
25fcSCKO8GtmKDCnrcUXHAd4Balr1QsbpHgOq1J81nLNP1bVpj4AvB7bRPQzx3o0BNzkvgC+CeBd
gqD2Q0zq4l05Bfkj9C+XjzXkzJ5tMxRjQvImTJG0/7SXIj+1RVs9GpSzDv/j7Dua68a1bn8RqxgB
cMpwkpVty3ZPWGpbAkAQAAFG8Ne/5Tv09/p21R1220fWIRH2XnuFoWLZmpzLYMLZZZH5OmQ2urMD
mbeqoFlf2UFO33gKPORfHs4/PJs/QBAzKzNI1x03sxj4GCdmb6nM/mVU+U9v+M/zzq8ekwNFbj12
9Rk2QP2p0LlttfLjyyRD/y842n9ynf5/b/iPQkWEqXemHHE1IB0gvo56c4jbAlux2hAA2IJhbL7B
KMj9hDSxaFUq3pNU5VWiw1BJ0BDOkwjsX0iB/9B3/B8ube4SxaHauU32+DXBE67qNB7t//S6/qTT
Rs7CeTcHYpgv5K9dV8M0/8u5/g/v6k82bRZx1ZMBxXscmb1ajfR1HG9FRY+c1T4u/zfgJP3TiE8p
TWTSuRSvSmV11M1nQ/9HtVT6f7j3E3cw/qfJDXuJfoyUdSePrIi///vDZ/+wV/444pclwBxzSXIg
VmX5SuN5v2U90Xd5T207cW5P28jCjeZs+9/Gk3/y8X28BrIql996DD9vOZZqg0Tj7n9rqf5k4ifC
AS6cdX5zZe5v0pik8jIpP//3p/VP++CPbjBYksWYXmQ3c+zGVN6iIuEbS7/+9x+fsX8agf4ZJY1x
8zhIDGxvNiaC57Xo4c7uaxtnUZ5WJWzG4pdjW8n0S2KKXJqqP/odPj9pv0Ww8pMsLTpfHQr3wVgh
WNb05ImD2rMOtZ+SZRX1zAgDaeawU0hUHdFsyF/n/2zBat5BYvrgiyv5XmGIvxwPPVEF/wkrIQVo
aueIbUqq8dC9eUjlNrQ+lOmZI8MkaqfY4rLY10VeNGw2WCvgpPB97pw/g0R3l6rQIwjYhA7CM1PE
da5F0cA8GbasicAFXM4QoF9cxIq7Ac6+z4mMu7yJDym2aumUOCGu4IPL6PjV/Ta4G5a5r1xczt86
uncPlg/khy735dEJE58ERSbJdnS6/whT8LYadjJ0jx7mVd81Y3F0FvBIGR7pMmF5VBOqP41FLvuo
UlniHkupfDPpuK/gjYZ3HNTKGr8UGr1u5u5kIsUvad1YKTJ8HtWR35X4DohrEPNeYzLRNSRSfa36
RT9TvyMcOfWOnka8zqcYBm/rQzl0u627whSPSGjpHqOOysuw6CSqFiRx1OqAHz/Q4z0dP0MMRWwl
dPk96mGoyignaZPp9GvOZfyzy9MPEpTFnE7616Jk3FYQA8eyBntbNdBPFY0ep6nx+bycesYnEDBl
1GGUS2Hn69dpfB2nIUUC1yCQMe5FmS6XTRxp/FhGOyRwYt3cdul9t2dfnR0dbSNr8PklFPvvKXBu
VL1Soi9OkuSKF2DxW5oe0rbruHHYso0b0J+5kgjG7V87zjb4fk6qDKLFsWn7uY7MwMxdwvDRKpN2
rQ/P4yepeZzXA/TMp45bjST7ZcuXqJmnzfLrrAYpHs2++JPEer8bAvKHl2ycEDBLR9qYSWZVgabE
NGbQfnymig3xqZgcjU8GU0Fy6ou99F0z6gOYQIURth0fDY0Wdl+4zolX4xyJHy1LjplUHSrHuDbC
KKfwm7ghOgM8TA9TSwMix43kZhlOaZg2f4J9Bc/e1nmVx1PUGaSySYjmxu+YDagNuZw2SzdXpeAL
rJUa19XcpWk8ZHc7aCHypzx4Iu8SOeGvajyT4hkZcnFUBbyM4iRkYcgpm3zJLpvpPKtN3IHeXY0x
MuzqdQolu+8MLfkPCmWKP0FnBlc8ZvGB5tA2giXQtudz94wEJphpQmpFtpNwYy7fYbE5gUmD5mzl
j2OGhXhmy7qSm7Vjj4zVUUvgDSNfwDGbEe++Pim28Lb3UQdKleNupdVUbhv5NmRZNv5wAcHNzyzX
BSqWmGF75ksyZpfD5HT/6FMRrfA62KRDnMoe8WumYYTUJKLvxXUmYpzfs9L32T2LezX/UL7c2QVy
CBl95TofUUDaie4MfMg+y2tGt7F7xafM8jS64ohptWURMw+SxtNyhuExWdpcT7H5MtB8X+5pgnUN
U34d0dalJIzf4G65FOg0B4F1jJCq8jyqpXT3R8ZncSn7Xrvv8cFSfR/yceJJvXoXL7xCRGZGrhQG
QOaX7/rfak4LTee5T+AMdhl2HfinEYKH5EJEicodKqp9OK57qdeN16oorGzmeM9/n65LEq3fzEHs
fBoXN2Z3KU6jULRW2q6/KQlB87c1JwT+e8SUJK2M2bqcVxCygzQ74KzQ1x3fqX/2UP7atiu7qbjC
LqQYfpguTPQmEPJ8kl4Uw3nY8PcRAXLYroUXN3PPXYqAyKHqE5XaC8qYsOmmMGs8XCD3l7s5HSVD
oEkY8GIeIpKDi4N890WTMy4iqPaSUsr5utllM+8UGdvkkloYE1QStlG8mjzxvhknNSS/Dr9Gy1kn
sI7tK+/pGioiiqjhUyIjXcfauuXNpnSPn8xglOkrnDSSw+UxiR0HTEUAI01D2cdHdSQWF1RZaNn9
DR+NLXqhLkmWm4Ev3n7O9UDZXaKSlf3sbZokX2cYCppTT7K5+54lfkvvNc3d/JL3WKQfaxqt9CpA
nnJxNUZpkv8Nd7DZX7Ijj+JPk1l3UxXQ27l3uq5rEFW2YpL1jaZySk5WQrR0r+aY7Heby9AcVcPK
mXpb5qUrH1gyTOLHjo2wiiqn29R9ZUF20anvtpScUhp2fich34tql4WkEI1O8wzGt9EWnZVfXPFp
A4dMvgE7SgcH7fCa9FPTybQEzhLjMol/Ioc2lg3+Ia1U83tzTKHu4Hsftio1qY9pm5KkUHcyTaCR
rw/4Ya2/Du0m9dabop/f5kNGFO1Z6MNXZpkSXzILjub7Msgs2MaziCzFicgMeFI7z2PC7uDfqv1z
2kfxJC4abrRsq+HkMLvLItye8ctYdjK8a4jFcD3IIsu7FrYLpZYVG8hY7BU5tCwIYgng+ZFXczpG
613KnOwqU3Y5xW3bdRNs6ImffZG0YOURNjUiM4XNz3QBY+XHJGFjV5w35BHBDDvk4Kn/1S+Fm0NN
lhVUNR06yLArFgxfSUVMErEVIly5n7uB2UmdOxgW8KSRpGSRuQGeX7LndIV171Zne0ncW6/NMo5V
phIhb1b8tnSsc5kM+qgGtlEF5fA6HqRh62yoqEswguJzbyIkGcIrNuuLKyyeg7rQyCTrRxGPhJ63
VEbjWQB6Yk1xEL/VE9U9CqZdTqKQp8TSjg8YyqzEtKRfj3AeyKbSH1EnzNTuC8s/+oOa5J3qNVOX
cUdc2pzmaT3M0jyl0V7EFVFJn58HlBvsU8nTeEeMasH2cCmOJLsxZE4E3NebVqfOR2v81WSKHy0p
o67ozzzdVXQXpmhNfjKdxpc8T/L+zJAS37fIv5iKtS5XZOTeSxEn6b3dA5z6aqB0Kbi84Pg8cc0N
PFv0ujrID7NwjRZvWr4tMIsfF/gLr3DwOZcoo/xfIFGBNo6vDELA1atyc2UlzF7SlmUMvOPqQCiR
uW6oLHFqyF4uVQn/6WcGBrRxFaqqLTfnoOY0fUkOsvPolNHY7TdNrOyfo2SCgSxCJlKUa9i6CRyy
aGZK8TePMucvTNJbAnbPVaSwd8QJW9of21jCG9RNh5JNT0PKrkUyeYY/m0w0VRFQOPm3Ch3Uj8cq
InFDZU2y77PHzfUIir1OX7rxiNV1nRkWIAE7EIONuS9mfd595PCbMJUfywXvb1fPBymQNj5p+QtD
J1yGfXdcOMKNPyidBIg722rW8SlDKsZyR0cR+scMouDiMewAdz+HDCKYC1QCWopqHUSBcIghC+GE
QKTJvpdJEhWngc8x+5EvdNk+FwtkVp87rn33s8fvinpHUXqIv7qZRiSGXOcQ5PHQZW9hXDAMc4xv
FhNTiXiQkDZOecD+9dO6JzUQWxkqG+eUXxnw7VO/W/CN4Z44ynOqVjrhrNhV/9iRhUeoKIcYGdMg
FcpSg7DZroyl/ktBYiQs17HUPvq8WCfHrcVgoivGyzD0w7mkDFf1TDtWitqXJspQnB0F/dXBADVz
NVnHLX4g61bIa7ofha1SpEycD533n2mv+YhSn6KPO9ne5pJVW7zE+j5n3oyiUj3T7iHt1GCTaiFh
IbifI59OeHER7497+IWLxdb9GEKF/x+B2jwUYnmecEHg+IOMpQP9iU/SNFnw+/ir6EL0TI4c3buG
ye0ngzJ9PnCipf4AXpdH/AtWLdzHKUylt+vEUERXEHKH+CGZHcMwtiuLkt8RRPHmKBlWy5YWP3i4
KNgI7V8EHcttv3dlMrqnzXaBNsMyDPEzCgUZw8hAhZmfIh0T+rKUqFZOxpOFPftyFNt5Wmh3l7MZ
ph1lwc8oubiC8DNWpT5DAJUljwfKQN2OKdaVbT0cPiZ3XQtbjA4V9W98TyRrdC+X3q0f09bP9O8N
RkevG0nZO5pTHGanMmjY/K9pty/NCKPvXwEBibXEKPE0T3B662rPOp6bGodPtoa23yCfded8ASLq
rlyP1rVo8EvFmnzJ9PZFjIJvc4OJ7Ox4E+UHy5DDs/h0eSrKaUufECUf/ZBuYyCrcnQGrM6CkYq9
ojOGm9eiRiT4Iv8RyfC07iNPIng2AlrNi0bkZoZ15lzO92LP4rcpI06M9d5Hfdo16TpGCa10Dx3e
d5fk0dZE2W4WValj69Z7t2894tLmDpXsgnFXPKTttPNu/IvJkW2two4oXhi+xHIrHd2KocbIZ256
N4YFtC1mh0pH5HdwrIEnfYp2dxzWN5sVSXIO7HceXk33yEevOGQ18ehdIxXaQyCUbKtKn+55UbkR
tsZnokQh7sPus+yyIQN8eV8ZDM1ENXONcct0YDJRfEa2nvJ3GqbUaQkP3gU3aRdnFfXK4noERnAj
w+/M8By+yC3blqIxGc/Sxqt4/yE3Fp1pmuaPZglR1EQ7/hvYe/bu4Gkynube9fdYK+RTzlSJIdQc
onpex+yqs7B+6XdiPy+0UHsFN9ES7RqAzLlKMC0KVZwl1JZfSJ7vGEOY8T3rwfEBtA7KCYhuR7Xz
kjyzFS0WShKYwCZoC88SJy2I4EcOAf2mnqbM44TfuyO7Sav9J+yuKaktguwAdJfHVcHYqga9dkb1
va2XIp5RoOy+ALOQ6RoaJn/ux5U3CZhRlykrujPl3XbrJQ4olqy2HrUt7pMEgE0ixh4FG2jpLO88
smeOuKWTTyo44qqapdlWI3HYntc1H39M64RDC76eTd/RpIUTJEGJAEZjxrZvfi4V2rIchdOMlvsY
prgVPc6MJaVHrWayVcwiSDxkADzmnrxmYp2x5CA7w0HRtRHwkxTPIOpOs4o9OiY7X0O0/5zzkaBq
5GjYNMXvI63a62SfOjx/niZTrdXsPjGUCOgC8uXDOZJ8HQccH7mM1h+Dnbba5Z48ITy1/9pnfXdF
1HF365kzOE/cVGWRIzUIjrwNMoN3WkI0b6HZQtkkShddwKpcmuB6lHSIo5r/WkLPqrGDeKkHT+QL
NNuYNpGMn1iX6osaUQSC9r4feV1EuoNlLtrmAO7RGQxr8glsEztWBY6GM7crQbp9ls2i3bucaZhH
FvvfoESiAEZzmz85ZSXaf7qP75AuxJcpj8JLDtuFs+V0VRAcHnhoXBYN713cDpkbf5p1Y58WQqbP
fB9TrPxUYphCgCQLLIaTKzhSL/oxvxQ91y2iKrDQvTaXQfpw1KGct5OOnBJV7DrxzgctH/sy49/t
pkiVrpHWbSYS+zqYbg8nBWolucnYqpPUM1maJB/M54Lz8XnMh+KtS0b5gTTVCMGOBIVZydjXw0ZR
do/YIPG4etNdt1SUUbXD96mBLQxqgKAWe5YYAr3NOAfdhRyAuZpe8O7cFx3yhvNxiEV9yC5cujLh
orVxFG0VjVWfNKO1BcCtaQ0e0FG/mEbh+mq7owvJj0nvuJcrCdr4pySnx/yaFjMCb8pijWQ7oI+Z
WnTreV5NRykesoPy+ywhakF0Oh0AIunwM46D/kHAN7gnEaxW8e7QIqKtXIEn4J6M2pky/xkepnDY
9guCxj462auxjlFDPfA+3QkEHXMuKqqO6YknKDHno19uYUmRt2kS5vgDpmGjejhQ/vJWzTl/zNPS
lM3B3e92ZEB9UTNc9W+E7PQKnp89pSTyH90c+wOY59bdoKwRtDKoVYsaq6Pn9RAjO7ROIfl6zOiG
bbStv2NEaVLAgmfw0Vac0r2gvvK0LGHLPtFRw0Whz9x1oLj9Wq0z9zsSZJSoIHXxLFI3kfvIz+xX
TKURNUGwJHq8ftc/4jGnWMWYAMQtCDEoUyjeqm0HFua/UONN3xC62r1b57OiSljE05psOUpjsZgV
WqwdXWYd1nJdsFmm+Lu02/KAQyF5805s7x5juaeNQbpfxbHCmoy2Y77ftpLcNsHFTzLMxd8o2eg3
E2uKnoybNfoUkD3yITrUbyDZ56FvOOqkh/WYxFHne1Z+SviU4jCfp/RFzajeqhjrX1THOvBPKSoQ
UbvepNOp26fDnPiUr/ZKEqtvLvkNgVD8Y2WFH2Fm1J0aoMbgxFBn0CHSb5LxfGh4sUDmk0LiV9TL
hgTgh7mIFZy66Qg5+NO0U5xsLMf593QcSxd931HV3Qq/z62CtSxpjngH4grnQVW2IHjMn2FSjAyb
ON9ZgSC4jpfPB2atFyAe6M1wKMYdgCE22Ds3x7GrqQkRdDEO54WwjqTfBB/LxyPd7RebwNOzOejc
+TpH3h7o3q6bjgXXwT65zwPJj5/zDBvUPWZT3kZBm5dszqO/Iqvp2Xo2y0+Ly1D+FS5X0yVsUr6S
Q2ZrE6Offd5gZf3eH2pQF1DsjqX2O6C9E9EwTYAccdA/BoiRHiF9Ng8jhWa27QorfAvMgqy1QQ/C
bxyo/HLBJ8pbCoqROWc0IX2TE2/xnmLpeL2z2I8tIVD41CKmAj0HOB9zM/s8ey63gBeKny1cRYU5
HmMN5VBlcVkgSivbcWVZWFWbTxvvtzdZTJOvXBgwzyAuZ+c49zMAlBBQhOfTBg3QKtVGAc5y0Yg0
REcrs53bmzwG7FQFqkZ6xXPjpC2yub/KEhO+zcxJfE3x6N6iZQP0PqAwuS8z6AJPXTxO4UqVsvnV
lDn97he7qidKZGqqRR0GGwI3G3FXgAdCtZ4CILsc0b6SOl80+9SJPUDXiZQwwNpkXZNH1F5hRpew
zqJm6x5LtHD9ujWQJ/y+f9POluWFz1x9y2UsxudyTkT0TEOShhoFut3P0TQiIUUFmjwtq+nf1Hyg
kS5kAJwJQzWF2UqSJz8HQVGBZKyYeJvMIyRQMQQKy30OfvyMnnaN90Y6SR/HPlr/9vMi4Y+pbNmi
wwOwAmHtOCCGUQxvxdpnDT2WPsVSD6toDEFl4NGY2RMrN3H2MDuglZJF9PNYKb0HIsHIOWQuXH/H
Rvc/s9HHL6vnGr2Q7/TdGC/aPVGRxVdAkE9i2LLHBFHQN/iy4snaYOFs4NOOAmw0WmRnM+2grBq5
8B9jOYS+ipNsvWoy93mdyp2fjxT5Md9nxAG1sZs8Cny73Y15n6NL33bjmmIveHyOaDJ+c+OUlg2q
Xm+hHLPLeHZhVbiSFzRm1ahS1loAlWWlbYJ4rjUX432asH6uJlSWusozPb8IA7slnC6bPttkOH6J
bMFUeBCwV38Y09XPbVnCbONWOBz9QHkZqotCmum3Y1+EYi1OHey+qrmQuWh2cti1TfOy7C+KxIzU
QEczfYIZot4aExNZ1huHjQ6ZNoKZRyDQZRAJxKZK4g0napab8qFg0V5HOZM/90ypFT2GjNdTH3tL
kcm8o+aJAz+R1JR9FZVIIkPnAAvcigur5+thxuAaY4Ng1TCsVjfagcKGAJVRXemSkUfg1kXTDxl/
YF2OdZJK+krmFHgVQ5tbwXiq0688mpFKoPZyQKnXl/8Jxcx71RQYN/7+KiCBVFu5cFdtSTafoZg5
4kpP2dDuRaF/dIuYT+m2oOkXk8acZS39y+Jt+KuIlwK+NhoDhHrzKLnbRUqcBGCXs/hJINvly3Ac
Cg6Y3aheIoUwxAfHEOaGZn2DzZbFaCK0RRftQEdBUR7PdgeKW2PjUVNNI7JbKozSwovlLiwNMH3c
A+kC/K+ax3icrzEf6BsvhTIfRzZufYX2EmhBPFo8JIOU+k+dz/q0NiY34ON2IjqeHOGdOnsbrQ4V
8lzegas/P3ULrEtbYiRjjQRpbW52Wqqj9p3jLzt0lWsd4HD0BZM1/z4mNCCyrE/6SzEk/Rn3PG4m
7vRNAxeDxBhd4+/Jwioe5YY1BavYMBSfhNvEdAuSkhEDNeAMl4WXem+HPgxvDmB3y20nv285WX/A
kD38CmhsbgDgseqysH+BdyLUbwOksuykOpc/LmhtrthacmtClruhNh5yYXQ3A81gHJhF05fE5jM5
E22H8fqbIh9qDAe2B5ODF/AJAyxT/hX2I8E0zqP6xoHh9fs4+vDTHyLlpy1eky89x3SMS5dcwVwg
n5Yt6RDvPRbTeT86iQodw5j3mXisAs72BPSZbKQYDBOHvrdDTnpBAPytUGp+Ydv2mHZF3ugiV+sF
BYKt+jQI1BRu/lXafVrvkXVu0tYQfnxSOUmvzGX+bt50cRYxO8YasJwogPkiy7Bxnd6vFi8aAClc
7K+aTrjgUM3JqdJ77gE7AC5FhDKEEmfQ69NfwmGoUq0RhjPQaq0fK9S3Ekf9qirLZfcaBrdTLK+J
2oZHfsXBs7n5voh2+aHzEkVwARlcgSSjHFMWyuV2P87G2Yudmfq8RwJDTki2v+642nAZT4cEgLnn
GAQ7Zm6dLpOXEGXwJxZR3K5jatskxqysxxmDgy5DZZgxQVvY1/DbMS7mtGX455N4FqdJWmB+JcRO
i8aQpzKUiRNg4ZFXG12la6BldC9KlejEYHKN0buPu/tRWpS8q9rnt7VXrul8UeBWiQZdjSw9Tp2E
vy5mVryr7Vqml42a9ZXuyzLUs8cZAsUJvd80HS9Z6EyO2Y4kj+jAMO/G0Kw2Q+EBAnQ8+zENcj3N
mvNnMAdYMxO6NftYbN+WaApNipHzi6PR8KgRVlYD5rQXQbvoFbsddNEYCTYV0LDkvHQ+brcJAALu
Qn4eMmi6wPvo0JYwxJHWWkvsS30YlHABeg+yibckcTA/KJhF6yaXB6/B92Qd6t46wWjrkk7AAGLP
5f2SmbQCJLqj5ZxhVbz73FfIl0TiQZlnTdDuZQUrpEkzCJmLnRYXbbv9kicYxhoTwh2ajXDasSOe
1iKSF1CSiuswWHaaI32c4fk13M1DUbbG9T8NhOQ1PgpJ9Og7WS1WIeg8WBkaW+7lk+qL+HWTNm0w
mIwfAeoOD6PUyU8s9qw5cmHrLFu7rtltjCkHT3llMxFXnTm6tlNr/5ZxYIaZjvllkoloKD8mnOJR
9Aa6WQdAU74lgegzQsvZaWXgY2Fd5L8ohP+LaA8Ek/CmJ3R4FlTOJyDSGIt2+95kni5nOgcaVbJb
/4bRLaCZfjmuzua/UHC/O76RF5hkhGaBqc/D3mNmtQGn/xLzmJ4x9k0bGe3llZU+epg290ZGO7bK
CUxXeFciXxujPbQgPW7LnuZfgCxMZ4BW6hYXkIyDdOhwkYf+Pc1newEOSZ4HP3+Z6CBfh5ggFHVB
DQCF0tTBHFWpT/AtZy/JIGlzeOARp4iUulLCl2llbdBVmGncdCb5CVX3hOe5Fs1Reg3+igiEtgae
Gb4Gk8VU5VasWy3AnhC47CFdaJwCrcntM3/aoSJNe3h4vonNZDt8umlsSN5yJCvXiziEzs7bvOAi
VCTCPObJhT7md3qZ0iw6BQJpFVCpeeZHgQ2gi/XbepS7uaBsC/tnQKm9xbAq+Lz8KqY1/1moYMVj
LHbqWpuw4D9kyI5ZVfumirERk3Dp/VEizOCNSRfbGx43zGKKFEwCjLn9KB5TBLVkd4fXqsn5qtNv
IUsOd0tVojFuzOZNuJcSkjKPa29NcEvGg0u2r1COC/fOoo24UJlRJh50XvwBqg3YTW8Vsh8WUS95
z4HphqT8a5kH1NA5ZfwB40+VtH413X+8APo2pfP8RWyL1NU2MR+13er6UAPUpSgt8xnUcdyIiHgH
h3S0qXgLTuWYeXVRToYHyTv3ioZyRI004LjRtRyO8BojmcM/l5Jt4gRbySSuy8GN9wBVUtAZVKfG
jxXsPfNl7ItgXhLE7fi6lLj4d2Rvbb6vJDZrf2en0em6TOBvjb4TY6y8wrVszKOZ5wNPmh9AaysV
AFjXw5Z4jBqyHJSZW1lmebiD20LHv8+RDewR1VYsX8NWHGN1LPm4vUrjsJjSFKOnpM3Clv7A4JUl
TwogC/8QMN/9WCiY2DB4BVFdNmsRM3SzFgjD1folyWogTUf0hNJn5u3ERPSl3LBK4D6fK+FiEBMk
hTCeu6JwFY8WaZCnOkvgxnOxIlehZoIt++dZYDjTyAmsp6iiFkRfcGntvGuMfeMuXj6SbQSDr8U8
z+bF3T4IhPVNpAP1Aff+7NuyS6Lluyois72XgJRYCttav3uDegxO6nvtcK0DU8b1JDH8m/aRf8v6
CBPx/8fRmS3FrSxR9IsUoak0vEqtnuhuoMEYeFGA7aNZqlJp/vq7uG8+4eEALVVl5l57J+lcTmCc
GpnroNmVEtzsXNsgRxViPKt+ruEqGusI79OvJ90buul2vm6C+qaXfgkPfl4GUp1Y3phRFrHyfvt0
p7HJ4tnE/A6ENqI07ZqGDPpfOaMt53lhIZFUu0X7o5cSVSWI1Is8axM31miFI6K1DaFhuvyEpkik
AAMyMoxsuWiLHQ/NAz0p3W7U2kSV/hWrEELvnckrNvCfvGNk8UCsRtb1+6WYmIGNZubVV4UeVv9B
wGq335oDS/xXWoOJMOkV9VyYRxMbqNtQK/iwcmhbFd/7brCbIrCSzfLalt4pH4yB/PDNMpg2HBo+
zKw+cZ7QwLFktrO3dzObfLlz9BAU1R2xYJ27W2DafmPuyP5S27dnZd7yVftjXqFwr179vTARGNW+
cJws38ugWJSMtS02dc02BGy2PXhkeiyMB5rD9pNcc5cbm34R4KdBxeihGZ0RYc4mptASf0JEbrH9
H/P+yk94++pg2gXD2l+h0uv2aglas27PXeoHdZSOgv5kdTgn+Ek3tfzmZS7dqznYhYrU7Mzu3iqH
nLe/YkF6PFk6IP1rCP/LcrP4mqh/lgGdKxeBjtlbHTbZQbrZVt9TT3Ndb2bTP3GYeOUJcasRL1VQ
jOnjbNbTcDUkdOqZmCh2l6a6b3Yw6yIpedyoTSYV/M3DsgqjxSkVr2hGWUHJqAbjreHM7hK+/3pM
CtDomvSawEksz9zGW+oy0PkS2ebJT4gv+69yli1gtICAylh7DtyLQKSm50DacA6p1wNcWV1Y3wNZ
hOzvXDzT83ZTbdo9YT5u/Z4D2YyPIe3FGiOM+uqKGzwo9qvD+5vIEBE4csZlk3ascqyBb3M3zE4S
WuaiI/qH7XHtunnrogmDxxaXJfPXJwPqReyRmFmLVhLSsVKQLOpB2Wpc4jSt0/xIYmuOKpmvbKvj
5cHN2dnLXWXG7P42Z89cvsw2sK3dOtKQMxyd1rfFtqae4pjQ5I/JCrvDMEOsOZnnn0JnYOwnYEtj
u6pZrxfYJq8Sg4ySF73wmWCH7LCKQ+6xbdd1UACR2HKfBTY8APZrWgmmRLI2arzqZf2k3UB5j5pq
l6IlH8YFtbBszlVV+NvJI2HmBL7u/RHhYuYJwIb5jpVsesn4ZAn+ndVKYnrjQYP6Zn/vYQT8vx6z
+e805W05LlU7tztSiJgM+ial4MlHfXfPQAnTs1u4K0P+pg1YdSjM6TZXRlk9lFXeUW04zfjlytBZ
buYSyk+0vOVvk/pNFYcyzd2oG10XVS/DJ2JAr8ZzmE5BXE5l3nBxsMeMMSO/HKmEkZr4sLKo2Iz6
KuvAS9qsmQ4i8JeSTS8zYwjz50Xu7BA1ZJX9Zz4TGxNr5HTuiklmPqNQu3qz9dT9qxEK/7J/oNte
Nleoz9XAdvBcsogwfej7yiDhfzWmcJ+ikPcJ4OQmd2GrGwqT2cnbm1iLmce2YIiyx/NVGncPvgOz
11b130hyP5zxz7heR8vSjUz0l1wi2VWZ2acoMVnpxHMxQsCJ1Qk7FmgGTsWFKsz0kQEuXq8I3rXS
/7HZMbOSHJSFYssMx7DatWJtrIMhe8N+N7u0U2+8Vf78439gwDUr1nc/hoyx+4gPrvH/6VBW34XV
KYtnaBvzPSnY0nuAIeOqLjS+Ly+slB9vhmUfAZRKslFyBguD7uTz5NmK4WYPqlA8ZXbnZncGVd6d
EWyV/fU0PYU5ltN7R3LyMxbTpY0tj/MBy9SoOfuNsTbuGWfXs5sumR/7/iSCxFvyCuzUV4ZbPMy1
dOrflStbjsssN8RxpgHzj2HAyGjve4xH9hBexbgj/AFEpVkDvDsiUzA+fl2a64vid5c+Ytuby7nk
u22w6oTdP4RdOVmm7NdmYbi7HGq72ZxdhXHvKRvY4ZO4UEk8V1szN3HOinjGs7MdAq5ErGXxu8d8
rfL0sxZ1KS4MhKY0iD2ZBm7EEGlTiaM8X1yDjNL4kc2Q/anpCsdFhO4V59JYhvo8BOv8KvWm8sgQ
ts6jUDWoDh0S56FZx+zkN5z0x2kd9cwqZAA+BA7OoQe56s1+AB81q5eOWwmovXVXvr1MMqh8F9vY
uckcknmSONM89bt5K/guvIL8cW9M25dwmf1XM/TC37biSY5Zpmoa/62LzPm1aNN/9uD0n4E5+d1+
QcGaCAySS5bUG6Pj2KAs8/7YnH1GHo0hGV/3YPbElkxNrtWbi7Pf2Ncki6V/W8oM//cmxfTcZ3b9
YFDq3LUMFAwKmTLHpk7FisYwjn5kGm6pGRz7Kzkb0Vi3Kn9yVVubj5MFh3qp08G4yAaihZuzXW/S
oKyCzi6r6qaGHE0F8hPDVZPXdSJ8gyANvx42gVpuZc5rCzd36qzBy57aps/jmS4hkjTTUzQLLzz2
LXzn1BrqneV9OozqzM4fpUXw3ZPgVMx3Wzl0H3QmGQCAcqm6OoY47bVq6p6Nn+wTrOGWqjKPzcBd
OMRaOySUzVlszqgg3z681episGU9/uDy9lOttZk9N1PZdy8B67TLU5/X6qf251WJttVhvLROjrgv
3lDAXtsAfoec6r8ZIj9dN9gXZpUvdCRhl6jenm6u3YprJlN1CqkXAC1Cw3buEC2Lu6PZ0vptq23w
Sn/2mvq1kKnZJkW2QOxYaDBMBOdUZzeTbdCPlWW2AoWh0tU+m9MmOLZyEsUFiK9kQDypIf0PSaEc
PlRYy+41dTZUIQqpgU9ga/Q1ZSDr7mHgh4DR4zTym3ro1IF4K7j/LEdjOobdMM2nGrL3Xo52Ze+l
LdN6hzS8Zk/WliJ15wYw5q1BDCPerbHozSOns835vhkjj72ssmHAJcHNJ64I3HwTbWEDKpa8VTjl
hfaiNt0GdXVYWNMc3WrLNwSWAZaTGfl20J3R7GsYn5OaOSqiEr/FFFOoDjdt6PHcBwTitV2XPYe+
7s7DZLPbPjQ8aCBjhZ7q0VpEItgtfs3Qv+JuNNhjrfrUcd6pKFYv9g23c07uJrb/Sslb9DpvdXGt
F1t9aiwnWVR27BeNadfn9ToMoQdfwdUxxAixkH9yNa3yYUQdmpNGGfo0kzHMl6k6/0mkP0H0xuiM
t7WWxXcfevLgL4OJP2lwFvMIwi/6fThvPtm+G0Vy3P5Mec7MMlPmOGm+HVzWiU//glAIP3an2Wrj
sRjaExhCf1ed4ebUm6u7hjvRcXXFYGBz/jSNGxQCb+JAq+ab/4FONHEzdHaV8D9XLnKD8pwHRxky
POlG9fUOOxjbZdOKHvwPT/X4mW3rkMB5YUdwvbTrE2k19PZu3djT3s60pCA0lkehpmBfZmW1xtM4
Esg5WBxWu06Zw0FtuvtLhVUlk6jmi3CtZo9jctwtlHeXMWOu2eE5+JzDruSBlBUxhJvsdq4emier
TGVzqIu1ekQaaY65tTSPyiichLPMRnNc1mnfUwtFZbiFRyHL9Ymf8jAmlIS1hCbxzCGmw4UudWS2
HzP0gmfJZdPzARJC9WIubOhzQznuQCqIUl+yEVjV7UOI7q7ye8aC28x9obWLJtL1V1ds2YeQ7mL/
KntrsNzDjIvIfu/7smDlTznXF1ub4sXOveB3CvmWxXiM0ikKDERiH/OqjvqmtP8t0FFbZIbTfM1F
Nx9rpwKCaTYE2rb/GRuwu+SB9SVBxs++d/44XeV1e8RVvAPI23UTTy2LYU7ZBj/RWHYmj2YqQoeS
wCYv0szcC58YZcDSp4BVlaXYKmC6tzQoGJF60jWGvcCd87jk63DlH3kH2yLYhCCC7QXvIabWKugr
K07z0TxuAtooyerK6OIeXm4jE5G7Ith0dspmY4kk7dcRfFy/dFXvpMyUvGm9+0HLoGEjF7eLqt43
1hvALFw4RZ/xy5sc5PC5n37u+q07WLYIhgNC17okLVei+c80R5sdSZBOVcxgAsZwdpx62w30uesj
c2FgNQ4WJWRibFYzs+vB4q7YMPZ0B7LnXGOnUEfzO+ISWwtHI6SxiBD3FIVlaYZGeE7LPO2BfWq6
oxDiSDz4w4hCunJBHzkGAbOGVqY0mHM3PdHPu1+h1B6WI3fKl6g23OzNA247m76hngRZmm7ibn1n
3Sg3x3RndSDyv82iMhgLmkaQ+PNCtcxDGxwVzwR1GwV2HgvaR2Qxi22dO0xd4xo1vtf1T1s75ynD
vMVSTL51lkJ0wNa+UKlMI3+3yLBk1F37Ski4b5xnSceX6NBSv1y3W3YcKNkr25sobYm1LSi/iy30
WJCKJJVHcNocBIwTOcVNRIAb2bQUXajyU8JnbH2ZNCZJPrpC7LkqYRUysCE0r4pKOurnCvJkXiFs
rxMFqxdzmy76wioYVe4tIJD1yRqVthBNWD63/zmH2TqHLGkGkaihGGK8JFaeZFvpeU/zgjc8kp5c
vMewEf72CMiXzye4iJ+9QSZv1bXkVW3Oky+0e1wzWdD7mcvsHsIutfJ/NpYD0nqNglFHjuA6R2aV
Bh9hF7jeEzvutctLbeQ2TqOuznZebrIwdlzSyosHDoU27uWAzSRSsG/qeR24ezn6sxoIKyYr2Wxj
8stSxIgxHaA549UBtr2Eo+oFEC3DbOMXf3ZyTwu2Y9bSO8Gl6bsuvVq9U6fJ3C7ZmzO2+Rf2MMbd
bi5mf9f3q2B8G7puML6hxrrtQzP7iD6MKcE2wVkVXLaj9F6adNDRhGXKZq4KA7CroOMZFmn9y8a0
I/eN9gvz0Ab+9C/LJfGF3qblcXDoFyLWkq97H+ozQ50Zx5vqhrHZb9Ma9Pd2GysD6KXIWNOU5rLP
kylsqz8GIr6+tXkW6MR1w/Xg+ca8RnNX50ZU/rgMqJebbL+mRYF5BLNy7C1e8BfOzL2rVBaXvPNR
QIPcprMN5gLYZNuGdd9TSiwxLhlTvqLb8qM3Mt9kCs+yhTLK6slJj2Mnm/TmGJv54/YcWgeg3IQW
u7rEA7cf3ayLx7Zt/TUaV0+8Csnyb3p0MygvtsA1eZ014sS/rPLxeW1t7r/0PxgXAh0a8tllot3s
7VJsyFHGsl15kCwq6WrejlqL9KneQCtfGhr2J5dLF4YAX90uFXrZLnZZVP4+QOb+pNgi0dZuOUWL
CM55+20OIuzxAvaQ18HqTIz6x8KNKnsTPDid+tChanc9ys8/LzNXShXSZI/GNOe/81m3r7zNCJci
tY8jKu8fVYjtZVmEd7FbvX2vRVnvyUQqL77pe+yzgmlAfQAwLPryD0EXso1rW6yYrsVyMQDzdDz2
akH1y/r3BkMDrakc/VuDM5QbgrvTMtoGZ2LFiNy3B/kRFp6BnFZvb0CMy+OG+niqDR/vYJOGRVKy
SObBWLriZtUTnfGWGky/fEU0Dq2Y7UOYZ+NeWfZ0AB0ZPuHKjMc5L1DYITEfMJaqMMHQ1v4FjTJj
HDNM6/VsvAb53N+7VS5f7MRYLhZmlafFX84VD9KBWkm9mJPi7jL9fjwAn2fnYOr7U2fY0NVGRY1J
/JeZWGL6w1wCN47OywtUGC4we7FYnRaKD8BhSYrPEv5cjA1QDrvXu9OWCfNoz+169TmFAU6a7neX
AdUafCJ/8qno/mtrDzPLMhivC9TQnTyD+VJNy3hygUAujlP2f6vVMU4M++YT/xSdDWV1fg28Krxk
0w/Rp1OrhiS0sHn21MX1JPsdJ1nA4NFqM8Qwc03QTFEhAbIF47EF5iYs0SZx0eOCyUZP3slkWiYQ
sMBQEa1n82zbAI5iNtrEHor5vZkaRq4Mt/JwtxLqeNT5MtAWszEm7kuavslxi530G5sr1QQ6ZS28
JvNGMOGOszoEjxhkP8IA+iq7akOBIvRpV8dmZX3pyjdOrIdKz2mw+B+L4ToM5QJxRQMZvtfSGIE2
zPJttnxUl3G2Lwgs88mYtvEBI0y7S8M+SDLikc9yNIqdUWbLG7IoMeiBuUQDle+P+9A6ODSvJIEv
ewxSXz587XHYwulIM+t8BUoOD3oT3TNDQ6avjqbWJrkuNqQ/1cgtpsuRVxgH2NgKa4IZ7hdMmMRp
p9ufzcJpVmIG/+0Nbf+d4aB5RhrH8DwjVEqjng6sSB24IXmMoI/7cccAy9bx2vrbG88v0Irqgl8p
+la1sycz+2+tWiNBCKBnRbO+WbxziLdjag5UpWZ71WslrFg4rvWSGUItSPNmc16zStJIl4t9pQsz
zxLBk8uGZQhAzKg2rDyyNFxBId7ytR/iSo1ZEbHgE4t0MFNB2JveVfYIBMRUZX0ZjFEGe7da69+B
5zKFZQSX0A/ByvmTLp9gwpjqMCgwTqsMm2PnoAGyJBfjEGd0G1H5Vzs8d+Mfr/WKd/wZGtHDnwka
c6urzPLmHurV654bFxdBnsvmXbdsiY/ClbSWKB/cgAYHXzSOuhqiyB6qm6wcEC7AskMtyvI8Nilj
79QZFjTAZT0X0jUfcGj3BwPtpUmofavXhaIQ/g+XG2YMo0ZhZA2osKXzu+mqzzbwFL7jYeQiHL2S
nTyEpCBMeo4dWzNw9bFceyBdskxRoHFt76gqpp3HTAF8aGwObrmKLxso76bxkuzsoOWm5WP1uEVm
WqAcbSKmKq5inrLlzQQyGyOkMfx3Hjv5TsJcgMmVpkPPjbbYz9AQ+NrRG/wzfkjnuZu9/jnbtvWo
rKaaUJfzEapJWf9V5dacsaib8PyNAXcYujRgQFkq/KeYrGbR+mP9iy2HZfC2O1ZXEnAG/wFxtxRY
82kNjyDqK3QTbFEZUey0aTRjSjtSCgZXlfdpwjAYnKSXTtywoucbXxtCMiTYkJhaDb9SPJjWb6IM
wufFWgE1MlWMdRl5zowHEDPKuPebwTo1PagOls9xv04Znq9cNekYT+bgn1WdkcrXhV27nC2yCSjN
Bqs9DHqxyKY35fYkPIr2KpTTtPO9evudenkaNzmp6IeKOJ7PrPP0P4oKcVxpqfabqM0E+0z3am+B
9bo5k/VPdrhXxBik3Esbkt/s1Nln3k92Dt5ju5e8aYeELHYwY+Y5ooocnHsM4GbC2MPCsM4QFzNz
yMH4HELMeAyY/eqXmhv31AyF8cWIwW2PKw7oB8xlRLRXTXGaTdVfRWa0QJ5hpy6VMfFssMHvlq98
b6GgtuWNYiRFRnyOh0nPYcT0a/nP9Qqd4DgQfE2meJ3Ze1NESN7octC7L2SApVcTeOWWObI9MG6T
+JHUuh8YH7iRkU0yT4jf616mTtGslTWjmLx0uttatN13WxjtkxF6xlH4antV0F/4PxlGbfEQjrLE
61IyqfS8cG+PVf28bbOzt+ZNMHzown8e/iQCDDbzB8auquNAihGLyYfwyemD4lKl6/z2g8TcbJT9
X77vTu91TvWBn2r721saWHyY6B0iGtj6zAhtjZ1+1GcD/v/5x2SI7cXgoYhVaE7XRTeYaQZ7+5Ob
jnP3Qa1PhIw3T6W9jd9O78wO5g2v6jjtkRogfZmyErNWIQLQ1GksEBYHoeuP6d5d0ukGyUfIIbFq
bRm7umSYDRzhQUZlQfcrmPDMJtw062M2jGWbaLb5vngm10SFv/V7GV3QoiVEiL6ZeLHKryK10Jms
FUo8ZHbynwlpmLj9WG//CqLI9npwx+AxmCy4osGox0uf4bs4s7fQfNOaMVWSC1OBAA7SL095BmPS
MRTOhmqX6hIGpyiJxjvgvA6aF6JWQivRa95dIYWNX7ZkCL0PW1fl+85HwY4reMdsj5lI/JV56nWH
VeGUifKA+5swJLsx3yrL86xDz2ZUO15rPgQCNaZp6z2ovxZX9jIa6Vmv0xKqWHINkFu3CitdYxq+
WV2g7FaW9YY9dirGSeUk8Pzk40oPikl6746GUzIPALNZ9v0wiJPhr8r+bBDk46FOrenOJegPr/Mc
ZPlp6+zZfSZabVuiShm8uTRzzoO//h8v1+n6CPoV1JcmNWrS3CikS30TWpXLwBzO2vYkdYCEL33h
BjtDqsno9o7w1A4I3WaFXe+bUvJHyXkfzd2a++b8AZz/IxfS6RpYjmQXEGtCSMylJn/PeWvRk8JX
tNmq42Ssq/W3zJnAFlfpaQemoVWzlZgNUYLrQW8r/S6ybCWupKXYc8x0R8FGkjneTfdlqGiDKg/4
pUlNVy5xKVzdX5HRggC3SSP6DI7Mh76LRNb224McQ6e9bz3k3aPpmcDfMXbDrX9yAvp2KGchwlez
NYmKXiZ3XC5M29Yv0YXAIBE+mXHf5eicYdSn4GwU1L7wJpZKYl4htIAUfWCK7jkFwME2xKbeT28J
8GcwIFycGP2suDfUKO/ohOrMR6hfQlGljBEMF7OGL9xvhd79mWFaOY/KhdK3ZiIcurZhqhSimH3z
ujAY70mqodvsH3NrKOJOQBiKoAdBmQcPNwUGvo/WGVr6xLC+rrkMXrkVwoMrBy6mouLutQN92OBW
6RGYge/omN0PrzYdia+BeLUIksGKy/6HimHs2MR1QKO1K5iZsDmpa/deDcqudVkL5qZp7e4gkOyn
qs7Ew9BP3RmyrbuD0n9bMiyw7ZX6g7Kx3GvbK5M149UI3cZ6MQM5PBGRXr8u45Q+a4IDRAxFbF69
3sd/b2o9pS/Vz/g89owpm3ZqM7hp0C27vTWuBB5sKqve3TBV89ucFr48hCVzApJKOO2JZOszrj3X
cicoTZf0h2CGb95xa0ys8uqWNj/kgpOYirzo5d4rFy7WKYVXJMEgYMz+/8loM9uzdUSFD575PMo6
2ZbACm9dGTgEcwxg/buqDvLub07YR7ovSG7xbjBDzRqzG69vrn67FOXezjelDgLhmpNh8Y1rjXsF
Ngvr6qc3bnh9VVd8aRsMLgG9cJ7MVC3Ulx7J8Yg3hhN+ELOEKm0D2Mi9qkZe5SUkpefkpf42nNDu
mDvMfau/ZkD74oS1qjYwuC2sQrTw04bE3ZSwij5IXX1uPTl/qdmfwC1AJVzmESowI6c3cb1hO+6r
49S0HAsgFtp+2tjCNz55QVYOh17Yq//qQ7td7GGVRbKuBIEcGR5NiPd6rIYYtGVokkxk9pbUq100
d5upAk03gBMGCqCO7r1qtnW6qBar+W7Ky5E6WnSWFTVAgDQ51ALywgJ7SibfRBRLKqYI8TI3y/TU
mj5fZVVKo93JtNvEXvpikmA0ld4iDGQ2zU05ev85dcOVwhXjv4221MdhKarPgGmN+BnTTZzaXngy
uVtEGsH9eiMG1EqkV3/CWvGhzBD3jrkgXNy1MO3y0rPt2YzWEY8QWyGKST+tOQp/0RTWi3YxsO1w
Ma+HAQtVD6DaBjKyU5gWhlv4zpJuYTdDbC9Za4MQM/HYM6RhqYTJBwtkkplIwdBjS/mIC0V+eloS
6DhJd6QUIuNwiWYCHlDOsp6TRk+sj6IYmLbXdiuzz7LSM8ej3zJnhADySMGxConzHGfPcsnL2n9f
59wVccVGpeI0sp4mKe2lNS6urCp9GH4SSA4QlrWMCHLMloPF6NP4RzD6VMa6yPofPicssz81L9vM
RrzJXqHPLYJZvwwRSthV4nja6r6GacOrNA4VcQNj6ubu36koVfPf0Pgo/Az2q/q0ElxAiZIuhOPk
fZ1Pu9DuW+C7IOhxdGx5XWQPa85uiU+cy77P7eC3Qt7D1szdPHZpn6Zz7c6zf8DJO2oMTJ0WB6eY
/f5I3EB7R0kJ7720ptdhloud9HwozY77eGmuxtCM8wMzk/K5ZZ3s723y1jr2ApCoveM1c7qvCao5
dtKVD0VbMX+l7UdwIYLCOi88d3FeqeCtGHocJy4F65/CTtf07HRUFx8lgUAezghiR+H01vVrZW6r
2FA26y9gbyLUppES80H0YeofGDiLNFGgqtessoqvBTPSi2Os7u+B2geBHNyFQ0nkhXseCVVYo16O
JhFIVLrBC+rBrF7KtIuBQRg3NdyjMggfUrIFkqAccbcF2DKWhIw1aH7wkuHeMb7d28Nm3lZCCa4I
iQISxMgG8hxJNCL3jFHLLwCGEkC1ytL9D1QF/1WC7tCfiSJuRjGeytQSYzTPNpiRWbefWf0zvNym
YP5iDF2+5ONS/1sWNM+YNwxibqAI2nGANUdGN+metdts3kDck28jcWSHyc+9hyYlQMINbeMWZlw7
o2T2fMiseQatNVDiGv7lWzgEvn2ot0HfNLlUWDR16l8WD2qmDG1dJnlKdRlXZlW9hqNhvbdh45Dy
a4/WiU62pFnPyiWZnawzd8zpBfoTSD9XxGaUUDsM2A5u6ohdGFjo6XL1OyI4MKFEm2wszFDNYKTI
s33BGK/E31Fpwgl65ZuoZtt6EhgPCcFR7nZIaT0icoenL+XLGat9NYTzaQxXf99Tfu5FX7aP8FAE
8YC51OeuZNMcCt98q5vqp1JI81vblSlAzeD88hvDqs5l3eDtHtEobsGgwoNThsauF+HzarrW2SWD
B3kurcIzvbD8O6CYHP1y0d5Tq9JQXxErf2W0L0np291OrQvZUqGRczIhmPFaq+2Zr0JcV5uGgMG9
JlR2HogKA1wgiqU541t1qU9bcdI0esNjTcgMpjVygjOiCQI44LTIm38Gac0P3aKqM4azOd68FHdf
pbM/oKPDe1C0PdwfJn3iBDSRIl7Aj1cQyBdZE0NppIYeTyvbCKsLz/twqEnzSOp61PQL+EV/OoMf
AWcee+yeHpTzLnUdwVfA1o8E78ZvUipE7Dnyb2NL6za0BOtxwmA0zqfm0IabeB0LU/9plqBH0RjC
U19UzksH20K+MU1lxqtgwdgEPhhHYMmDYzAUYzCDLs/OMEWpgdvRi0g1WB8cvczUHFRuEe+Y5TIu
dN0BoLLtU4aCDcMl2VUMX70tv8KSBudmUgv/TUTiFuPlbN8WZckkJb/lkks3+JLVrL87Yoouq/eT
SeOtUFAIyUfsfBbAF/LIWXtEg/i2m93cufbu3KzTrrGYrBKFIV7oUoyLV8/jRVl5PexcPv32DABo
nT2X/be8/ESKdNhTfzCAMXxr4euteOFOLi5uXcsv1ffWUeYBP1YBU5Bk7lAeGwJiH6p0nH+s3MN8
nFhze0IPHndpNtjflAfrq5naSN3BorqeUVWmEmyv3n6eWULklWV4tFmmiB8qrSm5iO/+0ELB7Cvs
Q5GAJD4wNeV1ZNGTXBOXZjU7Bl2lXoPemt/YRpGBrLUGCXgSWmCxeTDBFPgAQWVkNOmJ8kdjFt4o
Be8kJYpLYP2fk5htRc1lcKgi19oyagazvVHKDXBngkFAukGS13mvjmut26vIwzQZ3HR4WEqEdeje
9Owqw/zVMz/sEboMrAvdTxZcpJX5Vyrau7nGC2J5Vn7nUq8ePS9Xu8z25JtZjfURRMG7IqTq/Wov
nAGSOe+hVEO4Y5ZWnTnYkGu8vGg/HFCbKRmazSO1kqojha77kYN4V5GfP0xrFb9nPRp7Y3HLK10T
ZmlrrBPfAb/MumAirI2UpL8Vlu/v7ee8XX27eqRXs9ZdUDTL1Ro7vJjjNpQJQREW3peOPo0kLTI7
Z3YtFCSmuqfaJoJq3YesSCgJWSjIRv8uy86Wl5JLLceNNAul2VUDYl9HhIZRMUf/4+y8dtxYEi37
K43znn3Tm4vbDQyTnuWNqlQvCZlSeu/z62elumemFF0kBwQODiCVKhiMzPB7r11JluHdyAGLNk7P
CadrHxBZhnrEorhIOfeMIOFAYdQCx07RekILQ/uEIii9M9mnG3BcvKBhYE3NYqpvOPZmf8HWpUnj
W+Zh3M2L3EzQWF5zvU4293oCMeK/jynA6bU9oXZ7kJCY5e+nmanHkKwCCLvxe0Q4lq/sWc3dOEgq
S/zslxUtsHHhOKRWPxbqnsb5WtbDPqvkMxTpI7XWHHC8H/DdYa0rVpJkyh6LJJawTZ00F6byaDPp
90PRkoI6JWYZvR+aka3bZC5quS8uYzVrAgDXlzzOPqpY3ft1e8t254Wp7wzw+liTCOj00WMQQ5an
7sHcYdb2H6UYwfdFT1ITXhKzl9GKqNgk8tT7rjfjm8WrfmHZ8/f50N7cMqBz0ax2D8UmYaxWdqF0
YfaEJsLGNWyZKqfe+wBN/VILVQ0EjV1d+DAFwjjyeTsyZFAILCkxOcVrxE+XUf01IZcgLQvADKFR
7KECL/JXLRrPtPb8xD6homtCn6yYQAP2ZMXeRHshuQk6OOQziHBCALIX5qyoQu/ULQPjRV7xIUr8
SyvSW7zAy4veRFXonQOHA8zxWbFPHPstrvI7TjJ+XVa02DdLrYlTKx73TKi3sr7C43pZ2o8qdM2h
bCsulMJxLwOit4c7Y4wvA8urQscEOhfilPbHvU+i8FJX5nQVNheXveC/M0s+dE2rUORSraWBbm9r
t6glyh2Ky/bCRyl0zqBGW1zbbb83++5QK/5GzqOLcgrV33TwDxXnSU4lfPpun6nNivimr7XVXNji
Qs+0NQCAjVJ3e48g6hVCG2NllaN6YYsL3RMeFm53xDt7ZYy8m2pgiwu2Prxs1lSEfhkDbygNDa1q
PfvEi9Z89zzjsporQseMHHQMfQUx1gi4+XeknM1Cqsdnhq0jk5si9M1KSgsvVacGqqTVIMjmTMkL
lMseqSJ0T9upgxhqaUr+i4VY37+q9PyyJZAi9E/Jr+2486tyj4wCiX2CrbpUAHpdNGIpc2t9eM11
fzBAUEMuZwAHEiH5z9EQ9ZdNQb9zNT4UTo71pBpxW+w9RZntaBaL2RiU0mVVF+ZOW0FKMll5vvez
yQaU0d1wKJ+7lxUu9NEMBlKkhFQdM0i8gAyyVjC5Xli40EXbpA7TtmNyC+XkCboLdzFZG51pFuP3
RPzJBC0LfRQLl6yNkUHD4JF9UqVok+vtF24RIaYV5CzCpclnwbK1K6xpP+SVO9bZdGXYTjqt4Un4
XzA0xrvIIM/G8mqHvU6Vu/NGh2va+qcxoHBBwtXOxPnK5ar73qvY7cJoQE0i4S2tRjSJLSpDY1SN
fTmCd++7H9YAGhX34oLDAPuuz5z4NpFRL6JcG25wY4R7C5jUIgikXdLqj2Hl3EYkVLV99zKMwbAa
pphDMrZ5U8bHFlYm9U92lsXrxpT9FbIaZx1XznyrWtzH2EtWid8q6IGDbqcgEDSQKMBOHw/DYPnr
KTfa+pkAgK2WVH2+wNYl/QQBbHFyYHQoIKDxdkBREPFom4I79iucqDmHUBEg2SC8dUrPu4WHuZL9
uvtKejAOx8ZcEv6rrdDzHxS7ep24rt3pbXIrZR2XD0EpPVlVPnwbHFYGpnxIsxiSjFdYW0UCyIOn
EiiBHc6kX0vpADsMHQJMqR4WipYhQMGrm2HQ0RccMVyFfotgMz8oRbJj05o9DrbnbQwJ+LWJjP0G
dBnWthGJXwcRUFfvOkO762yjX7MJTDGNWgNuLgzhbuZJzUqL+tY1Iyd5iUJkVWEjbRQkIncxgCsY
bDdcVmXLNI+epyS1XVZn2bieCmkLr+SpkMaeYxEslKw3lw43YuMSvvKdjgvHRRQK7Kgaxi3cAFD2
cWBfQWXsURmMVxJeS7xvhqv4nkeQLhR3STMsvPvmsPEgi25NTcFkkFlr9Ff1F04ZkSN03CjD/Oe0
0kpNB1pNgorRVYFvuYBN5LXZS6rp4qzFi2aq1cHWINRDs9FLCMvc2zVabeyKcmyuPKe5yXkZZzjt
ynbA9G3silUWHJ3ecNNu3LaNedX72XPfjBsltttslXeYm3THTB5qbuqvRkO+jiBRrmpowW5gOViW
FNCZHZzZA+6mxm1K+VlBEbKWoWDzokVO6hp2Gu+tictYC129aeP01f0NwHzuHuv5XtemQYv2lxPb
4zK18GNbHD7tWixRy1LHIOmbdkqixQQXuJXfJ326bxpip+4c36rBmNcVbCFluIJ8N8JzJiY6NG9s
FRUNFy/D9UgYGiyUsZzwR3JfhF2w6bS9T07Fq962uCArW34ES2FeGX2OkQB2bfrSQ3uhEfTeJfDK
GR+B11wbnGuoz17eEnSQ72LNlK9CkK6vdVnL61Z17kopKrZTz+2QFSzBGO1MjXt9Z+jW9XzXjL1N
WZVGtWh1zi9tNFgbO/Th48ArgJfAO+3O1h48MMN9DAlonfbhvom1Axyz75bf2TdKpEJvaip69jgV
0+sUJglYhDA0NqD/VTfvOTPtymCfyhp3Xmk9gpgAcUvKhIOA3DSscFqXXahdGaoV+Uu1HeQ1vOZr
I3RUewl7HGEaNK4VqgpPWmZjMa+s3oKAUAsoJ4lrRGb+rniZxMF5XH4JQ668lTqrVgF+z6tu8r4k
oTn7w6YuvdU5+lmrab7nDp6+AXzXaeczrFxHNYhofgE3h2HG07e4DL5hkFS+OBKbOCTrJMJye1ou
JU440QAin+XPnXxrALpYDf0ocQ9fzOImq5KklY0b5jnALbWy68pa2sS/UwW/4lkEmOvGUM6u6jG5
RVjjXRPbcCsxhBcZJ4CaJiHORkNDlkgPYozhQAEh/lUxi20WV1teMOnWx7Kz9qwA6DEXDPaATiuv
UtQBRglFC6Mf3dkrp59FhjAqrrX4EQGXipqw918VyekfI1k3X6usla7lHOWj27eN47xxOd7+kIDv
VlB1svLJq9p3hGvSAfYdWsmRR4nCtd37Eki6kSe6LBtremBRMa2bNCimJRJgJADckv3o9Ir9dGeS
xyZhQJFTHECjnrxxMD4SadrFmOcKdeVMVbkMnCqD2F7dNT1GvLghak/TGx+dSTXwZPTcdECDO28c
KfpbuSnDFyQBTb7vJL0b3QYF3lXUd47lak7ztarRgWqAxPdd2iOni2t75CLHbL616B/czGkmZBm6
8eRos5ikwYDocXGwBG+CowxGMe4PEDQK6BC3Lopq63SFvZni3L/i4gTks1Lt8QEHeKtL/Q6JRbrU
uG7cSY7MlYNarDQDmLQ7pv4d544EFE162/egfLSAK9XhF9e3pnWQoIaXbxbXO248VP7GKCxwXk71
1AWJ8iLzSNH1pbitwFHkemEUz7CbpnZpl1WuLe1ItV6TzuGmrZRl+6ZMpy085nGrG2h/BuIfNmU0
YXKV9PibHwdmuuQgPUNwpv0Cq2E/5BU3pk0S/tRkrupQ1Sn5aztm8qHoHP+1m2/IS/y9y4QBGc5E
HljRgjVN4gZh22D7COFeRInS3UotfurWS6FTWY2t7YC6P+HQUnY+akFsplbwbJXFeCtFqb6ZrzlQ
BOuDsnJUTGgA6LhlAvZ3GzXddKfLExsPzdgzoPkgExMI9OuiTqyIFAtEHa7FPW7ppnJSMWXlGlps
R+HSIy2y+oCaEFwVwUztfY/p8SmPuvrKtrrsGbNUu2oMzf+CLLVggYAevlmTCjRuuf0f8n2skAIE
iS8wSJuquaZrg4wxKEryRV+weZYmHQOHHkhLhOur0Cth6Zujtuxz/boHlLvAMs2o1ifPeu31RBV4
9yUabgXzUpVsVGZS1nWwarSWT4h/e0vC8tljIeaiJcvuRj/iyaWWdFkmpizs5JocSRuoMH3f5HoZ
u5FaGijba1Q0Z7aK877qsyWusJnDatoAGRg1mCUofxdAEmh5FRwOMHEVgPPY95ft7GRhZxcF+NsD
Vjl7ZhhWkW2NhZPjVwAXvzca//Vj+G//Pb/7V6Xrf/4Pf/6RF2OFA6UR/vjPpzzlv/+Zf+f//ps/
f+Ofm/f85lv6Xov/6I/fodx/f+7yW/Ptjz+sMi7Tx/v2vRof3us2aX6XTw3nf/n/+8O/vf8u5Wks
3v/x14+8zZq5ND/Ms7/+/aPdz3/8pchsJv/rY/n//uH8Bf7x1zbP/L8d5v89/q+H//i99291QxGK
/nddR+WtG/A1QcOxx+vf//UT7e+2Liu6PfdTG0fdX38Dx98E//hLVf+OGE1mCYYiROUulF+q8/bf
P1IMxWRid/BSzr/31/+p3x9P6P89sb9lbXqXh1lT/+Oveef9Hy8fKElhRy4jIe+52ZUPPiu+eNo7
WeKq0pkN+bHChQ15N9ZpVqq9fOjJGzPb+ksR+jsIb6sPbf3v7/Kx7nMxn9VdODHrrGaEwlrLBwdj
dClxh3guYnfu25+VTKt/PEmw5SICKtTKh5LEkgS5S8dNW4QbkvWmanB/371f9hXErTnUbNWb+KDK
xo92RWbQ4nTBx5pe2JbnrTqpoYqUv1UBd6sAUcmdy+3pktMQnfDZPxso1OxO6jGKHfAwmcWzVZw5
IPp9JPlJy9vCaCtFEMMRmyoHRZ/WuubvHeLnOgghvZXDDOxuW6h8c0wcboEtHqM7qyrREmITNYqr
wTFufQVUfWIfbJiFUcAGXt6bOAdYfxfb0007j8ufVVEYr/PCsME7yPJhMKJX4n8WRYRSK/7FCmOP
P2Vz+lOOvNy2MFbj4lIaZm4Y6Nmbxi32EJ3pNUfeDHv++w8HWX4mVXVS0+Mt+csYxyTHrFP7TLj5
kX5jCx3eR2vJAQaVTlttxeLAmsg0gXgHQa5St15+5itYcz/87BEIPR/OiMoN9iQfDO3dHOpDmZBO
SIrtiGANnhbudMlGoWVh9EVnIxtrX2mf0zhbjfEsU65X/YgaiJSNinOGNivWEsZWor2W6EKWgYH2
25dWoZ5dk6EFyJagMa+vtoPsuDjYYWaiR8BdN3GhX/mOSxrmMqi+DONL0TbrYDAOXnENuWshYecy
uuBmlLPbmT5js7LP1cSN2+EGwzE1MRYs0PJcXScl2k2/WVlxtWHgWYaqueOyy63j/kZq36Cs4/j6
CcBh0YXoJCryA62fwxQh0Y7c+TDS1h+iSeM8oLo//QIee0+EMTDrIyOwp0g+jNljWb3p0ZUCtvR0
2er8oD57gMK4F0VdlbYJfcicDYyco6GRBH41K7XraDuMu7GB8q/fwUF2WxVqGEwNbbSXfRgcigEh
tIZ/NZGetAq5SNPuYyfDvBWkS9J03LHtzrxo83D2WTWFURQwM7Kqive564pVr77GcFuq8U0BYptz
JjYf1cLWPd0mxvzdP/kwSxhT6ZZgcKVGPmi29zJGuB7sO7OuXI/glMnBIZa8Q6qkaxm3jdlw9CMr
S7hXB5xJyHHg5zYECLTyi58knDyykvR54SvFOBSQN2ytQodfgJVPXdXRXTIv8COiBYz2joaWVP9q
8G4FrXSl1KprFL8UCqkgByKKWgBtXbDadzPEaBwvuQ1Oe19+ZD+f59fYxzAqPNnxe443DhDCJQfL
oMKFmQD/aguxhbZXQdxEKLBIGzjd0r8v7D5raXEEB82N2UvhsXJcF4D/b0Gyypwhzjx4ZTVIKNUq
5n000cqbPWKPjlG/6hynjC5eMYLlXgaOJAnTY3pRUMfcwwp2WwV6lgp7/nQtj0wAljABmHmklWQ6
jAfWwFvUWNeR9ON0yUcmMEuYARwSNzxOR5ha8F072krCpqz9TMutQkja6Y84MnhYwkRATGsEAZJJ
ppGYsb90/TdNej9d9LF2mYeUD/MXSosurtE2HRxnUXbb0Tgz4R5rFWG8KxLs24VCuSbDiNe2C4XD
6rLa2SR16tXj6cofaxdh3DOTDPlozYcQYJebN1H5w4xuTxd9rF2EsSo3e3jxPqEpQUWkDCfUyzPl
HhmXTGFcKp3StmRCCQ6FEpDCU204CF4hoobbjqMisndWyDER+vfqOYx2hBW7JKA99U2ztArfDaV6
qUDLlYhd7GevQReundpABDU7wKu172nrbio3UgoaPlYWQWXuwvauDof7zrpRjWBRp99qPYMrs8PY
UjTFLvRXjrwG76n70Zk13ZHGM4XBRuosMlU9i0VRxXFEua4c6cKShbHGLBCnhWE6b1IeopGo3uTM
+HDkfTWF8QFjWpLqijkd0rpBmh2v5S7gmPZ+IAbQSuRzT//zSckUxoqSVF6J3DqGygD73K7Sz3SE
Y7WfH8SHXtymIaRFLvAOMVCmyb+aopdp/DX6LWhs5UwLHXuowkgBaoUgBYIOD4n/o1UOHmkXZ7rE
kUYRh4qoKnoVQelhRnJwz1OcqfCR0cEURod+CBTL8tTpgB9kbSow9bPgVvLPjMnHmkMYIDQDCq0W
0hyYbZdNtwZmeqY9jtTbEEYIP5a9nGy/6ZB7j3UtLXSPVTgXkadb+8irYgh9U5Z1X6/GisW+g4g6
fhoIdtBDl5QfuGs/T3/GsW8g9FKY1mlrDfNnVNtGf7ZiLq4IIzhd+JGGN4SeGuZJ1ZKFQfNky5I+
em6Pf6xcoW8G3ME0dkq57bcEG+655dGxYue//9A1i8aWcL8b06GXtwHwi2l5WTMI3XFwcOlVCdWd
g7V6bFTmmZnv2MMTuqOkFoXRzgX7/m0n3yvswbRLTkx15/da/UNbJC1E0g6a9iErAGYsg/zhsrYQ
+iL2aoIf50fnsK+ZtoZxpiceeXa62BPTCfRdMdc32FgPebu6qLq60AVVh31IyY0uo/V1qLndtLms
XKHbxSWLxAoj0iH17wftrezfLytX6HFNXISe6TAgEc4yxNcB4o/LCha6nDz0pZ7kjKH2AMx+GcQX
NoTQ5zDqT17S6dNBNx/V6bE5t4GdG/KTnY4u9LkgBMpkNTREVNybcXPf1uBGerIuKnuHEuHCVhE6
oN8ExOflfEqAtn+U9vngXzZ06sKMWHS4yaFlyQduCJtxNwyXzYW60P/SIIz5T+OFTrbkakTOZR1F
FOK3UhFh6abckU1DC3j+slWkqMLXJgUxScx40af7TF97F24aRAF+36RKO5XOAN1siSAHi9bpfjKP
N5+8d5rQAe0gy+0ypx0m51tf/UI4tAHG62peveRWVvfRiDR3pz/qyJAnivFjpVK8rrIm9skcJbVP
Svb9dMFzn/7sOwh9Mi37wmoK+qRMmiI6tI06Mg0Y69OlH6u20DNjLj8xdLLWG9D3KInuBm+XFSx0
xkjjZjKzaPquWpnW1msvrLDQFcFAEegy2CxOLXsxqbfhpRUW+uKoqVC+GwrWCSBPd217ycUtPlJh
Lqy0No2sgOeXBYekBQ00Rmfe7iNvhqi6h9ZXa848ejhE91hsbFv1LoPDffoB/tYIf/LiqcKsKFtq
78OVnQ5K9Aam5C5wUArM0J9soShEHhjPOSZMQOYuWJzFaAGAVB4Sgpz1tUbsuTLK2zD0z9Vmfgyf
1UboymEb5pJWURts6K6XEnFctIsBq1EDlJue0USh21oP5C1dNubPt6Ef159dHs5QqGQ8eElwVxb5
bXVm0D/22IQOPcAuD4qEb0K0UES4S+7dBmBdTj+1Y4UL/bmpubpq57etgRZRJnjT5McQbtjp0tUj
hzCihJ90V62qwesf1IqzlG7AH+ivM7MFTvBGrNlSQhrjq9JeHduDqaiL1IiWBXEuPUZdoDgLQ1XX
JLXc5Jm0TCJi1ix532DqP129I4PZ71p/WCZPplJjpacLBzKuzmg3jOc2f8dKFgaHAYNfwmKFUYek
y3yHePJ0jY88LlH7r5NBh+iXckNc/sDCdFhjBFGcaY/fXfWTTiPK/xGUjZk5j2l9TRwAbn0ozDKe
9XgGQ6nTZoi0X070InfOKuq+Z9aTrm7gjhLUZi6z8mfS6wdIHWPxok/pqq7jpZnGm4JUxQiJk5No
u6L+YkgPp9ti7smfVVYYbyo5qom3T8dDQRJEHN7XODlTBY62op3pHEeeomgp4LoH4qwmjweCWwFp
/Rqby8Z40VCQGEaBbTobDwDZRzYmF26tRSvBhIaJtAtO7cDXuVIaLUazumyp/x9GgqQYlCGitSGc
GbGbdWee4rE2Vv8cNjXC5CvwUAxAlsnNIunTyYUHaYow9ZfIpBW9zMeDyaUn8taX0+/dsRoLfdvp
0IMTXjcegCaqd/5FPkQc48K8L3HnO6J1Gw/kqxg3Fxcr7IFJ6mmQxHrDoXuawu57kdQ/TjfDkaFI
FrofakS/qfB9s2DbRtLXwQ5XnpZctnEQJV+g/kMj6IfxQKoNd4bVZYtMef4uHwb8bmRpDGsQA0KI
H39RXljb+U35UOzgNT6Pj2IRMD9Ew2Wjj6z9WSoJHWFR6bwQWXAHX+YNiMW5SzrjyOpIFnpdZWr/
7nVeTRhE99VhajbQdObe2px20jQC5/bv5Qi0fWUsDGxgY+OsAvu99jK3mRMJvUdJKtZ5fnDse15c
d+SCQ32KqxcQ6fxjGE24Xcc8I6On3A2wTLLoR19JOwOBqu1tjfahwTNobwkM8CLAGpw0rhIFwWul
u2OpAcxYzdkS00SirlwBGFNcKXiu5NfTb++RTiwLY0NjWGkF8G88ABquySmolqfL/T0efjIrycLo
YDlhWI6+PBx8dDWm9egHvhsrMqL5V0+6l8OfSfIupY9l/2J0b8TlXfSy2I4wegSD3HgZeXgHW1pl
2ZZ8vdPf5/N2sh1h+IjDHvK9I3Hi8K3LyZq7aDaxHWHwsJwBao8xF/sLk1TbnVkefb4ksJ357z90
RGY8ZUzmp+pFL3OsdDI9mOYPr7/scp/NzJ/la9AbTBuKODcGXzRzEepnjoLnr/2fLw0ulz/LNck7
wiUzDVxt4wOZzRKIJ/TowSAtLD23GD/2KIXxxEkajRU4h4BKt/EBAxZnXvnPJwLEoH9WHqZQ3VX6
/CzJS5XlRZQ5ZJWeu1w6Vmuho8aj3UL4pNY5Ao581xe70y/2b3rAZ20udFQvKdCUEc/As7wiL+he
xX7d60sPNEzwHCDGmvR+KXfGOsmjuxDum6TcKI4EQI+sg7rckgGzNfRxn3FxCVh/NeNl5Ny6VyRj
KUnsUgrYiO9tsa3CJ5mI2UzBYcEFEHC0ZQKw/vTXUH7PXZ98D1HTqHdKZ6sau/q0NiGv9au20AkW
NNy+/AkAy805X/J9jethkHCyvYIku5iGYBkPuy4Bh9xau4HVfl3ddAVJNkm2tPU5BjbB/rKNIIOq
8oSYB78KJEUN6VahZldmdjUYOlRQBuw4IVLvedB/agBxovjVKqRHXenWhpre5vF3ufliAeapB1Cj
PnGSkrnWcOZkXUg2yo8Z6x9IKFrMdZPfBcFLEq2xTl8r3bQcYNfYxi4jW7ab7ruESjZwFEBJVoay
sO1noATLitDGZMYJf00y1a0BZQcVeHO1IlleXwxWjacNNHH6DMLWylUSaayNEUcLMuqWPbBEGcOk
7aa+vopl48a0v9jaVZw7i5EIHGd0iNiAKG3jCZDv7Mh0B1NaVaqyyNNfsmmsgugN3sBdrbUuqQqX
jbm/5YMfRjFca35ORDDnNCRBRG53zvP6e+H7yatiCX2JS2U7sXrW2kXxlNtX9s8cIu2ClB/sVwUM
yXjn5We615FBwRJ6V2j4AYpCdpJesu9aUGTAlsuzN5NHxktR29EpEmQgmy8iS8rCrL7hngvHX4l2
VSRPSU4aFpjg+wYgj2P9qP3HvOj3SQ1KZZ2S41ECEuvMyjVKWK36NZumrZ2Uj3LbkgnE0YMFSr0o
CNt6gBz7JajWSQJ5j1ioVCWcAUW15KzSIt6gQYMo07crNSsRp/VLXd0H0ZfQus/8TWORyndOd3hk
DBRlHtAaB1y9Mi+EPGf7cgt+f3r0OFawMA178OGqXqIdU8cl/6Tqnk6Xe+Tpi3LoKTCVsJwPVuz6
Kqr2Q7SVhjNa3XlB88k7bAtVRh5eknnIVNnFOlLBn9CS3axRFlkQrTtG7NEs9719zpt/ZEEhypk9
DaZy740DNLE7o36q4mvdrEnGPfNljhUvrCds+JdTlzMHeeEAkipcFeNb7YSuCVjq9JM40lNEaXPd
EqbTzisWOTvoGdEw9s6ryXbdm/GZ73DkHbKFZYVK2CMeFyZotmpau04uwpboti0sK4gkJ8WqoNzY
WJMonjZnZsxj9RUGwV5TW0MzOfE0490gu5DjT7f0sWcpjHgZLkElq/zxwIHq0qoy5NOpW+t37ewS
Pf0RR959UWpbSWS3Y4nneK78kpRvunRTxf0C9x73PDhkx1lwfG5hcaSZRB1rbsYtTGSOqIYmc9XW
3iA0u2zUsYQu3I5lnulBPR4wV/rhITp323jkXRelp0oMfp8opYErtfpa6cddnodu2Sq0TrInbXJ5
+ilo8xv4yRAkClHNPCThWGV0s7SrTMKnooHyL91JvpuI8RuTfFM435vxTkJLb4dbDfeqXGOzJmut
nIg6gqA+rr1KwdNcLnsp3FSh4w7F9FSUz5nebKYQzmf2HkOBBXwhhdWazCjbtNen63/klNcWVa5Q
SDPNruhZWfOazBFVAwFmLXvstFtlwfcIfNxgwl3gkqEs7gvvNjHvLft7VVSYPks3SlEdTwSWxOVh
4lxNcpxlF60bQN91cK/EX9LZL39uBD4ylVjC8DIMEvBwIgAOerzsm2UHS/SiQ1hbVCLagRJJ7TxJ
+dX3dmiXEMXP9NMjfUdUH3qEOspBOb8g9o8sv5P6r6efnHJEAk74yp97ramRg3Zy2OBWXJaoFSnu
1UPcv6XKbQXSezH6b3P6CGjme2NBZP3S0vdJ8UXx37QS3DfZByWHHcQ3bHQ1dP3xF4FrwJ1fk750
cQ0gU/uq9PmSPNW63ER+ttBx1MPgdtXGWHUWkWe+AjAYY8kwvntzsNOBWCQ5fVCKa4Oc2uxanq4T
MOvje1NtCzLKpa9m/BiS/17X4TohP0RGfS5L47Wt+A9WZfOmVwqBvzH7u31lfh37W5/4BsN+a6qr
ylz63UuWlCGcIGc1FTW5Lr+s5kEnhagJriezXwQ6GxQdxTshR5q11HRnEWj1ddDISOGerJHY0zu1
fyr7h6ltl61/J2ePEwBbbwecNs4Ap18V5e0IoVg/mNp+Cu1lMPlLKzhEZbRw+ttYBSxcPcf6odB+
1mTFmAq4WG8TRuS31z+Tpl/JunVrl/XLiOkpMEneImlauqfqevvz9JM/9kYJvaDztb7MibQ7YCyJ
mpvwIpewbpvCJKsD70jzgXJ7FTPK9XRuKP59p/zJGClqQoHq4XgOBgqWPZjPCamlzjLw7n2y/gLj
OVGWWvwavXz11sZ0JVlfJeOHF0+Lyd459osZvhtD+lBUyb1BUEkXbwlcU6AdGOxOCdnWtcuEUbYp
TNrkKvVFqKDCIBt0YVgH2T/TVefzsU++v6gtLadQg5fN959IIWAwDMpNNzxrw76Tl+D2LxtoRI1p
WGpxW9UN6/eS+/Ml+5OLXjdDmKFtM8t0q5iVAvFVZC2Tbnm63CPnzraoKY0TM/uXwKbDnQpYmlSp
bwHxr0wpkOOXrUIuww/N+lGO+yLk1qZuMdjvU0g3hEdbA37ZunUtQDxhB4V5+l6NNxxpJDbkjlLG
1bTUsxupvtFMHESrRgUe4SWrUP0FFn6bAXy2i12bZTdF5S0SZR8PkuvZ09oPyfksnuvqlmTFpr22
/FtDuyGnkpTcC5+UsNJ3TGlUUo89fVk+xMqVxQHG6SY9MjIY899/OCyIugEcjM8brKgr80cbnlkk
HCtWGHCIUdGkdD6DkKVqEZivHidXl1VYGHJGOykkUma4LPkhEYc0WNUZ0euRlYIoes3awZd7WNWH
2gbTwk45MJ86MhROV/s3pO6zHi0MFUEWaHJg6GwFScurAuug95ipElnlVKpZ+9q7zQUmoQ01GH1t
kcYJyxU5XYRldNMQFDv60puVhe+OJF+2fhFFsxPS9RSTw3hIzean9hJo+s/TX/XIsxdls8R/x2Sd
9BPKdYLHl+q5pdyxcoVRxbfVsNAqym1ZzgbL4P2y6s4bsg89IIRDM5LbNR1U86WS9xeKkm1d6LK5
lpqllFNdSDSDvW7P3n3Mb8wnb5I+t8+HCndy1BZBS4Ub4nUsixRb89lOQaNlV7HVLfzuVzaysWiW
UUmQanDPQaYbEVtrDw+Z/SOIDGy9I35f9TaPcKEkr8XYPfbYKCFNL5llvBRHn7IhBmYhN/m2RvTW
vU7qzZTf+eUmSbatsoH/72rNbV+/av5FOGfdFlW7kQqQpyRC4KC/acW+7C8bimaWxMfmqkfYqCFx
6gcJtHa3kesz/efIdlEU6QadFimNonGPr9/2wFwXcc75SBBxrWMHLC8v7E3CuOH32thixmNYItys
s5p1bT1d9OKLqt2c3Eq5sOb+NGzbemldeMslqnal3POn3KZcRb5qX/tzfocj7S2KdgdNA+hjdajb
qycTb2+Wc0f6TJ5uXj9e1iDCSKDBfIdD2HI22KTXbc0RbHtmOXdkbhHVurD/FcdQqbupfS2zaaFq
V5XtnJlajoyLmjAeaAbwo3ouHAJeO65r+Uy5xyotzOFqoftgsliDGtFX0/mVcJ0CAW51WVsLvTL0
cmMgeYoFDW5sj3yVM5U+1hjC8Zwls262clQPDZF926zYXFZdoRcOzpgQwUF1Le+br1zp/mV3NaJa
d5IqeJdqy5gH9VxeteVl9RW1uvYEzLGRYwY9ZanWJJyfEZMeaV5RpDsSV1FrVsSJ88a7654valyR
jB22RiVPJoV2V9XqHPDjWE3nt/rDLNk7ujMlRKzONeXY53RNf597fzL3ijBsr87YAyjDcOiJ1Ili
G4VJan7vlRbAWr1P0hoW56ExlTW53m4MhCZMuf3MfG4R7wpgSIsatlrODiO6lxCrZdl1mX1Ji9dE
97c9dPrQIInO738glluVQCIsMpDJ43MNskfhtKv7GuSBET7b4V2E46TaGd2NRrQxV6VkXLfkwVjV
S9KVu1TjeDr6ikKEuLhJ28UB2NXYJO9FxhrjDlDfJL/YETa66/J6H0A3NIaxICvpplezvd1sGu9h
GDhQOQT+tk7UjVq39UIZVKSuhk/MpkQ0WXg39fkhlMjQ7rcqMwqhTf1CT6edk/c7x8k2uq9sbHzL
We88EeZtLIrAN0n8TS7bDszAqo+PmWTs0PL6nKsiQi/zRaGfGUeODH6ieqqUecsHoiQPYXNVq68m
+VyNfKEoQZRPOX4bFplG7yyMn636OKZPp1/PY5UWBr+6iOWoSSbcFeO6s5WV3sJn9JenCz/SoURl
Ug3ZGxCszzSDjzFahvqZi4/PKw3Y688nWKVjVXQKLR10G1biJImv51XU6Ur/1tr+Z4e1RAFSFSZV
A0CJeWYgLkdTlk3mMNJ+qYIcCjE55O3/5uy8diNHsi36Q5cAvXmlSaY38qUXQqUq0XvPr78r+6k7
p1QCNMD0TKOrKYoMRhyzz174ykqhm+ey25sfgv5SoXtN28BXh+Giql/5nPz56Rm3iqXEDKUuAYS4
E80XoXzKvxezGLeSpViMJStE7bCTq6fWPCnf8uVXUYD8961IfTvlgL9Is1fh4/zz72/jzw8BFOR/
L1qKlggQJ6YptAoP8xfr5xqd/e8bNm9V+GpbWXU/RPPOWCxXpaa9wCrNBEymv5rX/CTylG8Of60L
lHqsGc1QAn1VYIMkapObEe3H7UM2v3zr2dxK82NkpTA8eeDZpj58s0dxK8hPpUDHw5FoCKOHx5r/
ht8LlW+t+IVW1HSVOvwuUTsvV+4qhiv+/hz+vB2Yt6L5GvT5JDKBDGt1008qLSRk+clXIwqfrMBb
5Tz6PnmSeu67aBHl3ItMoX3vtq8/8F/hhmwswJMndsfEeK2F5WJmvY3p1bf4OCp81P9ePg/qdixi
Vke9nNr5+KWP/XWT/cPHI918kcJcTqkQ0EsNzMCpUKnRFMJeNMGlNHUEUXQbOfaar+a/P1G3mreS
+rAvF31o6Qorkb9UltuVrxOVNmzK/TFrfTUfMOaGfNcA1TDpyvTnNHD//oI+e/M3H7Gil+PYxuw9
6R0tmy/iwX8mO//w/G5V902CyMyq2HwKM9wBce2AifemdiqoqAdZDHywWRew2CtipzkvPVEUqFTD
aER1UhT+DIY3l35wBWcsINI/5eJpwUw2ZF55eErMfhMylRKgIAR+/XMc3tL2Pm3X4rLp62E1GabT
WL8E4ytryX8GPf7061zbEf9axQnw70LRgEkrErWerYpivKxyb8QCTeyLHSocNd3M6YnphbyVnFa6
xPLd39/PJ5vs7TxAEmmMPCdkm3l06MMrqW7Tys+ZtRvNb/ZVb6cCZs3UO9YBkpAnDKe/V166nQlo
4N1nmWJOuyzlXRregDn535+IzH/++Hkat4JhdURzk5UF0a2GQXrvyOVPfdyH4ovZvo+oC3NlHQ6n
tLKcwngbopCm+xYNCZ6gjdODGRmGdRTuzWrCq+x5NJ5NfTtKL6xYG56eb0ql2wrMMmK3Zolnqd0b
ykbhX+nPRYCiXnN6pfGXsvcFBH6lvsbfdd1ihtZFuJlHW4CMkxpsK6vaSc27YQEprFKAlJIdTHit
qL9Lrd3IxoPQmMeyQ0WpHimxe6Zm+pNY+XKMC0QZu0M53y2T7KbVtgvOo1RQetThFweuiAd5I6wD
g9RKr5j/Nu1eKQ6lBXFwbD1azg6j8m6T3OUUJvKlcibcy4ZwvIsqcaUJT0X1uzKkKzNjBZ91xN07
MzNPDu6LcBtk8i4Ahzsp52XZI2x2ihrmRWsDrwZJAjDQiUbF6XCgFvYy5IxSWqtJuALvytMc7bIs
vTr4LY5v42TaqoHmU0o+Kh6RPvRO2I+eIMLSW4tj4jV1uU6lkIGqZrIraF7DLG6mpfVnEUtD4TfU
5/PMrlsXH7W4Tbt2rZiv41V5G5eUcFcavbREfs6rnTX+jvEIj5/kEr5kXlFojNxZOE7m4LeJ9tQG
dyka/qbJ77Aij2Y+YItWdjiu8ENwx1R3tf5jLCu36CpmFmVf1M5W0tuxcqxhVUK1L+xxXkmhtcpC
0dXgdCjsRkLQQA6BiTC/p8lBrSRfNhWnYvpBmipoi4urGvdUzagY2bBB/GDunD7OHIs+nSzvmibF
Wf+3UcdHdcE+i2nOUTkuOCCaeGWjxbQV6y2bfPTH7tjo/hJJttGDe18uqEFaiAmWp3qJeq/J59Z6
CKeHIcFJ/TzMq4m/7a7/XxOudpJOXeMs+VilR/5a8NfhwfJ7b6lXdE4by3PgSyfUzQG+Ujv3W7mx
ZfLsYTgO6FAi+nf6MW92tfzSzTWqGjbi4sOUf7Tpu9K+QnsYgh9z8EPqPzL+mSH5KdZ3sQFFPoN5
DnE6OwTLayCvEw2dcO6Ew3nKTlV2lLMN4bQj8EAlCw98CTWmG4yHPD9g/j+Kd1Ys2ldEbC0cA7QU
SQSZZD5Rx1mFQr2uzdBt85chKThfmJQiumhe82RT9M0hyGaMCqeVKBerDhTNxNBLJFhrs5jWuXpC
EOx0wlEbDqMOy6LzRgzUpfzN1B6KuXSNNnPnpn+YsC6TqUngkncgTvI66QSUG4PRbbMITp4+L+VG
6yZQVLu+lF09rO1Y2zbFYKssUiG17IldR4Dcal0bs/VKZiMymPVLQDmrKZJsHvmYQHuHR5PKCEyW
yQEX6tamD0/Ljvmmoqw/WPFZU0+GeM5NdNkugnR6YlIf4Z3wZjQXSZ72oSrfTRkqFEW1hfQpoa4K
FVoo6O2Sp5vFfdrFa6sRXOwjPAxSC4H+MCrcrL/Lq1/NlEJ616AM49qvJL6i3AGTtrO0sUsBkxAa
JFOroDSHcJxr5KO9a40PljXbVavC+fqhQyVIZ/TnVeh24fSYUUzp4cAm0j2+vLamjnZjPfYtGii+
PTNUXSuaHMM8pjwBK3+LNYQ3teEkVb6mx+8IOH30DDMr2h6sqls2j6qELq+N11O20Zg7NwaXeQOE
VlA9lCdLvw/kpz5ujjLWkyHzjmBPHFmpVkjrvap9DQfqLkX70ojTTwlFn2EJh6nlECiW7Oqd6ZR6
bsNlWCdi5oRKt2nImIaUGQSx+lEigc+m2hYRSfSZ5lbm1bsJDEP7MNeFbfXBapp7t4FfBa98lcwb
sJu7KlvhUN8JlIh1v5juF7i7Q+IV/S5rX0b11NdPuswA/0UonimhCtVWI+DhT0wWNCHhtYguIysI
fDPp29UyNrcTJPWpcpJYMXJ/H5b05OVwpQ9+1HhmeUpGClVPSXyv8rFERUerfhvI1o7mGHyGxNXT
16mstmzWFjNnghJRoRPRX0teJd4NkuwnnHyD8qgYdwBYZzFzs5HJs/q5DJj1tFJ+0mYMD2VRemqt
UlaLPEOeHmLltWi2EnwNJarcXKAax3gZKi0caIXxta1+afJGaQn6qk2pXarwHfIGX8QeE511Uq+7
7KfUbRNuqQy3iKU2+tAREe4GTbaD5GGcfWHo3Tl4QkEklZJrQTCqqpVooL2K3yeG7KzxorVu2N5b
9UtjrvLpJAzbXo43XXdHsYcjNJvH90WV7KFJPFkQ4Iizin7oxRsoCjuSGop0xnZgi00qDBWSjZww
VX0oCglXhZLgq1mHJQCdcpXNxxKqVV2we0VuK52ltPQL3GDrdgEdkthSGHqxdmYYcJOFR9A2Xtau
R+G3jochoh2x5OuXKHw2DmVCMiMNh76QAb+imJ0qhwHEfrOUrRO03UPPId9e8nQ1hydVcad0HzFm
acS+qPgcxmjHnDSu7DhzRelNFNcTfHn1celPkvokZWcl62mPXWoBARcDzL1qB/JpMM2VRA8KH4yE
43CMnrvQhRNCKwlTh7t4eBQ4+xoTJ/Wuwv94aSje8jMY/bCKEBIvWupE2DXdWzgIfJiqPQ7NRu4D
N0FYBoZ6sAjIhrVR9gczayGB5I5qEhcs9UlugowFDeacPgRRS56mLvbCTtht2J6PRrXr2Z3KqnLi
MHQiq/UFiEWyMRJqYataDJ7MaHxf3VtCuEqHQzK2vgUTWpd624pXzJGdAdDbUUt5lrZvHH2I8yGV
d3n5G6tIQTpn0bbr74O8h+jyo1sCL2zPcc0ePB2q+GmJscRdGtdUYDC3jhr/aPPnRF6BoODoXfXM
15gpO1jI8d4nKwOvFjg8bOAfTbJmUMmJi5hFZLgtOczCDjA9W9ZDZqyX7lhrYNeh92T9rrTyo1SN
xzREp4Ux0CTE+xpPsQ69vRBzvuiTQWb0m8llfyrbu6qunSoI3HjJ/Gio3rupXk+9Z/BLwyZ3yqDe
5+OIM+6F4JCtwFyhttGzN4A8NsQgd+4Ety3blSQ/oP6xizAFb7YftJ+ytMmD63NVzm0g2wPfUNul
u45HoJNhxIKvJwC9Vb8Qq1WRvi+cbznRC1xkTzGpQbCIFSLsGgTLmGquPP8UOOB03ID75jiHbyXB
NFi13ojWC08Z2ogTacup10SvUNXrB2BF/TpsrUPHoJOi/TKAZKeG6UHCWcVBselm0VYay6lZN0lV
rjPpFYKUq2cdgYAjHaROgTIje00Xr6RY94Z23QC+mTKGCYWrF8Y27Q+p3t8n+oeungP9Ls3PBKBd
2/pNOXpLurNC5CVS7ZTJGpMYR4d9JAM2QV2WJPkhkzRXTSKY1NpBLVMXZPgZLPY6r2a7XXK/zDjY
6sxva8bBNIlPA6Yc23On8tR6oNia6g/ar9HC62+m8TAY1bNiHJXpsZpfiBnWgzi+AoPgx0N/klKH
uRQ2txH91vtc+WKogRQL3UU/ToNhSzLhPOAqg7C8qodznGdOK1+KsXVNreLD6ByBgKrXJ0TaIwnB
5EvGc5Qrq6Uv9kOh2SDnsHeqLw1ulVEjnVWNI2e8oszTnawU5AKGFya7uHYDahFWZjntYDp1jkmY
DouGFWUtRDeN6bSx4Rjipm6IFlMukPNQmtbV0hUQNlylq/Pcn+qqWFVpe4gNYF1mtEZG7gi4X5hc
1ECfkVQYResLTT5zrVTpfsDwW+ExL8Kytwr0Y6r2I2NDbbDXkQiKFvmjY9BPDwwbruumHTfalDk1
E0STRYSPEY2sZZ6ST3fpMvoFH6dZDpiw9PZAJD+l0Rl+GPxwzDcUTXS64pdulCc53jXlW6sEnm7K
HF6jq88tRChU+tGxLZlxMndVKsCC7z2c9MhtmXMrfayN7eBjCGI36J563VqLdbHCvnynWFt+D3hD
kRb5ERz1yVOUCU4Tk2eKP+fm72TAKscqvNSY3Ch0gRQBJevB55TzqjNOhsKNM9VXjAjV+/5YV4an
j3eyPPsdNaBSNG2c+FZTLF+aKt/XHYLIBgkrYC/SGFmPaI49dqSIof4URqVTI44ncoTo5plh6cWL
wbgqzCWz/jDwBrfHjq3N6NtDVd3j3gJf7tKDfM/V6Dyz0zAFWdR+vMQO8oU8xxd52hfSQHCHHbjE
rh23U7HJMZbplPJomTuNOTEMduxRL5jZKlEnm+ugumsbuD46u+NLbP3EmK+yK4w80zjiSCMDijsk
/OzieAIrvXQcTeo8SwMCvp5Wkli6aaMcRjwGDElx+bb8anksmJYMOXg10FtC4lUmVuVB+TBq04OI
f3efQXNEs0OO0kp+pvIDFwGo5ry3hNEbRmMFKwKhgNOPAWCm3taTBynMXEO2nHkmnyCRHJPFGfkE
p6Dw+uXJaAkJctXJdX1tgWKzRUvwC0SQOVtl2uG930xnCyQRDk2dW2vB09KkTq5Fx0W1XFnciGl6
tuoPs1ZtlQHOVpnchfHkBa35NKlOR7Iwm+1RnR8W5VSMwQ7CmCdXfI/azgouC0l5FHV+YJEFh7Ur
d6oDZ8YvIgP8xLCvSvVDxZUel/66PHfKyiiOQOzxhLYt6YccPw3RZbAiG7YX+xZq9iY+1AlljbpH
Cb3SsdbXxflBiBInCGQnLbMzbS7ih8qmzevrs3VRkmgdzNamS8ODmo8rLZR/pUSo+hDtR+NpHmq6
VUQMEAELpFhxo6zAMTsFo7Gg3TDYEXzFirYiUqx2mEnIKTDg24Y5tGwrCg48OehQcgmavCs9EHaB
flTINFqDZvL40BsLfBrSfmNR/FA5DDoDuFcv+3KyM73xZMBjmlk5KbudrEqnWIgOIy3jUXRVRsEE
Ip08ZEZJdgUZ0MCsv07mh5VFu7pNbSn+2RXxI12ZE1URzBukbRFxwmW9cTTV5qHtAh+5HdnC2SzL
UxVdkunumpg6OcFw3ClOMh6yggazIR/0cXZMoIkxW89c7UK9OVYBx8Dyhi2iYxQKvFHBW8zXhJri
yFdE3Qg9bhbRIh8WO6NDXLyWGWPr10pOdNc1bwnlGl1Vicwytw4/oF9Q1wrhqTHIi1H9rLxNCCNl
ur669Q7I7t4cWMGzr/XmWu9JVWplH6WKW+kAba6jNPD8cs3PLa/hzozxozTgTLXGWquOVBwdiVeP
lbgfmuuoMGw9g+wnxLA4eY2DSoLPNwEWoDOZ0Z6uG89GCds1bkVa9xzoDZvsx8LG2THymQQQ4IRh
HRK0Qle3eylFgZw4cpx9TFXrIE0HPnC5lkUkzrFR7e4TeW3WR5puTMFgbVb8jus3qw12sQixsebc
keZzHeWekX0Iiw97cCUHsEYVf4osJ1oaX2TVJgrx56StNaIHcmNJWbxoXtjzRGVTGyZ5bekmebjO
s+FcWK+F1B9LqlGaptj9QKweiseFW+sYb21BMcTGS75sReN5QKITCr/L+UxZYzbvNTf1xvhXI5t7
i6pQahznFnYrMVUxpkx5v8raWx5sRyrtzXrsCr9VVy2zyEJ6SInkhvYlKTYlRQy196BvBnEHOrEm
Pv9ZYKScRLoN19ZuYnW1LB8TActCdjlhxq20+1QavZoCcYKpksa4E/U1ZNvjKR+F5wZjyz4tjgn7
dJ0BT8izTVQz0WJBzUyQo1WXYpjcNFbskrx0mdycTBvt9x4O5d6IlHVOCJfroW1Nr3nX78TgVMUx
k/gngGiuUPduZ72prYprVnxIaF2I3G8o6jz9YdOp6UnQaiLjj9wcnC4YvKEm+itbNx0GdwhjuD4B
5crHYAnWlumb9Lh0qD6xke3y5qkqAsdaiK1KbdebjNSIVHK7ax6pHepo3lqtw1yA0xho0/XcETKk
JW3uzOjUrVTdVxObOCg7PWrB1k+UmiSGH0YnJyqYapWKHUJUgCv1wAKsJeZemFQmcmpKMGPFkxFe
remTUzgbngjSNNQtV6sDN69G/mjvRkntRPK4H00WSp7uw/k4ydldUk/nZiqYtGcTS4SVKsX+UAbU
AZjtL8Z1ylbVGK+GnoIZlGyV5SKLhCFCzNXYN/TnjrksSZAutWo9abi6UJ14ZErXwev9UC/WY1qM
G7WVDp06HOZg8luktCKVbVnY5Bm2+xQgr388UQWi8cIzpsTOBgjEAGXnBsKqSTgWDodu/jndmZ2y
67ruhzwiRZHJQntge6EcUNItNeaBhfuop8TWoEeTKI7A2TuLjUn02ywc8HgyGEO8HufmXbQqHxa5
W4uM7OXqNpcErys1wR/z1yVQdxpyg1kDXZJ6cpyGTEAx/C+G7lz+mFpE0fV8lAPJLYZ9iUnH9EOB
b5sGD1r4EjbWtq/SHd52P6KFndsa/WaZgZTygejP5gDuRvqoh+caPocaGd4iANHpAi9KKy+Xx1Pb
ZJNt6NEdSQnqAHcoSNStl6gzt2NUvE0j0l29PMy1tpEAjzJ4KKR2YnS0pOhDkQiNbERpgg5+ZH3N
3qgKjlHvBWncKw3PeL4P570pnKaEV7Zur6R3Eei4ARGZMN/qwBSYeFXIpe6qWgPMZRGdurloeLj1
QhISRGnOEhzv6nj5qFS/aipQKgLVt5Y8w2q61UjeH1mPYnNnJOVFqGvPSuVt0c7Ur+tVi61PqKCG
mu4twtW2trZNJZObscLMwcIwqAKtCufzPqdwEVjyVuwMKpt1aXeNRsy0lCAtj0m6CRFtX6t1q7Ap
17J8UZcjPOWVCWmzBNIAqb3OkFPfaSFjLEPxBvHXmdJ+FVkyTbB+df17YDErhV5Vzf92NAmuf3+d
FQ3KxVsIBkfJtCvG1Lq4uOY9uCVx4byXCBEzPCXVqx57A+3bVup9R8DQLtHFkHtb0CJqqdrHFJS4
C2FF0wJt1jtmWvQz44xuSlsn3Y05RZiGUHpSmvu2NPxpbOyRrnMAATfsqT9ZpzBWXBHRSy/WTjf3
96Bc3iqL+YOmcPr8NaDlOn1ozYMRvC89x6RgrDqt8muVcjBeH0P1y6geamObWwNnbus142GCbdn2
saf0J90UVgZ/vFp+kx17A6Dbvu391lJdzF6ZobBsAoBd18OROtQNYOz5tZg3kbbL5dzOi72lP9Vi
61UjRORFdAWqBonomSKzmpLsxLrBaP5by9qvKPHCbyYZIA4vKRjPzFJIqL6kyI+F5iUe5Kdq1DI+
x9Gn9HWXm1uhWqdG6I3dZtaWN5Gws5k6jKYYgAw3wbgO6nrdCxh7FuIqiqlS9f0qkLSVyIcw87D7
6NeUFm9xm/OFZa6gjxy1v8wZ6OZkPsUKNpOWkd6bcKulFDG9gP5sSeQDhjCrMJWIrbfDuOPY2LDA
/a4RN43EPpAOHzq7VNnCVZYeQtAlOvdf8/TnuKfEGBjubKpvXTeglIsvVgjLFvg3Pom4aZUUkJal
WBeDmbuGqLrTcgEUJDkW5b5pmr1Cife4tlxgxuzHNt2b+rKOYnkTCOJaLEyyOnUfxcVFQsjVda0f
kBMMubqq02GtDpBHaFtI2SFUHtP5uUzereQ9Gd9CjgAJb5N03ylvJahxozuF2nHULwM5G6hnOaQS
ScFEEDIvXd6T9tman9P+Y2LcqpiP6rCmho9MUDRXVFCVSPP0lDGFw7V93UghI5hnGopSU3CFcyhf
TKoy4HCFbjuNl7Q5hNVRzQ5SdIilgzi/T/LVz/ueZegOVbrqBeGCKWjB1rSIiZMFDCan4/wSMdjZ
GsdBO2XXE/ChjtK7WSchrXMvqweHh/GrLN8bbVUpyBtbTlw49SBap9hhJzJxcInudeJdjSJ8EeHx
Gbq1UjkL0hQMAreGSgLGrKyyVbLjNb2crXMqnJqe6lFxEALlblGavcaRFqq0AtfYktN681uNsWGi
/+WsjZsg/8CkFLnFvhffJSFcKwof1HhIEq8Vnqb4sZkcWdpSKihwjUrHq09Nu5M1v1IsiO7zlvQ/
M6/ve9cbylGIj2130lSsS+j20kwLqV7uxnRb9KbyI1lkn+miXVa+ypO1V/o7tZ3wYi5E3Gist77s
TxqkQdca3jTxqYukFZnWKrRiiIfgrjoIpD/Z8y9LaK1VQTlc7XGy/mJGz3mPsL1/FOKnnH5Rd29W
blKZWzXamoTma9X4JYz32o8i2QhN67Wz6rfiUcpPjPLT1nBa3xyQm4ZeGGDY0yoPcy45GfvxGNSs
26OSDZc4PRpt5GGQ7mdy8EOPLhE7gqhh8EOMSMOAxM+M7cLwmw3pTK6rTm/e90K2ERTyH5EfVEFm
ekAp6Yk9VUnhvgp/5WH+btWltwzWXlTCnS4ve7mi9dy2ilMbaHsxYM2Iw63Y9DS277he6TQfIaHE
VAHuU1JStUhWYwdCpzN7r4nQLUWKKw+PcAHxCW7pOe/E7l1uxhW6KVum9JFRyNBy0e0k4X6qfjF+
VbfUMir+SZE89mN5b/b3kih4f1cT/Fn/Ytx6hKlR2Db9iFAwayFs07//wnvss+veKJOSKS85/7iu
2a5q61AZ31LGG7e2YGIci6U2c92ERma/Fr8rmLzRyBYgzOTKRAE2N5hJ84q+EIB9MuBnWDcCozCv
lanLBQ4lRd8k8esgDJ6kS5yxdGRl1Z/S2gkzeZVbv81gus+i1q6ov4YWyGNG3oufepp+cS+fvJNb
Ty+m/LUsuf6OtUZryk2/96pvbXmGdNTNtOSViPlxppVFA/xba9O8aoLe3+7iIoTZK/2fuejWEOc5
E0OS2yde/JXg58/SUOPWfidWGjMNZOabOWzAhvuKeSRtt4Ns+UL884/I9H8FU4Z5VTH+685jMeyE
IRZGXEwp19VOv3R+WBFj0xwfpI2RiPYkwCBUlA0Z4y7WNE+Vn4M5Iww9FRa9lYF9mMqIFJRHsRlO
Xf7FpMant3ZdHP+6tWxIFzEKURznVL3BxTKrvsZ7IKyqfdr/oge9qft10T2i9lH1Q4WFuo6LhVAb
2DikdkYOQSYEFXAf5A+y9r3xXePW7ofXUVJMsLCpzV1qzpBSv7eErgqqf/22tZn3bSuidO1ozc7y
7/57vuxX3vR/LjyWTWk0CxdWfaED4P7NJX+zWxhjKqmCpWPZKDuiQhrqfus53Hr8GI2a1mPccLuz
7IaoDzXKIN+79I04ECKeXCw9k4hFtxOzVTx9b6e/9fOJwAkU4TDPO+l9eS5//f1mlT/rCY3/cfOJ
ZcHQZoPtWEWdhcxj0K5utJRPpiWmcZ2d4lwhBAwulnDtWWMM0tBfHLN9pf6gBSEIezXZxkQTVQIW
S1Y3dCJWKaTcevlVDNjKjtPx2p2PRcsfpBcxeBvqO0sWfV14iMIBQdRWWnTsh/mYcunu77/W9Vn/
Yb8xbvYbQ04iSabiv8vG+xmvkrEZYDG04w+lqt/iil8xCqbvLdFbn5851XI9q1lKRnJampVhPv39
d/jkdLq15FEKtS8kNWa3D/dlcs0V/n7dT3Z742YL0NW+wmuTZzMIJRsxFEYhoLBkQgD/yiD2nzX5
p+d/sxsMiaiItcY3kMiRsxSXotyL6kM5vHaZRZUxoIG8GZR9W+6N7LVoTxzrZfFcCwJCt9Smiknp
OnPK+j0fXi3hPjCeY/kHeHV9pmALUQMSenvtWgrY7ISUdspsVda/FfqkkLB1ueI4f4zTJy120TLb
Ji2bxPIlzJeMOnI64yD3vjGeReqI4s84uWjSu7X8oPrsDNFJms6LfmWxnfPGOgrNbkqOcYnsoKxp
Mr5W1Hf0ujmHhYIuEgVPeIedodksMHbL+0kV3Sp/GoJtjT7b2ob95u9v7RNNuGHc7IQ6Q2Fd0uNJ
dPXmIBlE+ESrBm/NeaLQryN+tBwtlCBulG5FJqxSfLfC6Fv2c5Bl/7u9t5NVCiODXrupPoTBevxK
Sv3JIr/1XJTLUI0E9AO7/sN8qL440z/b1PSbQGmOhdIcauT6xfCsgRdFCkp5zMF1Sw2Z/G0px/XN
agolV5p1WxQXCNN0JELDrdpNlG7I9sfO17KZoiEPm66GocmHsFxexLg9WWqB2kC/mEXk4izoSxSX
p1jfhMs6DxUnyuP9TD05VfY5bJZY+Wqy+7Nndf2g/3V2d2o2FksqERNscSAYv+dCY9zaaA0t3ewm
4rLxkW5c/JVjyp8HVIxbD60rbCDNc1ZMoNGW+8XgxFpvvnkW6sp/H0Xcjn1T4z23ixc8GLw8+SJQ
/eymb/ZGSciZuK64bhTmjjVQ6UBMMn6PnWjcujWJ4Dpysce0XHqnO/q9bOPWW6kV5KLNJmZFjJfg
Qf/5993mk6V266uU6mErDMh0rt4kbeK238y4bp2U9LEtg/H6BJaX5fiV08cnB5p287XnPT7tapAT
y1m131jo0dEgGSIyCbNzv/c8bj49NWFDGTNl2pWvvVv8/t5Fb4KUBDdmMTZZbM1LbXhUcb532es7
/dc2kTcxSXdJnIiKkTaX9ePvl/3sKd98crIWNsIoy6RwSr82EADnYeUYreIr2VcGvJ/9iJuvL5Xx
1jRR4uIrT1Pi96BfEkD1VvqFc9Enoe6tc1EvJpEiSB375zzup3CwrWzcmZQzZ/nMMM/3wvR/PLn+
9fiTTB31KcU5V86Rma+tLlz9/QV88k3eGhHJtTr0cysxU/8UPgjfW9i3JkS6WtKwFWkRaFKwoajP
TPvf7/aTnVS9+Sj1IMR685qtxOk6ReREfFVGhff3i3/2KG4+R9kCKZwz7Xit1o7DZla++TRuvshq
TjQq4zzitl3NV724/ff7/WTl3VoRYWFQy/iHzSDhEAV3GNenaOYu9Zx4gbp88UM++XrU2w9UT82w
S/ghlEWvug76CyqqL6X93kFzaxCkaPBCwhZPB71uY1tXJbdEbvj3B/TZC73JF0LNlNLe5IVqAW5w
OD98ETV/dt2boNnETzyfZ+5Z1tzxXUj8v9/uP9nxH/KbW08gtRs1K7XGaScyEzbjCZigSZvCfYI7
qzD9WsIBxSNzRS2zGnPtCpPICNdGR3MpyrZOOysrUXOddNlEAMyYRx35SaXQ9Mz9cXlUi/na6d9F
puwglry6gypV9GjlqmfOul8uVGUVX9IHl4KZo2KhERQ/r9MRQioiVXhdSLKgOex1DPumJdupYodU
875F2v3/nJ3JdtxKkqZfpU7ukYXZgT6VuYgJMZAUZ4ra4FAShXkeHU/fX6hud0m4IlkHS4mkh4cD
5m5u9g+RTf8cNdlMvNCi32rcsgJKfTYtlzDNvSkdD3pbb1v0/Zx8o0z2RRrIgxvz4+7VopnaPkxa
sAthJvXZdYOev2/eOjrIhEyHj/qAgB3ogg+yEEucn/+f1nlWS4EqrGnkpgPK3S1c20d/fLDAGykA
KAvnrpCsj/9liBVPd42DdNtdm9RH2dj0MI6ilfTlh30mLnMf5XLwqSbK5aNLq7xc9c73c1UiKY61
gEykF95ZgmQ0tgkwgEA9AhX0AhPCDj+V06cq+R7rL1AfYDjc5zQOc3M/0Xseu91ogmOZAuQNN0OV
bSJw3tHwrYD3hYTR2myaVQpYWIwjPKC9qcW7hO7GBCgppVFvfcc12h5ORvfcp66XOYNnhRRJQGjL
r4X+NcapZBwOMbgM7VOb7hQX3A0920pb1+Vh1H9Qpl8PdveQNPmnUmlPMqGp1NOphKTcGMW6BlLm
gzFJDDRgh0fZgJTuryWQ+SBjJeIrQU8OghoYKVTQImT3le62CSswYOY+Dc31KJXbogXz+aJpctVx
2SzDYpdMyeOI/3caPRbTuC3qk2HvCpVePXqOnVZvBD8csscJK+TBGm4UGOSVyR/rUQ9CVlE3BoDx
TuorwqC0r9DBWo3l3i7bVd3cYKCxzqNua5jf0urCktYmtvO1MWhPeVNBUwSTzqz6yPhqI+OO1dQ+
clFdH/pup044W8NJycLmdqzKM/rLsJpb2bcbByZFpysbcBveGF2DmxZZvk0RKBeKth6i/tCDwg9E
usZWciqxnQingwLByrzCYG+TAkd3rQSjDGetMQWLj65AsvQBUKxzg3Grm/7G9OuD5je7frBROnWP
GlRP1x/hVGXbULT7jl5bG4XbFLBCUo9eZf9oe38XRe4+R1tTD41veQB0GoJWQIPWydStHembPL2T
tXGWiFnbCtK+dXqV6t8jcS2hMlAkXVMOAZrq4p+XrR3RHdrQWssz73DyARN9Tt3yxpnQZKKDYq0U
+AiKcunG7WVJ47cat5n5WWK/O0UXAvm7bs9F6Jp62SdnGi4091YLX8cAtqYGJKEE2W4V69G8V4fh
6CYeFSX6or5ngbfgo1djsKNLhwbH2gWDDizIbbBwuBw0FbhYDgiz2g7pdN85EIIqYKOqucp5Ymb+
VI9PKm8i0KiRJoHf++vML4BKZasmUNa1RIME25fJFStjeEL3uInCdTJCMclApk7ZbjCOKjAHuw2B
s9G1LEH7ppAAXorEgFZ4qGJjFQoDn0Rk/jKYjfVFJMcdKlBID27j5C7JHIADr73hrHCo0ZqjkkNO
p0409jzw3l4b6AUZ6q0F6xriDvLhOvJZjfWlKbJdSDfDie8zeduoAMwDd83DAGN10mEMuzl4e5f3
mGJkmzwpWY0ykQEXQ9+ng3MTWO5dL07AtzJgz2V0HFA0L8edXduXHRu0aD4rKZzABK5o1GzUErHm
mNQKxS3aJqBn0zDZpu3n0SI+O2A6OI70xiuKjWtdhYAlzU1pvVSgW9vxsR1zT40EvdebxEE209kD
DtLaZN2FeEeeyY99ciymTxpHmBY9NR2o+PjFtc19WdrADeu9K1Sqc/2qgMqZWv1KUQk6CD+f7Oym
SHiNR2vlgOtX3b10L32BXVsjUIwu1n374GigN8HYb4okfFXj9BiEdxn9dWLpfCAOFgAo8WQOOVtk
vp3a4Mmn29UCC87c7NIOvjgBUHheuBb83IA/zEoCGioJUdV5jEF65FjoFMl0bVfqQwYmXmbQi8ec
fTl2v2QKO2I4JrWXjvbGbsd1bVF7turiue7tQ69eAEoNUYtB4wHqMAqkdr4zolPbf9Xqyyi91NVn
Zxh3ccGpPNKUbM6SucNJNzn2v8u2OjSl4SXxLVjDrfTzS24Aa5PnhhtMndxZJZrM0ABbF3xtS/PI
z/aacC9r/bKvv1Z05INh3SJeb7foGAblVjoHqx5XlXhonS/UljZx1G8q+9HKfhj2XR8/4xu2MaGS
BCQdXf5VwGOYcN7RG3FTx9dlg11KcBfXj1m0I6K8wWc0K40ug0ReD3iCRcoxGQRYOnZgMLhoq67p
uEDEs6pVEjdwgp1jk6vrIQM8kDXxtotv/aI99Tk8DbA4NjDvCuymTWbCZcp23Wdf3qpJDg4XAEsQ
3gfTHdPYqICOVKf/avT+Ra3eKObDEHktNWGoVGM0HFLlKHxqwu5lQgupBMR+lkvJpPjWFZw4/WsB
Ny+S6S7rxotWQHVzid/qs+9qhzGky9qA7FR4WVNVhS/jryyadGdLWyUaSYUHErVbq/tIQe8NTQsx
13gLMU/0IcQMJ1detY22idibmxpmePXDHGIvJ7VqAbpEdY4JFHR2+AO4/24DW1kPIdy36MekZ7eJ
z+Hm39VZtsmsgDxP3xSEZ1xQd3QObdcDuoLwHrXrOlT2dVeACnfhat65KcjQvNjZLaAqgMHvZ7bm
T0XjP6Vcs4tb0YZdUoY9ld4evGIK6x3xmuom1Lt9o1SbiM0YpvF+MLyqnC4c7bl2voOBXempvRFF
vwonuJcQsUpQHmNswcj+hMPIaoIWMUwQSJVtZXYnYIXReBOX6bZEct5Orrsc0mqsn5ozlrAkQaXV
15qw4kW5TvP7RLtpET6Y2mHjFMZW9eWGu+r3DBKqm0y7KECViqaBvMEwfVdA5IwOAzyxqL22QDEZ
Eg8i9aFHmlFAJon9yzT8BpTWKvvjYN/GnFPxkG8D7pJOJy7jBEQa1XyfzAoCG32GIsEmcYA63RxR
CtJWWRVBKd/VUO4HutM1oCC2g6n+MlUnNH/IhKAri+JJVZC+ppR4lqHtlAurCm5bNi4JE2Bsdm51
6VpXdb1poxu9mPZqfJA89wY2lx+AKlaKvaEHa8Bp5AVHv/T89KAPzdq2w83EdmYJ8JyQLRwTcLZW
bk3nU86mrFbdSm8LdnEgnxCJjBezux2y2xD+GVXY4lyqjm5KgHIoZri1u4sSElDHU2x4aoZ6EaVX
k/KFIwNE5rAxyJzK/lbG9EmDnepfThyedXXnTM4m0D1lXA23ormsxmnln3st6imYbvT8XmjXVlJv
MTtemTTJo+6yE58beJnpYWRbs0mXLY03+YyLR08g4blP0RcHsYkE2n9z5w+PqnoTBl/7+hTFTz7c
6oh3IeP9M6yrMvjq1nCpGDi+L+ro7HhNrsGG60Ddp6WFv4IfONchLJxRgFvGCG3bQUSsM/V+TG8K
+uoC5wGAtlsn0w+uru0c27/FlHubuCeMMJyk3pUl8Htdv2iL8JBz+/GBiBepDXKKx+NK2gXVY9F8
yfy7JnrQMvcISQhBQOPeH7vPilqeUkK6EN8me7zp8f7EeQGbt02O8VlD/akr7s2WHUKFyBAWRx/0
pxGxALClIyW4A+C1bqCJ9iqHgLwpMh+rsnHV+1cS984SpFv14mu3vV6saogYrkC/wHywEKjNItiy
anJhlg996nXj5ziRm6I7Ild2NgolbQWFZbIxasZlTiga5Q2uwyuCDA48PGasGwj2Fy2+7UgvVJ6+
+wC/C9+Rdnip/ZNBV1i/plxCur/VARK306VlXkT96DmOu0EBpFVPkvMjM7/EMB1G99F0XjUs/eyo
2AZ9cSvM4CGHrB0hM4IGSosM/KbzgcaHnEAJ988AbW+P/9RSRB1k6GXaN7+VW2ckDQAVvq7NvRl6
cqhgsp80mpipzd23eUriAkJ0Am6ug9SODEPfPDhKc1ILTGOqsOXObPv7ifS66JrPIQLZttvBwQo9
00XIgC6RDQexb8F5Zu02gHXQmNW93bkHNPWvBlj9QoJqTTeZjXyaBvFOc9cDFjvx+So+kArB/u/s
awvyf+hfnVk0iKf4zq4dXXpzbOMBbGWEBbIp3EFoqrgDDOdkDls9Vxl3IXDfPBg3DqQJ0Rwj9UIv
HkcKaEYqIYpM68QnI4fLodnObTnhE3J+nq708n7f9IfzIaSn1Y/ITPexb6yhnK+dGkKEeScpIWRU
mxQoWVMabCB8IFlxiDpg0PZ+HI9N7HwSZgaxNro0DERyU0CFVbsNAy9GdMVpsltfM70WJkxQd1e+
aRzRTfNkCHRqwOytHveT6RxEp56alPeRHclBiHmwnhVoP37OBtXcBgD86/pLX/s7kYFvvsezp5T+
hczFXZoMe80BeYgQzgfH2Rv1g1mhEOYSiwFn+iQhFsKLDuvX9wf+qTf3p2NyVioctN4eTL0aT07X
PrCZXfnI9Iw2eaiBMAQeUZL838kAfTqvyDWQg9hryGWnSdE+JaNzUJvpMXR+xG5w5fo/3p/U+bP/
NKdzFeyX0nM9uRX4eRvZsNRcJSRBZ4jyUBYfVEd/qr/9afxZhdFMnL6vUlp6pWps2kl9GIJjrmNV
NPyIlLug02jMH7QBpHF7HDgTOxlfpeKq+tB+96cg359moP/+DREoL2zeQb4hdZQJhr0uM/gg1RYk
2dEfXFgXuEwWn0Z8FCKYzg1nVaZzyuQXbXkC6jqiquDo6rJavzErW4YQwaKExvgpVDxteJiiD+qL
nK5vPMpZ4VLYOfwNzqsT5PtVhccu1Th4iXugEXdcniGH5CcSIKw80nVO1z+PvlUpQvXaRp2au4IT
ZQrNTQVJjbNga0KVHuEtpDnX35u+fDYCc2fZ3c6czGNY9ttQeTZBiBeG88ktPg9lv5ZBtM2yx2oS
6yGBDVcemubCl495W21QN3JhxGrtpzqO1xmiIjWF5sq/Npyjw27KnrYu7QuYf1X1lKgd5TW0bVrm
AKGM3b0pIAQl01qUz0iFpD5stmPbo8itbkCBdJkgeYQmr7RPIRvlCONoLLJzJWHtK83qrDJQdSVZ
xUsSkiwmAHUR0EhbmKGhc9na40ExQfSflTq2TnrhqltIrOYEXbG6CotDI/21RYlQpw4xGtk+Rogr
4VpQtJDptYNZJisE3eCoFvIhbotN3YUHBFNR2noWBml7dEiqY0mJDaulKHiZxh95EZxKiD5VCH4a
FiMKLbrhWcOFi1x1ga8BLbKLaYqu6ijiNCZv51QdtJhYyTbBCAN8gM4YeP4usDTUpgSPGurr+Byb
+mVe/DCKap86cpN2Z3b/sQzvo3p6TgaSHxveoK1tuXKuy4gTB5pek9/3yaWeXAIURdzJj3eu/Gpk
2laq8a1oX93wm6mHm3JAPC4TFD5i7lrJqtbV9ZjvlfK2FeVmMsofQ5PvW2XizvYszBNAcuiu7UVm
GFv0TLjIm2tUlVa9nV1PkMkH+EZ1P+6GwqeAlF5AePvpMB6E6bMDsCBMi21Xfk4oEHdneiVCimKK
KSOJU6ZdhdNlS/ZYy+DBUp5kXJ/c/FWEsGqtbDMa1VbCK+gG98oMjWMbGF8jgwoEwA1XfVV6A+4x
tlqNhWxtidH6UwxvC3Wxrty56GvkmXkdC/WDPsgbzRx9dqZUSdzzyvgDWUdP1fBuDMKN4gAhCWHH
TR8hHN7Yy/XZ+YJaa64jIjSc2uQhw2bYai5caK3vHxRvtEXm8tzulHNJIZM6Feo+DjDMG+VH98c/
71v67IgQgRaZVHaH09hcdv0dJ8AHA7/R3Zpr4tquUQy5oFLeIQ/R+xPKYIjIYXacqx8db280G34i
hH85Pi2Rp00yWTxYmBxl0uIhaFMuO8ZIlkTxQ6h6MnfYZ6K1azrr95/EW495ts/nk6YKef5adfhi
iHNmCKcPCYD3R39j0eZiuU4ShtnU8ZwDS8WJ/DTqLQRUROiG7+9/wM+X/g8H8lw5N/ZbkLSWwQlo
y/NOfYjq6Copza9aQJEea96InbXVvol+5HqbXmX+Z6fmSnJ2woNwh8rSpisRDgvkPim50arFV9fO
Di18S5p3u7rXtnGcnnKy6Q9m/NZTniHZVFsGql+OtBphGNohbQW7uBjSuyR8HsrPwdiishY8T0hy
mYh+uAmaPkJB0qxdKQOorhJqZwMZySlUWkovufItRgT+/bm9FZazblfjxxrqcg61RHCHHCKS+uD7
I1vn+PvTc5pVdSruwVpn8ia0eXydWdKrsmDrtsNBt6VXQEtTtHLVFOkG4XpUflDjyItHF4KQRlE7
yPdOPKxj+4sWg6QsjCPdppUfgkmN14X4GsTs3MlddRYqoaypaaQZeIKqMIQHtKCCBjktFUk3P9k3
Trs1wufEf0mscgs/bl/K5LGQ4z4BbpxG1wbN/Byb1c794vvmunG9PEL6YRq/mqN5i2s0VQLjg1V5
KzxmO7lM3DCokOQ/aWlBESRdjwgGY/ZGJ/cv/Pp/fhv/T/BaXP/3Ejf//i/+/a0oZR0FYTv7578v
o2910RQ/2v86/9n//7Xf/+jfVy89xPdi/ju//Qkj//XJm5f25bd/wCuLWnnTvdbyFj562v4cnjme
f/N/+8P/eP05yr0sX//1j29Fl7fn0RDRzP/x148O32GcnLGp//nr+H/98Ool4+8O+ffo5W+///rS
tP/6hyv+aWqaMFBMMG2bVhBROLyef2I7/8TjRXMd1YL/rKvnnDov6jb81z8M65+WqmHqKSzTcBEw
4UdN0Z1/ZP9T2Cr/6VCGNTVKzPo//t+8fns2//Os/iPvsusiyluoM3+MP8v4m3S/D4s4iVx7HyIo
Z31q+g+wMH8eV59L97v0PG0wemLbWiGqIxTQ5FOo2+OSS66lz7X7Y6EkchhzsQ1rlJduB3tSA7Q/
p+LHL4/vr2X6dVn+GCaMP9s73GxKnC7x7S2aVM10U1LoQpnNiMlVVVPFU9A0qtbfvf9hb63VLCYb
W7XjIcjtLdqSjkE50QiQG5G28+X98f+YvfFlZnmVcBFvjF1pbzutNC81bTCzu0GNVftCOm0+eoqY
KFZksipv3//At77Q+f9/ySpKRy17cf5A+vtiPBZhh0+J2XRh9EEydz64/ra1841mKReisoPadtRr
hqQRw9GWBho9CGzp4YWVhGeWdZd0CL42VS7FSk1NrdqpedjX+/e/oPbHuyoT0GffUGQNkiaSghEt
qAqtUscTBtlZYlQDl1eq6rQMpFAuigE1s22nFwX9LQWjumzJPZwZnM/6X9YYiErWp9bAEjjIphl1
8UNYNFDf/35vPcBZilYQqdT3cOaVshGfQVYih9p38Qe3iTdGn3MQUyeO7MaorW1iRNGryvkB2TtK
ug/yy7eGn6UU1Cassgqh06Wt6B85zE0KAZNYtvPMCYl1OsRlqVcWkh7KNG3VUenh6JcFsoeL1n7O
TNSB6DsyjdkNCrOL19K24ZNXFaG0ef8D3tjb5iQbxBoGK+4C4WVpU/m3Isuq7tFATkU9tkroihsZ
FPBU3/+wtx7GbO/RY6kgclOiDVaQ8183URO2j1nbKj+WjX/+3F/CoHEAlw8jsuFToWVbGZhQKsco
AaL2/vh/vKxYKFf/Pj4yImba6ZgyF9x3QVvU3IC36SDhv1RRaLoLP2a2nxhm4TtDqQivbTu93ed2
Ael+op86bsuoHcZlcT1nLFZFX/nGmDleqSfTfVLL8BMXTPd+2VrNdo2BGq82kON4ujJGyL3WuNgH
piwoiFkOcoXvf8obb9Scxhg6QZk4onS8OjXlQckm9RM2N1T9lg0/3z38SKosju11okKyQo1H89me
ivKDk+ut2c8Si64XhXBUcAN9yhNo0yDDikkRi+yjLH1ObewiI5epjB3PbPqEZyAdxIYaVUYfIW7f
mv8snhMXFSt3ZPVdDQ2dA1CqfNjWsZiG62Xrf/7gXwJa6AjJIKJmey5iZ4/CaZrrMeLKsvDxzgJN
gChzVdUSCGSYKIG3k0GPKkyyQV0WYj9hnb/Mf4xkZbd6LbykCUoTyJTeO6u4Q1/wgw84v4h/yH3m
pDgZUIHPBh5x5csSZfGAGsp1pky9fQxaP0u2Y6DL/DMKJMYXEAZAit5/MG/lPHM+XDoGviimga0Q
TcDyGCoNynrgblzSOqcdYiT+8jae+nUU2mW2S8YJcpltDkZx16ut3X3w/d94A+f0OenbinBwpvEy
oXQbIxqE5wjUAT/4luf86Q/LO+fRWX0LDk+vXM9QpxrhD83v263lT1O6L11DyE9BkxU/SsUcsj0F
9ty6wn5Uzy914TjxZ3SRlxl7W7o9uxY4eWyVxRAhgyV81EbsyX0tR5o+y/bROQcurQ1bwwAX9JVS
Dl7QahTuA8MJvr+/kG89plkcg4e1nTgOTDQPRufZ4nS7alRlUTWXtZkdy6Dy81hRhAthkZvMutOc
bFqhe49e7fvTfyPK7Nk+0UQVjnZj7XitHHz9gOhlrX4dS42IC/WQdjBYXeBX+mSj415mE0JJ73/w
W+s2y+uNAX3QREcq33bO+txlpTcZhiumsnAHn5PnJnNKqs6uQSJXlra1ZX+WVS4WkWssfc6is31X
zWmDTEjxBa03gXdY2XUZf7AHvbE4f+PSaWqo0BmZvFg/a5S3WrzxZbGImMvcZ2czt57C0aJiws8S
QIMaAr0OoNUteq7WLJo1u8zBggeTFwjZXnYyVzmeq1CLF44/O5jDuGtLo5aTp/iZe9B7DCF8A83y
ZbOfRbNRot7WJoze+jqC5YZoULpGmGrZ6MbvZ76T65PTCx6r0sKdTwwQgHYiPmIivfXSzEI5VpVa
Hfxm8iotSncN6v3r3jI/0nl544IwZ9jlPpT/SVMGb1CsV66dSb8zge3lXjuIj4zv3voGs8Ta6AVC
jYBgPIPAvXVbpBE0VNiXXcfnJDvah4Y5TPbgFaZlHxzX6jaxxIl60bOds+20FiFOZ4o7L2hS8xSl
UFNKbG+WDT6LWA5qP0k0o/WqIvahh1h6sxZAocLNsvFnQWv5QZMoE2WeMo9GzJewE+p8P10WVOYs
ZKmPKr3Wxe2u7oKhuTMG1Uk/WbUD9n3Z9GdRm2hRXwW9jmodYj/rpLSepSvz3bLBZ0FrxQryKQ5C
tlWKX4jRdPqqct2P9JneeOX/xrwrwQFg6tWz8spzrZPf5e64SAnHQv369/0mKadaURr7r6kDaULt
vreXTn0erZbjd06o9Vt3oGisn0dvFi/MnIaXqH3ppw2jj7EbImGH54BtQ9NZ9FCNczr0y+0lNC2a
fLrK6Kb+WoGog+IVLKxs/ZSu+GXwZMxSJwoY3J26zEsFTO0wAbqybOqzWB1bQ/ipTPotpqzDatR6
HQFtv112RBmzWM1CDJQKQ+22eX8WzQ6j1y4Gibhs6rM4RUK4LYtw6LZZgjygjdkDSgT6wsFncar6
Vm3IUGm3olLzTTNGL02H79Cymeu/vy9V444xmXC3heQD0jWOEEatQT4tG30Wp8KIlSBSkA0Wbqdd
NrRHrn0RLDKst/4bh/bL6zh2pp7jzdd5k0YPE8tnx7Y2SqugULxo+rr7++KAlHSzrgx6T5pZjsKU
UaLLOejtt2XDz2JVi3wcWceMk9Vv0qMbw8doklhul40+O1q72i+NQFqd17oGPXD9pjGNm2VDzyO1
kTEMZaX1olC5Ynt8lrpYWL6bY4jcKMqEho29Fw+hs+kA2xYJOsnLJj6L0zxplNp1OkwvIxAxaSwu
hA6BcdngszilLTyU+CMq2zwdv0dSe9Kt7LRs6FmUOtEQKJzX0mNYQB2T3iCjLxsjWLb1zlFEfWB1
YWLWqKC6rvrZbNkHVk00acsyjbnJdlelupr6eI1mRT1BFRJfwwiq06K1meOFfCeqYIXXnWfJWq6z
rGTqyUed1zeymDlUyM1tMyqVrPXo9ruXThNol6nil0/Lpj4LUb2Ftg5qiNcx9MMVrJjPwomWPVJt
FqOTWbixHyadV1u9sdKc8RlQ+bIS79xpG+vacYgMxlbi5t7sJDyKZolml6X/dC/+ZU8vBt8PWiPA
FsuHhqTE/kWE/MCyLfEMBfk1OdK0EusJRVe2tup+Aq767NQyXba1aLMQVZAFZDdnTdIwvymCYudn
4cJpz05RE20nY6Smvi2mfl8P+sm0loE8flaKf1ntUlqtXZTc7ewMmYRi9PLaX9ZmnbtnR2k7hl3H
pMvsYQLWGovHRUGjzk7N1I1r5OJ5iGaYfK1RRkBidtk+Nfep7qoeSyWMVD2JQ8r9JFucJDuj2Syb
+CwijdyHFRm5CIQjUwGSO9m7vvt52diz7DZJowaBCniKVkR2q6j2i+nivbVs8NmpyYtdVfigtl54
VuKwGkhYris+Eld+Y4tVZ0HpNL1oTauHYmnf1cXGoYq9bNqziAyDsDKxVmm9zgHMMRgg+rTKvl82
+CwmB/rvUuZ+s9XCcj+k9PYrI16k3GXpc0xX3XVqoqQM7qTWtdGV3yIT8P2SiWt/w3WZllQrx8Xr
ITOuLcYeu37p2LPQhEUj8IfTKBuTrF9Abo2P6GfYi+JHm0O6wsbsU/JZXhRrslc4ATykdrgowQKv
9/vJMLqdiUctkT8asoVBb/p2sdHJgKJFWwtowd8/oBwy06dXg4K0Wb4Ayn2i+fCw7InOwrM3DLW2
Ddal6wJrU3VJBN1EF4vyCG2O1KrDHiaqC8IYWuF1V6jHETrVwndxFqFxhsUFxky4AyTGZQrgEO6d
0Beu+CxCsboFc9n1mEiV6Y2ppOu4XiQsCu5zViCqLSWXgZE1nq5bKNlkGr7fZvxj0eOcg6skHYUG
nY8GgIH9jHbVMRLW3bKhZ/E51q2fOLpSe1LD7jMtRLVDhWQZMkKbA6sKXJ/dHvgOln5nvvBUXAkD
z41lU58FaFfqTQJRqEaugSrUCilU5aT0qrxdNvwsPAfFYFc0O55oL783ZHBj43xdNvQsPFsOnrC0
0eJFoPJ2LMuDii38sqFnR2fvO4mNdl/tTX0VYgMZ4CiV5t+WDT4Lzghr+aYeE4yJQ0wITXmV4av+
/tDnVf17i16bo5gGhXpwX4raC7PewqNZ2PFlZZew8mO9k+v3P+S8vn/6kFmQWkk+5klhIZmCrzei
UE9KmdwvGnqOYBpBPKa28GviH6Pevqm1ldYjVLBs9FmUBnpoYTWpM3FTe8p6JUcWuXxcNvbsxhmi
LpXUatigexSZ2AYbHYoJuYMQz2bZB8ziFCuSwOmclFdyVG6iTL+PqmV3cZzEfj9C08iquDAzNJ6d
N60affKXqRRb2lwOHZ6in1W9rKHRZMhDOHp7owVDtAjpC4Pg94nroletPuJN9FWovbKuPMNcCBjT
xCxMs9FX2rEJa7j0pYrsgdhVQ7CsOqzNsVDwpLrOdFlytsdTL3W0IcaFMTQLT3cI0i6ugtoTfpCv
BPKAbo2B7qK3cI50cnlL1FFHLkkr+mtDq5DuaZfNe45eqiO6E/agVF5jO0+RVt+kSbXoEqfNkUv+
aGZJUMa1Z7MyWJxCcqwwWV62H87RSK0RV0pcoDacirBa13py0ynushR0DkVSVe5ZuaVWXhAZ6GQN
FCq2narYCxfG/D2A4tgFlRZL4saVKMV1tn2bRuq08InOwrOPLdsHa1d5k1vra60xrzhJl3XPtTkM
qVNyp7DGgtelcE3kMXJHJg10fhe1skXv+rz7X1HHcpQuKz2jjp0vgkofNqlZv180+lz+G/Cv6gYj
rtlBEKKXkVOa8+C4Vcu6FNoczCSTDkm9DJkg9E4wUeqHMvvRuWJYeCWdw5lQ+FTNwVVKrw5lg/yz
jWJME1q7RaszhzMJBDIdtVdLr0ttvF5sUOsGd+tlu9gcztSm4PsaIy+9xhRBu9ImPXlJ5IjMzLLZ
z87qMartehhZmyKMC2Snsocx1RYBOzRrfljriBUpomPd8RTfS0ztdljNh8veyp86YL/ULXujN2SZ
DqUX+9b0pBZ+gAWdgwjCsoWZ7QgGu7ClSx6rm/tVsxN465kryy/sauEH6L9vaLT6kiIve1beaIZD
XTsPYZUuq/xrc0CTSDIdBHNdegLr6ShoboakvVu2MLNDO/DlYKRpUHni7DBdDNoKfa6PkLvn3fwP
CfscaNSqyignwyo8YglRFKAvK0UqYrto6nNt71oq9OhTRrd62a0srTwm+Ucopp/Q7T9NfRZJVTQC
r3PQ4+3tJEC7NMtjtgMRjckaxdog2WelHO66rEkPRmMotteGYWXdQ3ET1bXpWk1954rM3if0JYt9
nOSmvRJpRDE+GCtHHVaTGVf1A4rcWHuossqTlyIMFXSfSCz1jWZRa9+KssPkK9Wokq1tutTjoasU
J/Z0MYbmwS9ibNw1JDStzwrIXrnTjLgRG8yJGXNIo3baBZWLc52a6lO3y3R9nDZNnxn5l1GYpn/d
Yngff200q6o8Z9Ld3qtHvu+mbCdrG6u9hf6tQDJ8bUsRdPtAKwIXOeccXphaTfqd7iBW1et2fSij
pp48tXAdJDjwKzc3fW0G1rYXCHxtrTTEvCRIywyP3d51MZ+vI0OssiKqtdOQ+7F7SA2tNb2J1R7W
lpH0uKYq2VWd9yhpmhhIT6vYr/3pLtXiQizLQubQmhqj6b4v+8JDs7x7rJ1qooaaOx+qGP759Z+D
a7BZbUHnu4XnUstbWXp8EU7BMs6N9lMP8pcNU2XlLNMpC08WpZ9tCozV/y9n59ZkqY107V9EhJBA
wC3sQ+069qH64L4h3O02AkkgQEKgX/+tmu9mzOuejiDmzjHGFFtKZaZWrue6jiA5HEsu9+qauG/j
ELHOXHmj0/VM5x7A0CxK5Xg6tH3ZLgW0evR1JOxwxf3A394k92k0HxPSx2wX7o0DaWvcsuEqSAH5
jp2zFRjtoqN/H3v3XbRf0jGwxVFzVWMR8jIbRoarzZzSY1fg8f7S1GcYgu/11F/baY2+686zH+Be
dAcj5+4o12viuHRsuPJUDOh2RsABs+LYSbinDLAEvETYKJorXJN+1okENqs9tl/3bIEFN5Cronjv
1NWAVqv7Oo2PNcX34sZ0gSILhsAGFu7wNq+jAmgEFf/OAeVXB+Gucz2RhnGJy+prQ7uuBFv0b95N
r4fWYrI7wTuMdS99Roar25x5xmBiCwy11cfysr22UfCWuJ7y+dpMMgFjr+gw8eLsH4fefe9c5k2v
YgIfTkz2xEnpMqzwtm0PVjr/cTX7rxBpMl93oUGCgBugqYJejVcm8uRYU28vJfMEg9gp/EkwRqvU
PWdLaksQ2fix6YGY5v/MKOeubyCTGrDYe5fdi56Rb6iYt2ON5r1tcLbqMegZ+SoaZeutTmqg6IjN
jsX2vTkVZcoV7VsM6FrdVLMf4aRi9SEAbRrvBWXxFK8OPtrDNdp69lNAy/4zaKeP6UrjvS0VZIl9
JzpprinPlugmiz6uSO19+pubyV9M7cV7dyoMs9Y1V/kb5yJm06uR7TJUddZTcwKZKnrFONtzFBWq
OyFHlAWgwyhGLyJK0+HYr7+Xzcxd0g9JH+srUqDn7A0zPTa/cbb4Rajbq2aaFbcufBr667zCLThW
MN6Ho4s/uOl2By/Gl4Ho7pCW+w1mQlWkuwY2GaKHlfmhiLTXzXHCAoqtt8yhtnH9oNsG43jbuFly
LK/aK+cCcRMGgWl/ZSxuJaganU/KTibLwfN3r57jc0DeQPEf2ByFmju4Lxhq+HHo6+zFc8rqzRYu
9Fcz9TP8idjfwYLNduzhu5uMZgzxPMtMX5HyXxSV95Qeggal8V46p6OINB7GKlebLHMlowQ3MD58
OPbeu2zKCjU1sV/6aw3H2LMTFKbBKcARx56+Sx285G2+SAYctsyHBmZw+XgvMteLg8/fpQ9JsQ6M
90Rfs7TvYOGb38kEhJVDL7+XjE2mb5q6aPsriFP+cZ40EJa2W97/76e/feB/qdH3urHCSwAuY5zA
KiQjUh8yN8VZkXgYzhzZbX8s2d9ryMA6qnPOmuFKHLPwEAMA9W0NkeJ3jra/CJlk12vQUTuPS9Ei
Gqf0o7PkQxPXxzJ9slubMJewOZnw7uh/pad2Qis/OBij/e8f4Fcv/vbP/yvB6rEYIwlV4DnOpvrD
skXmYy/SY9NM8V5Gpto+doTO6i3Y5O+NZunVtml+Ovbu9J/vbtBdILXuFS7D0ZUYxhwkiKY9+GF2
m9ZtFlaBW6ugEICFEwAMZvwDOCxwCY69/G7TwpAGzAcLB8MwZd/RO3rSmfhy5NFkryZLFoLbakwI
Ymh1qLsSmN/lp2dAVR17/C6rbdFH6EX99tlNXuNuY85vmqfu0HIne0HZQDu3hgkvXzcCbaeYmhIu
J8dCMdlLygoesi2d0X+LvQVsrW+hR4Bjet8th4pQspeU5YuvDXJPdY3hY3kCX4a8GzDP9+HYp9/t
1o23qPT9GJ2auFmH+47E5JlSk/6ODf2f1tD/jcdkLyzjCaMr5w5Lh7tUv4xwYHR3rVzG6YJSyVGw
oRM+n0ZA7ofHCIyE8GiybtR/0JglF8dpuGVJtKWAEtYO7gpbJOWL7tOVVnoct7YKjajD96HeWnfp
DbJMEC269QfTSfKwmM7eb61YLqx2Ho+AB4YoiW6T8CpizLe8l28+FaCm5aBmoaSCBz3Rk68EgfLz
uTMiCif8v2e4zlMQFn6TMf37GUXyXQAmdZE11Ixwm16Z5Cdhx2lsy2VCK/PWeswL/aao+PdQTPbu
Z9BPjvRt8Pnc1HH3vAAL+EhbCtLEsbWzC2hDJNMBXVh5pSv5yen4voibd8cevYtlqDo3HXEvryxA
z6tocqPDnP7mvd+O0H9ZknvpnXORbsK8SlBi4Alym+ag4Ka6QV1x8ki5mxsvuBKHuhkk38W2eCxS
niypvEYm4udEenUJRjWfDn2nvRhPbLVDtcjkdRkSWD3X4Yvt6O++06+W6S4FiUnTOjk5UNSUaz9C
vZ285KJZ/1y7OPpNJ+lXP8Uu/ECe0LiFq+bctFbKi0vXGOow4EFBPARhEoruY30fsjcIawS6G/Wk
8Mf0NILQjX9BIDp4gOX0n3lDBMMRlOq9vMa4MLPMX0BT+k2A/tWPsNtkGYOWM2AG9ySbMbO3Qs1A
+OQFbuZ5syhySF1A8t1+S/Fs3rZZBJsOGAli1r35WozZsdFWshfSzVsBa/pt6q5ZltoLNNdA2In4
WLFCst0OW1o0C5kDW69N8uRilg1+/EV7qHNBsl39SbiJlcrAtI+X9p7UrEwGfuyb7z3ANkbUPFg8
OgSgSovxolt6qCMCU9p/rscNRmjtXMj6JMHsydLoYQSs4FDE2WvoICvER+JtfTIduBbdPNtrlLKP
xx7O/vnedZqB7sUiLHZ4dJ+NgUPzVqjkcuzpu11KCjnVKYnaa9bO5gGq1y9jsx0zhyV7DV3DsyZa
qGuvaqPq4grb35FRHZOikr2ZWLStuNgDPv3adt14MiJ/jLJpPh/6LnsZ3dqBygUea3GyOmnXC0Dq
n8wk5bHuGdlL6cRQ2FElfXHqF4Av1XDtwDM89ua73bmJdW10gwQHhA2QrxxQgEGlv4m8v8ie9kq6
Ber8gAk/bKJ5GUqoxgAOgaPwsTff7dAAk555sQbMjVxvwKSYYSzrqS+OCdII3x2shd4wcyHTAoNW
Q6BlrurpYVhle2wOkuyNvRzv6z4bGdiyb3Rc+R4qgN98mf9cZ/5LerbX0iU8YBSjb8Q13iK2PJBW
pxgwauDl+QqnJMCQ0yKwMhsXnZ45+sm+Gq1MFzhkGr5dRleQ8RxM3NA/dZbS5VrnrM0O9cjJXnQD
rDKoU26Zz33PVQUvXHhMJPUxHwWS7k5hVVgWWJ7O5zZbp0taWzgWR0DOHVpyewUh85QFJe18Zl4L
aDjsKwY2f+fi/4vNslf1AJoAE55smwFDiQMAT3KqMnkw+u1FPal0PGIjvnrQMIDwdvubTMDrHPss
uyw3CkaPtWLu3ECPfyq8EBWhGA479vT9Poewum4XhOrM0O+zZh+1oMcGNsletLlGYwwTGPtWu0+2
uQE7k7uzmAFAOB16+b1qs29by/MYQOZ1Ehyn5da5vhIpj9lvCuFfrJq9bHOy0oWlNu7sBmHOGrDI
kymSQ9pEsldton5ImWHaneM3Ezqfgsynk+yQ2B9GpP/MVEy2JHNt8fDFwUhcAcQH4DA9JgklexO6
RDhYM7jenWkXm4rJGFzyXn0/9KvuNZuDzHNCWG3PCwUWKI+ArR7XhBxLsvaazQbCZ5JEzJ4HyLzK
QU4NOGvMfj727rsEMfHGsJgD/BcVuGtKZGjO7ZYe/DD0n79pO/l4wL29PcMwlb7r9Sq/czDbj+Xk
ewmM0GgpDyZx55ZMBEB5Wp/rGjK6//1h3uLJvxyaexWMiuVIJRhpF14Dev1OON3qywbE4HRJJoNT
8H//Z36xYfeKmHphdRJ3+CNgwR2dFpo2Vb8C/Hvs6bta14g6sxbI9nPTgG2eQw5TFcP217GH7w5X
2eHwhp5xOpvVbFWrx+406/pYrNkrYgqTEKvTdDovEthqLXIw4lgRjgWbvSRx04zzMPnpbEUAM36W
n0Lcpcd+0r0gMQiANwd0I88mF1mlFZhvkKQeE+aTvSKxB0HKZnltzpGOpqoLpgdHejvm3ET2esQ6
SdQUd9ycWzuKKqRaVTmc648df3sxoos3tJynJr90XR9eAzErEO7976zkf7GV9nLEmnkfO4iVz+kU
Yx7lLcYbGv+ud/erp+9iGQg3aFdvRXFJIrTOl+jHAFL1oY2012fJmMY1+BnZBT5ftSqXAJmsFev8
9djjd/sUvCM2BAL0c2p0DyFit3LxyGPV58f26l6jZebcIXEyxaWY47Ir6D2Y7McOv708C0Zco90o
Hq0TJKtvF//9MWUs2WuzwGdoa5GNxSW8WR9JD7xvInJ/LPLutVkdUcKGbUhOcOG66yfzjvBjboJk
L8xClYOiRuvkxCH46froMenb94eWyv8RZcFGSEysT06UOx1fE6Mwdy28dp+OPX+XbfQmHjvlhuyS
DPEKC/VkTu7fRvV+5yf4liz+y6G9Bwe2EWh0ua/5RZtovrP1sujnOSNNc8acalbfGh28eLKh/m1x
/YuwsBca8S3p9dDP6kyKr13yypdjC3+vL0oVW9Z5xnNZ+yGH+KdNDzYa9uoi4KxpUbdZduH9SsA+
LBbyNE+F/J2B+C+EdyR++3H+S68AQT612LfZBYMpTTmCDmcftI8GKGbnyYxXT5cOw9OgM9F360wt
qHymi0D4jNbhd1ak/44vTsle7ZF1G+MLqCgXnRcCQNqi34C+jPG/n1ts+edk6Av8kz6Je35tTffa
hfY1doqld/XcOgHifCPOsLn6a10YPDBLmwX7u2ok/v+YsX9bqbvMLNto3S/dqFBerr5fq1i1ipqz
lAjV6iLqVapyHDQYR2XPRiSEa7cB/H4blOFCX9CN6aQuVZDLdhP1FtV/MuahpuwJBPmyZN0WvAdt
Hh/8UXKAtp+WufYxv61Rko0gwIIKHrUlYUXLmnICBhbZ88Cx38u0GIfmTzMJDchzIrNW31iQ8Ag/
begCZc1pGxc/VXJj3foRvoN+actUggsFb/itXUELjAsX8aQsNvAE5F1sJAcvQaPRbXWJYRTl8IJz
NvSfDNUoOLqsy//WRuMfT25MlhPHsAIrHb6QrJbF0/YaNrcC1SUJm/s/B3T6M1euU0yAwE1z3og/
+jaRxQ/dONChMP0bhkmXsIjrtq9vEsY7E/S2lj2cxubK+3aO5SnDtG19BmN5peeI1utc1TnCU1EB
9r0BREuXkJKHOF94cWlTFzTG/UA9vANaoq8ybhb+1BHX5ifSMs8qkXFgLtdc56dcwzW5XMeGjz1k
ud0gmpMtUJdnFdpqazPgzcZ+ygCn5hmGjZb2WicZag0cQFy7e/xagwBlMUc5ALJ6pPTJ6Z5+G63m
J7+FNfvh2rCxi5mGVD6Hieb8swB3OXtmtmbsMdQid81JBQw2JZfCuxg2GoFnTj1hrCfH72Xa1uDl
GhKKxl0IrLCRwmsyBHm3cbb672Ou26GphgU3CLcME7LFa7xm67xVqk+An2vy6M07VDnV+wijTwHa
VtguZW5x5w2/5TDcaIruK71x2eeilFwWFy6B4Bz46jXo7OkWzctbObLMD8TN8gyKOAvPfGhc97qu
tOlzLIeBukvH0nmthkYkFNbCYlMntK5E/kduWT88FGtAb0+kxK0ALRuLG6CyyNOMIu22ljFWFSlj
3ftY5hO/wJVHrg899TGuQoiFIV+ANsEuwGoLss3cQufK4cxHlPtOVYRBq2nJEvMxS3Wcn0Q9p913
tLdyhU2jk2E5zV06zM9gSjf8FZq+UV+6LcNsWTGQIb0PaUTlYyy8DH+1vRocxqymaEieR2xace6N
2OjN6Lgbv4hI54TiTJQNT8tMJ4V5JtbK+HvS1XW+lXVT6Obq/bKk92Rqk+Fr5/mWVgAlEFgYNJ7F
BfzAU65+1NY3sinlKPPvKeOj+QJLgiAqXEki4cGQxLA9YfplzvEvD1HyY+imJdw0Ndv2KgOJ48oI
7KQfXYJlftdIGp5tQZoLoWPeveSTy/iZ5K0RH0Yp1vDOYzqCRpAVwGwC8GzYV/Pb7G3f/y1x3Sce
Oj4yoEeHTtXXEUi36cGNRUarLmEJ/SPnNCn+ir2sn+E7EN3j7jH8wFyILjufNqcGrlLRaW1D7u8B
HlnCHRyn2FdVtElxMgoDrO+zTaj+OW7qNr75oXXbORpFt94V20T4NeOrJF8Ir2X9QYxFYyqz2QhG
mh0pZkygaA764xLmdHqaSbDkxgw36hNoL/Xw4tIiExci5JCd7NotiJ0+zSdxgSw+np7GYuE/FIwk
+qpGa8+/iJVMCCViWP2Zp4OdmhPBFefyIDu4Yl/qxhnMpkTZ0ryKfC6SmzbGAD1cRxP/LkTRmarp
Z2k7UODjmgBYlbD1Nis925P1lEQnO/cUEHgVPNjutsAbnFLSxPDAXPEWbdTMU9mt0dyf+zcfpxIu
iEE+jx7TjOfUTP4bJZvnYPI1AINW4IfwJ+TYzc8aWzirOiWorrj26fBlGwH1hCuW1vDJK5kE1vzm
LYafXzdADae6FKPNVsT7YPwwlJ1FbudLXJMs8w/vFpZ+BrdlwoEgYXFUfFB4ytsPaaybzmnBcT1+
7j3VaYmR3j69qiIu5HlZGqY2IJ9tHh78OoMpXq7AkRV3pN5QWGD8UYjbDDRfVAZA1qOPPJUTPYmE
u+g0kyUuTtkWQvd5IoF1d4sNvrg6PUT1afS03h4ZiG/vSDx37UdcDtBNlq1StrgANdDY+wJYaP28
oXWVXxLZ4ryzdZ2OUMEnYn3UDelkNYQptlVipizCOMo0163HyGWY4w+WSI0Zmz6x9l27kozeDdAZ
dM8D7BHbsVy2BNQlmNGXo5+K+BazYrYv6TxG/Z+0XUGw54rNWGO90Er8xVQesBI0fP7m89Dk7XLB
X7Z251TLZP7E5SLq+7lpO3bDbDRXT26iALWdEY4UP4GvxeqfAf7aMMKfRZfezUPbNFB+Y3wJaySH
+da96Oxm7kynGRTVFAprAsA8UJnlYreefsR/M/+8xMKu3xRIA7AaKKgYkmqEZ2dTRYhPdbUCsfyx
o9yyu7wwmNRL+x4KZ71MeVRtxllwCKfBr5gLWrK4wi1ULt7hddP0ZfVb095FPU1w3djWMnKvWoeh
v8eEA4DwKFLD+gOnxtxLGOsSEr9/u94DDp6JMQtPgRSJBopeh62+5R1+ergTc1DqHj0C8vgCZMo8
3YgVhb1bLS/St5N7FTCSaPAZ57m0BXY5gclhE1xTja3ftvesWFVRgn6X80uWaMS3UjLfTS/Exvn4
Z5hmk3Slssua3raEkfU5weoXX7t5BbcIfyQb6heJGw//IZf4iPeBdtN66plL7R3O/8g0+LhUL2cf
ssw3SJ7sEPBjTs1yWbyM9Kcs3qx+t+CbLfdjBy3xS7e0oq2STgzz19VkNP1D02zLdbkucDc3+FJM
NX/1MNol74A6SIo/h4QX8tuoRklRlMNFk1W6o112pzM7b8jfBMn5UI6R23AUqhXHB7I9+AzzKF2y
0wxnj2GDsDOLvgNFsCUVwaHe3YIb5WvmsL7PknjFq3YNuFbTWZ98SSnENBXb8rqr0MBIMmA0h8xd
qcpSvpRsJXp8NmIUmFOP4fmK4qNTwxPTxkeq5Jgf/bMbRrteUpDll5e4JxNMm3E5X7wmee/FZVHA
K70bqWBf8xlooNOc1Ogf5W1k+fPWmxpFx9R5+oJLS9Z/UDKbAwjv/TggYCbYGxgagLoxv0o4705P
tVaFWas8SZp3G+RSUbXyVi8f5uBHTNFjWJr6Ct6XtayyIm7Ni5zRmCyFbtR4ZhuGsdUFA7bxOa9Z
358mUlP8Eq1Q8VPizBv+l89vyU8OPa5oqiJfUnrSbiSxK2VYty9drmC1VQaNkb9Xg9Fc9rmZgSif
eoeMqxJNF1XAcC/ZViG6L2XmObNfqIObxV3DvcF5n60EaTrD1Lex5caSyN5avAJ574beZhVN+XiS
m3D9Va7Y6n+kZPLLhWZSxcDZTPDJi5OW5SemoCkvZxaHS4HDyNtySutufnbQwRV9pbnO1KOc6+0l
396ouWEK7GHOc0nOObBHK45RpBynKSQI+14tUXOTvE/tq1N1vHzoJxdXuMsY6bdN1X6pai+SO6Rr
QK1KzBgNuEwtp7UTd8Ia+KUkGMbHYcuqEGxhygEELX6yE6F3DfKBL15n7KGB/5YuedGNcyViyhsY
/aJSG4ak4/e5b7a/Egx1dU8UW0dfQzeH4mmM6PSOePgCowRi9rHhOQ3IneJkerdEBlpvu2YVh/fA
E+5dMOFvMs1gYY8Z3qdtyumnwUfNWdKOy1Lr1T4sUhUvjQd24SSxjKt0db6iom7vkiQpHh1vtvsm
XtW3rVm6jwVTU9US/l6lk/6UdkVflA0xM7RKTkk5litpCz+XDbLd7bIBObjd8YU2n3m8mnvbbXlx
wnLmlQ4urJd+6tL7DVrU5JOP8uxjozyDlz9q6iy6q3W2eFXWWLk5vBU2Qf5qbb3ZT2nK+VYurV5z
6H/jxW+n9s1E4qa2NcBrJ5/izQDHPI4zRR3TsqE7NXyJo/slTjDKjKF4T+4nEdfF8xyts70sMIcg
nwNXlFfFliz2wSUmbb4hc9XjObU0onemNW3y2K2LAiG46ReFctxM+WfmlCEvI3PMnOG+sfXwsZi5
uA3RUqg/IgEAdVelW5u2JzJ3wpYubZGKFtZlbTUp5Ci+rFnEmCq3dHPtjzVP2fi4rMMSvoNk5pEO
CZunWN0Keys1ZYdxqu4M66WaXqdctd37NUbD6Dz0CdMXmyHunFDRNNltfFMVn8dMU/aCkaMufYDo
msWnuFjT4hZjqGz9u4WCX7+42eaGVFvRLOJ+HmdGeAmfmBzXmKGjanuP0jijqIKhvw0PaOzMiAui
z3z8ZDS25EeJYtX/IVNZ3BJA2lEga5/9Ec9MRt80LkJRJq9DCnImbi5EhdWBZKms3YLoPk9uPS26
mfIvHEYQ9nPuEdu/zvNY0O6UZmOE86ru02j5yH3o0JSJKM1YaW096aqomaLPc8jX7e8EHhHqr6nF
rN8574Cf/LApsRZwqUiH6R3A4Klcz/0CS+Br0UZ0eMexyxARCZvGHOFJrBk6zKJHD+iuY0T4OyaF
JPqUhAkpQKk45w3YAQPqD2R83Vhti3nLRcD+sf59Z6ep8ddCNnL6rOZoWC5DF9niNs+FS/GLhcJP
p5GqdfkmixQz+1zIYv5mvRzRyWqIjqpCuvihHZuaVyMurO3j1nVJg58kazHjOeNqpprMMiIpHTlc
gj67kBQ57B3G+nFoKLpT9Zp/GBnd0O2xaQjmZVNKlRMYryVG5hrHAKXLu+Gy+TzdqgZYXHcLbEaB
JgqHTpP1Q2RK66yf32exz8TfC3g4+TlIQsSJ+7dztWxmgEnuAtfp9w10xbYr2RAV9T0Y3glPqlmF
LkI+upHougas4CtO/Di7twj23Z9FaMUJZ3xSvwx0ns5tNAYH2UxURzfkt8xWBM3nuYxyO9YVPLnY
J7ZYiBYXLxpzK8TbiYGvZWNYAg9DW+FEMvpzinsfcumE6O3JRGnrz8uK6RcUfREakCETcfucd56g
YG43+YzhAXdTdct77Mja3Q8EjY6ngjaW3lxt1bccyYp/7qWf7+2Y9Uqc8m1bqzRF4EArpqm/wSul
a0+NRuxsu0k+WUuQwAWY1/ibynJRmbABZoORIXLXZhNTT6Nls3qaajc/OGOG7k86rbk8D7mcXlF0
srOOGAaN8D48v20hA8VOrYn/nMLB5udEOQHMHp4tLRYx8oxS+UxfGFDlrhqR3g9VDu3KAp5ivuJK
AHFzrsZxWivlUDEisTHFWmFMamvKWGDxjpukqjJQV2HyAKY09Gkoeov2io1Coe8zv6Ti6+qXMTyG
ZN26T/CGGeij5q1r58qyxbQPQw7tFXz31vVEeIcGaL0kLxTcy9MyZGsH14sayOUe53z2PhYMxWs9
ozQqOXiJ96GroxWa1FGFk8Q9ddqUtcXk2Y+6B8/lRiVS57KGs0j+c7BoQuDMQs4PnuNKICoKFuHt
KcqLwX7EjRadHj2m+dXL5MEZfU4cTJaqPJ+Mf9G4cPyehD6Ce1GTWvFFDA0G0qQ1RkFrp5NXTQvb
lqDuitJLcEhQMYO3iNi3mC+iRY2Ijtx8kbPb4hIxYq3bMqBzl55kxoVQD5vPUGaWmOGKvyHB7lk1
oBBdXjbTBP+emDHKvvp67N2LW9qivc9F0ej2rF0t29vSiDUWiLc0/Vt6ZJPf5NZ4JNihMHCilsMY
PqHPqqHpWVCQ67VccZZPd2s3e+xsOn6mTLAL7lHiB1gM4CDJU9iIl73nLvuE/eDVuRBWwF0nj/v1
0eeul394jQK2nCb02J7iiPL+p+mKQp7kUE/0NaJBL88bQVXyXA+gqL3P0YCi/ym73bOZGev/Tvu5
yO7WuFGkShKYUT/iIGtwWDdrSv2p5tmamwocKkhrqxBDDvZxgXMQuedwQSIPWFiZvHecJQZYPLL2
T4VBO6rkhnl4iRsx/SQpa8UzDXUPhV1NZH8HU/eIvsNMYcaHCoSk4HE30m/m4hnc4y4Q3hhdoXmc
uu+913MEeGCw+S1SqBq/EqVHpO4c+d0pngrTYVATeaZ+dmiTyAqzB3Z2JQxzYvpAOE2RQ6c26u9a
aBCW755uxYy/itf26ps296cpNUaeFWP5eKKgtVhZjpPexAVJryoe6gTmYRAmqjd0Fkhiw6kTbbHe
1xai9QpTPk2RnuAjQGZ4jtcad724Jhyae76sLCA0W5PcIU4OuMkecYSVaDfFssQwZehOo+6duiSr
i8efWZtKFSFFihPLwIKF08zfRmqFWSeJ2yM7V4vGcZhUkZqKK6eGbutNxjnLP8NPWdvHtzW3Gvzh
bdIlVRevbHhJs1atXyL8NUVUitiywV3enJ6Rdy95WJJn91YoPNTRIFecMdCSwnxpq5vmZdPxjJxs
coyTBTUZSvOsQks5RVJOZl30P9oNIRtSoy3T5Odkl2i8OBi/Ii/ENkfbHCSXYbqfi8HlL6nolgYn
Yt6Fv6RA0/Vb1/lBXpIm6SOPr2tYD04xn9r3CbIaHA20yJL0YhDax5/CJKnPSxsXcDL2WeLy1xht
iBZoFLQ5La5JEic/m8gN0buhQV/7/fKWj2NsfcsVrbJlhOcvRsrMpG5Co72PRZIYdpky5Hf8DMag
Gx8wHdekvgpolQ9I6Nspa7MTRFw2f/AGDfNHJBE5f5QuSeaPverkdJ81zA+3yIEj/g23LjWpcJ3F
MfAy6MiVKqM+ehwIHGzeR2527dcogNlXFUgA+vPmdD49t7PFEIhOSba8BgWFVZWTGb3slqkeBilT
E9kfOZ9N/cr8/P9IO7PuuO1j23+VLL8jB/Nw10kegO5mcxQoaqJesChKxjzP+PT3B9m5boJw41I5
SVaOIxvV/7lq165dgSNnaP9H3XQlTLS2roiX8iC57AtfGW3cjAiwwhia9jiSWFKOFWBif5HE+iR+
AjzRtKswJuHhFGJKcnxPra1YmfMbPhHCz8CBcCgrWW4dRU8jwebM3epFPaqkVDQ0Eg6iBO24PISC
BKytZyDZo53Qfsy0x3IotF0VGJp6bIbWmo6FOghihtyZ3LcW0IVPH7G8taToRpOquv6k1SiO/zB8
tU1vRCBA45BoQWs99D0I9C7xzcincg9qpRtmWaJfe36SxQ+9ycRcj7IZ11diS7uZ247fKtPte5w0
N2qN1L8aIvKIH/FnQ69zxFYfw3IX5WYKOqeiXxaKTsthLgQHAQh9LHakOwzTOsQQW2d5X+MR/T2x
lhzLQr4x3acg3nV7aaR9xcQ2RlRU7lAxaaSG2Ak0/JYNa3xQmHYKjywtiKePgMTecOg4yQdrmowb
YgVduJYFzyKzpYsou8lztsKUL8RI14uLODJK7WZKcqqSJXnMm8c+bC2UC+IW/YhDQxPnMbClXtcM
UjkyhCSxrM3O0Ynf6q9pp5qymyPCUcuHWQZVInQbNBqfm9VkdZFjpX0f78a0mrutNbV+p1Weml2q
VLn2xzIrWmXnd2OR3cg1KisgQSJppXysjPYQglVKtlBLknAgFdOEu8T0LbzroqwLw9aVNFSeBoMO
69fe5EfDe+QK1AaIMfCq6buSaYr/rYhzMbkUFcrzLkXArfKWivqq+ZAg1xx8zDNNHW4kVajH38dS
i4qbcfSFGhxjkE0HDwZwHBitBUIO6xoiXNmot62Y1r3TjDTVvKz4CdGunWQ5duCN66QGVXVm+3Xm
wYJoeZd0dM39KPaxX99WzSRlVwYt4fALGKFHHYDVjHRNrw01+gaaISi7SDOFokZqFEfMqTN2e7oH
e48BB7hI52imn/0RS6g6xRkFQao4LGZZUUpQaPMMWgVRuW+LlWa9q40uESjFD43wezu/j9+NFmkB
6qw1/7LMLVwRkfsueVCqSm44e76Wlo1dmDUVx0TSNFEyAjEUd4qsCVBPFL/07uTAaPoD1yg6gV2S
hd2PJhqK4SafjFT7jDOgq4MdlVF7NY7GNHw2jbTo3vFq+8qxxl2xUxRPSptGOf6MCRZDx5tLnsbF
ObaMqzqAhX8HHpxSDE5rgIkIvowJzjWaOqpa80SxZWnaFN3I/X7QixhwoiqD92SDJX/XdTQsfh/B
+uNdpP8EuoZWZ3rWJ6MQLYivmQhs311kXlXmjR1SC6fauUm6VHFI8VXtD+JlH4yKuFRsngjKplCw
9YaEcWSTZPcaoJIkpxLCRsC96P3DQEkjjXOyQdWDR6qPx7ay254GL+VFSsgRRk5foq3dXxEPD5q0
q5SAjPXuPJtEX2d7LPVGfIDHIRQq45DT2DHZhVCqb+FRlQ7PM6A6CLO5UTL+N7ySZeOuqqzHWlUU
/UBtdGk8NGPutbvCx62hwBXP3xGphE9wQoYx2yjk/Btiyc9ijhMWRQRVhstD1g66SXuCBgWOfQmC
sjGgv/v6gohT0NysNgJLIx+afosr6VNvFt4Gc/bvvr1gyuGVlWnhe9phpAOCHVTjZQiv4hc/vuBN
NJLUZHmraweQlT3pgdD2JOLp8xvq7375ginnDV3YaFaoH3xRqLnCO484j8v+l76+lGmR40Ih5828
EBkgU9pYNNyb8ofzH/+bHbpUadErKe2LIWK7BIYlf6+zMO0dUR9lWqyYclrYRQsx9QjFXit+qVMZ
VYoveT6B6fcG8hXagc6Q2me1rOq7SAIN+Dmg/3ke/o//I3f/4MLU//5f/vo5L8Yq9INm8Zf//pCn
/Pt/53/m//09L/+Jf1/8yO+e0h/18m968c/w3T/t7p6apxd/scfRacb79kc1vv9Rt0nz8/v8wvnv
/P/9w3/8+PmVD2Px41+/PYPSNfPXEN7Kfvvzjy6//+s3aaal/c/p9//8w3kA//rt6ql4ev33/3iq
G/5RTfmnZarKXH/a//j5v8jyPy2S5KIqiZJGSPXbPzJ6Kgb/+k3V/jn3dpUM06STEQERR6XO2/mP
ZPGf6ozwWSLasdy8FLP95+e8WJC/FugfWZu6eZg19b9+47V7cQEbfN8y2VWWIomWSdnMYidkVN61
YxdnriUS+JlCTmo95mlB1nA45IM0ObjGwERN/xEt2zuaZHrjRfWohvku0XQUGvKbVnzSk9KG1zMr
H6IsQda31q/iNDwcpmS6G5DTrUEYvPDekr1jPxr9ThZjQotBSHdFnQ7wBDQPpjVUIy/taY2gRU8k
AgR6JAjhvvchBKmqCPCVppqDQgGpbytQnMTx/DD5Mo0BvXci+TvtyVKYQJVum/672m+uwyh/bqZK
PKQjSapJMaitLx5k3ECnDdTOaSpLocpJ/mzm47Mqp+rRio3gTkiCZF/nXfIZjcH0Vqml9hjRKTR2
I1c3rWNj+TdTeuOr1Y4cyqU1kUnw3wu4phdGz9ufVVKyE+NB2E++/4WU0WQ3BRhk+mzlAYmgKyUB
FCQBaTmWAmpX4rAREKrPbZwVEOY1UNm6J/GrjJlDQtb2PKoALvtMEHaCAUrQh5DKen2Xl/jj8jPE
pwi3FoEgsJpBiWxEmMkO1rl0zEgutlxYyu+FUFXvSJXC8RAU9YtQCU8pUqRk/2J1r9ai5OBpRijx
pt8pZPbs2vdkQH0lt0d18i9kcZAc1esqh6YbwsGb8ueuHczd5OcWr1tUX9VjmewGvSztirhzV8wt
4cVMDG/Tvu73PXJ6O9gjsuN1dfkB1Cx615q1QdMUFRhM6IIbSsPMndTEX/yyr3eGkHyjpj+1Y/KM
h6bziOO6qD1MXpd80VVL4uRL6V1es23bovyadCPQ5JhFOwne8Y3SDwZRSP5Ngv7ttKPxmCWUUdOq
BegEcH0fKVD3jKYNDnKiPbB4oUMK1r9qVHx/o9SHo2EZ98jZ4E8Wibcv1Vx0Om3MH7zY8C+G2Pqo
KSKxeNqgTRhB6/Bx4ndmD2Y6oVviio1nHupgVK8ztfcflV4z9g058V2Z8RI6eLnTTkzb8Ik8E9nW
bt7kbaxeG2WmE+ckpq1kYrSn6R5SNDX8QSo0Euag1h3cSMWuS5QjcdjUGy9KEREYqsGmnq6wwwJX
tYZRaOdCS8LAN7p9GJWZBuBVdr8jN9bdprrSg3VOhryPey/fS7XY26ZxCKUDeey+s6V48nZgnsE7
gYXch3EFBiwIEJNCwN14Iq8kW4JxqAWD8yqp8MkMHcocLUBhCHfKMfEm02lUGBpSRbuQJJDo7yFN
ltOKNPqieXJ1LdVDtdcjADsbVETecTf2Tp5XQAGxKtqZPiX7LhgaJ0Ife2eGSXsZyHLt4EEDA7ae
v2/8XLkcrCpzhK6QnFFJPYc2Zaodd0TCht99zGg/5YSd8kkX+mDGQsYr1eQWqwb9c9zI0sWQS4ZD
mPG7ofr1rul6lMHJMNvk1t9B/hYclX7eewvG2F0wl3Oqmd/vfL9PnHKyor0kWZIdhvqchxBMRL3z
8jbJE5RUrGjcaS0wcCgN6V7uPHLNltzagZeEV1mecU6MPrUr35+g3VE415ac34x0iD36wNR6Gj71
M3wfAz9c+QzXjoVqPJhilR1lL+ku03Z6NMmuw8WyoCp1E6onQxWzojCXTGTl91VRG8dORhyzjMhg
nbxtfz4mp4/HrCXxF//1j6fDknRd1nm9JJjML50IISvikjR05hqWcp1a7U7jJIiFubOgQXi63zi5
5G04vT/VMV8Y1TSLCh/Z0lVJkZWl0bgvYrEcBslVc8LDMnJIV3BFfG96ZgbqS1o/iMreNO4VzpMS
vK0RI2PWdMuSZjKwBEZoLEvJ40IsWsnzRDeakTo7YiOen9SXAZGpivgDeBmqiuqpIovLShjcAp2U
a1ve614NonQ7Zh9r66Onvq0d+E87EgwwS9P4/3VJnf2CkxiFUtmgE8hb3ucmBAFyeRue8ku/4vX3
53GefH8qDFgkGd+HBzsBKQx7K3tTBdifJgzQG0k3FV1ZVlcOWpTFJN7C+wBZ3rqBnJVvaEWtDQJ9
I0kiRSeq2lLwJCWpFqgkRO9LE1/iAp5IvNXHbsvEUrDFF2JJlNPwnn7Bcg7JeE9rqPNb6mVI9Mc8
nY5icU5HIxMbJWAUen1ogOaK3X/1/aVeTh6SgIF+Dgad/O6TCEI06ryBjTla9s4bjFGvLKog78fw
s178jjYYVem/sF9PJmmpWmSWtD8xiEnvgbnF8SJRrtQtrOMnqPHX3fWfheDIKRxw2VqeuTEag0Io
heDeQOdQBNMZ4mMJFT0j6fqRTAFpxUvZ+toGP1r9u2D9IBMftIeY5NuvzOdfv2NxNi2FegIIqsH9
JO8QnTNJbW/VvqwtmSHKlgmVwZSUpX6y4MFMKZoovCdTpOgXnfeA4tHbR3FqYt72JzeMUXUd4HMQ
3uesmH/ZNkdy9+dNrFzG0qmJeZQnJrwApplQYSI0vkjpnmyYMfcf2RjI2vk8tbJYDl4DyUeFjbny
9jXQ8lYB3upaKIaiEjDiGC9VB0NtGiM/VoL7XLwso32B8rS0Pz9Rq0M4MbFYCyUym65OZHZ2Y1Ob
YL4NSfvj5KCHJakwKExDXFZ01wLs1SbUg3sf8rPo1FuV4qsLffL9xe+3lKLNu4Dvt9adT1YnuzPJ
iG81Ql5diBMri+2EJA+qGkgQ3mvJQY6uwR5lc6P6b2sgi73Uj41eVWid3htfTA0GgGNFV1m/YWR+
MJb32OlqLDCD3oTa22TMVh9kh7IR7bgQbFN7atV9a9zropvk739hf53M3OKVpNcP/AmyRPfDePCM
PZ71f/f9xRNJJX9WA3LzfVKJiqvHb5LIebV/l2I2Qgipmi5EwT1EqvpH8jZho9efXyCrShMZVRWx
IKgblV/0b//V5Gjyy1tQjhvF5K4N7pvmSisPnb/x9K7uWRO3V6dwQDGWXhZkK9MYlTG4jydC84s0
vAtbKuc+/8IoTqwsttDQB0Yvk8O4j01HS4+etbGFVg/3yfcXW6hG3DX3DTG4r6fLzo3SS4pIzo9g
Y56Wfhb1VJ5a94wABqc5OZQKdv2Pwvty3srKOKg2k3B2CQuIcBZ7CfkoUzYH379vgJDg/RcXJGTO
m5hv08X9IQM8qrKqWdzlSxnQsWtClSIlwQ08z7aM7yVQ43kLK1MlmxrBFJ9XsKK83LJUHYkxmrme
CzV+N8bXVvRg9Efo2xsOwrxpXo3kxM7i3ZAUwewy2ty7ifBVNUVHsO5lVM918gND+VXONyZuvljP
mVs8ILJJwaPlY05UvqSR6wUXY/pI15lI2eog/XoXmHiosm6aOlK5prjYBV5ZUpcRE+dq+lH3HSO7
a9qNA/N6F8wmdNqHaKZCx4HFgaHyE/aekkluBtfEV9Hz2PIQNywshQInM4mgQswWwkdLd/r6zeEh
eD5eD9i9bknaUrpYokhVyDKwiNHXgay090U6HmG+bviHr1cdMyqovynPke6y40YRaeI0xY3k5noG
MxyNyar4TiJ634/6O+THN87O2tJzJk1Lg0dmSEtF/AnWRDrWjCoVuist9Chmo8my+Hz+hL4+OZRm
iDpynBCSzFexEDRvQ4d2ILpVMFxHZf++NioyAtn03HvadTZNDyiwbKzX61sBm7L+c60ITLTFrRAE
nUWFSUIBWVqgYBCnT6Ttvytlf0Q1+G3K9vObjDHVoJwZZhqO98JYrCiVBqtWcq36spne4SGdn8C1
za3qpG5gkNEucbm5Kcqh0iYPJTdWH8LwOVG3+tqt7QMKMGXOJmCbbiwGQBVuCTVaE90AeNM2vUC/
kDXIfoC7+saWWx2LCbcfaA1UfekBlH1fSJ3AXM3q59Q50N/wV2brxMLi9TeJx/2JtpJuJRYPtH59
0CTKgM+vyEKk8c8ltzQSCqKu6doy6FVECENCYzBjeuTbtCb6KgfiDaUYH4UAkUZpgoRa1T/yiRxR
EITHTs+PXiFBKIGpURb78z9nbbdrcPt02YQsD0fk5Rsoh21HXXUnu5rilJ8Eya0lt5x+YeU0SIUG
Mslk4F49tBBlupYmc26kkKI2B4rvy8LYEltY2x8aqK8qEwPopD1fDiWmc3onkqJywyi2/Q88uRtL
t2VgMVcQKLpuzjC6RnQTDtdvE4X/Y2Oc/n755e8nH0ZVxDhJ7uTZfbDL3+zamurp5xcntZyo4clF
Pi8A9heXubjx/dWdpM55aHBQklqL2WmLIYvTVpXcQnUa2npb7yzpRn47DMIoTqwsJskrqRaSM4UL
EzUyqQ13v58/D4vUwR+rwAB0HD9JBjReOBy0B4vwOULRDdPPmvSQ6fFFoLmBfCeHlO1NjU2b+12X
IFcwvev6N0eAJo8BxfAKlQpk7+fb9gRKypsJVY7SnFzTzHahn+2O50e35iRQiampkF4NWV1ipH6M
nl4iTZMbDzkEfU00K0cT4vbTgINy6GQxu9SUsdtwSNd2Bte1NDuJIt7iYkqzSIKhSxMaF3Y0Hezy
ZLrVarmDyqy1V7qhtxt8lTV7JleNqVJ+hTLjYidSuxIolV+L3GX6RdqYxzq7JLkVeRuzuXYfnNpZ
7MVxFFMtH8t5XN6XKa6OVT5+evuCkU7iGVXh975ygMrY0ycLVTXXG+lgGES3Gt12bLUbbhNZuxbF
5O0YF1N2YnCe25MdSAI2CkwRg1n9Reuu6Oy9K8YPnfo22aw/jplFPTaj0ngDxeVtBGG37A1RdGWt
cFrLEae3tYH60wK5N9VQYcGISy06ZRqLUDJHcKYQyRv6qEpvz17h2Gik33g66d+8lEWDrBf62jTv
656iHcUtdNTR4m/nd8CKg3VqZPmqjUlTGVGAEZqKDzY+8r5I0cbRZPnwK4bweLkaoMrri7sn0gcv
hr9PdXlzrIXvXnONDMR5EysHhpcZrN+a/20tOWwxZB8qamLFTdUvvvUjeTtGhJIIwc8cbGnzS/xy
8+YSNB6Buhw3ym+r+ktXXsSB5qTj+/PDWFkS3CUZL1QlNDGXPm9XIoYHNXly0cyIm3f6l0Jzf8GC
hbupKaY8O04vB1LD0UWqRp1cZUCpMe1vmwFuSRV/ebsZ2GE8coA5Oo/CSzMFEjnmaPLWTcKtONWO
MUXUTm7EUyuLrpPagb8mMxwYAC+N5ENGGfbEm+bld+J4l/z4hTGoCsEHe8pUl72qdFoM+4EZccwL
JFuqzk0L6+PkiRt3/dqaKzxfOjuM3bWUAqd6TTChrbG1OvliFLpDXDRfwiDeyFavuR+6ivKyJGsS
Z3EZxhsVhY565nP/WpZne7IwOkoSXqrUYMe10tgNBfSZL13qxXSTVflzJVu13Ub+w/lZXXEU+Bns
QGaUyHH5ZA96MMKqiCY36YZDn8B209JPbaR/VrwA+H7c2IjSfDJfYlYmVA3OLrkbHYxkseG7QRXh
qjSTq/URhRaFFH1vK6s7hrh7u6Acuv1oTQnqDULyZRYn2uWe2ld2TlGKc37kK84DEQTtqWWudZqT
Le4QaqwrUZh/CSWHdjWO9uhRVpwiEBFtHPKFft7PFwq8d+ZuKhgiGnx5MtAgC8o60SZX1vP2NvDj
z9QBIB42xW1AjXye3yWCoiMFpVJLivjQrhUo6j4/3LXTSVgAQ0fSZB3K6MvfgPYx+gfIMSHUF+wV
s7hvFGOjW8vqjJ6YmH/CiUuR9fR2oxpycoEEbBj8qiXsKj926Dm7sXZrg5nDDyrHJBWIYHGfUT0+
0N0pmVxLcXyKf9/WbPaPBcM5YrU4GNqrwxkj56IZ0zi6vdPR8Ffc8JPNlUPAeaNkUwLvfoVHWxEx
cieHoyslxVFTvoaJuC+lh9T36RH7Xtrq97m2Ltxm8zz9vNkWZ06m4NuiUGR0r2Xj88ER/M/nt9ba
9y1R1LhAyMlKy5qKtlTJ/6GP4zZHv9npwd0k34XB4byRlSXn5pB5YVQTbYElfkEQNxhlN2quZVPI
F1Uff+XznM35qccPW84RcgA65aQa2uZfM+2SwuSN87ey5vz+vwzMf356OJRaqJIMA1wFF+jXMIpu
Z5kfZK3bD37pIA2y+4UhaaTQZt+CdJr80iKFlv0ohokGproP/Yt047lfeShB0BAYkRiXRpz58vNN
39HTGLlJikXtkHNyD9f27QM4tbCYsrhDsq7WasPNqHclWRMqxsaibI1hEbC2oY+eT10ZbutB3dyL
1a7eOBvrFixaa1JDrJjLnlCKB+8SVN1wg/oKaDaPb+St6pyV48dC/GVi/gknO0vISuQOQd7cbLDs
FO0+StDjr9nHX1mMv6zMv+LEipagrlNNDCQUj0ZyIW+xIebtsnAMqFSXTVUy5iSKuvi+pefZ0HSJ
4WrBk55fmcNFET6pj9X0dn4a2QyyCQAVc7phCcvS2s5KzSw33Cl5rIUfaDOen6jV5Tj5/nyRnUxU
UbaSzn1ruB71Rj0abJApPfV7MW68tusT9tc4FsveUKoadihLuL100alHL9ip8cH7Zm31hl0fj8VE
oXqoiksoSbY0YQTw0V1B+5YITm2+iymM/5XdxQP1HyOLu6r0WjlTTU+HJm9+DlL5aHjt0/l1mefj
9Qb7y8TCAYpGeZZ3FXSXMOyx7OIDykWjPXjD8bydtYeK11BhYuDtUkrzcv2H3E9M1tx0BWolyp3v
bdyKK+Ow5nVQjRn6FpcBCjRzGORjp7tohGrpZfvd8N8+AtJh5MlJYuIFLUMTWa27Zlafctvkqn5G
YuX8BK0NYC5nMvmPDKNg8XDopUiDkk7jJSw6h55tTlDdKN2H80ZerwIVSqSQZozAwutZePd6T4in
DpHsojc7Uky81XL49SCAn1Fs11FuIIpZRg+Trvm5HgJP10bkQC3Y53J84QdbDRBfH3LMUDqvGpKE
p7vMUZqhVucVkiTuOMwCfwfduE+lm4a+suLH8xP2+pi/tDRP6Mm1FTS6iNIElgSkoMurFKK2BJmS
Sq7zduZH++UxfGlnntgTO4UeCWmeWLKL9oijIsZVJnbRuFSF7arqpnk7S8YCEeRf7AV28/K0mKha
+IgHyq5h+OyCwNb8W6QrbXl6f35caxvuxNASYsnHAvnJ2ZBnyvuh/VpBhDtvYW0vqKhQmtKMsb86
ln2gZ6IolpqLstEOceHIlqP+W9HEh7CLv8lT/+W8vZURwfsBup2jlJma8XKlBJS3ulYaBtfoje+J
zlVjRG9Og8x3jEHJCG34qDdcbAZJydU6StTBjbT3FAoFG2uyckglHCN9DnxwUpXF55uiLuTA5/PG
57i9qYLbJN5Yk9U5OrGw8Fo0o03pnasMrofwRds8jFvO3ZoBnc7i3PP8F/fZy0UQA9MIFTkb3Sgc
naLRbTR1L8+v89osnZpYOMGpb+pDXmJCwXNspl0PPpj0GxH7CvAD9GDQgWqub2XFF2vhI/UuUyI4
uF19qXgOAg9ZeaH7F77gcBy1cd/qO30rybEye7MSGMgtDiVlQounxqeKLq7QInMt5D/RGd31vzB5
WABIJ+096wYsDomnjpSDKrnoZv43E4muodzR9fv8Aq3gR5TkAt6aeBPgn8tqhCShmUzbkaspiluU
EQ8xilbiz7LAS7+99fOrpEsvi/zNjixWyXcA31Pz8orPBNBrBoMMyF7HCJhO3XNfqnsxU7+qurSB
kK1sQaaPDI4IQwYm4GJzyCGa7GKbA7pax6z70Ut3QvDp/CSubYVTE4uTGsUFtTVtCd5KV8C4H2/r
Ot44SKsmyHGBUhhw5JZ7AaUPCYGPEGwTnSa7y5s7Wew3bKw8nziWqmGQt8G/WaaigqxXkDtmGEJP
Kx0reZeWpqOn3dek9HaelHR2WJcb1+jquEgeAItYOLXLoxsLVDuj9EaSokHiGITy+/mlWVl9NhPA
kYJ3TiixuONynT4GeuGNlK3fiihmD9TydeHbnxoFYId+AdSgwDddGJnFIOOaknA3mYRdVE0ODQrP
D2Nlml5YWNyjYz0JUSdhgRUxH9t04wad//GF4wTZD4UAE0iHPhCLDVxQXiNXmtC4gVZe5Wmo2pGE
qFQz3lHMeWf6pY7OoWqH1hbQszYuqg/BQqlU0gnOXz5B5RBUOarDLS5U79QBOpRv5ybBgyCggKSL
H8Al8NKC4tF8p0XZ2BUauoDUNyNamb2tWBsLtPYGYcfiCsXZgIq3CM2QHoYUIWBHKfrLNj+ItX4r
CsequdLN6Sg1wS7OsgvfRDh52GiSPq/Oq9XDb+OhZR5fIcrkqybBV+IW8ulHYYrRobwaW5htydvJ
UczliSH55VyOSjMD5knrTroSORT+RzQD2NiKaztCkTT+D8L2a+oM6aEQCa+kd9PksxBDZds4q2uT
hcupGMRw5JGXkEMit4NfxKT4ytQ80NHDllr9UvGRF0g2rrZ5Zy2XZX66LWB+U4Ll+nK2UKDW+jTN
Orev309+v4+LJ18geeH5h7B4PH8/rF1zBCHwW4l+Zx7BS1uqmupq1rD7EJ466gPV0WmUfxdEccNd
WHkiSF38ZWexA6a6k/pWjVo3/F2f1bqeFWR189vy+Rd2AUCdwbMtwbtYNi9v8ihNUL1q3LjbNTYi
Pm+fLsp5dVKFBv7bsr6hj9Fvz+q6ddsxcQfq4byyem+YW9T2tb0Mq4NtRmsp+GaLO4E+Kobcpzrn
JQ52P3zaCZ0fxtq1Dagp83Si4PKKiaXmYSKh/9C6Yubm0e9q9xkHXmpvCuqxoq9Gdjhvbu3osJXJ
kwNvIuOyGI4pUIGfJNwzXh3ReuKxKp7TicTxFlzw80PLk3NqaJ7Xkzje6sltywhmuV56p9TRTkVN
dZq8o6IXH0tERhDbfKfG+SGNjMxRk++Rr+9Y5I09uJJGtwjtwNUJVOcy+cXTUSMwMDUij1Mml7da
09z2Ic2QUtGpNN2h6c6uSdPPohjf1B0C7dBGj6GpfPiFOeeuIhmCC/MqMC96yarylgMnt6qdJkez
uzeML7lnbmylnzfEqzm3Zl4C1C2g0sUN0ukJStkeN4jW03jaz67zcfhQIMFfxxVtS0Z9l0bqLsw+
m43/bWgbZOdSA6gjcyrRfJZFYyfnw11rktKU4otCSd4ZqbSvxS01gbWbDt4P5QIqAglEEC/3Bn21
SLmHTEiiH3O6llEFbsZvJ5ZZqmzOwIE2Ow5L6gwoLk1A9Hh0VfE2ky6kp/OLOu/fxVwDG5G2gVRm
kaJd+It5IPso38uDG9Icq/isjW8nGRMwcr3xiELR1GchqNMDRPtC2dMyfn8ehzRvAs7dYqCvXD0I
TJHzRdMJiGVZYJ6KsV+IZT+4AqJtBvKkY3nfjM+K9iEQv3njtVk+/MKcnRicL6eTO8Evcis2PWL8
UrgRatk20y+/YgBQlxuOdV/ebuQ4Zc3wxcHV1H1l7YZf2LhEobCa8XRhMBmLASQlMpqTpXduMXj2
HT0iSm8ja7ricMzdIqCuy5DkCXYWUyQ3Zm4gpOgqVYSUrXVoJrSwLIiRcU4zG2TGj+enbOVBODX4
E1s4WRNVDeMmrKTONRKR3jCHrgydInwQm7eH8C/sLO6mIadDS5VgJzatW3E06SrRfgis6vDfDWfh
3FRSL2dZP3WuP0vkyHd69SHrHhF3Om9m7fRrEukJnOWZIbQ4nLJeBlJb44EiAT9pN1698WSs3JDU
0Oik5Wf6orkks+UIJBdl0A6uOiIcI0NhgfpRP759ENDYCHpV/ChRXMyVro5/HsdsQqAwfp/nGynI
tVkC0gOPxr+hOGjx+CIKWYlJX/VuG+Be1sGGI7v1+cUVXJlKG+VT3bvlsJvouLjlYa6dxdOfvziL
YgjPbkKNzDXVQ9/QV+NCkq6KYt9vpZw3DFkLulJf5TqNXTCkIMmb2Il5b9F9UQMB3Ygy1w1Re2MR
3L5OEWQmvSFMejW4utbZlho6PurSsfFenOi81m5sr7U9bKjQcRDDAZtcxk59LvC/hwOrPz0W8YMp
3hTqxqUyr8DyET4xsZw4qhbqgV5LvTvV4UXMOW8oDHSq/DopbnQ9tPutLbF2W54aXNxiFV1k63jC
oN49pcl1H97k5SPa7ucP5vrMQbhEy0ekGmtexpM7WRgNFa6s2LuCxaNM+ZIaCCiINvZ5M6vnh8fm
P2YW54cct5fABWbb5btJw0UK28vzFlbXhzoP8ChqwynifjkQ2m1LyAxzAZSV2F9DRyhvwWARYpSr
7NoYaBGXtmJ3NOrROgbxqG28bWvziPMPNAk72wKefGleG2Pw/YGy5Nx7kMQrhd45W3WVWyYWHkGd
U4ELQVd0pfxxpCuWZD1YlEqcn8a1hfrJZoTQKL/mmesDGn9pLZNEMB7rHQKa5z+/lj+A2Uup6zxL
FLIsdrXp9aNXTC2VzzD0NCSrm09ZezMmz6MW2bn+hGicjVD/xvZbmzpLI9lDNQtik0vcMFeCkTZS
k+g2vtU7vEbJ3aDTDG4qEK48P8JZd/XVRQEsrvGcwtg0ljsBRRiyNANpGLMbD3X9LhTvgfsPQMt0
xtg16JYmXLxKT68wwGVBPBi03hCOtMzIUjpqSd+K/qbJnsWW6qH4siy7/fkf+LPL9/ImowiG+ZgV
Vl9Bj2ZBK79KoVRpUi88urnRC+ad0uoOYbOTVTdqeEGtK56p7QlPmnoZl/ccXkcdcAuU+667xCGh
Q+oWZC3PB/TVz9K5ggANRZmH/OUJqo3Mi036GMxRvJreWCENIsSjKPT3af5NyKJ7vd3TWchOjZuh
vA3zb0gPQ+3t7GKqLjzFumrbwhYqGgZH7/o2ujfR/PfrfuO+XF9epm+mQVC6uoTO6jjzukxiecvo
k0W7rXGioe77qSwPEsFtgYhn6u0r9dKrn9XsJlWuiswNaGCTJtlOlqp9RXdDzRicCD1bUPp7Pbo/
v74re30ueZhxefYgce/LefQqsx+8lNqHrq7H92Mu+zc+3b73Os3KN7bSfGsvlgy8g7Kf2TWFS79Y
ssjvBK2qWbJCqAv6+KXjYYi68Uqj/bJjTkX9wYzb4n0lWMLGbb9qGUIm+DI1Ma9yT5oca1JEjsWl
l/mu1cWdNN7V411W+YcesYup2jjVr65FcHLQP8hOs8bxqwRkJsWRSjtT2q+a1/J4/fv5JXv11PN1
Q0Q1kvieuuhlznGcBLUXY4l8Sq5ZTtbGgQ0/t3W0iY5/Gb2bNyo+Xm2Rhb3lS9KXQt1bfeP2Id0p
aYlkZyKMBNC5jWl75QTOhuZMEWgUrIHlozwTNeOmH1pXKjvdqXXfvIbcQRdAIfwod8F4wXxv8ZRW
J3PWsaOkhQzOq7veStpU0dXGlYabWqXZRXQ95R/rNwcc89BOzCw8GjyKppMHzNAUYyeqsR0Mj+d3
xcoqkcTjdM2wDJtj9nhOXLNap/+mJE2Va/xf0r6sN3Ld6vYXCZAoanrVVFUey+7J3S9Ct49bJDVQ
lERK1K//Vp17gbTLhgudBEgeThKzSG1u7mHttTYGRTnVPvbD5mV+UnlPH6/0zpFhJIsAGYwUEOXz
s3scdyGwjrzHSlX4E3xT906XHCroU0Ea9RLn4zu7ApEo8A8nwhCA0M921fPNi2oVKMzjPUj90EJJ
JPr88XYuLHFeZ8A8aSQ6iSUgLgniZAjf3C2X5n3fXYOAwSfExT3Vf15/nA79TcZVNRwnHkHWOIAu
GETJ27uu2qILl+idrwOXAKp19AoxWHxuB6RWNpklZGoU9P7iQ7DtJ7Nf218fH9o7VxVgAUwvn6Dh
CGTPbKCrBhToQjEeE2iFdKmcvXUPVRAo5aGUcg0FqHYf6o1fAHa8LZr/+0adKGXRSUad9Cxsryx4
pqE/N2Lo6wpjG0N1PUT3kYf7ek/Rb5mfGn5fqUMXX7hc7zh0DDgjRsN5wubPqx6bhp4ztCbHYwiJ
3oNwoi2Lo/hSyP423AXPBa4w+smnSURENa/NBCKfK+jQN3mE4M3n1iPfDIFSl1/nVdvkgLs0OdMD
eMEh+ggFxQsp61sbJQBrgeUFRaMA6d3ZVfMq0FCu7tIdawEdWbcGx4eb/j1bEqaR/1jl/LZB3VSq
2t26Y9K7XxbUwUCvXXxsm6cf+irOOFvi7LKxIASX3+J1x7D7beWjRqcafC87qm91/WNgx+ivETpn
C55i/D9cLxt84iBh6I7g8k+8KHVAEf7xlt7aH04N1w1mgZFb99x/QEMQik8zVpC/x+v2wq269MfP
fr6Y4z5uLP54Q66tl5vq8eMf/9Yjvf7xZ5e2dau1mTi+hxNfqc823HdiT4f9x4u8a70hCkgxhreB
1Dt7YOswcepg8rujiK7q8cay6zC40Nx/55xOdVXMXrgnRHN82ucfn3nqk74JBeuOLpgbUyMumO37
fx79XEB9gPU5R0yPAmrpvtN0xxUaRSRKN+gMf3xGb502/MqJ8PL/r3D6BX9soCPGAPHXdUdoJJfr
SQSwY/tBRDsvrKC71V347u9tCKBfNKMA/0ZAfObNGNehnNB+Os4yThcf2oxe9vGG3vZy4SRRxj3l
paAuexMxupWMF7Gu2FFTXa8Jf6qhZ1EFGvzW7jXkR7M5bHfU01fMcwpvW7NVyVsezheSqJNxnXmc
Vz/j7GD9CCKaEhrDxy0wTcb5eg/UaDHJeReBSQ+Q+xc+bheepLcszP/uHaOeiClAJfKGSgCkvrEz
me4YmOi4Ju2eTfwmWpNyBCer3boiMOx2ZTb1kiH3py2D+Dp6yOKegXnWBb2+wrzyBQt75xZ6Psau
8XoBuP7mDdE6mcKNuO3RsyOAFcdh63PIwl9Y5R0Hj1US9NIC78SbfmZYcyQdiK9ELSBJNza+rsg9
E4+sD7NhbNJ5eRybrx/b2bsLIiMBc9NpDvm8DIXxGwdKqqI7jv19ZKYUuugqSlLObkcKueXBRSWh
+XuHBmJ7yNkQCmqCN9MyjiM3I2a4A1/tdVtYr8ac94XyxLuf6z9rnEP/a4nkZw6xL4ZyWsywAv/B
t0v6Cu+scqJgBPITMwCngs1rtxNvqMKGXdQf6/7bqr413ZeGfPn4A73jal4tcXYB+UajxluC/qjd
/QtJdh//9UsbOP33f/jNGZepckdsgJGbEEBfGvx0hL7gy955JV9t4ex1kYYIz4dG9XH2vs1ut/O7
BhxbUPe+xOF7aaGz26PGcVzxxvXHABoe0H4EjLA5dP4l8z191TOf+Go/Zw8y5aG/NT2WCTedNc0/
UdulQwBhJFai/F1E7a9IoXbY0yxe1K4PWwiF7PqlyjZ5n2gnaxH9ujdut6Whc6OgrSfkdyQ32WKi
FBLHe9ssRUxUuoKHuD+QriR8/rx5FhqYRaD6NCEvIA6BDsm3drJ5T3qUtHIVeXlt3VxwtouDf1zz
tekhRyIeLQSpUdiYJQGi4UvCbl3v0uv7jo3iqqGycWqhA9lwZkXcrBA76frhhDEIiSymQFw48/dX
OLFrEuTMb3B6EuqTQxg0w5F4a7ZADX69BER95yZgD/9Zgby+CTXmva2M+HCU3mdT7fj6LXCKjy/b
pU2ceQs9myiJx3Y4evEvQm7GPv/4779j/q+2cFr/j8sM8W13gGjXcFzc23YBZhYa7SU0Xj5e5WTd
Z9b/apWzj+2GUMyhkNs7Rn54jcJWWlc7xELQxS4dZykS/eu/WA/siDHy/hh1hrNL7TVu67iESCD4
u2yoW2i2H92wHBaIHznX9V9P6AeAVON1wmgPKG2AHnt9iAEqJnSG3tJx3fxrOn1vu79uoZ9WQO8f
pJ0+iQEJfL2CJT7S0HoYkNTfiCidL0HS3jWzP/7+2Q5m686YgpW4jcETbX/J5vHjD/KumZ0oK08c
Lcinz9y53+ptVSOBAWzQD9KPnHxtFZoNl8D1l9Y5+/B0QQDMKw/rwMPxSO+Uvq7iu01cSBLfNegQ
JBb43AjtzhHojpggZVWFw7EJU3R/pg2SbOkgvjkSytoX/Ni7XuaPtc6uqAdJ36SWOLvKxuXQbbk2
zcFM8YUw8tIyZ3e034Yu5gRbcqpdPATp2ufQ0P4vFsF5nVKg/zcJ99qOT1SH7kST4Rj3Y26SOevn
eTeKvyYhwHUBiBS8s6c2LGjrXi9jxFDFtOHqiE8E3ej7mD3Q5Gq0UUYv1Uvfs7hTsxcARnRy3tBP
RmHlN1XQqqON/TolfnPoAQIQJjmwtv77xApdG1Brg1L/1L85s278czZw1WNbJ+3hfOkKqFr44O7f
7mN+gdvmPY+AMUVkkwG4Zt/wDNlQKEPrRh3j+YuLACLwy49dwunHnr8Jfy5wZtYbE8TZKqFAZOTk
sbn2xHfqloF6Gfzd/7bSmWWrqpKQo8exBZ8aKBiarJZlpQ/b+vm/WAdjsKcp5RPh0JkTVZWxXW2Z
OtY+mtTz4u55W+Vh3aNZTK6TjV1Y713TizAHhQo3konzbqoTstaVBvti/nPvPnuuRIHyl1c/f7yt
N74OjHbgF0QAhSYlhv3Pj2/G4EWghva4efFNBD/noohetZ+WSu9Y61wL/xJHNbBH58aBNZEgocaM
YVN028/CnjbWdhuwvyMR4Dn1xtDL5OTTvQyjbqdMHRZO29cZ01V/qGzUZlBol9/irjLXi1hE7ugt
uYK2CC8p9C9zg/g76xvQcvlJKyD3a6HU6Br8twkUNtc+yunUfmvqZS4SFjpguooNVOAgf+76gnwy
AyRGp22awZc9LoWhi7pqQ7Fl6+yZVK/W29nQhOk2s/4GDUmnIJzru1l00fcWoUghZHBv55lk0C6+
Hppy8loQcMzp2H6S0HtfmsdRRodvrNhYeIihRtQ+OgenXR5Chxw4lP4Kn0VbMWwGCGwPYpCQGOwy
TYIu4+4ADVTcvLxh+L3rWoucY1Ahi1upkQ7oKBWDdVNCUOFiHUDQIMbzdwJs8JnZli++48y5o3xg
zpNpKCezaeyoJhmfxyBTaKvsiKg/N/0WltyB+KOcpziHFiXEjL36JZpbSF/avi0cCUHZofMdYIVY
lc68GkvHcJ6Sk9JsoB2RQzYTXBr+6KfDoMZ0DQGyl27yIjlEilVnaQn6RIhcxpQdFoHgcKwrmvuN
D/2TSusUIxh2NyztWLrUMshicpJB3oVnrjFs5ygegNV+a/dQVq5SP8AORYgUpgnbNu/xk5/Absqu
dAcw6KgTXXLfd+4x7YFUv4o3jBdwwVKHh+tuSuaxcNfQXCcTG3C1Qj8VYqN7YcepQFMLIG/ZCn6c
lP9s18D9DsjeDB0msWRs6Yd0RcnmQhxA33jME2s73D6GW3AzANV7/aptoH6rjGeQeE/jTbCqlLDk
YTBQeQ9vAIVOhXQehtC/jsTdEO3ardvN1fxo1c51t5ygI4lIIu1CAQuobjvgrsW0ZApJaM8WmBAQ
srbJF3CcN6GbxitGH/9ZPDdd6JptcC/91WDqQsctKvq3dXNXLwEcXJvS6nMNoE2l7gkLUjrtOAEV
BA0evXW6cATvnsAJAxtjgBHlbfL6BHrbonIo1v44Df/485xhsqiotl816A7lX/daT6f9x1pn71M0
15D4jRbUafQN0W5qcSWsuBAPnf7Iq0fwbJEz38ocWkEHF4tMwbeo/TRFF8qil/7+6Qn5I71zZ4/D
zeHvg7kwhShtcunNu7TA6Yv9sUDIuqkiC74IhOWjLR0uyYm8eePODujM5gPa0Doy2MAKVWbzKIMc
SPHprwGIZ6ucxYttv4Yj9LJRMIsqsDNA69l188n59fFDevqYH3zs82bf0G9L2DnYS6MyDHcb9bWi
F6K2C8f17+TsH5/Dn4MljDYsoX57cdrIG0fnJC4/3selRc5uYRw1Mmgtvnlbgcut9Ph9O2ah+z+e
1lkIsHX9xJJF90cHWB6RUZk6F8ksLn2Rs++ukk6DoxsTfWJ0adFQ5yR13A54MWOozYaTSVG8WoGa
czv0CxxgVWY8vhKTeQVGGn+qpnv2WPyUrNElx3Ba+Y2tJCEwWuDCBkrrzO57zyYtZDPwIbvoSz0e
/WgpVvod8YXhFPJvLPOXC1MA7x4GpiTgV9HvfhO+Wr0NZKqhGR9WBfQjudn9HfUvYkdQMp6G/JDM
nhaIzgJk60QJtJcj/zg24ofDxZPyKWKU+VLA/9pA/10HSGJElaiUYLnzw1MthhVdBcbEftx51uTL
YVjbnF0ayXnt+/5dJgbiCuE3BlvBCHlmPZXXV1JFKjkat0pt8uyyC7f59Rd5s8Cbqk+XSKIIFpj8
WzHdCfogup8f3+XXL+q/S4BBC3LPGC4hKGWe2dlCSOhAtys+6iXKmLmm25Ku9MGlvwd2IY9457gw
ng0gICJ6xEvRmdvAcSFd4V5yVP7V0pcJudC+efv3PUApQCkN40oomiivnyKCueJuEso5Ol7ab3lA
0789Kg/JFma+MSGKwODf8OwP3zqgzuxh5F8++F7ezWXCSpft/CFbLsluvv3swL0ABQ2CKKT5UCh+
vRGB+7Pp2gCFm8ylcaZPCbffxyW+4GDf3hIoAOGewMmgg4//fL1MlGjOOx8yqGR+9LevdT2nnn5m
yPX/7txQ7AFTAgBYJ8gQ0siz7dR+tcllxPA3G27b9t7oMlrRvMsm5wIi4fzcsNCJ7Q5DTFC4AlHu
mYHZwJk8G9ccI3JdRtqfDv/U0MPHmzkDJSEnhQ0A7Xey4VN+6p3txlDkJLDB+tgLqP0iKbFQDU8e
eHvTu+YKTP9ZjNdKVF8/XvfcuDEXfeKdPnHahoj+z20CfDHD2oRUHFWmq5feudSV/BdN+p8H57Sv
EyE7QP4n1TNY8tnhoRNuLWoyAiP6dk1nMFLeQj7LS8c1GjLiVrrobE/TCZI0GKxC5c5AEOUHJqV1
OjvyibiLn0oTyIwoETx0fWcO1g1f1jrgGL1NuixK5mjXg82j8AwkJGIHcp8T204KDGqp05iP4IUI
0bIeGjy+UxJU97FB28nQaSvDrgr2kgTLhTruW5M57ZqSExb11Cc4uwNNZZ14UBE/SncPtrxE3nnN
BSDZO18OS+DO4hlHpys487CtTEZ/CWtx7G8CJwsvaVqc32J8N5Qf0TMGMQEMwz97hAbEMBhWwCFL
ccv8347+Pa9RZmdy4Ra/3UaE6g+GqP8lfAdL9GtvMXViRTim9HGRWxp/Bujgf1zgzH2DLcsBwwIW
WF3QuINLMP/4BsG5nWz4tY3jVcBoDv6FxiPmjV7vQYBJxa0dBYxkQ3TW9r2Xkajh+xlVpr1chylv
qW2eiJhYNuON2S2TQAKMNLuC+S5R2nvoPyfoEhskvEDrYwrBoMY0cPYMtFV4TKoE4JpWVFUZLuS7
6wqe6RUMmrninB5GaaqbyBnHA18Wcodyw5pNGmUKjB2AYXQK4utaiWhOtZ4kOQQYyix6HModOKg6
DOHyYWeXFSOmzK9/r2rtdls/iOUq8gdWjAHYYxMRr+W4aDeDRGaDbvb4ZVtH0CVO3QQFevAzxWGW
YGz1qtloW/pTNxTAkoPtOx6+D2sS7MxA0DLDG5itZE3uuMu6vKlHnsmTxkDqwsmmzTJX36AM1qYi
QXnBjyi7nVpF09A38j5eHfUYNa4sQCMf/wgbPdksGip2A3Ye9YUqTKAwkKhcRWE9FhpAMtD1LG3J
CaO/OL7qVRz0Og8XELCBrjj6Z6rmBVO1kZvXA4h413rsMht7dXEqERziuPUP4ORZyjG2zx0Hn+KE
UeKISQomXY2KHvBdWYu67G7kOk5JzR5dMjzVrG9Sf1oxKTT0Ag1isV7XU+3kMwbugpz4qymlanFS
FR1u3cnpizk0KltjzGfMYA1N544lt7Kl253ipi/nQIlUdyN+5mjVXqFdt9M8mguO8Yd0qUe9l6Zh
hTf4KBL1c63BBCqXNJnd6FbRpj2olvTgEsdcKfTLsYBYidhv/fzVm90xU45A5dDnqPs4rkprFc8H
rxPJtddqeuONi3szhkuQNlAouEJIB1rZivEyNO2Qbasb56pPHFFi2iSmL0IHt8nY23TrXAGq6UY+
glWFwmQ0fYmsJrRg8ahfpm576uO2OqzxuFzZwKc3WzXxrDXJ9ij9RF3rrl9+1zr+ZTpvzNxmDMsp
gb/32bCWOGjnfgZk5KFZgiaL65DtvT5piliu/j0ICwFAQEJwb1UbHkQ0+SWT4ZSKSNVpWCs/7wP8
35Ku/pqstSmhsXJSoVpZ6XtR9zsBSh4oikWg5Ij8iFVreL3iuh024K6vGpdBma+zw6GXDB9YQEY5
RDG7nAQ16NJ07eOq145ngI75D6PBkIWrocDrQTojCytTZaqrh6LdAgR7J3hz20yAN9lAZ15Nfo7U
64ven3k202Haa9eO+OcOyXHI3a5behRHTTumPgbogLjtbBo1uso3rn7Gdo6LPnAfZAhEWCDr+cBq
Le+c1ahDQ5kp4hpDlg0EVA5q8S1kzLywVIMHxhlojeB/fBragfhYvo2Yng2tXkRKN4sqpx91GR68
5TpR0ZhaT4vSq4FcluhILBKKK3SQHcqinZdFs+VXaqJhrit7VTl5L3524Rf0se+QEtRZVUFALURA
ddP4AK01tJdljS+YxmLKRP85XoI86cKiXiHfp9XCC+M3/yA8+jT7IcCGUSLpD1KjcBNN5ssSovbb
95V3oEy2JZsAvds4q6AYMurUm+x0FTSRU4SLYIfRaLvvZDXsWqvmW20HDP4tGH9dWvSXU4fUU+rM
rXkYB/1sO4/nSzXHxxEtqzymI80Hf45yjimQW+us4uDP0k0pxtCBHXOSYmkh2uFWEYOk/WjyFu02
lq4c0j2oGQeP4EBw0s7qW1u74WGc4cm82XF/OmEwXW/xOhUD3OxuZLPKEN1GmWAW99Qk7AD5ra5o
224oSYcukxtMfRoPjTx6IDI+1V/bfR/24a0xwVYypf7ZxJDcJMJxriBhJzOXJ00qPYmBPFk96SD5
YVv3+9JvMgv5EKdey3kZGKDf+rV/JsbV2Uboli1zDGfZtM0vyLxO+7Xv5IOnFvOyuaxBrUBTkrmh
Np/NoMQ13KI6zFPV3EWDNwCdiVxpaQTf2YQ/ejoa0GmAYB6Co0/B4hno19RRKXUAWRundrPJt32m
mUh2bNNr4fSSl9q34m6Dcm66ODhXrZzkO7f9WEhRdweb2GFPw7X+7q1zVIQSLDIV0eK4hE5c8KFS
mW9XDxQNtb6zi+mydaDcpoowJ6sHodLeGaLPywDR4lZW0x5UC3gGK/i7LIiBkmqdbn7ybBOQlMeo
E7Wn9yG18/rsgxmqbN0x3Lvabz4lUqCAjfIVL7lXuVebWt27uT3KBLin226JlucJ5Z7PzZbofBSK
7kKlHpUrt9In1pQeo1vqseWll/6SLn2PtjLmZSB047m3VBsNf6aSDCMiJoP0z8uQQMWOh1ucBlXv
7h3Wk7xzOpPhIeXHNfJ/ST7V/xCzOEClVtN9HAn5S0wbIIjoRPHcIetwFwmfwH0H7a7zwbtqGfEy
x1vE9Rq7ODqNOEJL8axX2vnFOAFJmXfh1DywOLQ4O9T0MXVvOUnxkisUsTTfdejqHG1iqEn7yd1K
eeK5lAgViqj30Z2aY5WqZEQfYZKidDv2XNebTemqyJVw6DeQIXi3Uta/XGwi7/TkYgQetew+FdXY
6RTc4HghK19+orRimeKgol37QaosqIA47iPN0nEO3DuPz+117NasAEG3jTE/3yWpSzUUVKNuplcO
i+p8WiMH0+Fhl8Lmp4e11SMwRGq4m3q86zEoIXNG3bqctIsen191RSQNf1qQZRy6xIH1jgx/OiA/
XDvX124o40z1aNTxSqK/iNwnRQtpyZXRY2Em8VvQavzJAu9lOf17wfAxDGe+YtOc6Gx0wI0S1MtP
EeoF1gB5N4Ca2v06qvYFtNke4ooYl9V3n6lgP6GH7fw0yJJLTWNdOI1LgPuv4kwHvYXvw8TlnWic
Lcd07JK3iV/vDe3QppnjJeMYbckWPkwZjy1o+9UJK+eaNo/HHuHGZCzo3d2ftZRiSVk9/vL87YUG
vXMYtDeCz81ZbebWEb9e254XoBgdsyU0v/w2wp7dBc5jZg7y5Rks8Y1jlruwrYPUt3h8LTFAgTiD
jHeJCe+X2t75Hd3PqJWO9OtYP8V1UkCzz6A0C1ruxdD1Ho25MK/08NvptheIu81XtZ7qFAOcIbCE
bLlG5AE2MVQhkT2HJLVy0fnUuCYbwmhK43A0GU1mVQBV5dwKpDxoL6p+j7i4uZXwPHcublK6WvDu
mS1A/wnNfZlB20B991G2R2gVeONOj/WyM0nFcyQENfi0KlvqhNQH4Li8LGjcHxhLbfdW6CbTPFRX
6DLqnTN0yZWa0f4CwBjHhtJs6nPAbto12HZ0q0Bq2jJT8jZ89gWGTH2353gPdXgtqyXYeYFiX5yk
x1y1jwC+mRt9aEY+Za5A/wXKkMkNc6K7MWm3TPab87VuLS00Gu9fOQbgcFWBZlF4apcuFb1ArxIk
oqnX2BA/bV2vajDTZkrR+NHGdALaxIGuZIvhcknn595M1c2iN3rLW/oz9BB+8e4kQdhtCBL4WEvg
3Vt0d6MFPBIDHfJZR02x9jrY1104/0JJv7pbSaxumB2WjHSD9zhSBLUefD8eXXYQq3yAxdHcnZL4
XsSmObYT4lgQT38BvSjMZhpJughnPGBK/tsQz7SoWLcWY9X/YxEsFWHCYaYoPe1AkuyN6TgxncuO
2vsWA3RZhD586g7cFGyp7MGTK5uylinydaI+6Dyph1wm4bDhyZHVNSMNRL88X09l45sxh5ZNdQxb
yLyaGgTxcHR2b1Tr7KtAjCVVpj1N5MnSG7iG/bZcw+tX8y1XY5364xAeGqtIknpu30cpnRP1OE1+
8Nz1jSi6gZ6IRQf9ubMuxaupzK6LhvizhK0UsWfwItFg0PiIJDjIyaUZIBr2akY9cTdNuIbKo/OV
58b/9AQIBtV3QSZrwvDEMJavmGwrESUERb8GTlqBOi4D61OS243sqw0y6pxLWgSYZrwFYAI3FjP9
xk53LZkzWzGTBUrxclX2V4NKDtrVg93Xsn4JMM9+m0yw/VkywJJ4wO7Qsm5SJC1dGo2IJX1qnJJ1
/ZauDakzMkwkxyTaqS8uyPZp5VzdV+g9K7SIkyU3mrp7rZL6GSTGc+n787BTG+uzYKjEvrWe+cV7
f7sNXVkXpHH1XrXgJY/BJPFV9JxcQdvY5tTZRJrUVt06lRMcRkvV9WBN8tSGSnxxHA9t+mhel5w5
DoQSkHztoEcZFTzxHwMgCep8DUEvu1VB8+h7w35EiD6gYoWJQjdFGiZ3CN3YVRD73VfhKoR4E2Rf
TUTrEv6z3wX+tOT9VPmZ33PUuBbHpsmmVTozW5WDu31COham/WgDIKGZ5VmFEG9vKxA6bNxbMOzb
h4X26+l+6+Wc+p4VB+4hXwYw4rlWyadGtE66xt2UVksT7ltfBBAtUOIxhC0dwkrVOzrh/UKgKu4o
OMvu1BbQ0vPX73wK2hT8e1XBNLG7JByHYttQDzAeY1m3gCoBiXWXzkEbXi1cTzlgC0Am2Mi/HWfv
dyiG7rDgGu9CgDbyBQNn5QifmSNZf+BevRxYzHjagvbpGowbTWkmT+bwbeQmEuMM8gc01WUfjg89
af0rr++Dwoa6zwg4kPJ2avv9OOD7KbHONGXcbGmPEdd0QzGtSTeZfB8Yf3GkO6VyCIJ958RV2jjJ
j7lTJms9+i20TrsHcsRL3SaZronPGZLP5CvSLUhkYDYrNzNLCjIZis+ivBzUEUBXVj4toGBkclCQ
BAdgyIaMEg0nEfvwBBzn0lPu5TKi4K2rPYgRsvAZFY/PDieIywK81fW4LbciMShCTkFyhZHd8Avl
i9kFtR/seLKRjCq57CsdDplopmS3JkSk1eYMRayd4Ms6dyTHMHadLYv3T+VgmGsANe1NJ9pftgrG
g2kgFuRv1Xo/q3rduc3yoiOd3NnBUblAkwE+Uq6HugN9Phvh7JkjwALpR8m+I0AY1bjP2WSjYRdX
AvkUo/GV0RF9WqwPxkhOgu8k0cBqN1X3iIOrceRr86xW4E/DpvtBjb/CX/l3uCfhjWxJU7qOOxdk
DoK09f0Bos6hn48S+SkbJM10T7pcS4hW6hiJHNBeFfJSPhdmbqqsNhqgDw0XQxYk0evsOABSQn8U
6n0mDc38UskRZaIB3P+TC3ugcR0XEyA219Wi633i9XOu61BcSdC9laCUzCnaDI70pgOwhWSPi5Hx
hR6oboJ7H7Kzn514wwDTPHxtkrEqaD/UEFrbwjRhXJSKAGED3UAU4AO5FJEz0cMgvCfKalQMEMKV
GA4OAGlpTAksdpitjbvcDqhs4qUiT804OoUruqkEu/SyQ5WflKhfo6YeSbLuUA5LUip7hkNFtnwA
u8TJwTr9zvcawL3mihSGwNt57SlSZaAvQKCqCh+MvakHPtU7Ps1w4JK4KA/2iPxJ7RwiqX/7UzCl
dtQN2MOiqZi8zU0bEAjkjaGgdROIoSI19Tu2WHXAUNe0m4AN2Xda1vtQmbg0NBmLLjHzLbbQF2ql
7S1li3cD+aP5pxDedzN4cxavsygC2tu8Xjq3FFQjamAR3QnVInWvartHFQvZO2cihRmDMAYop8+y
FhJwKO+39JA8gQNfZ6FhJyTjKO4TKvo9fmeSdQ3mTHqUUAuzyPGODKA5AGPOdOTj1FwvVP8CrXUE
94YKSkt4c488xma9AV0pt1uDgMix9KAakMr2YL/fN8Mkr+sZlf9lBociq3Dc7aTEVUS66CmpXfJz
3nxbjOuq022y4MBTfoRJTVxMwYYIDjvCEElVV3U2rAGqanDMKR3Ml9gTJOsVBrghcEf29WS7Q4RT
ukezAvcgFuPOFcp7GOaYARQ4uQgwK75bQiELB5ivsq50Upo5nlJwZWA3ig47sWm9D+vWlIrH3xUl
865HXeyoLF+LhCu/XAlsd501uxcBuuiyWr1d7Z2eKuR2ZQQWx0Iig0C2G9IUYc+TGUe5JwYDER1y
l6zrLXuoqScPvhOHtz1dprzyFwXEKgnzmJu2jOe13hFGMEA08OaAgXhUIUTc5NoSmtc1D/c1RR9H
dnooYJPwinPnlcP/kXZeO3Ib0bp+IgLM4ZZk50k9SeGGkDQSWYzFHJ7+fPTeB9b0CGoY+8aQDbnZ
TRar1vrXH2Zgh9KVzdsY1cmT4qAnsVmoPqNsDlKxgsi0i2OgNMZ2SYA4xl2iyJDDTARty/GBPYg/
tj1MTCPXb7Ihr4PS0QABZBxRzcVleSqQ02/jXvucJbUaxGnkYljawd4bl8oHWon8JOnBsHWv9G21
KW+gQExHJzGKXUQrtJFOJW90t2t9KBDlrmqJEoCjXN0uuTqGnUO6SG1n2kMSu9V+jDnXF6X8ucRZ
cWCj7bdVCWC3FP18TM0MTLeLqCPiLt/xIKP9EK+9otV6oVws5bORD25YOApFqWFPx3HE60S0iv5c
J+zNeL1nW+Iz1O1YtN8Bz1UQmEXxY2ekRSjkEvuLnlpbF2ws6JVM2/Xk+QTd6MAw1HMJMNy8qjmJ
ijP91Gae0gjTKtM5xAgrH0dUoa1GUvusyNHPqKB8zZRzULjYCtJGdmB8tO85XfGnYtGnG2koz7YD
PNg6kYquZVQ5H3o9jFWnoM5oAaaW+oeZgx0wNnY2o1prfpnigrJi/IHXuhzTujP/HJOuAH5SGWEa
1ZwGos/ifVb0eVibtfIpomO40RuwSZHllAw0974xqea2Aat7TDM8sE94+ijf3WLKfMVsvU0jMu6t
Ju07gMwECIuHaxrKfJtoWQYP1E3hVPbOYSqc/tlKIoPNR+1Pk1DNXWvE3TaayiHImrrhl5NfM+nd
7BuukCGCGFI1W3i/kd2L01g5SjgUcO1T024+i2w2T5hsNE99XboFDbE7BRLj7NvK0pVQzzIjQDyq
vzKGIVPDoRD0SzwXGC9gPVMahdhERXWMvYpk8ByDcqX91AzrFGBc6iBLqoEnPDY3jgdwUrpj85ZJ
b7iPtBS6Y0U76xT6uHMX8ZouJLAPUULIcV4iOwCNrkDpReqEDiDuBs2d5pt9XL2YZqn/MiPV7Vgp
EEmnCIrT6AK7dVal3hH/+G3WFntXp6MGMJVTFqpNG1oT6l5tXOBysuHtUj0dtiONPZYYmeq3ypxt
DbfMbkhL+5HYuZGDdxjEIQ8J/ipiyQnYhbYq7xt8nb/0WaXc9RZVVodoKVCjZoHXZEUPBi0jnXKu
nVsYuEnQOOBlgAhxGCdDFbjmZJ06YY93yKDabVO1y6eWpXsPMaqAPIsE6MYY5ad6KOPQ1Rr5bDLM
Q3P+I4JAwbyCw8awRP6NBHD9oEXJeG9TcPlGlA1kH5LpYWGO8NX1CvUXbeIXK4vGO+Zv6ldvWtJX
+Ly9wpE1eEc7Rs+o607yWIPF7ZRRfTY1gWGNQY8gHXerea1xx8J7NXD/G0PM9ItntZcSl0aZ79p+
WXBqkbBk85oZa1jNucQjRsqZUoe1gqk/sHbjWPd0mW9siP19ZAgtIN7ykRliss85CQB3KRsGQg/J
iQEes43O8HHjs0MIxIrfpGZKT1xoYb3Y2U3e6m/qKPIT7SXTHQQD9w3Jrhy1ErSvBUaMEjPyZT1+
h35ibxICp3e9oQ3SXwMvbogHtUK3k1PYslIe0hEYYWitgV4aDEAzBTVV2hg3hToP37SFcxn2pPUd
jYrK9KEYpnvR2MpGGol+1AwHgCNXsHZUwKxbgNEmKBL2fahn6q+lGKGLe3r+qGd5+iTqpH7Byae7
NbJi2VFVDKEGSfpLx6xed8Qm/6po07JX0m44JGptFP44Ta0v0ijhdBL9907LscNLxfiQqy7L0h1x
nWNHyoPMaZJPnsjk0Vj6Dq/ORgvqdKnCNHGV22pmItxq3V63FxG6zLs2NGMN4JSSpr5VlXNQSd04
yUG2O+mmXSANNaf+z5xdUTZp0Mf6PIUeljUvveamaA9rANrGSeSB3KQFLV2n7SpBnVb1RhcuVeP+
VOah29pVtJ7R9Fz6+o9SVMrOExW/12BuJjP5NTI6ba/p6dtkZMuRCeHnyVteXdIgHEUFqu4TrG8x
WViZ+KAj1Yvbe09VNakdLgwi3ymKqgXj1JFtqAIXvNaKZr6ltT6LsIt19ybKEoPyAfwKhnzBoY+Z
WZtXxnmG3M18q3aOru3PY38rXF3uVLkot3ynxa+n1CDbtaizQHFcWEpZpe3bJRrpiVgvcC7S2OjI
LZ/mXccj2hGUMXxJUiO9mWtZ32UtI5pSK8nqLew8NJgR3oFyLHKT2UNcblymkGHmVQUzO0/5VNmK
EwA4m+SgUBDocdVsBSPk7aCVzBET6Odm1CUbV0mSUwQJ8KgmcbxPIhCUvndrOhonC6pRY+xSYotR
MA85m0sy7GU908iYRfZIQxazkZrDdvLscW9pVNFmpHublFyLbdGR9FEVw8Jonj2gz4mbxa+Z2dxc
LftiMKLQHXWq/hhX0yF2SYfPDMPvs8gOB6KYtpPhEpf2FhXnVPky1HLmJE/A3owaqmXhNb+E4i0Q
Q2NTB+HWVWb2a71mlIhLeRrfzLpR3wC51Y7Pm5snQpXdTd/HE37gebdNcHKjcyhUf1KT5raLcgZQ
86iHigsVzmkda7VZnQLTRiRScEAx7xZv9Np6OC5ptsnWIq31iiYUMdCFwYwmUCVTJ7Wbv7laQptd
LBNVBzs83o8Z6RFB18/fR03HKrNRbcCe+Ilzz3yNsDbhF9nZJ+669sOriw60pIaxkBmCfi3NGGgC
QLG1/8htJ3swmDJtignrxczT8se596zPWVdMr0prdcSkTWCwXpzrYTu00i8kjhB1B4TsZPZnq60M
3ynpnj07TsJaH/TTUpI1kwslZXTjMIykIRoAehyq9FQKzDgY6HxT5qpOtigaHD3s1KwMp2z6Oka8
4P6SVt0BZw20MOWYGf5EEXLXG8TLZBQOUtdAEDW72eru2O2VCDtep+yHfRGP8dFETBXYpaN/nnPN
Uv00MSlWPGckv1JaoWGvTjmxoX5VcpOKyWqjamuVkx6w5hDXGHp/cOhfnh3apyCJC/c09xaMA1er
PnkNKzm15jmccdALmkiNQpoIQjuSMT0WqtQZPNrTfmFcG3SK4Ww709A2yogxCt9m2s1K725tpGqf
mrIGHlcj85jOpnzKCfR9jouEaj/tOwbjBMyLsfseIe/xW7uEnCxViYCnH06JbMttqnVFuulFclQW
k+eR6hRNDpPryhd9Y3WhI+f8WZnz9I3JoPs9icyUGmAafkkpqi2N/LgrJi17SufI22tqLb5PWQaK
39DPALiNNJFFt1kimT07TEofGTIyUh2UGpq2V2l65meDet/rEeeAOozCNxYxn8HDGdWqba/7fYQy
SIIOsDAbpLO9U1Alzu7OsmS99XpD3bhgH/1GU4z5BDSIiCtxGNr15ry1jPzOSMvhflKIX+ka4w0/
DZVKEfx6NMruZCxFelhAdhlDVSv5RrHwhMU8YZKOCixofZ8zRd04ybgQ4F6oPxPqfh9Tszgw9MrZ
OkXlL2rpJwOB6MIirbHQE7rVyUlguwH+VHGUPiUsnMcsH9M3kLm+31pyEQ8MFaNg5nXZDX0FX6bO
4zBniSd4YemzXxlNcpcz1AOGX9RDngOTa+So7rnb7bmsBx2FV6+Tzm0woJT2/UDZc7Zo3GoYOPmw
i3pe1UWHKEIRrG501agPVZY3G63Z64p1ilF7QNCZeVGSQs6hbajtZsk7AsWlo9WJrzKzuBGlzo5d
J8XR6KPqzXSA0adZMU7opewvyTClwRzjFCbztXqjSNkyCGBgR2jDhgGxd+y0zgwHRk2J3SgYX/dz
jd8M24n0JKBgnODEGf0UmPcCpRj6PbMJ/UtB22WFzULx3k4AKMw5oA7kljDRD7jj/Cpl1+7RIQI6
2KqIdkViANk3mnKXCSQ4FHvNRulaiwlWWz9X2BRG28iYu53VdPmvQTOjz1GrL+c0Ffarh/Mu9VCs
gDtKJg+58zgaKRpASs9raV1/oIViv6epiME1k8HFJZGwVs0YCX1cPwhHv3WYCveT2Fh9cbLq+d40
ypcujr6qsBAqec2T+CMz7x/xJ5JTuPswei+YeYNXq4tgc3tIgqXZeeP+77y5jx+PrSqRWph14PRl
mBekuURozPKtIbrX2H56QOArsoM/fD50PKwa+AFwTz/wI6dSHftcj+7VKb/NPDKolGH7959wEbjj
QKK24YIhBFgjDtbB0nviX9bPsxXbTX2na7EGrqTYK5zYjae86fpDgml3AB9u2cQmfpQ6U/+7SMVe
UJb0y2j985/94C60rEOiHoe4tzbeNIk9BqbMo9W4f6igqnylIGAK4FRUMFeoke/FIP/79T1Cp3i+
eD1eCotzXW3k5BT1HWNEfyjv23EnHMS+7qvKi4pJsd8m19xn/+em/M6WtLC9wUQMhye8FB2yit7f
NFWJYwukt7uL7bapfc8BMM006ikoFsv4XdVAXnLTlEGZMvnS02S9Q5DPfIoOYLeFCn6RCM5AnhAK
As2v5+f4GhnYyfdITdCvrjgyYo2nBABlq2hxvsc8AgPNLu2KA2wSG3GRvtzMNHyB1VG/MR/tw6XQ
mC957SGnS8bLRvECJs+vg96XoWojjOe34nWWNs6+UmZQywIYBD8871g25Us0ORY1mqr5VZzoZmBq
8I8oBNkA07bdRYRsbG1ZRpu8T7qTI7pqK5wiu+t4QZ7mvm/unJFVWi71M5713b3Q1PZUGpCt3IMm
I6hN2ML4EZyevZSTEk6j/EE14fm9XrevzqjAPYunLmygboSpmrkH3W2OFMnU7YmoxqNi5j9Zq+45
GZAIm/aw3BL6Ux8czRs/C+YRYNCD7WznWZOsRrrB2aRex4KvybY4x/+acysPYP4r4agb+bYtQZJq
q22fKqFO26kb0rscpsdZyjiztlORLYe5occsq9zYGKhyj543x5KBqCaeZ3OxNmavYBbH0Fu3a/uw
rCSnGa/nYxFpdodTBIplhh2Gn/F3bpN8Zn+li6EIEJPFvcWnVlHm9LGt0AeOjjZsjErCVEQ7+NO1
82QzNvcaobSuwM4gTk6z0Bm8iCIPceCsHmYQxp+6XYJHT4zWcHSwAYGjBcJp29rOAarOfBPrer3N
yxwNsuIBIimeGXBgA8G4FOk4J/dvqB2Ms5c68tA6C6W9pqR32lLlhwWnbCQdXrGja6cambPW8NtI
VYJRb/Nz2mJfp7Y1I3G3nuHGDFZkbmcX6NXXrKI/deCWodZFpurX9oR3U+/OzBHs5ceg8N9K1h8W
x2PGZMTRpbntl4qKGC8HyWwg6T/DD+f0dJZs12VzdbLK7ivDE/ESVwM4T7YGrDt6fIeP5xSmaSNu
awyrNrUyqOEydqhpkkpWvpUayHbR2Jyl8mVuP3WBIPV3B51U201Nkry4hnxQmupG0P4MRVTciqWH
GpjkIUy+6rVMWuNrk8bZU1y39W7x4uQgtWI89lqf3HmjdG+oHQD3+AYLAxFCzGgSHPsk5k5uTObh
nyo4iS+lQf2ztHsyfhqmf2mpbQSaAoZFznRWHcZ5cRl9aebpR9Qa8rvSuFGQauswEajSvVMglUAj
tQymfjHACbNiUqbV/ABWPB5VJ5kZXPW0/W3ZL0ibLXfX1H1EFHwbpvomb0I7HfRP7gC3tDCpC3zK
FHQJjSeYb3uKxZDSiwyszjP9Nhnm+BjbypvE0GGXtuXPGIJR2OYQW/gK0S+INHI7KfEAr63pAx0F
cjA79a95oPW0EweAO145qbnq7HMpvXCw9PGoc8LwqAU2BaWmP2PMlVGyTN9sqrc3rYn1Y5w5ImQu
Zt4qhCudFHsuN4th1jdRNeKGjMP4TdXmNPde3fqjRUjSrCsZ4L9G3WZK8OJuSa9Zm18cxXj5YiLI
CexaTBpRfl1UElpbWX2ZonBiNdXOhufy93P42udfUvx1WbUAPRXG1WcPsEvu/v75q5TitxOLyD7d
5oRHXsgpQSV2ccwLL2qjlELmAe/3U5fEO8vsydR21tFFidlCBMNqunI2/+ma2H6vqb3oqKi/3p+S
SzNGTWx3GmmgiTNt4KMt92pUiqfYlM73DhHpS+NC6izh+Isr136vXqGYoZRZ1R94qGmmZ1w6P6oK
oQ/LBEu/Lndi3Kj5tss2f7+l69f/95aul8CzdLXiQDmBsOrShL7s2eLnbvDuFs+f3poljNpNf60+
u3aRi0pjKfLKjAwuYhKnVIeM7w2B5jf8v/2Ui9UNfpSnWTF6d7Q+y3gX6YEOIbL/TypEbhh2tTq3
i5qc26Vf+pBCWFtmc0gEh63ot/E01nfpPMRXVvrlHfPc1QUIpxmsECjPLp98m2nYbKrEhzNkjsMe
44ZdJppyq0KPOCp6nl1Zae8r0NVE2MBIidj6f96tD4ZK2hiTElolxblKPsFCX8bPXgv2+KC3nyNR
Qv+8pkd7/wPXkhcJJNai1vpPC7Xo+9cq65aECO5SZ9CdbKCgdWqoCgiJyn/bkj5c50KdNaISAnuo
9FtzGdx7sbgzRiZZdCXP69qvuRBp4ZlRQZzm18gSUAEk74cCi72frzyly/2V+EzYTMZqW7EGUV4q
YCdh1LlskvZJWHmoTHWgNe6V5X3xS+gxHT4eWx4CcFjclv7+uSDFiYxEzaMn5uwgw4CjswOEfGXX
eb+xrZ0026mOiS97j0VczPotfpPaluRoRWpdVY+dHq5MFCecr4lsL4TPXMLASw+ZqA0Nl6d8sRug
qzYNRnT1Y0RVJgwZRsmxmfYpfxqtaxFKlw+Gi5kG9oDo+NFucufe/x6j7nPTlX31qH9luN68/H1j
+8OnswkgSKUDUB3z0g5dGY3OWyK1eCzUAy2S+t8AAO4UeleVBFI0NWhP3fXyvz0My5pMhTpeeRxG
TH7PaDiuLNuPT5u8HQ2yA+IzGzLkxbteizEfzEizHrdz9qomBoyb8r8p6ZkRk0BjoJFkQ1mrhIvX
PGF+YjhT15ydYYbUshnQt9GG/MfnoLOk0IoQkMLOxZXe36gaF0hzyEV7dnd2ugG1/799/MVL0XqZ
GSnrxxvD1tkl+vbvH3/5ZhN0AA7Ds6YANNhyL27RVBeRUPVRnolS33RwwAYVtcFrAef+7xf6R0r8
b03B241pPy84I0zE59yviwVVypLA6SUzznbeGjQp2rGxED1aHZzUqi/uV5ohY4RT26L9WyZKj/EV
VdR/w534FgS22Bo72rpX4hT6/mll0rSKtp6Gx3gfKbtS+a9vzfrx7F68jqstwSUgqCl1Am/KGh51
dflmSetzUv+3o+ufH0CyCfs8lR+GBxc/INfaOh50t3/MnGn/RWGy8PfntD7wd4/pn/edE5K1vDq/
XWxa0zhBX2bbesplHSpddmJ4FiInCpQ+PrRZtYkVRm1/v+YFjvqh0Li0vIAxnCZEwxZnT2+wCDDT
m8az/XpO3rKxhXoomVZBWDsqVXsqZH++cvn1nv37m///5dHBu7wExEpdvMKzIToIkDFTwLo5cjp8
7rFrNuDZYGQmwmGIsPscVhMzaR/tPn1WGCxd+Qp/KrXYxqns2XEJBruoFUTWGFrHEOusK8bdpHS3
Q44lF5yyX261fKZaCWwv+TZNzW01WaHViBRLaEzezPRbqtj7Jl1JqlowFW6g6c0JQvCVfeiPX1AD
ESTBx3HxwHr/4vRDjG4UJcE5L3iFlwnKhef5nQmjqkTEZFdz2NjdD/QaV2qPPy4OBnSrpy/+Z2xS
76/cylbLzDQvzhnyrXZmMkAWPEjsprBeeMOM4avb3ijTlY3iYr/6n0Xx+2UvNt6Z2U7SSBZFhBMa
G0U9fJ/Gr3N8thIvFNPnKEJB297D1Fmt76685f+4ul0uyd+vfnG7sUypkLgVxVnJmKUijz3lTm0x
3EFJZRffBxvRbheXoAQJ2gm4CT8Y7v7MB/vJyp2A9m5bL86NRMTFLnQwVYbEkybRS9Q/xqRRICmo
Dxbo3Fbry40cuUZDHo27UjhAM3eulwScqO52HvpfVYFQysJ4cWWSj0CxWok0SLE3aYkCfdUxJZO5
MZflM6KXk5tBOXJHiaazDYsq2c5dGRoGCyZmFxl1MpIiCVJs5C95FD/bpfoQZTJAqT75CI+gL82h
JsujW2sbc66fRtvbehWskql0F38s7Gwjh0RygiBrRUYcRFYBeKelYV3pu8bWfw61+Q2tF9JXnB2b
wgga4DUBLxXiC6TrOH6uRdsHaat/0tr45Lg/M4b8gLWvtrmSefthJxde9xHiZRCPGnyr4WauzOdJ
GW/KtN5U0C2DAY23bOPHKxvB+wP5f5cd8xzqLwpV/fI9Yx8AmwRNPKu2+8AIWfidN5F3NCpH/Bl3
yYxGqkDfZC87I11O2hS9JGIMNGgJDNu+lb1yRuFybYdcd/33yxGqK05B/1RruIVcbE9GxUBa4BR9
zuo3iwaQ52TCX1G0lzrdetAplPlbNzwbPYhVs7tyS94fSestgfbEcG21O7XXP73fAFTYdIM9Z9Qo
g1KeFshgW0PRm43ozAWi6qT+aqBCfV+8DvGH08j7Ll++Q65IjoumqniGGvaxH73uvqnJ6+b46o4m
s4etOmb929+/q7Facl/eKNwxsTuChEbU2cXx7KLHgKFpVefGw8LzTWBPumAe4ZHU6j2YMFXS/jZW
v8Jd9av6znDU701q+dZS3jTTfYQjCoKb0HC/lRkMv/LXNLEwFUwzNWTUObNFrCVi42ZSBaB49uBd
c7he99LLr89E2iVWBbHqByxQpLFkpDbL82J2p2jOHrBTJqiZge6VDe4Puzp1kkaBwZgRc47LQmwU
ldbocAbPZQ5Jm2FN8gZzJ993ivM2lVNxLzxzuk1teABQ0pEZiMm8Uvv+YV1hOLuaeVFJAXNdPCvb
EQVutq08i/p1Hq3Hslhg4dQ+NHMv/2Gq+ZVD/uMRyk/m/AS4sRisXUZuK2pcqVbGzY1Lz/5hjksO
52bJN7HTJXurmvSXImtKOLcaiocOasPf1+Yff65B3euRv4cZysU5qqg9rMG6lHQSKkpuZpt+XJWP
oisKf5jVgxmXYe/ZV97etay/WFGubpL+6qxvxMdIRjWJmJOsNzkhWboFoXCm/14hcGP/vcY/L+Vv
vapwIqksQyfPpr7zoFJ0sxlI6xUaM4I6YqW9TamJw9yXVxbQH94WUFIDKI5IHIse9v3GJA0N1XXk
ckc173lwNdhmw8sCB+/vD077eB3KcWJ3AOg18OZL3K8WsKv10mnOrWbdt1H5olQDXOl8H4P6oPMJ
MXh6xm/j0JnNthoXKuhmA7eNFPlCPo6ZdmUlrRvu+2f6/vusK+23+52PspgX122oyO6tlt2JlQPd
2lfaZjtmz3//9R8PxPViBOcACVIcX3pgTRY+tujikKQJcVAr+O19d1jcYg/f/kof8odLaRj8ADyu
MCSh1+9/l5jZ/2aYbOdepE+2VXnnTJPeNk71XzF+01fu4h+eKlcjBhgLJ4OcyovtZ3bGXkuHbr0a
xZZst6pTbgr9yqbz8a2nFQW3A6FWYVp8IHJ4yAS7ZGrP0mo2bdF/czAQwKGdXSDbpF17g0Tlymvx
8ZVfL4nR0vrSg1VfFAvK3Dj5hA3wOVtGHScNTTmptTJ++vu6+ONVsC+kaVLVj6HhhjcpJNjzsAxZ
nsvBfDKM5Mq9+2d0dLHQQdwBeCAnmyRtrS/CbwsdUrmJDGwB2yl+NXoV1OMMkfhtcmkBJTyHKTTL
84JkLPWSK6vjTz/v90tfvGMGUp3Yddfn1sp9rXWwDQfUQ3+/h39YgisSwumHhY9Oy//+95USHRUU
d+vBGYYaAybDvkWtXpwWkS9XPNc+vltUbvjY4aYIoPihx1bIRmiJFxDn3sLTPO2gdScGrkkzY+xQ
1tlyZdO82KNgwJkeTw1yFJEvH7eNLAbP7qthPg+aWwZKWcjd0qv6JstnufGg79BUtMaVlOgPF4Vd
zNgMITYeAau13vv7GeV6juapd85u1PbbSPNoeJI5Ow3W6Gwn7u8xG5VrIWmX6fSYqqqgjyuWijUQ
w/iLY8iogU7ySVXOOlzvg9po2bbrsILoKw1joTbW7hVHjJ9oKPFNolQ+unGbFUEzZNnnxcmQZerJ
kgZeP+ZnITHKKJAsPCyxoFKZquRYQSX4+7q7WNw6jDkQJspkjSXFt7+4T1MqvCa2Cj4fiyE72Q36
098vcLHaLi5Alf/+QZiIj93BptaJbenrpIiZgsmz2eDUdc0g9OId+p9LQS8D9AM64xm8vxRHLYyd
WqvO1YKA4Uea+8V0beT7x5/z7zUuQb+hzbBngW18RrRjmp+wYoA3ExnGle0AROXDCl6fzL9XuqxR
Hdzv56gwqrOqFRV8a8+9y9OiD6eaMUCLqOgwstzuMoTxp9bUv4FMEyrpQPix6iYNJZ5bgFL8D9jn
uYem1qAYF+3KCM5Bsfem0cWINE0Fp/nOxKsnLt1fQivtfTU6X3B/YA4sl5+ZojjnFPJemM51bYV9
4gAKC8PqsBvRvX1Z5FgSNnG2SdAebZsRayK2kJWUn2i+NpE/G1sjSQvIw5AcvuSQOGZs/UIUt3IH
UfmH2zUJulGtCuJafIWYg+l9z4E41d2mEC0WWC0eOQLv7p9Q4GjW9AznAcDtXZFhbGfR0uDckybn
ZZqP5VLsx7ZTAxeDAgUJAt4BdquTmpAQ7TbWvXzuVbjyt9gRCDysGuhByFOwYRBm5wsdNxA9sz3f
0+oydCxcGdivPexgcKnJ9Cna21ZKoFmV/zCK2NwgAXC+OAhS8aHNql1ZJ/19rKgwgXUoWcxUkMqp
3Ri2bqFvWsGuo2YZDimC+YRid9ZjawztSZUIOMueCgCnHHnIyoE3RdTmXtOi6gtG+O3OGvt64+io
Jr0K2rybGM6x1HovXHLiLRqEqKFDSHUYNcPX1owJ27B67VdkYjqhN9b4Mte2jhB6nnoMtLCQms2G
U3NZOeWNjBDRuEa2EUMvwqWONRyI5xG/emWydnGNsZHnld1L1dkmSaZlhJkeZl03+UgAoR4Xv2pN
xb1jqdzD0A+VD9va3hITgI1iiZYd7YqOoSRv/yjc6asYPKyDEEJvVDeyN3MpjL000QJCPG9uRea6
x2Jsur3lzYxqGXXyKG3tlMT1d9aFs8312fgSLzZSGB2Ho6GPnUMNu9WPuznfpM38po+nMYrhac7P
tRPhIpUAmskkGe6iSEY7K43SwPUWaz/18xsUcgUFrcvzcMs6tPFpwKk6x2VNQmfcOZqWbty27A6t
DclqlNBwxc2QHUXtKwM0HVjtjo8aVt9Bo473ZTua+6jq8fPC1AKGfW6gvxrNLDCy/lczKl/r2aLl
a5xoFzmNfteaBahfKxP2xdn5jJfMbPstwXx8FWbV2dQsuzZvHGjjrYZuNsaWQSTKQzlW7gk+T7ft
rHTySzL2kPKI6TRicAN/EpO8Lqnj29YxfyqeCt2dgIxAq9FnDTniazNzvk5aCkZNrRuUsL+3OTNf
P+q06aCJgsS+xBC3TZYMhzbSoscoXsShlRX266TW3nszUlpvwR0T2SKGjGUhvik68nrTxIElQ6+4
KXKhoa813DvRkU4gUNXs3MT6YeOciUYPElxWu9/xTsRaDxFR4GY6GpYior8gMP6E3JxDT41vidTt
DmXkgreiBAUCSR5cdZjCpHLL17iwHd/gX7eG2VvhhGnddkgXB+FYRWDLoKDVSyN0VMqob+WqtbVk
KcO6V3NfeEiyhb7KFSfkQUW++tgVAFOwbOMbm38NRIsnUtJXAqu1Rv6IFZS4GH9hr2g6CuBEX89B
Zzmw8ElQiduu3SHATDaYS+aBQZI1TNpsgv5vYzPpujFrJq7CpFNttDdde7IjYfpwAIdgjOv+KQYg
23ar8raXS3VMXPjkQ4ntg10tNar7BWQ/qyOfvxE9aAtOPmoiv6SE0AfZHGMg0QqTr9zQ/xmYaeFV
0WEiB288SbCSSb0o2jRV7W0qAYdvwWFsWyhZDcxamt+LaFKDGv1UIGrna4MINDBF9jaW7U+JwIfZ
Qvo2WMonQ/b4L04kHkVFhO0cP3RgfEiAS/3DssBsHD2Sgdb3WLYaaRouuFzD7ZTJE11l5kcOrjJl
pzw32cTXrO0c7mECzbBQF+iqWHfFXcF7UzToON3S2Nm4SPhjTeEwmGbMzAXPo3KYYXRhY9C+8Bd5
E3Mxoe0VDX0BO8aLcFq0Q1advzpF8WLD1vzU90pxGpHsHeelik+x6no1slispfqV5+qsPgvI0pQf
Zux6YVEiYURqCPHTi+F3egpyJtr9UEs8+1jGzk/ThYu1oOK9aR3CjqexVXyKYBUMvJ3QmNPixc3A
dNWW6U4fTXNDYC9+GbwnW5wS7Me018YdBKP2FvOz7k5KMz02BXvvWtDeUClnYTaRCzNU1i82IRkO
duyw3SkFf+ogOGduupWDN++wdpm2CYMilvbYAx79P47OYzlaJI2iT0QECZmYLVCUU8n7DaFfBu89
T9+nejsz3SMJyPzMvefiFMM4hp1TmqvPXbudjGmcg63vjacmS6wJqfI4Qs4GW7lPEWbjEXKzVxn1
3OpGrapvrQFq4gH6wtQlO/6Y+hw/ZMsVy2tMOPZcllxu7Xy5WTV4cDFhgLgbov2izsEaFbblGXgp
QYPK/AZ6/7vdqw81jq+rggrTmUX6CNsyx8tADagmSgbLWl0Pxg5x8qMW36sU5gBJUbDRepOWfMnx
vszRckXydCTwTamQ5iEqMh7CGqvuVDWS3QvyHAxgcXxn8NTYNYCIt/Nq2S2UuOFQYD2qrvQeOPgk
UrJM9Aq2Sr5tjxBQkqrwiqHaTostl9DozOzY4827nXLJqjGWEGkj+Vu2bLt6TIknfRiG3SwK5z2C
PAVfr6wPhWIbgk/ADB2ICwHLd+O9B6YG+QgtGZ6bTT1vq4PveZQZ/plYTI8lfCLeeb26CIlxYdaK
v2bjgEwy5Iq9bnXwVrX0bquRXJfkeR/YjGx3DXt6/muzj2+kNSPWxgJ6Xq9jU/hTccCNFz31QyH3
serlftBBgBUY1HEjjc1r1TKwGsvW8flRRaghdNsPFQ5Kv9aGDjjz5N7hRec9Xlv32+mwOjidJgI4
be49HF1nJ/UZwfQy8LUWFE9AmxOMrs2rUWnDl4X7EG9WvpYwF7eSJEN947A38hGCgZz1B9G20XM0
xrBGxnbZ55WIgtit1p0Vs1Rzq41TOXJcf1RaOe63YY2fdTgmj92CcnA2G4evkh1SUkb2sYmnaEc7
2TzLq0UTdLmzGzROIMBMbAUXMwuRIzv71NGzIGsn/L4u8+1sdJ6sqoc6FVFDJsRW1sTntL8mLiIo
nCR/8XrzQgjrV5eswFpirby+Y8uncwfHXjHl9T8orSpkk6V7KEFlmGZbGTTr1t3pw4T+OHP5hVF3
1+U5S8Xw3Lrrl9XrPSXQ+LMu8NHWxewuU2foQa6Ln0Vdn9zCfM1qDOxzs+P4A4gLgB5rclgWNj0s
pHBSOJztTZuI24SFjKdVnKjOkG5h0yk2BPhkQ7mK5Sla1sbXEr7IpCheZjTwIDeyIahaYe0MFKtl
+N3oybOOXBbUMb05fpR1P7e9RaUsW09f5nGPEhunTbbmrHAsEQJqW3ag4ApMAlGxQzqGdayPIdI4
FL/nVQn6hqwYTmlatI+qLbNDu1imD4hqvsCuHr74Y697Y8qxs80g73eZ/X+X3Pb82ktxbkE94XLO
o2es5TjdsSjuK1pYGIoOYFpqD4GjIOnOBFSPb0PtgHVF0xy4TeVc0LLHodqomczGGu4hZNEE6ODt
P/uMhiPMu3V+ICMt7qhSp/bDLrqbZVGfZjbP5k8mzVk8q3ZITfb6Zl0cUhBtUaj0rv7EZXt9GfMJ
MkFvmnjb1bRrrWG6dk7K9YtxAVYqnWVaXnuwSBdr5lqeLBLZS6z9RzVgGi1tN7nPK2ntXKepD/mW
Wp4S2kfRD7lXtqkbbm1pfuWtoG9xSpLVuA1maGBpdfUHZjpVlKunHvacwYsKmP1+MRB5yaxg3U1l
ltyLZspYD0ed/ZSkLnDLTj5NMz6WOGHzxVnv3FspBpzIhhHadi3OK8jh9vCB1BA9JLsO59RQ+R3N
SUvDFrLEMStYu2uU1EFh9k2QTvMPMBLlr0mPnr/PAXpJ4KMMtUpwz9Q8upW7OFwb85g19puL+ifU
nY7ffu7w13KaEXgWfRTRUPnESxnAYo0syOfrOYif1GusLKFjcgBILWtyKQcbAqdhR+VtCaMqC1yA
c1T1jsZPKgpqGIAlHJcqWy8gYMC2iUxtF0cQDtsWHyMMt8Ns4cX0RhOXpVa4HfwE6Dv2ondBAodg
h3qwDMFYcjVA2sUQyduJjTZ5pQxgcASY9MdK4uXb1qPpfmVXf+BfsEDLGZJb2IxI2uJNCcDP9hRx
IIj6fShxqhqVY8I7WuyDsSWmp0XQvig5pqORjvZdHnV85NUVuDgRuwDaqy2Drl8B8DiRe8fcCnaa
6j9i2/7VCgaOBh3IaZkr7c01HG3frVr95a4RkAe2WAHegsZPBvAXWpkMWCAjjbWniXGUA8FXWkuw
+qSYfbHs83Rg9EEbxd2NNWON0E3H9ByUKl5DU28QZEeNB75Q28t51iCBg3S71/vF8WD2GDsRwRVS
MeG0ZQ7x0OltxlymvfmQekTgJtWvGwMSaWrQ4aKKpVdRuQWpxK+SJekaJFh9MERpMqjdcbs31Goc
txTgI7i+9RKbZPrWi9swOuu6vVRNfNP1CtN9qRzAf+l4l5dq3KPPGj8BpTtna8m0WzLQdJ5UOoUl
mP/3hGPmDJ4gD7IlBxLL62TcU9RC36gTuHduPT5Bevud5q47JsPkemzEthsjeRqLMHLgVtD68CiM
XHxQvE6cL9Q8jaYGfx57dsRDY+8S/v8CIzZIgx0aWj6MsnmQJkke6KvjvsvawpquYCv82yL7C1fV
/BIbVX0clEYYgF6udXpkpQGnSLUCWr2TDNZfkqvlmHeLGURLVuwKUhH9ponQSwgcrrty7evbfjB+
LMITT2D2Fq/YJgOLBY4+vqsUVsHEd78R4ABfwvqsLHs4mEXNgMSWgtKvw2Bem2wYq4zlHM7kV1df
32zMSNRVK7C/vqG60wptb48y8vNyAZdXUa2iwwKJlNd4eUgq4LsDroLxtweRsD0wuphQqCEVYdVs
3ZkTjjsCoPHCt2QGpKWeHFIZxQenrbrHhIztJ34p07NsXsvUQTXUz58gyfDrSWzaOgWUxwwXUMgw
jbs5L+XbmDbpbh0K83NIDOPWzXIj9do+dv62oeiDgdP0PEk0N8XQgw7SozfMY6gjElLFCo7RYJAw
16qiMw69O8UBdtt/W5eTnJhPuLkdk3MTqWOYuXaEI675t8AFe2G0BMomXuOQAT20NskjXtdVPlZ2
8rJl8xIw8IHRZDo1rvS1DJg5mrgGx9/ZIBe1EXlzSMZOcvDw9PRkNI71qvpHNVXaGSaJfYajnNza
stjCMnfy3Qb9mHltw68hrh2/9uHWZn2HyJAqdag6hnqSsUUc8Vmqb26VX6JaoF8hgvDliml+0BYM
Z7NyA+sqFYrT1ObyhCrfWnN9Z6caVsYKKkMFP4Sfz0rIzzDaXay7XyyO21Abq4XGUPVf28T0EbUo
ZVU/h4asy1sqwultqSBnmV2UeDSMNSxD1e2jcsyveBIaApJj848NE3pYVZMIjFWVO1oZQgv0FUt7
MxTZYahhrMe28QfqA3Vds21+0ypAdtL5axq9hbtc5CfOWnVBO1QFcpgRRMWx2T225bjQuxcDDr5O
wrzFWBI62IJ9DYB32OBq9Mys/If6NeGz7X6SBdoMiANhnqyKt3/cxPfV1u8lesNsDpA0pTT5D78E
Sdfk3CpxV2Lr34HQZhAnJzMYhytMNCN+dwMKbCLCPLkOhwITrZG0o9yBTwHYgu03QC8t0V6Ltdcf
JlMkD11vVhc3d+x3bJJMpuhIPf64UN83QAcgY9RB2v169cyaO5jw5U5akB11g0pNi0cDLlbdlx/D
YEVnaITdIUlEe4hEn9wDa+yDSmzwMXks/pjNxtmceDSxFXOI663a1TNgrTLKtn2dEfhlgD+A4yfw
lpog4F1X1Pv/s0S6uA+3avvSktFm4Nos1nGYZRJiOYE+RcUWih5CQ99o84EtHFwtJ+FxFDPJJam0
jvMiD06TPrcEeqKR68ddIQeaMT3JjqzF21sXHPrJYDR73gCfcqV0Qv5Nhd18WM7wHjVFchbQwPZ5
DxFpSbOfuF9mfnwGvnJrzYrB1IhXNu0jGDLWErD0ZETVNsCq7Vy/AzzP962gHayxq+/K2hwOfJxm
SNiJxARoNCetW6onI8rs92Vz/tnVwvuic97gIh3C2gYDtWiVc5SqrTlL2uq515w+MCQFhV6RtyRy
Lf2YDHu4SXGk+yrVgCRT9PnatmELbQr8iKXWvGzpQOQCEwng8dYQRU88DEHHVzSuX/XQGWzRAGS2
kP6J3lIf66amk+LAgFm4GPCgO31+4aqT14mucURsod8lDUMJSqDpsE72FePIFQlbmm2nhABTNtT9
iln7T4ayxfCYx1FcJzH4lWosyj9GrgjCnI4TeR0X6+KQ5vRIBd4Fpsqt10Wiks7AmAT6FJFS4uZ2
iLMN8IPkzb7rFq0IYnshszseOt+J1oXIjmFSl9FiCrcZIA3rXrzjSkUVsLS/mC3nAzk/UFaWeUAe
oWMXDFlMgP+Zmyo0hZlcjK6e4cXakJFdUOsddpA3a5XvLM90CrXmU+VJD5KgpeeHYTMcZYvQU5uX
nRFF449ZuiJmiosLlg1mM5wcFzBVhccBp9LQvRulARmnK/tgwottVO9XpN/cPxm15GoYKvXncOjf
2OX8gWKzOZHlA4afGROjy4+0RHS8xMT7MDIYfPJ76CSJitnBROb8pe79yGxIWUaJu3kc7OxpEnXH
aqBlrNBVdhhlVXKYG2GwdkALQkBLeeotFqx8cipB/DhaNei00T03rmg+1NZ0EeT13ghXmb6MbkJ7
Ys4fSXOlgEv+fj43gHxymBLAUB6LNECOv0G/LksJ/rk0I0/PoscmmedLsoxRRjombdxLipJ6DLOh
G17wBIy+3qcuRKWe9IM2MfUTDFPnuICCfYs6vQ/4bNlAWn10jFeGxYabEJBq6H7lxIShkC23jyAG
HGhsoiMeARGoLJ5fnJp0IPLyBl+L+2KfjTOTO3eqr9hbFbRO86/Uq395XQofBCmGfGUzWTtPNJLd
rojGe8LGQXU5cK/JccnolhJj14J9Yqyb/xsFx+LUlAVTBskSRSch9q3V15oienHbA/EWOzf7ZG5W
RzdVNdrmBYb1jHZ0GtJ037ECvt1w9yJ4kukeSV3qO2B3vCrvGHCVguQAS7N+thwIcIWRB/d//R0V
8XUa+dq9ldnZakPxdP0FUDwHdR1a1lmCT4P9D2VLLnASuEW8bFNPbQvCoo6IgRFmK/aWgI07sEQC
QQW0u6wamAaSY2JtxuFkI2Xf4knz1ix/wQBwHbR1IswKRz0SW/VvNcR5zfPnjQ9+ryNmJOWEWXwB
Xp40t4ucV0E0UU8aiJ7+AmrGsmGf7em+xHuoAFwy5DRKi5K9LKL3jWrsYpTsd3x71ZK/Rs7jc2Y5
/acASBe4K3AF3N9i4353MrnLymF6sHVzOzlG+umY/Wvc6HDiC5ATg5iYfhFhfU6WuuMBV6nvQnt9
NmvoE56EV3c3Nvp8ljXUNkbCs1enGiYyjUF0lTKOGKs6Zuo7dGF2bUpBMbEeMWF5mhM8fKAQs1dU
5AkVgok+c6KCzQan8Mpfy5czjKmpMSZiEcY0BNCFRrkvyWNZqwR8KxMakke41aQ9PvcLe5Q2Texz
ka0fnOfG3mbV4XPs6Xdg2bMgQhzjV2iQLT58zOH01+yYEnryL4mZjwUhWdrAa0dwteXU/5YYTTwz
d+pd3VOrgV8gi2qOfxd7SciIL7dqx3rjveX88VmsQLSKli8CGqAQMhliCaNTkgCGDg1N0hKmzaL/
CK3vz80AECMjgceLmd143eQy0G4qWO8MCh7MtR4eszRB7T3pwny0jbKiNN6a1l+r+dPkmAoKiOM+
bKQvhyR46KdWuzKjHSXg7Ux+GbEjLuxr6oviKOEHUf9qWuFzFlsrpFklWZi4SLJ7kWDSFmxkyyin
My8+9Dhugfhn7omR878hGRn2Os51QxnhEMlEH61BMUzDUwv0GURN3sE5g2aZFmXsKztOnqcmHu+q
svsChG/sZOsiPcy4qqnjCi+HajvB7bW7leXL+CZLwhKAcZYXbezK5lwaeXnR2SDZKMuHBczvlIX5
RKKXBq2Aq/0ayRst0UPDDB+YX0WtqI/Dy4ybPjAzbYFX31xTJIzXWjLSWw38/aNS2Wmz3fxk6ddy
u+NZsEildzbiNmzjPAk6dxjCbrK7A4sa0rTaKgmpOSBp1K7ByVfpnstYPYgy9U6y6ivhfA4fdZ/s
tjQyDqR8qYO7GNRv0bA4ISvK9XEyUXgN9mweAWgsu7nvy5t66cB/9s4WIKJZoZRCc8vN2CUszUIA
K63lom2uc7Zj/gmHQKK6h7u45II9gG7Eu7jviIfRbJb7HWwIE4LuQyK6pAv0yOpcr9Pz+NKBWGcn
Yxsea3SY3H10z2EiScmKxMkSRX6YBpkergxgmhsyIUXm0iCQRLLLFwjWaOHJWV2ZYAGTQsapEBig
1O/YABKMpZL2QwpReek1Y2phihsOMTPxKYMV71KneFPelCeDwojtRpz7i2j784LD5ayr1PjKScPi
f4Jcfe6gmgFmrQ8OTr4HQX22j7PxISeNdZ9ZLekXshCXIbuKtqU5BXBWtzPyaXmyLNUcpYbToXYi
As26tPtM0rTZMZ0rfEkl6m9uaXC9cA8QhZETjqNPT+bEQgagTH8m5aAD5zv0O1VtnCWJQNYtFDFw
zTbwm65kR7n5th1cN7Z20yST/VzMrJi3t62dugM5JfXOnuT4yGG9si7C35hhPD2YIkpvGqNrzgBj
4EmaU/vQqMxhq7WOFHkb29g2zu76bn6SFJ4HbTEZig2aJF7wup2W+pdyu/6ySqwVlT1Yx3411qdm
Gpk2UWD4NkVNBRXNTLLyrkssPgt3/kkBl7zHc2Ul3nrFW1g550Izxz/ltFph7qQR3fOcs9TW+Qem
KwyxmuUDDUX8NSiz2hNwR+rSkLPUjdvMzzN7ukU7DNxfb3Xus6hFwxW7JyKt3BNXsnGM86xB71vC
6WlywhC4lrc+X/fE0HUBNX5L8nQzXypR5gcOkfFaJmo+SUGUyqO2HoTWVEgaLOrjtYaoPa+JZ2Xq
pWhGd8+Kpzs1Vn9Nlmt1ut8JE4Y1wA2NXIgydeRr6bzcNktcA/6+ksdNtyaqyP0j2PK7oydhP/2t
TAKcLEcr3mZT5g/Tus6+3sXjzuQSviNUlhzyidWuoeLqlLm5OgGcS/dZmb9k0i5oRIV+7pWx8AcY
YNFUOVAZNjasm9C0WTOSOrZX69FQUfyWx+tPNbQfWGoSX1AB+GXdMzGbKAXYCdL6aZ0ii1d1KFps
/S6OkCy7dt6HtdoMjzgcI0g5iS5V0Sdevq4syK3lZaqLfq+5Cdk77E5vZysqoXEL7ZUsqyNKzNu1
FmnIJuCWdE0n3Cb1ORlDEqiVm9YRvOIg75Ibl6e6p08Tty4kwwe0q7kvFyhSRBO7YTQWzg8Fm4Br
atfsi3IQSprTHdce2o65qk8YSc0BfSlyEjcCMj0uplfRG4cJiah8CuangyWXLWDXgrK99mat/r7J
Ob1xq2g80dTgaGAZnnrYSWYUaEwHUjT3vpAVr0uTmQ/ExeUX0QAS3RIMQluStDuRNmRG1p24M66r
A7eiO5So4zxlkbSIlbl8sGLLgcUwv7WU7AFYyg5RwDWMSfTqsEUu63dLk38R/tjrh4DQxM5eIbJO
/mZrP8rSbbCazYe7QLhJ5nG85Jzch0zjt4lNBkBNL1/RESRXT9J22Ajr9a2tfHDmbXiz+MkChlM8
cN2IzhohkEE+JB8oeIBBS/VsTKkdiDiZn53atvklIBirnNkSMKrh2Az2Fvagi5xheq0jdonZTDyU
6MYUkI7rBqw9It/ppnLnJmI4GmMx3I96NOz7PK2eQaSZAek6hi9iReoi2MDKj9rZ+lSG3h8mZzXf
Y4giL1rjxKA+ayIV2Zo42MEKRW2LVKqntdo5CbPCtb1WRJ0Fm76xxofOrLbHaZrwFzGLInjhStUV
+cW02v6LdLTqhrGUZMVvR88wo/h02xlsZlz5My0Du022YDSfnf6d9w4dD86pf9sQte+FcLbDkmR2
aCYm00U2j7Um/dpFnAVahXr9d6jnt0SLn4kgI6Pjqs9ZCsaBsIscNGjW/OrE/D8AaKx3bc8CkfZo
DCTW3TuVzd0/fWinV6HT+WR0u15RL0AidQBTYuCW7R1Nv6VZjIkJGG1/zGfguKBKAtcexS52ER8s
URUDLLOMZzGav7pyM+T9BCovhpn5QrTRg4vryetVLQiJxxY5WCwwyJEgyMeg6kF7Ct6ZdcVBmA3L
fG3K7sxo5oXLqE76sstGb4L4/o4MygjTyX5xest4NGVjHOi8UOdYecsB33CzOCq6ibJ2C9e5zMiM
iZ5SqKVnVoXly6CQVVSrU9wI64QqilylXMveyAex/aa2iTet6X6kg5iMBYX+aOafKGUZ5zyAUqMc
8Ds+Vp3hcwqdKWfpP79mZSiQE7E/vLTV9ySy22hbgSHfk7mNo183zoxpyJ6mbol/gNFzVTL6LSDl
XXf6zmVcXxAyhsrqDtJ6JuGGtDI+SvXUiLNSN3Z1FycnJz0AkU5ZIelAdl3noFqqvBsiNCJCTdyy
ov2RXpm+S4KgTI0/72ErDlb549oPtF1eqtM59DcMIsVGK6SfB0af1bhLOy4VGE88ra/Kfqj1F5Oe
qrpL0n1vU8Sq41oTD1T8lvOhYAjVa77Rs6Cqb1amSulRLPcDQ6aRDWMxDSxFmMdxtXXDHxAxaoTf
XgvAhXfjzVL+jHggjeh2i79F2RGLRaCOi1ol6cK4fo7lu9beiCY7KhbVlnywWzfk1rupo6u6pt41
/OUhRAeEkp71MVz6n5X5hcqRMdJX6fPrymSqj3fzhLyAxgjkXcVku5gPIjvJ9ewk7FplESh50IuH
qnmu+HQ6Gu2LMzDoBxA6DUXQmASlO74zOEE9/VyfmpX80WSSPoqzeSOBY6ecu7p70zkv4yY/5cZ+
FmdSgY5lASqVJpqTYdS/s4SsSUSoAm7zCgFwfopirEsjgODlhxPIKyE9jsziZHPqZu4d8Ps5hnW9
eq2to8UkguRML41mrzVPCUoj3hjukYCfOk/CVtxr5OnKj7i+L8RxSH6ubHnMRf6s+ANeNINgqYtb
XrdfH8xYZvvBBVPTKyLgv6V4XpdXLFAea45eXiJn37DGQt6uIcYZ9hn6mVLtBvFToFIsuVUBnaeb
RrLZpY5uU0mGFlqt/OJwj1tkWMleb8Oadhf+PtqvstY6NriTfEkmVR2Z7n4ZuZHfwtjc2RvdVX6Z
yYt2COej+Bq6BSmUvHeIHy9N0psLInw5dKCpWzeR0Z4TKJeiOBR25c0Es8GlI8mBXB9gQohzWS6V
eWAvF5O4KcmR575MLSevy16tYJAaeXJ6gVQeQCTyW6rBLN+n7JVnXGWoWA9rnGJjfFrI/yovFtE6
Cw2+6t8zuOEgV9jvOuYlh5Dk5jDdhju1vOjuYxvtMwSYW/PHfHKvda/69mi4L3G334q/mQQKFlh1
K66284M+ZajR9tdsE0NBrV8/0vYlJeVx0g9RvBytWfdzpBttjWPWBdLP0J5igQ3CcUV1I5G/uWQX
dNVTL157k/JSO1DbHmvjGqhBeEj6K0eXjX1JSACuPLJCm6nySuvfAv2wzG42ntaYogVhpLNGvqoK
5knaPaKiAODlosrAdX8I6+P6vbetH8R/fpxA37fhBzJw34z9CPkq47hd2ckfrypIdpNlcnFXQUXC
gcg7QNMUaEW1S3vtdUJ+BsbXc6KHXN0vSX7IzU8DUftagSFm+Bo3n/UUo896Bq14vQqX6whAmkGh
oQRoPJcgmqygIi0F0pRnsml1OkVSLKr1IsmVNLFGLNGbclFmJNEpAq5sR96Q/tgagSrmTsvOLfFh
zpXVOd0LCIVTxyachRElK+d+GxATf+5I0lqJRkxUEJuvVU0gOn+RhYYHQUBtwQ0KWXrywJ6tuMft
eAukWGLdjZ3PwbjKUJfbfB2CUov+9VMT5AlLhupirUetfBvnb6Uf1nIvMriToD3dr1rdYwT2U5jC
uQke1Tp19ImV2lckRc2kdeUC9+8D92oKaVH5xaz5i/29cebO7XeXP9vqhvbCU81HPH4gJdspVAMo
GJBc3m4ZGvbDrF2c5YCzfHD4Hu5HsrnKd63+YGoVNJIe1/7S+qeYL2VIw7LcG9lrP33bVbNfkdgi
NkDf9iQh6LToCyttJPM448gGTld+yfje7qGp1kf2M7j5n/rmbXXOJdEO/7uVSfeh/eNfjIpx+teo
+2uKoqsdlPVYLH8sP+r+B33tAWY5/XPp6cZPuRIZ6e7X9iZruTw5xQeQ2DYyRTPbb+XzyBwl3e4s
dc/tFlJP+7ANor+WkckfQGMyh38H2CjxazY96Ot7iUpEDGeNIiu23eFwFRYjz0g5kSxIzBnCpR2J
V8OpILlpz9MfoKvW5MCbVnJuzeJ+xh3Fg09C6hffmh+mGeXgyIywvBUuE8gML9prOhMIqr7t5bdH
gJLBFVcLKOgtvmZG7XgZ/DX71dg7OAQ7DWir50QGKEhXpe0ZLpJT8oakbGdF2y3ZQ/ttse4iUrrZ
a+9EjkcdlVNhjR+rMMM+PpbOO/sCWukiLNVbEv1atwNsQr089F/OsR3urIb/4Eyv7E3lfmAjt03x
cU6OFjEKDUDnZLu56nmm9cXkVM1LzozrASF/Su4pEskBS93bJd4w4ubqR4fYjibnIX9wiLkkDgK7
q/IisIhv5mxxBO6b7SNWT/14k7m/xCwU0ylebogu9Kzhcv3S2EjzER1dKm7jNm0eI4OFvLJ3RLDx
b/uti91KlcesZO7/uUzEWKJw9XR+F0PCTr+y/NKgPQB7sFm70XnT1K1h3K3i2PW0svpBLnY4cW2Y
zklo7CP6UGa3FjuSeXtAnIou/XbtHtf5yxa8MR9F+qklhM47COoJDGq0y9gGbP93kER9ffqY7fNW
30PYrFkMNsnNnBK8+cXsR6uWA+zVsn3WTVSXX7p9tuRjNL8QYVTHx02FXXIugVpte7AAvixvXQaz
9XxXZPcSpW06fBbpwEtwVs7LpPYLt1gaY1R5UcZznN2P040ek1iPSmp4z6wTSIhxc6hXdikGVd5Q
MLKPrkHgKbjL0JoU3+P7Ju7ccUcjF6jhm/uIXTcsQmLjot/FIl+nunFISFYFQQt6sesAxtLny+Eh
yYGcGvCPM+kJPbRaLDLooiIuZ/0aSHYpCeOK6+NoP2b6fDMZn/EY7QvDZVRNall3S0fjW3ZH31N5
ExuMRd9jKiSpsdlRplMwM7umA9AsnSxm2pLklmwTz+YCdqpHHM+IT1+I4Oa0y04LsPyi/05RTZcV
IPfqWIrfZLK91njLOAAMPcP/mfnMpEsK+IVtYjz/jmsSaOmKhXe9y/oSCghTXIZqJb++6F9hvPXN
fBzdewwVlARxuJHTtlJxLPbOhoTbWE+GVYTp3D+OMaEBm+SUiYMu+lgUov35JWouRaR8rSUFjFHV
pv6mvgy25GluvqIEQgmSzozzoGaE2WlBqt/1rrrf3PxmaEhGldxYcemBwMK+YfgzQcSugS7R4sQb
jZe24G2uC3j28bc02Vhlv+1UsYtAso+chhuRHPrxNGFqY7XNmQvqn4Fzxb+yQtsSkQNsMzzKuqdp
eifmzRruAOMjvuDEjsKu+jFZsMOQZeX5Vzs7a5R7EUXQpDM68faY2GM4iZ+27UA/k0545fSMZXds
GIHq+HKgiqPn1d61bDnW1XhEasJ0dYn/umjvOAeBuk0jz2hduMiS59WAJ1x3OwZ/NwP24729KeT0
f41DlGf3Oljmq5G3X5tueQWB19L8acu/RNlnRVJGDHqjLN7nLqVDR+/GFpBd8zYRIXjfaFy8yWvq
viSG2I0dmt7t34IuJHqu1j+3JYYMt434GEHljvzEyUFux2uS90qXWFifMaGuXZBt+mGyp5vRep7b
0EqpVcDPZJonWAnT8ejdD3GWY/ulzIeWRHDWbclybuuwEHejDRj5qGxBtEWAC2OHesIfqBGtKt2P
ZHLOqPoM/WHozqM8d6zFreSnNJW/MEIetKPBprRhkJuJF9u+TJrYI/z0dHopCBNAo3nyuFVQBvjp
tSNjcDO+LiahGSMJrcXD4vwQOfZvI19DlhKU7m1tPiNU9dJ6Ye7zyxkvo9tOOwv7WGb7MSczlJ+N
tbnaHl31NxL6zBag6MIyeZvtCJIopxE2pJPGW8TGgNiTG/bPpvqt4gal6DPrkhSdG8YVQC1Z8acv
F719VmhVqxuR8XLiE4z1W6tB9nXoruEpzrnp6X3UzVT+/UfSmSxHimxB9IswgyAIYJvknJpn1QaT
VCrmeQiCr38n++3a2sq61MokuOHX/bir1Dah5KRHr8pe1MS2iX6JtnuI1WuhvWg2d2MXs+5nLHt3
cH4ZuCA+QjuXPr4AQ3zrQ5lu6udqfrO656B/0uYw94/0Ukaov2joZ6/kD7QP/fApuMHI8DJk9qlB
zSgMExA5w6p8o6D3fsnuWutCIpCK9qfSv1TqIwc/v5ox8hX1r1R5pQCa6dNbHfbyxO9cxNWKK3XK
XGfn/2bqNdrpmLS3OcWZWcM1l7d3Xf8NqdmgQP2QOQdqFV1BXTxk7sRsu5xyx6Q9TtnbTJkGyTaW
1z+Z/gpH/g9xHVjuRy2+u34+pK7ZuvaJxgg8XXyP12B6nCyah6GwqgbDBpjxsa+JCc77lSoh1ZG/
kBRmFfpbYuwzdgFhaboh1XVGbog3RPneqByJVk5qvNTFOQ7R9q3gjsBgtBb1TdkY9uWkHNF7KIPJ
zE7Mw3kA3cXvw8fcEBTXAq7+wQX2MjkWcbhuV8Uk+zsZFYn9L+ixJIllByP8M0wID6HF1tTLz1V9
wFhx9kdzHOmnsa++JgrG8MaPEOoLYWOSXn+cWNz3+NDhonMFCw/uMFLGfm0SmbddLY+d4WH3jT4F
TfIxLc2HlNYxXOddoOybpqGHtV0j5LCNMuUDeubOnZczGv+nx4Cowvms3fyRBsWt1maftRSYC78B
7KQAQ9unMbBuqiK5pK61r9n+b9hm/PaW2k/V8pQYm0U+CystotUbTgNPTRbim6/cT5wvzBI03fA2
7jdZYUXQep6ljwMsVafa7f4sRYBBvIEYEJbhmcZvqlXLyJ7cTWe5uxW0ewQQm3jfP1M9jsOzkjMj
8lpvRHi9zZUfrIcedFbsnYWogG/O65occcM9lKEVZW54qHuHTSXVOc5wW1es92qW9FN/XOL4QWQz
zBWIa9M63E1rdamtmdbvehvbdDEhLlObfAk4oDfJGj/gKLxdAPnUifcu2nEz89IcC0HSD1+OSC7E
k7aTyV8dsFiLWF+HddiF/Bkbd+Rkkihc8p3k4Ojoc1zNikGHnp4kxF+xHizPuRma6ugOPKdYKjVF
tn3g71hdfnZWcCwafds7S9SQrxzox2OrSYUz/dxvuPmPql+ekCPf9TydZRFv6VajXpKiYPgoXHuu
91rdMNsNyPLUAgWmwcIr7+3p7xR7sFOsY8b7JLW9ncfKmTI8tCJ7j6P90fJ4BSue3tGsl7Rkei/I
wI3KeXDteaf+63EC2SeHLe6yKE37YzeM9FaNh8le6C2izI4NHx23J180W0X8zy2uzw8/Oy9m/My/
ISV42vHPg7NuITXdqYaJbRb6eUZEGv12n1hocjbKz+It2xIRHmnq1zbhUwaxKPJm6tSZ4X77hs87
qHatxysKi20nMJ25jJA0OdPpLWOzA26KuQbvhx7zU6HLbdiXJ9uuSXfmh26pP9kql3Shpwn/N9a+
71nFXD2HoqZygM6era8XSIDxnrWx3E2k7tM8Afnf0JoW8zZQ3EuFyi5FoCkkSg7xvNB8HlqYirpd
ubSXJuEsD9ZXifN1HhmIO+oL6Llj/TVf+45D1EDb7i/4i06FAe9KlC8OUy4k1N036wnn0MS1jh5e
5T7TpLelruqeqqgSTP96qPrkvePLS1cE5JvpsXZ9MH2yamnbyJ/d8a2YueUNROIdRTKQXydHRtc+
e2PxmRuFF5DWeq8+LlVCZwaT1dQy1hEIxQBZYzqrtgtLpdgpb3q2Ye3Ikcz0w9cj5/3RTe29wTU5
pDwUTh0FuCAwsBLaxgK+csrHGWVnPAltx4DBBcfr03Mdj5s8brd1w26bdAPNdFgi26hveBGBNsN2
jTjf7tI+OAoEVnCNu3xedsXob0ThHqjK2AqvvmPMPJPy5abFUDxaUQI3KxBE13tFVoikpU8IMqvR
wyQloywIMBvkTeSVBLLG7hxSjdpc72wpVciVMxwlU28/Vf/o0aClzl0/HM26bTa3MzfDFVm29XE9
B9BlcRoHI1DumhNTkR2qpwJlT5DyAxF/K8IAn22HutJcBi6EQ1NGjqX3nAynq/PcDP1W4M0LdfnW
Tvl5WnI7wi97v6YxnW6yemo8bIq4KLgZklzLZf0xOBJXCAGa2MUTmzv2bTcjlgf8oHTH8EdG1rOM
ZNeS7fRALGuncza/K58iwijRpG0cLxHosb0b+5tJBbgJ6GUsFREyyn811nAfSb5oXTQT8qh8ngaL
U6ZzvcHoxYdzrXJf410LnqtcdRUpy0PXyKutIpnc9javXUJDabDFsRUly/W+3kVuXd/YASljh5Ol
GWrMSoKCb/XXJVoSmUJGqcQAYAc4p3mV2jQDloqw/jD8NgziLT+vtWo+0PayqH4Xr/bORd5rHffW
QfrvKFHfJDPU0KQXl1quL27uHnF3HyifeYbn+chWmFZwEsmLOkzWbgkbNNFcH1P6qZNRHQhKbcmR
7eIwf7RHRlX2kAHJQCAcj35lfbYaj2jA5s+xVy4cxDBUyuY43FLFG0lmuHSynkKX65uuTyMTO32Y
dFF6C60ENNgPPVFn4R/C5Vvy9pppWx0IRw54dGkPn6vtqAg78G8dKr2ykVFYJived/ljgHRhuP/i
u8cBS3ZY4j4e/fGjxOnolvm9RqAbF9pbTU22K7lkfXcgx8+KZ4zUUtxL2ZyciThcMx+Eyp/IfqOH
sp1lcX+ylTg5MvzXqYze34LwTVo/N7BFryt21w7RZHgolnA8TazLq1g+NM64JT7PTzlUFJbiNnQ5
kDz/w1gI8ePg3zF7fGqshFSMzog8mLKK63+wFiyWwveijW/WiWSaHnFVpslLWC+3YzmRHMT877W0
N0yGX5E7NwckZtYaGTFBCmyznBUDLwdJMBHj9XWhYu2ymYTjohv6ZM2nyKnGDmZMPZ4PPo/ktoiy
cmKEHu0zlSesAuIWEoOHn7tnw7pLx4VOMYxrMZdUEa7Hq3XT+MMthdUH4EUXfzLTkRXb32Bx916W
3yyojJUUuzZR73Yy76e4l3daN8iHARCLJuROE2x9dsqxovtohojpd8E2uV4dK8NdnkyqzXVC9cNd
V8bcwJ0bt83+NW7wGwbrbQ/hs6UVT8qBubA+6x7aReBGi0jPHp1JVzcMM+/WBBjSriIQmpJCiHFE
j2ayrBvXSygtRYBvLN7YAUIuAmVyfRlapG0yrquyN5iPqNzuipRRjlq+XEHKqLpkh6lhvwj6v1uK
J1nb7+eSxetAmLxe+uYkUxkJaArd4jF0S+QVcAmriyY+zge/rPFYTljO81pWuwkCzJNlyObnpOnu
mlZBE6VvhGuS/RjygLZl1dOBG1zXRLN4dIKmDfZ0nY6HKkuJc85l8JMPwbfd2+Gd7XXsIBwQZG+r
yxpLeDfDkPv9a4Pv4x1WTnnQhreB9ias0Qq3kAvV9Bj79PFsuqb4yilJvW8UNjD4BdBmD3Ga1Ddy
AgVIksHituN9TLPsLrTn/KzFMB2IGGYExmtFGq4v6DZM43voyUQ7kzVdeIJSgSEPIU9AqrCDt7bt
xYdjkuBBSFMV0bT04iDRtCMroHXVqVEcijnOz7Pwzm0IDUP2hKlXoZ3/GjKP5Fyq2w4OyGFYJRk3
YpdHNrHjrit8PEsDpr1FESkeiURiHiLDRDhtuK3EL6x4XLY5PTlu4Isvakdxbc144pN2ZNeXJ/F5
yLjUV8W0EEMNBasnQtRPONPSU96TMUAjyTrU2C5/mYqpf6wGDzM/9trlPgvRj8Hrg3ARxHUeczAc
AfiSRD/oNvN/VOVBKTETsmdAXW0x06LseDKmkmmw8GJr88zqf58kdG76xgfxMNDZNFI/gio16+on
cNZ1P+V8enYJvoN00te0WDrBGzUg7szABohRbnM6iFgrLmbg+DTpo7+Ozb9iHbnjZk3NLVQKFWLE
9gGNkBcW5qXALLHTk/1cLfpva/f5ufac28orAXOkPvNgXheA7q/v2zEgZOwBV3kIs9Y/eM5IPLLX
zgfr5/AFh/LyBuUFbjl9ETwUZr70Qz/vExqeLnaoptdxEKyCw2o9cY8k14Mt65HvinyooRDsGlt0
f20Mk4duXeZjzeoULKLKeFbymPVOn7iM6Nq1/vqqLk9OQQh3yrhXECv472tfw6PgWCvyjtByZ/P3
tfqnsGGhhAuUYte4z1nQCdgtOEiYXdrCOmNWsRGnBwRrL6k4pBxEYfTA8o0M7dX8udbeHstcdoMt
RmzpMZrObQ08hbXouJxmUWH7UNP0Oi8zyYwwQAO0w+aVZkPG09nijC6IttibMpdk53JC7zgZB4kl
xBsPzXXN0+rQ/w6zvtxdA2CwAOaORGIB+1QNjGVl6y0IGQkTdZYGEcB9jWDL8VNDrXrmr+B4EmzA
G7ua7gQwHQ7Q5bqLVgkpO4SFwzBnv8CnM+zNGlmoLkLCCh37r7Sr+Ke1pUyybPhpHHcI4L/SnFpW
hlfuAOnBpLhuA+TQPJ/MvUXZW4aAfp4yTdFbf6VHwdvOfSYLP2yPbVP8uPH6UhULOZbbOVMPQQoE
jkgmOI5wMTj9sNYck77hKBftc84cRXVTylFaBVLfe7FXPxaLG/BCgovPjVTGJ2pTr0wJx3u1lglV
kzLTvRfzmy7ikGzIoMzD6Fe0mDVzgGkXiWG7CFqLQ66wE/PvR2GchqClmE/6FXpAOu/50ftTNqwd
jz/6KxPh1GwrqtCoqC2Tv26Y/GE+WW+dpW4+SoQhaV6TskXwjjcpUI0YngHJ8iQicsoBV8Xxv55q
0yd7CuLf0SgnYSkeZyc/Du5j3oHPWsv+Ii1shZVFoxqAt5Dz5HpelKuzW7wsGuKDcRlpZUACteyH
+eRh4txMCZXlW6ae3IvsVIcOvOVJTbuhL+EYEHZtjy6BoggWLhKrSQwbkryzexK4SK35IvA6IlzR
P5ikez7W5GRRXk5xFi9mN3f4Aq6W4100OAdsT9wUbsr+o+o/9uRHtjqu09tO4iUWzGdrELOgnQEv
A9e3N8VoMTSrbv2wVtbdUlsu3wnvj1n4towi280glHDGcmkB1hwj5VtoaHph0IPGzbq4GaKul/Fh
sHqJ8JN3+8kMgEO6IGbc0E7F2I3naswckitVyVhHfoIBnWwfZHEbXlUaK3K4uH146u1ijz+W52eq
SBKx5970IuNFRLMurmiKo6fE5g5TMSEnlv+1knrYlvZEl3hBzwITHGNqEUrUwjEeojYz8Ils4hVx
SPgWn10XDWmfYFxQjwmpkSRKW/wSUz8SFSnqvKFuKo777by2t60ef22wvPOTYiLDghDnD712y9PQ
S5ZEJJUkKnp6h8FNcp+whP5X8RqH9OWKbyod/yJhhbtWV1ytmPSLKIzZ+oXJfJ79bxrL8BZUnWjB
HAgLZy0IYt7m1XvdeeKRfMP0QeLIjjSkBFwH4s84Nrm7y0rtMPSNAMcSWGYnFgbjKVhx20jgrA/d
1fSYCwQqn3vNzh+Lal8mvIEJZhFQlkP40JUCA+PgXMpiGe5JCbRYK7MOwUZZZGza8iNYS5g8QfvF
rXXCk5QULY89U4kPN0RGYTlwGgd5WtzCKWD+sEssDp409+2q/sVTdp1rveUHb+/f1mB+Wjr/PlTW
chunMYFeJ+SW5NvdPO7g2MkEHIMa+G5c+53CHFF/WdR1Wx5a9tFtcucLHzqVkCoBHG3C6oEMpXdT
TfAaNjrUKftPsXhvFR7YnedcBTBKkK1bkeJ7DDTN25CEWA+TlohyG1zBTaNUHj5mSciuWtIAaRKF
wG+xI1HwWJIl/OxG7JqwKTBhe9l9gqrdTU6UiI945BqByBI3KauBJRS/NIM+gQJ76uSEONjOD662
buq+6N7i2MuxPHQIAtPsvrg4rtmADPPfSgw2O2P5qke6r2u/eqNdIL2VaTK9etw/uMMvCLUu4XR6
qh9NS2FQ7b2UAfkpSWaS1zen6GbtuvcxX9RdlTP5SWWBMcog6hSy0Z+diyv1hzjOy0pEsLq32/Kt
S64xMeOzzqq15fj43ik6ApFURd20shgIeFMEKBObah7/lXUFpCOvEaOwBymPFXQHgIpnJU+mOWpd
CwaDzdc0PjgZDboU1UoM/bQPbfRIfHpmHo26zqoPKpv+eNBKDvAzwosZk2uVQoh5QeYA2/oU4dBw
O4qgdIFMG1xxnNwG+342h42zXfLKddixSgdkfj78o2G82pXFDKNhxXBdrv5PhhK3r5vss21rEiWG
i09bWusmh80STcbvEA9Wdh0BxItdbdLqp63s6gs+2tXEXaBK7mTPxsxPfGz4Srac18KwfXQnv31y
RO5wq7fTbgWulr8gZ3Dj5O2FHWGgcTdr0rk7Wjr0zH7qC0n9abA4JxoiNU9/7OAy7E0MSCfBIP7G
3UOd+rYFLDE6eAaXZql3jprTA35aG4Yjhb0PTqKnn5JHu9hZgfWujfquCja9QOPqPTRtUFH+7P3O
bjk1US30vZ6H+c1zQlzPasAflaVXigCEVa6Hwwvr2xebjCSlU5ZPIEmM+65kjc/InRJysN/clCqS
I8YRSQFq8DsHvBy46Pi7ueLmvO+AMZ1cbyUBXAamuh8M2lvnhwN/yOPm5LIXp5swv02L4XHtifcx
wwkGsqKTjxWIQNatxmZPysy0KeoJAACBDNZPfCZUVVbbbBh99JPu1SgdPFrUj+zndK4usZrEjoGm
Q+cEHR94QPI3vkzDfReH/W9xhbJhO2FQnH3rYYIn9Rcw1nIzSjlfXDH0p2XyUYPjoP5WcpVbq7JH
riD2dMPT1USl5GsGDksfFX6k2zlU3SkLsuBU9pTOBjInuKrHBrXMkew3lvq+15wq1YyuhkLpXrVi
4kY9JBJUPAtf5/XMAO80f8CvUVHhT95dU4vus7CH4dz1YfE4LHl8K9w5f7d9unuFtqZIF5nZz6Zg
3QTK6uyzxmAenGRK+qQ3Z+nZPyvmNAvq28ZuAKdXeWidZqLmR5mIaechikW577ZHlBF8CsLmJA/4
0eLUFWddZ+prsjsnMl6mtwLMwda28tfi/44unIGEFsjtUXYx7ZbMQloLnXjvzM7vOo0fyhC4t3Pb
/AlQbC7uQnKbBXxzBm5fPK82Vjq7XJYbHNxqjEiisG4eqpfVy0ZOE6RJaeEes1T+3cqewYhZazOE
o/znjx6PI9NzRB+6eSLAJaKF/dSGkJmzYYePtFqds9BciUFWGy0Fzck53krO/VWnu2HiyKWZo6ep
ltzQkLTOPlhCZ2vbbFSnwbSwEZCuPOwslTfuePCBfMStf+l9R/zTgnDzsExch8bMWvcZY/ffAgbT
gwltjGppx9QPtedmWpyH0pa/QMqGTZ+OLKYYbUPmhUKBWLuybBY/kWwfOuu59QtvW6iFdEzs1rRM
aaGCLzW16RszRvhBuPBPBg8ff7V29XtfyfzQEKAh5UeMGP2na97TbhxY0BVFNMAh3U+zo/5l6kk2
xTFWnn7sSkCR+yphKdiGCW8JYfpz51o5UADbInDJjA1JrfyQugMS0ZCVQFY02TvtPIZrB0FI2q0n
Gu1X1JsrLfWirBoNJcXVxJTNFRud5Fxb9SdgvWJLXfBLOVjvTkiXCibq+QY+Vf+K53m4YwHtEj1M
UKycIr6ERPkIDHbJD5INhfY2kZSgjfufzsAQERRSbyYui59Ns9oIVhpdZe29G75eLUgL97fsei9i
VquOaSVXcfFE0ox/F99S2a7Jg+Fm8hMHdV1klx7D1hkKiD5Us9J4mPL6pRoJkfoltbx9btCXbCNm
ZlxiS3EUcrV2jzXcXALeVYF7A1VlLvd9xfm68+QS3CVDrhGiHffSSSKPporNccUB/yzZkGK0H8o9
/UaUtBAzuHGKlSVmrpqtCC2HfoMQymmZpbtyba3t6vvaR0+yMbn3pnU3fqCgMhW2h73WBO9jhvJe
CDcptrW7vrmry8IIZpSLPBon+DwN9qM2bovj6DhfRcqLybSGTcPQmZVFZ972H2uRTdjnRYNVoFpS
mj/bCWST77gPgdPPiOxC3qX0Jz/GNvClZcYSs0zs3gB4rbsqHfpDrpPr3xC++mM5fgsHfW0YiAEI
PGZbFgRVNE4y3FVrUf6lX7i/Kdo8hhcXl1pFg8ver/eVc7/KNiDM3Xv7dsyDXcl17Vy16cimjwXU
oGomg9Tx7mjICR8725u2oRqh3FvocxpznsmAni5rub5C2W2Oa6OdB8e1VBQG+fhANrvet2KtIjM4
lBly+YxaJePvcmbaQJdkVlhd+0D2FbPGwBGf5Rm0rRp/XAy58FAGjQPbHCWdzDj+LGrTKOnxGNgG
/aXzob3P68r7ARwArM1Duq+AOq78yGz21qWzDungp5FiXNiS25+3anGq27U1GBXcgq8T/ELqu2eQ
MgWY+n1tnIzwehJvR18lr27O9o2XhuW+2b1VEVwfrRvqVhnreTUckOiawzLY1T5baueBp+C6bULF
rFIUUEBn9A/MVQgpaPozdXGwsUiaHZBvy51jZ+n74hv7XNlT/1JNfENwWFTYKRW14pbFTrSUtoVb
M20BnkI3DsCaQJVlAVbU/R8nzbq/2lTLM9r7RJ09fWhdUrV39bz82Eold0wRFd8rHMxh33WEotb6
GKpWP6xtrS4kgQHksXLcqtEDLeMmNWlBAnFzwLHe9uw3mrmj8zphFxdmaFzZSPt12QykcTqAv1j4
Vo3/GDYy3GHan2uzMaAc9snAw+Yg0W+d3makLJLrF5iDzBi0i5FQzfpRJJN8HVIGNSqf/KieRwXd
MQj3pSero41Qtckz887Yif7NRRgWh7LRKehE2fpStK/LUvBmYkxh+QP5hQD9cpBAEv+l2MaIs+j4
aFckR70Kz90M1wPRn/uMk4HJl6rQiN1htmcT5h4mnTJg8lHeX8+tjU/GclPzut3V1CMQPG5AU039
H2PjxM28+C5WxNhjU+fbHrAUTpX0X8aoulHO8mFmzMR9H7vHVJevTEljFNjWc+kysG0qLbv3SZVY
fBzt3ExF/ytp1oCRQLz+1hcEZANjVXfCJfQ50nB570Om/+jaElVaupjiWofVVpr9VmvAQphquLeW
N8hWUHtxso20TkksuTqzbd31tgSU5/vVGT4fppF0TcT1vcYLy1sC+5urK+qRa+FMWUZX7Cy+H1Gq
GNg66ahD0HAB1q4zvyV5Hd8Fw9TfNFk977gQ4eLTVfbMIoPkeI8bOANSnG5WUlCbtc++wyprLnPT
lxdsGPzooJO48ifYoptpdG7KokVWCUbIUW4CrpCRQJbPEMfc47TWziObH/zcQ437bCaYgEPn+jkk
Ts70sY7egLzauX88bdd3fOdALaTpL+wMjGqZC84ndrFCZA31dFk2utvBRSpF5ACuNxKk8VpLbAJZ
M5nDjo6Dyt0tBLAPc0dnVNL17FX9BjFd1B2boWs92DS4cBiFuKw2jho3xWuMXxPr19gQscCOtFmA
Zx3EOj6VyCeoIdXzMsmHckrand0k+gDU0/7yrwZy8F7h9elhbpRejyHXs2/VbH07pe732SCXDqhr
2+/y3JnPYEc05Pv8i4B1HFWVjXNXBKR2k87eh2FnLukqkRVmWEWw5eZ9Nwmb2xYoXH9Kv6DaVPsE
OwVws2K5aeqGi8UYYmCyGP23qWyZ422cE6ES1SFbB3+XmLIf99jQWEav4RK5yuLSKPBrBf3C6nIZ
LyGJWHMTmBqQVyzD9Hr0Fw8pGv934q2vCFTEvQYmp0vbNIJivHIEW866FDM/RMDhKICY/TrDmD5m
Kgge4hTncE+B0j0taFckFRl63kdFjiqem6bBpo5Hl7QRKZr0aiQf8Xb8ZUvs3cX1kt47AQnAGv0Y
iAkILtGWv3bKRhWxmggfe2xW4gmhymqVbx1lbscUYsmBICypfpXY8EYoXtUt6FOVrNyhmMwPliD9
MzhItXhl1Va6yZfmjn6Uc6sfU/BI27wnB2FNXRZpTuWoWEJ1mWtaoPylfk8oEd0nIbHewjSaZFAa
7EbHuC99Q2f5qBmuHGss98Loq/WSj7WSzWeeBJiAA4vv88wj5TrDX26zLFFXQYYmX4mTQih5FvMY
8mzb1xACvnueDzhFepjJbDD2eBKxuIyBm1ajO4Ly8Ibw5KGh4xKtfFhOCXuQF5dM/Lwb1sx8kOMY
onAg1gxHcd7E6kopdwyzXh/goXBbhhxdFsyOo87PobuYSNbTc90hOE0lE6uvLTa/cKKOwp+DGy3J
AGxk07F765qBL02eiIWFdm8rc6kyASJ2XvKXuK3+cgBDL6/VdQ3U5E+TiZdnr5oaTqWcuGbg4whX
qfgwANdu5GIKBnu8PSHTOozJNHutuxz+/op3I/aXdJ/aiPdSxTaejtVtDngPmOyD8Dfxq6+R2yW/
FCc7rBQiXNqlo6RQ+8x5bQ9INoV6x6svwwyAxmi/JoAosKph6bUBZSOVrsnWXZQTbHJ2CtukWzM0
ZMsdEVC7yolsl1/ZuPrimSCn8+RWOUYPl/9Onv1BKwi5RVfzttQxEwF4IdyrTXxciRDg8cUxt7Qo
dlbMfiOfWeHaMQd2mVnHaurTP6Wl2BKgjh2FtfTnsPSbLf4KfNM1EMdzWTkjr1VrXPhoGGkBFhY3
1HTiSJkHb88viZ5DL/ylOxXjd5eEl9LtuWPzzEAMb1eu3JmFaBuWPa/9GBZ4EhNMRbmezaWcO9D5
WZMcHC5ee2Nm5MoluTJAFsqdYpV3sLiTYSfdoTnkQe49a1eVzyZLgCn4bX5lVLgbbyBYmWg2OxMT
ii+42ae9+Jxpwrs34GPBZjskjGPJe8uVey1PsfjVqNRbe54UtD2VOM/Jkg5vTlDgwCTAg1Y+jEhG
A/9Xg4XlwR6n/txLK3+RATOyGF2FQjJNu77GTma5efkbW3nx2IwJqE7e319BRkC1mLkaQgdfIpRx
YllyEOBzDSzrAFtfPSv3gPbPYNxDjQTqs7Dry5dHUNHO2VLe+BV3nndFii39w+zAArGCYoicsv2L
tOD+zpPDcc62badEzp05ANSwWgV2DbICJF+k2sQdl2NnSqsvVRbubtLL+FFPXCoAkDBj6+DHgexI
LWbs7hkhcLQEXo8sPyzTY9r52aWZUEkdrGmLO18jLK5OOXWc4jNggc+FHW/CaDrroUuD6r4MVPco
ELBQUK8KsCNJ9KgV1+ViFGb4IqNsAVI+sQ/t1/vA5fLHqm2iqEL729QW613oMUqQDkTfScCbNJLT
aupgMwC4mgTqXr784iavj4E1+nvCw+YAeLA/zh3dATZurK9SaL1itJbDseHE2Mp14DyVS3FjNJ4P
YztU7eZw6OOOVq2yRLt0cXPccluGUq9J3ECk4vRrnF9GH4Y0r7y+hvv+PFgMFCvlcTswkfRjOlAo
nvI64W7nt+mDQ6wcBj+YttPk5sFh8nVFXF11h7hbR3AbvvnqaYHYk4nnvIADyPFPdJXtwPhWpgZ0
lqwU6v81S8J4cHRYK70sI1ZxW9vr7dKN1H/Sd3oA8goC2Ob1qx1h3YlAznuuXuKo+zH9buN1OHrO
VEVrs3zPHrV6Y1Nl/2o4e/gbl2Hv5Lrda+pl9x4KF/yqxN07K+bcSjLgVoD/95LuDVyoeNDSxhnk
oTTIi3kmDgsE7o1xSWPPiQdiIY/H3eoOPn5SyjGacVYffauR5q6HrSHDd5pdKz4HC5r3Jlv6P4Ul
gz/S9GwOG9U2J1i//VYJj88DUkCSfFbTFZ7cqXrH2iE++jkZm5g6lF1NXzI0CN86FmmS77Jksjhc
k3rnGmzInQj+jdICAHVFf6HugOtJC6glTs6bfe3QCKFr8I9IC2w2B+spsRt5ubb7PomuSncQ14sN
QRN8CZPnnOKCfZ1WInhkk0ODTqA+mSzEDdx/66JACTKkwJSKXEDKW4LBv2zjrnYp5ftRZvuwloaG
lo6imGA+FmF+Kj3c2iXMNBVeMFoSbCvz8sOvLdCLTdxS5kXSJgXycrGKtn33JjAzioDZbuLrdO8y
Ap1zMv9Rr3CglHme3PpsoG40X31eUqPG54D7vy7WbTU3oAJT75t9kPtAyPwHcx96HPXFh1mrcdsl
rjqEXP/OtE04l0CYYc/7tz2UK4df3tch+c5KY1KW2T4rhvCT7duy4R5pb7oKm2+oKKioTT5EWY9k
whcwglaGXlLhnWzhg2xYueTfiK0wkDD93zIiFhG3cVJmtFlHS9PgsbRmhPygltdJzn8BBEASAk4Q
qDmIh4RY0msI3aSHVGm6GvO6iXJl/fCSzyQ4MQ4mna9yn8d+coOrFd/fijbKaYyR1mnkXtjVO4JX
susQEiMzC4uB08ouKHfpzlg+A1PV2v8j7bx25Eaydf0qG3O9CdAFGXGxb9KWT2WVVCXphpCl955P
fz72HMxUsRKZUHej0ZhpzTAy/Iq1fvN7CtSnCorLJyfR2FIeAtNHtx30e7jE1U4lITEV1DaI8xau
u4gUryYX/B7mYnJTTYBognQQV74JlMRHOKFCycOl3vpgIZfwYvjoRPMq6W5NndUx5VOxCaIJFa8A
dmCm+4/ojlxNuOLB0Cqpz+EBSgw2JiS/4CuaWpbs4xQmNaEBnIBa07d1gvpv4Or9Otcz/ZoELyIU
SVjc6i7n0FrNvjpWP7oHTQcB1JARQvgLwk6cu/t+qI0HhC3lyk+DX2mRoPtD3e4Ove1pHRrkCZQT
5leKEsYV+FoEDQziml1qohAwhNlznVEf5+QNri30E12Q/SPRc4Gi5WqQjbvp8aTZWlkZvtjZiPMH
WUOAmuTwb6QmrBdwTWJXz+FF13XFvjHJPpMSs28n+ONXEUJcu3QAPBuGHTobPYjhwU7z5zh0s0dN
QLTl7TwC1CL7HSfFRzUO5o7jAg04Ki9XTay7xyTQ8h3wDfcZJCcCHomkEgUigVJnbsBXpUAzJC0q
8sgu7/QYBY/VQJ10I+eqkDMpa0LENQaznBkl0I5akXSWDZcECNLZr1DXPtlxikhFElSftHRAGosa
4QMC0Yx1U6RH5NsR47CRj6ynot54oi8QANfJv8dVcuclxfQxJxK7w2/6Q49IxSbK2l+cLryVld8S
GCIL7+FkgpAI4a4A3rNyiBhxyCDNjPYayQmcMpqkuy5QCLzzUtI3VUlyksEEaTxYBvDhRt8jqf05
kNwPq6wNEDoG+OUlXaFvXBH/RvAzvwsL2RIPxdW+rkHtIsdhHAe//wab5GuNrMV1PwXjc0OyfEM9
ttuNPsJ1YdYoQoPAuaeilu9rr+ONAj0aJQX8cXxcj/5CYkGLRpBNkbxYoyWjVnFMUTEtnHxt1U6J
xjB3UYVt+w9ss9O7UobUDjsCW12fgnsedyXPFMBuj4WM073slL3xRvJEvYHGR9FZ0RPwvn7dc74R
NYPy6XI5IMtJPrPOQiDguefeDWYBQTa+m8pjrSNzgmK//kUUrfgemrN2lgsXyEFnZR0hdXpveL27
dtp43GWT5+ykrqqXqK/JKbg8kTFiRg9eBMMdCHPjB6cAJNNaH6gRZsMXRNPte4QbuVBNv4aaQ/k5
yVR6B140JbrKiUDKQvvBUUzUhfQIrAxd7fHkdm8p8MVbc7BQS6p89KI8MipR7IU7oww7bBdnocu4
AwEN2A01a4uUVle0zyFwrhedwA3cLeRStyNrtVIe5kNR0QafqAV7hOZJ/NjjInJUSNCDrB+bz8C6
zR1yazxMHBuYDf+InnvXsq8EiIjrsiVpuY7J2AB9TxLwr2FSlXdlnJXkTcr0miNr+mRahXZjUrff
J2XLOUPEYrSETwBheCJGLkQ7T/+GNs0LmIBji3Y7Ev4kmRL1qeg/5S7JPYNMzqEcXHnrAzBftw3g
OaquAUslz39ExpBsYz/OsUJ2Z8Y4xn6Pasr1azNt8U4gYbu3zDj8aM4UMN01gjuSZvGv1KIIrQMa
e9BzwKWV0Q5b1QzJLQ+O/MM0pPZOw91shyALfgRO/BxqVpmv66sox8gFnThFrlaSYscFZSN8lJOv
Urm1ADja10F6D18VIZLWozRSNCacjohkhEThZ5ZEaZ7DbpbVkEibVn0KmgRsJ6UAoHuDFU6o6lf5
lpMk3DYZ8El4GmLHWsALElfNXVZZFdj63Jt+eHliswRmQEcWljd+7UdAWzWU2XX+HcrI9lFMk0VR
dsg3ym7UXlpMl1OhQKB7SHmh6/NMjln/houRuHKi/NEbpmqn2Yb1F14OcjZ24itjUJgaxcMX2cvi
Hl5T8IMrbrgHCgJQBzHQlFwlFKoWZ4ANLjbpBxLD40uXcxZQfc2v+sT9VJZDtapcPtIZ3g9rMswS
hxveeOhNAx6wx5eRt/hKWEN41KjL7CfLRLYgaVgtbLTbqGUYkIPHYQXiScv2sBExnC1VSEUVtz74
+VXoEGepJti2KBJncGUJ2oP5X6Cwo4J+3bgfujgoP+U28jto8Qb+rRpi+wbwXrFxxpGyp26N92WU
Si7wRj4YGbky/PqSvd8qFkznKlBA1N2pBeKzMarqriTz/IGiRogcbPYdnoq/RSva/+AEpXE1dOjF
RVQPgRKZ6Y30ffi2qZnvOws1Oa+t/MNQOj9QpM9ujLyDzGv1EmF9b1qNPN0esJPiWAY/znnBi90Y
cu/RcYBE+m5BZiVDzDGmjEkupKJ6xLvnw+DCJwgN8g9Wj+hQExXyoepqrk9lz3EaPI9o0GMyh8za
qENYimOsE1js2hZHyPAqlKCpeL6Zs8RzdtWyHZG35bDqG4UnaQjzBK2M+lGMEqcpLst7zcdrCeyi
BvUGlUweriE3qSy++3MEnZVl90uaXfsjdVp/l2DvhZgc6iuB5nV7EpjZk96NPu4vdkOBC63ZKAKa
41r6SMoaqUEPcMlt48KxxjAUHwkTMQF7pJNm1dzWLtwAoezxuXZLkwSjZ98Aw4EL7hhfJPoRUUTK
CYHDRiDXho84KppqL4BKPCDZFULCAsOBl12/wbSrBXVRkE5LwA5rsKcND0KZTAqMFDJvQOcJ1Z5G
JTo2iIZ9U4DA3zlWp67LdCr2mgF4pp206oqNR1Rdk2xvIjfc+GYqbxMAsBvCO06jpv1cgCK8qgHM
PJZyqllbeCOimhDtyEf312h8sl3dmrh91OUnz9Af3UT0mygf7bvJFZ/NTqAgn3CrNhlFCgCW8rGF
QHcXNynY7Yb1UQrQ2InWBldUVyJEGnDGGBX211VZoO+WlmwSsqbEXJqFZC11p3vcrYJNH1uwbdDY
5m0DA7se65Hzvs5vDQUzwGrhhyKk2SL3kGVXaGjpIL3biLKoKL8RuBLlAD5F/yVOWo5AW2+u0dRi
4aIHpAFV4g2bfrftippql3a7QlXFA+vKusaQbUI4anIhDgY1Xnx59pMQCEas2xRf3LiDKdxprbsy
eKGCUDShllRAP8jr8Up3LYOzEojREFfwj2KIMhp480eLzcURaNgbZ4Kl0tkVtKrQq1+qqqqPeo2H
o1/KeO+PA+bkgS02AHK/UfmnLIjO5l3OvbN1Gh+h9aJGbQFG9ho8j3uVRAgHWK3isB/Nr+3glnc1
pXtIRZSAagOkcgKCe9VhTrTpjf4b/mj6Hna93MnUbn9hTOTcGCqieqT0H25npbsKqdVH1atvgSsB
s1VkECig/QTPa2yp3vBQDRMssDU03WTRgwWxWyyzOofcn57vhY1ylAHvG2Ea4e3cEQagjVPXxvY1
ePIK9618MHN2fGGlV61m+R9M0aSPNu9GQOLNQOKeFPUNi+pH2VCnKNKcB4QMuIi8Tt/2pg6CtDb0
letq2WaAtLuyxww9QsK39TBBwgQJmG9bn5uv8ag44cYXQIcLh/2gBSakHxIyZHPGBmssRA+VcJub
CJuLDVPBUzzQx61Mst8mdokbNJ2S781Iolu4rfatxNCLZIPVwDi0H0sCywcKbGhO6d7wlWjvC+gy
h6QrFBicTYdN1ZI46juwClGU/6RzbOl8gNYxe4zkEdUoWQT1zZDY9qquyuoYcOxcBQWimOD8qFBQ
VzUzKOtAcHBRoZBhQn+LRfQgMH7eGCmEWTvkBeUOOKWsTG/0rk0MTQiw3BEUMXeaPiE10+L0AUgK
JFPtVtONUh36xoGMXxqPzLU0KTrUMVeD0HtcWBFMXCdhBLKZNDAKulUNLqf/grckqeU4cRET0ZHu
hzUyDPkVZRptHcfQHTvDGrdApyX0EYgTeo+/0JTBlFQ4PG2arrH2ZlzDRq9GDBGoNd7CNTlEcSw/
AQOK1mVWunuwLUg5oeKxJt0fQBNoufrB1UOQ0cEXu1p9JxqnpOgAwIYygc37oh0Lfys797ev2s6n
QjoM83NfQ7YKdhSMGbHJ+9Em+euBTEYGF425yBnbGwdcuk8AKNqmws/K55RbO5J4kvKo8QLc6KW8
wyaSvJSFaU+NHDiwBSU6Sq0CzUVtzviFqo6/9G2DJKijoW+OYCFYNV/c1IVPRgXAxk+nH9rfvoNK
oY22r5YUvySJ2T3YG6yuRznOvy79XRupveksivmBye5GFALlwFmnVOcAXocS0e40QONH/1gilLnK
KyqUMrH7Teno8b4ChnttE1ThhkjUtqq5buG4ufFVhbUTEqYImoUSjkqrTASBY6e6o4g1PTt4ITzx
v8WsoAm0bdqG2tZugxHaHgAkEIj6T60FeUlCrvwZO1bIKyHGQ2AoGRpr1jqwO1j7jiW5522qgXDn
45caX9qIa92f0cI15JVrXqYd3IKovo5b8j1IycutSf0OsRDLRRkkEjemEYd4gQ47q4SDXFAqRa++
6zTzmXo2nEjbJEPpuM6N7RFZcl1AaCI83BbpWN2jHi621ZSWKENgD+BWIXw2zrx0sJAEEnzEq+oS
i89Z+INsNRi0MFzbVYtmjSPAcfpC20ujC/dAaagowHGn8mN1X2rbbj+a6HOhpkqa6VhaIMxyzIbW
U+EhuWyxFqtwBC4QVs+SqvjO9Q4KEgMx3mxJok9AXEsNOA06yNTuMHzZ+tDCQH3OZdOstb/6xAqf
y4zq2NQl+l0fZOJDkJKZ1cDaP+pFATttUApqPZBWwJAVyXlBgZciOJwrAN+uMIxbp4cqiUj5l6md
4ZImOrR6CI2ch2S7bZrwi821uEo6khXk2O09i5/MnN3bKNAAWAvRAd8jZAdaQkeLbdZj1TRikEhX
1F0N+EbEcupeYEECNmaonnkFG/sOTjgsaOl5N6VhsG8i3OY8IxquTC4wkLDa8OCS5tavhhIMMhZj
sVsc8wH6rgemivOIZJlpkt2RSYLqQyGZthTjnlAJBPBFlr6AJ392G4cjp0uxMQ6xEHYUYAFEekE+
8fqtUY914s2UjkiJYUC8UiWM2DHgNNcG9Mkafug6KjXxOAGQApQXVi9Yw5h7WST9UxwIh1uFZVeb
FFSppE3UlJGQkaFp35omaHbubgPUitVSWiWlZc9iCGGd5fupseSPPGqw1kSzd+V7IKfO26Of9F+3
pLQhmtouf/3rf4of3x5Dwtz/+5fxv2DfsEsO0SlGFQ19QuflTz8vLNNSprCoAglTN95+vmXD8uIe
8yP054/+VKxzY/x6von3jug0IRSxumU6wtYXruvk2dw2Krv8aEx3o3yGG+fEcJOhPP5hOwyRLpVt
S5N8NVitt10p9MSkHpVrKHl9i8cNFuGUoOLx9p+1Yr5txS7FFM/0rWOv5BM7M39yApK84Oi0O0J5
a3e+uVPTz8QjVGxKZdm29ba5WOetb4VueeTi4QofvQs+8pe+P//5q+WFUkBqlLoqj+VXKjUY+vyz
ny/efr4gTQkPm59vj1s32efe5vz3jbn/OeKaeXb98//+JU1dMN2vxmdefK9+P2xiF4aZV6Ku+0E+
K+PodyiYgSGEsrpGxAxZjBrc7sukPZ5v+dLALfZlA8qSm8Quj5pAA3ZTtBd6dun78m3HiiLtA0cX
TAxYS4jlwT+c+MWuHBEz0fSJmckmuN+P0GD+0fgI/e3vdxUBUd7wfZ9qs2HD1d2fb2BeOu9n3sWk
C+EMg9Tm2wZqSs9F62jlUcqnEtghcl/1j/NNzHN4pglj0Qcy7RhQ5T5iTPawBYOxaltCKvmiAXjM
eMGcb+1Ch4zF+SWBJgHCZytCjgEO39fXlX1hUV1qwnw7ZrmVKGucdzuAigxaOKC76UITp9ftf6bl
rw37akMimOUbAAXLI6jJvFtRlDg/Spe+P//5q+97qJZnQJvKY09gC2P96fznL43Q/OevPm9oPJni
iSlH0ChsqUoCk/uHPVgcWVgVJk6YyPJYEVVyOl2YgPn//m7RSlu4igBPCnvx+YLLnnJnXR2HFA8A
IvMoWne8XbzxeH6oTs7Eq4YWJ6CstRQMX1UdFWU73O3RcDrfwMm5kPiSg9u3eWws7r7UpVhr1BEK
4rO+Mfxgpzyk7v0/a2SxnqQH78zBNPzohMjxTgIGs0sNMLs538zJo0TZUgJZNy1HLDZ3m04d3osW
p9UeyCKI8w/WiITmh/OtnJx7JWnBQANENxZTIrpak/gXcd2i3ufdWhhfbpzP59s4Ne2WaVqurXhx
C7VoA9+0pvGsrjpqqPvJXQHV8Z81sLj5HEqt1eTQgKrXbfk1LKsLDZwaJVs3bN20TIMuLHtAzYoR
nIpj+q3GQnDYkyku8rvzvTi1eG1DCmkacGzkcpi8pPHQoW2Ko9PeacnnoXpojAuh6DwQy51um8KG
dm1Jw7EWZ5VUifS7NAaFMWAaoco7TZcPAjHr2PdvoG9MeG0N2YXBOzX9rxtdHC9kpruSRF5BPuzH
ylTfz4/ayal51aXF1IzU1fq0S4ojSXXHv/ZCsnObpj38jVZswgZbx0PIdhcHS+bLiMjUL49kq8KD
DH7Y8efJvHCTnBwoh8KQwnzccuRix5s62fUCgPrRiW/g6TsXJv/k+nr1efPtRTXJuoMhpTP5FOAj
88hlhUjT+XE6ucAcx5lXMbkBexFiTWmRR6Y9FEef8iLVONIjKC3OReuYRN6VsP7WkP2nvWXMCPTU
ScaY9hLCknR6GoFanO/RXyHbuz2jmHXXseczcrFn3CZF9Lr18mPlAjPZB8CB5Q4FN8rWkDnT7+gk
nW/x5Dy9anCxX8IgT520okEEMbH0CBBYyq/ON3Fy0yhqo0pwv1jLh68QFc7cGU3gjGkMyMCWP0vh
rtzr882cXA2vmlmsOLa9mNyUZtBgwAduj9R/aSIREW06KmU+DZ9vb97ry6kSuqHbQjBPrrlYfSV6
DNA6g+JYZx9iD5DBNnbvShTyuwvjd2qnvmrIWoT5lO3g5Egakr/D/M6yH87349QKEDppCUOQfdXV
PK6vQkodfJmB4yCftzCIA8OMRdCFHrwfKvI3BhEfKRBLt6zFsRkG1STGVGXHIjoA2bALf8M9gCnJ
lxJVpfPdmYf97bS8bWvRnQotlxB2X3Ychy+Z/1thlKYA/hsgD5MUyt0t5LjzLb5f3wJ/edcwTIXH
lmnN8/dqAO2WLH4Jo+wIdbkBiZA/UBiEZ3K+lfl3L/pl66SNCJ2UgrC9uBRaA+C7CLXsaFs3gsoG
2ryfR3WVmFdl//N8UyeyFuTBXrW16JHfiIRcH23lPSKTaB600xHxMGicv2BHr1sNwB0wz/6nUk9D
DL6svtDZ90ueHyBdZSndNHgnLE4lzL5TBX2SrOKNS0ktu7AeT8zYm88v1qMCTF9ZYzybg9+FJXiS
vebfFM6FaPf9xnrbicVKlEoaUva0UqY3frCZ7OvW/nZ+pk50RJgGi88mxgJ1vDiDkgFsEdyN7Pg9
yb92PhACRcFoc74Rw3y/9BCyMQlF5qcODjFvF3gEAs2ukdo5xt/c1S/KuaH7QSY3nKqtdmO3D7BM
AvV8vtETR8brNpd3LcwWK0VjOju6WNvB4o0LtfVBuST5k6f+OFYRb9pahEKRp8zJwoH2KMGF9ahY
2cjEGuPnv9EjgKM29Ddb6WKxHLLJBRsm2FSmep516/uN1uFHIqDOTN/PN/VXmLA4LASnkXIEa0OR
1n47YxC03V5v6BFVP8xjjzgP7JzfApPV9cfS/igsb9u1nwJxPcACDQcQkDZ6NweV31PjCD0wGIcE
Ff/hugx353/au53tmrqrs4x4A4r577e/bEjKRtMCZT7yGPxcmZ9g7v/+Zy0sDq/mPy1Y+TFTH/7h
1xcjC7ZMoYTH768MuFHxRqPsdf73O8vdthih+c9fXSeV54Cw02nBBSeZr2DDJeI2vrSnT7YC2850
5uOV6ufbVjoDdRRs4K1HUCGwtJDoNT3Elzt4+23/QzPhPfr10RySrwZA50GUT6DCPvhRsnckoIQu
pdhNsXp/vu/vV4eDshRyHJKLTpnLV2mce4Oh60Xw1KoXx/kUXchyXPr8otM2jhNxD4L1qcLeJd21
f3pruQzmfF1ZuklFyVycI2UcFhCTBLiz6aod9tFwYWWc+Pl8n7e6rVydTb24tsIMqIunGd4j4L9s
5ci/8fNNx3G5UDAWpG7xdklAoTUKV6/dx6q+rzBdunDKnvr1tmHbyBOZpDb0xc6JbQvZ13HwcPe4
GXfV8OdzSxTOmUdK0ebkW1xSRpGLItIS/8nBYMBk4/zxxifKl6aEYWVxeFmL71uBDYVOc7XHEBcC
7PBK7UKm79T4vGrAXoT5KPUZY1ZJODQgY/x9ll8IU+fxfXMnsDodA9lOw3Ad513yDRYgub8m959U
y6sIyY3VKP7GAoUo5ejECpzwcu7iq6Or0IsIO0hoQLX/U92bqPWdPx7eH1o8UCyHtUm4berLarDQ
mkYbAfk+cQKN/g5qoYWdsfnnC/VNK4t9YGhj1VSWFT6FKEojX/7HKSre9q97sbgCqR6iytDx/aa6
bsJrAGvnR+nEQnrz/cUs8MsJbUM7fBqfXSwUygtn9IlJ4LpQkrShrQijF4doKPCYhhKRPOXZxsQ/
5pYXlhZeSIS8C/9YopYC2evYZEFp6O1KqssqgZtAI3rbrDyQndkdFLGKFHh0YbRObAt2hM3OcHUD
9vjiWEpDTC/hw9VPqXzgnQhpw1YX8nnzj13svDdNzCP6aluUeRBxqpf1Uwz3djdkYJQlupO4wk/6
BxW3T3Ut8GZBgxqEXArU7vx6ONU87wMd/ITh2HIZDIJaD5AHMSswwvAgqgnvK0fzxUNhus0hKkS7
16cwgqCki+uaqPtCpvnEcgT08N/mF73PAn3Sbc2onnbl8DnWPp/v3LzalmNr8xfPb6WTFl9sJoFs
9Ah3uHoajOdqeiqxlDJgGHfXSrZbzb8+39qpxWJj7I3IrQlgZFnykbC3oH7I6qnFOMsEPl6KX1Zx
qdJ6YvFTihHc8XMY5CwXf9Jk6ObkonpCBcjrws2Q/ur7coWxGGi58x06NTlCQL+gKAMAZgnfgQtR
lrIfqidEVR4rx7/phXXhXlucF5Qx4CRz388pJpuDaTFDSmX1FFXedBiqFHhpIbYIaN+pIvrRpmJz
vjuL+XnX1uLoU3lmWZhb6AetmA7SqvddNRCNGdu/04xDb3D2ManVvN3QWuFXFu700yEpR/hhaOIn
cC7xZOz/7H0/90fqc3oRkVIuvWVEicCIMcF91w6WeTcVL3GFBOq3OgouDNvyhf/vdhxHOBbiWBal
h7cdssomLtu+0Q56zrvDgpkQT/jM3GYQAmwk1SNAecCPB/wtNQ8X7hLrT9khh39+XBeb+d8/gzSD
hSUMo7rMFAOGy+0kTbXDBENQ97d+vu1Cb6V5TxmQLBTszzd3YrVI3SUeNUBpSB7Mb3sdC0fTDZNe
h8lNJCFffeKy+UdNLHO3ZB41ZMtb7VDoD1r82XT2tX3hTFps4f8/aP/phbVYjKjjt8Kueu2AA2Wf
7dCy+2ddMN+Okgxz9mzFKMF2xceqXSl4Rmb/fL6VU1NPXCrwhbAVsd2iF7aep1qKqP2hsX7A8UK3
+wOkf0O7VeOEnra4MC+nBo28mSUdqRxeDYunVBYFpuUr0zv005dQIaEMFvN8h4wT5x4Jvv82Mff4
1a0/alAKzYgmCrIhd05qPcc93guRCA4grLEHHQeIeU1eIaVuTR9MhbfS0I7frEFsNIy4Pc96zEPU
LuCOFhc2/KmVb9B3AMzY1FjL/GplRYXte553SKbb3L2DxIcc+SUI16kB4LwHGGhSj6fG/HYAoOba
cGJ0eRj9w3T9kXp/deFJw+uRb7y6/v9a/K/aUItHUxcQ6NZQ4A/mII3DSHkODRB9XBc9drC1RPgE
OvGPInLVrpNW/zl3ynxbD5Z73TmI0iNp9IX8BuZikf8TdRN3Y8DcWOs+yGdRKkpHqehucpq4wYym
uCp1s732M8TeOnRxscZGRWev6WipGNDeH3y4Ky0qEi0g3sQPrkXoRRvw2Gi8pugdIGJpXDVJUa5N
O8SkWYRf3c5BzbztEK4yBEIVJcr3joVaJv7PGxtOPs5SaBHknv7YIysjEXRZ+7O4UzEpJL2T6iGO
UOAHkIiDVpWxQbvefLBQ40Ty0ECd17CKFQYV1V0P3P3O7N3+Sh9CfR8pB7Zygxk4ymEYzGchAG+3
dleQftPPdTc0OjUGgOYJj/ZmVaOajc9A0WwhCuM8HgfFB57z1pWFy9fLLJC5VwL/UoQ1m5u+8sIb
5EaTe6PVmhuEdaOVjuoAFDS9PgQBHiZGh23p2IpoH2rucxAm1g1cYW87mm52g7xIdBUrUe3bFO86
FZT1Q6BXxqa2kF7BKzI5jCEE4tBD+7OElbE2UxQYMo2L2IPXu60cK9v1ItN3jathJShTxFagYd/l
TYCSpeUUax+c+9VgethUx615DS1Hx9UkV5jED+YG/lewHgtoGkPVilWA8t9dMVb4CnNN3nkQqMmY
9g6Bs95+lMDQMawCVV+5kbfrvVm410U7D1E6kndFAQEotI0N8oByZ6NIZ3lNgrNiDMkzk/HaCHT9
0/nDZxFBzttC6bxqhCMUb5tlGRlLnLIOZeXguYgzGgKTsTfuNde76zxkH5LYuHRznzhQaJA9btKk
+a46ZRgNamNT4xyiEDkwbfpoa/o95iO/z/frZDMOWG1Jr9ici1tCRy2DyNlzDqZdajAkzM+taeHE
YIriQmB88vAiLrAo6bmOWoYiiR2gl+A58mAZztoNsP9AXx/e2PAM0PLlfK9O3X3zC4nKikU1eXkZ
hVIURHo+rIwhwy7Wsm/tJL7XTHTFMpnvcSPYGIn6s2fZv09OHhlUPnievQstUbegbgkK6GB+RRQj
257v0slz+dXXF0FDZUEsR53SOzjYk5lRhEfghWfFiSXOeDmQPYRBD5ZL3DXNRE0Yex+MNLnxrQDa
PEZtSiBRR9Cqhc6FBXGqR1TYoO9Ygphh+YyRLsIoXdYySVP6C5Fh/KnDv9GlmeNADZlb8116a9Qc
s+2s3jtkiOg2tn7novfjYgqMpHKgqQuX54m9BPwScUiSshSKlk+/wcu8KM0NdTAwC9am5gHaHiLv
44WVcKmZRRgURf1sbTOpw+QeQojsGn6i1qXi+KnF8Lovi1CjAZYl4TnSl/SQQwsuVtZwV8wK3Bdy
g6e26quG5CLewFAPrx1JQ1a7791jnz868PtyFE+m4nctLiSOLozd8ribnEarwnqktU59QnV636DK
53GZnd+sJ5sRZGiA6FCgXGY1aj8hjkkGdYApmkcfEFfQtAuPlFPHqWDg5tqWYbxDmwV9W9hywq7c
8r11h8xskd/IHIs/4/F8X+aZXgaEwgGdQJUVno2c+/oq6vYEKuEFDqgHzbxrejRFcaALbypvq7C/
S/Vt3F1KSl9qce76qxbx2olajL/UQf2bvreGPzaIry1idVjIBZDZewCc53t5chm+6uW8H161iXa/
1VcjbZZoocQZOiTpM5yzVVukuzop1/1gX3jOnJxASeZrpjIAFFpkcUYnsnU/wK6MCGxCTMxH1Kr3
vkThj/M9O9kOlGbdIto236GRRvzV0WZS6mDWzmaYYCYWX31V77zmwk4+dZ7Ptwer0f2rIvV2CA2t
izXooepQQLFHszNsywtD9hcjYrkWqfWbLjU103y3Fl1hz9KNyFxVtnXAn2ufSudj2Q9Mk3iso3FL
kh1dvzrATi4M9iqyfp4fzBMbW3GNEJc5IIZI/77tI9bUPvo9qXMw8B9EF9vPMWGK+o0stWl7vqkT
JzBNSd3UyaTPeLi3TcVxrbc5ObGDo71Mw5WPJHseO1eh+b1FgOB8Wye7xUGlz4y6Gbnxtq0e1a86
H03nUEe4zSKzqEZ311/EYZ9qhtoDEOy5RG4sj0WA2XWRI3hxUG19qHWzW1mWb+867GP25ztk/FU9
XCwVFgr5VwJAQ75bKhZscz0UvThUEgQjQmrtGlcypKH8al2Bmu7QchoetS5ZB2W1xVhzqzm4Aqww
sfqV6l3+EsbxgMF2UxlXmapxuhZpBZXcsI9l7Pe3BJXDDktbrOijFAdVZBgnWLkmlHo7Fxt+1a8x
Nvr72qi6J7/D7xy7uOy6x4L3OgwSB1Z5hUii7au7oISFagPfWIO+R/8ATFr54GvK+oB6EUoLfoqH
Lao0pO0mLBHNJjh4eRNvR7w5txTfEXVu827rQzlY+7oQj8BPnesyq5wVItjdpsgDf+WIHEFNu53u
/aj/nkFJWcnQJT0NvHBdcyU+Ip7sXfVoUN5YJPkg44ezW0Cl9kWpW/dNV0ugXd1Hv9fRVci503wR
yVuZVWjfgS9D8Wwabv0kbgh+/d58ifyrWfgO9Z7cKG8F2ZmQY2G2YbC0jsepdG+K2IiunJwnf6Rn
461RoOkxuvZ4TKtefQRDad7WvtC3mqZnYJ5Rt7IHC8V4Z3B/gX/N1nFlTTfYocW41NXJTdkzVG6s
1Me4akj+jEm9TzKvoGaXIsjUFcY1/wn7zbj1120BhDqxcHyKaySHeMz5K0vWJV46wA0RFh7hE+I3
gpoGbBQPkhabJ8MOO2o2xlR2v5He0PaZh1y/boXyJg0Kcd+VwkYgI+kfnCEOENS2gLBWFY4adoQk
ZNcbz+hNoDJpok0HCFkan7Kk8i4cxSduM4X4pU4kP6OVliW4XsjCTmtHHLxg2mbJJ6391Q0ovMUx
hPzvBd6MF7bbHKW9222vGlxc2VYgbE2TQhy66lClXwbrO5rpYQBi/Ei6E0L6tO7GC/iEU6fJ604u
DkiiNl+2Gm2m0xX+WpVYCWd3vl8nrjTQD+w6EvlUTZfomTBqqTwLD7qT2Ww6HsheceGgOtUJykVA
Q23yUczW25M39uGlDCznQ2f9NDxcz/CQGZ1LOBrjZEdwdjaorQgEJeaf8Sq8GcyWS1XYCPlnAqGp
rsivqgIJQK3Nvw9ta98qz7JeEtuJ1qOjzLXo9WqTVFg2Ic9TgC1262OUNvLPw3FI/cBLgB8oTulF
DCT62EwGj/EVcpXr3brklMZv+Pwknhpim+qHZHRJHi8zmlqbaJFfd+Lgl787f+M3G1X+Ot/EqeF9
3cQiLCiKpLEGRRMY3iKnFqLHcr6BeRm821+CHlikoUxW/dv56yOvTUInEQc9yb84PQYfXj6MKy/U
n0VVE5FHlzCqp0ZNuAavZ+qYknfM2xaLWCQZ8mSsmNL9LZGAv4PlFm0R2rmETLBPnVYzkYHAivTD
O2iCTy45DqZJHqDplJsAg6QdnCN0AxOUUEL3Zz3mKcr/Ka5vZY/pVRnFiE9FLeJTJqr6yvax8gHB
TZUjWk9hjgGFMWl3IYEiNS8Ug7GnQrMzjfVrTUbY2ZQVSfrZ/WYYEPnPwxTLs8IGfJsjY+87NbKz
QDi3+LxnzyGqtFsHX6+d7eOo0YgJAGGjMJPP+e+8uEiLxsMRN7v0mmQq0kc60E9uFX3X6S4iSAH+
Vn7ZcRfXiNBJpBwvrI0Lw7cE9jqDaY0JXm0HtxebqPdeENvdhI6J6ZiD88PYrY0sLP7GppoBeZBP
yB7KJfEwt3KnQb6aRrvxDo3NZ6d0PvqRci+0c2pnvW5n7vyrg0v56Hplk5AHtApXY4i0/qQujN+J
B5J63cRipZuw6tD+pyt18WwmaDezyu0ntOMvdOXkjvrvkJmLTIfbjD6K43TFL5+BphGdfMq7D+fP
ib9C6OVB8aozywcK1iVjQuwpDzC5NiLMPiYOovP/j7Qra44TWbq/iAj2gleaXrRYLQlLtueFGI9t
oFgLivXXfwfNN9d0NUGF5Hm4MROKS3bWkpWVdfIcs3kAI/SPtLADeAtNQWaeUiP5RKkKEmruj1Yl
yUDWncW5AKwCoGVi1QDqJdCLtBvn3CkZuJOge0UbHwi3vcTftcTDAsgI0V0jFkq9l+vDGuIizZTe
Oatp6IcFu81Ky+s082SCm6u2zB+cjifo9NwQcEFv215zEVkBsoOZpwO9KpemuVoYHbiJ5/ncQXjO
xNp8/ogFwFUsVwUqQkw/dOhl5KVbOWe7eFD7HGP4DAm2bRtrGwy5B0CGSELMq04iNeQglgxRSqxB
0toduAzgo60O08KAsIMtxa1qh4PpOWEPVPmWOwATDSeL3KvpgxPuW1T6evcETmavtT611ach5V4r
bcBZWydLN4XJYrmiJMMEN9X8QR3A8wgla0hGpiX07ZxdEf/UwmMX//qjsRUBqOmg17j9qeRM8vLc
Z/ZrA3LAbRNif+PbwxRq6OApnWv2VwAqcMKbnR5Tgt6C9MygiQMl1HRnltXZqsOvIO77G9duACPD
f6ju/Ng2/rbExWgzvxyR+aEKGMZ57hfRGfzeYWNpJfLj1mBQqyVZuoPWcHPjtGZ7shnIpGwnKl6y
ZAzPYLtIIZ3Ni72tchQqw6jwFDSvNV2EGQD1hp9EYXzSOp0cnGno/WyEXGrl6n+PY23jHRmNAa1r
z6rhqvra2eATioBPPqQjGlTDwqhnwcJcFmHemqqvfUR/CTEB5CFihCmcBpilmJCzniJQtr/sRinu
u97WT0SHamMJPT4wRoLalE0zxyGv0SIPllXctUcX61nJnwgKY8c8brunnkFO3oPuq/IN6szWnjat
0kCLAwR4eKgITxHSIwQSW70dhrAGkalm7oAOVnbAM7BbXNLNezAS43LqWGAkDdtyXynMuGcWHlIz
e2Svbi0JD28Hhug+mcFzDsDOqAwJGyfi3ErbrEExtkA9grnfofzzdbLM15yXz9Boxvtk+KQ6/IzS
xxNoSAFKMx5cbXrTFUcZxPgKnWwwQtPOYya7j51fcZcMEByR7YTVQIZyKvJw5Pl48blciwPlzVQj
ATknE9jdLaj6ypouVyPZwsL8CxarPeGgi7c03FZU8ERC8s1XckiXFe9/RgTWHuBZ19TmQqMw4FYM
kXIo7JGzU7HPel7eQlRHYmI9aPy2IV6JKihy1EVrkXOJfrOstVEztaefTvWmlt6dTciUDINyW4Dn
b4qTb9tRYy3fWjjoCpclk5tuTrHJz4MZoTP2K7GfSlTWikhSH5DZ0S+na2LA+WkZnGTOros9wh9K
5uvOYdubtZvZ/H6OuzvuMOhSubRCmljJFFY45/Z1lk2w8bYNEL1V+FSSDKyu74Wh2d3F6gOs2O7a
PncgWAl6eigZ7LcdkX1fqETEtd10Ccf3v7bgnQf+RZJmr30fAFw0oc4gdCj3XP5+aPoSzU5L56zV
YQsVK/7AlfQDWSd64YCLAQILb7DC0tLMIYYqKXZo0fhq/hx95cUHZgG3YrzaAOmlquJFXKlA3I2e
LoJKue7ZZZd7SgfuwvdPBR448GSDnNYGH87lUAES0+Cw12CkK06TwaHc6n/AgoGLG0r+eMswBQt6
GoMSPHVxTYjKg9H8DXZgiQ9r+2LOJ2fYzHy1F8KYytSkAE7fPUcqGkq+I48GwfatWU+nNJKEs7W4
vDD1Fu0WOyMeId+MVy68tkafNFJ4TevxdzJVvKVZOPtxBqJDAz1jwuplrlo6UIdxz0QdH/Hk+jhy
8vSBOQGzHSpxM6GPeHVzG3uMNKtzQBmBwlztTYnsYXV1Cy4s6JfrKqUTyeoIl6Uq34EC4wPoX3eu
ZOL1D8+NwIFefj6eWlBdhajjoNAydD/r5ASJ2O0xWl1VaKaz0PJqwhMh2oaV1mt2HsIEU+kuzcAh
XPSZCl7kUt3VdasfiZ5qp22jq+sLvfN488M7ErCtl351Fo9ARI87dTp2Xmfdld3d4PzatrE6Na6j
o2yv4jIrXvVsm7fUsoAYUMaDaj6OjmRxrVaAgXwH3gZlXkBuBCfUSqu4HiOPg55xrYFnHqSmN3ji
SM3ANHz2TS0PUHqG6rAK+TcuqfOuebc0Pv99sUNx/RvryuDumZYT++4yiD8y6ug322O4VghbWhEW
R246JaCUcNGCJhOI+z2tfXSnU5E9aBSMtXGwbW41i3JAdYo2p/kOJN5+elysGDoUcD0PdYZ8H3jf
OZj7MfjF/TqtocmTgR6jcEGzD8UJ5waZcP15+0esbYjlbxCyAhSFG8jStM7Z4lC3opD1ZqaLdEf3
WKo/ZRbzt+2t7QXHsrG9NRRbrrrNuxKiYUqFoofJmn0BLdUkDMGkPEpOj/WxxeMtYJegN7uiuOHg
iNO7EHaGqHgAXULoqXV5B7b+zOuM+LEtyd9lOfzFQwuU17lkUOflKN55nIVxIU6qHN22pZsAqjg5
n2hNb1yaS5LTtQYRAAhcrBoDoUwTg0rKTKVIa2KfLXSsFaU/hbf98KRP53Qmgc8hqAGNZd3daXZ0
5JrsTWReFqKHuLDrKOCaiKJiouQ6vEFhFdaBoj4YU/6LuPVhskI/z5isJLlWelnaEkYztUccnp0L
0MaEx1U8Ih55ZH7Wi+kz53QW1S1vqqqFcqw6syu/k/jk7eB2HRXNL2++irkUADYh16lin+Phrnkx
uCT3WFsqy88LzqlhVk80xudNCKcdLPzPe/fb3JXr4GFkBgJfvY3gpQIV/aHHTa36UXCIM+QnS/m5
bePaB9jAlZno87F6VQIECw7Kc8DNnyEoad3opuT4vF5rl58XCoD2qJdR6uLzRqx8K3T+ELHyXgGQ
kNmV5ARY9QQlAMy3/gbFvDxnqDHpOotG+zwBK0ahc5T+2B6q63ALX9AWiRvGTE0gQjyVBrrLhdkC
lJMfAd7y2PTXgGOzq+4MCL9t21p1ZmFLGDdWoocUhIKAZhfRjNH3LRkxxvWBeemNmLA1NR9iG97Q
5ikmfsE5mPs/zfrxdvtTWqtf8wdFemfuQ8P9X8xvp4zwmAzUPndUu2ehe5z6z9sjBuaKq7gG1jpr
RvpayEOvngMiBbVAbo5QQIK0JjmkjlGcch1czRynNRQdrda6iQxn2s/6oZ970sU+BVD8pmrQote5
0fQ4KMy6UVmWPxZFFR8iJzW/0IQOaM7m4xERrP+CThLrGRlheoKaVHaqDMgATWDq3zG1oVAGQCsH
hKQhFpqqGgOHGR+DBvKlhzKMzWM4xOE946w7lgTEZlmhZ75j8+RsNBDZLRpCD0aXQhdATWPoB6bQ
8yNDm95S0n2ra/sXgfW7RsvUR27XYIrSU3cPLPu3ian8WEMbxkdvcnWvtOZ0GMLUvGuhRQ3qfdYh
u+vKEbJUdnS28gZKl0Bw7phrQnA5pt+HEZIPpIy1XVSB995kofLgjkV/n7pJukcJvwM+J60Obq+a
/pT0oKY3pzIwqJl5LFPLWb4i9PQkjvduSI3DiPLocwhV313cpeQ1VOzyEFKen8wOugslMLJ3FaP2
Dvhf/YYR8yvkzKBdiJZXyE9N0RNqy2DzjwCo0hogTZ1ay+8Upn6Peg3S5Y2CF7p2+ulWkoC7tsNB
KDQDxm2dXLFeEG4nptlr0SM0A6Grmd6hxROdP+aLMzbHQpP1cl/nU8D3gesWeSGwald3C04azeo1
K3okcXzIlQIqY9FdRmTw1lUz4KRDByjgmVd9oBFXbXSN29GjOaCZuyzie0z+uW9lgBnBDrDI9gzo
gEAWONqvEX51gUcWh9Z1AA3Y7hmNw/pjqnEF2iSKKkHbC8HrzdRcJAHZJgDQcO0y1kcQnFGpUfIA
0r0lJLu+Qj781NvANnHIu2ZEOwOQv5cEGCGG/b9RG3nTv1wNQsQ0oqKFfC+M5lBnA5bKPsQQU8p+
TTpCBex3bfelp+1jDz35DhuzSk65ax4YJ8/bv2RtoMGD/t8PEWsenPV1DDkRHvCk9ezuaQT1dsm+
bBuZvVlkiaK3IkE5oIpNWtGaBy33JwXX31uLQGvM8EI1oDGkpr9u21sdXZTuwFMEqDmarS6nFIhL
K61GOKXi6K75Ew3D3Z9ZEK5LpAjxNpwXPKgZhHwmywJIMDxt2xDvLv8OG1h5wAGLqgHQu5duuMRV
e9Mam6BRHiEeWELxMNEeXfZNw2lkhqcmqTwNIs/bZlcna2F13i+LO3ZImrwoxqkJsgGS0N1NYb6G
/a063aR4OTZaBGno6G2bFPHY/3o6X2BQSEQcFN/GQohDu00S86DIUHDVbvL+Wxw+VuGRRfs8vpkf
eqjyExLTEl9XF8rC7vz3ha9RMo5aBRhOUMQm3uWaL2Hxzv67f11DKxSgrrh/oiJzaSIuedMrVdgE
BqiV7E95fOT6QTJ8c83lan/Ng4cCKdhCxTtg6EBWO0FECXje4fh0d9R9sptHvb3XAKTRml8l+a5F
Z6V7iauH/N1SHYjVOHagrovz5xoTGKEpYGIG9sI4+Cpwd+wDk7T8vrDXHDr2SWTi+5DEhdif2Uqu
0GsHwPL7wjZLuxLpkUYRnUaQaoYUwoXMjID8Jxrf5bPSbJyNcaBM0EDanri15be0LGw1M+4ZJJvh
WTlNCCKdl5c32xaEO9Pb6sPEAFAMws5r9J02OtjOeYWVYZ9c+9VpwL7ylGg/tq1c+4HCPMiliGkh
3SEiZR10nKAOQc0m0A6K0fmZ3vvbBq5PqdmAi06ofw9pIaBPJDIhq93BwADhuaOu1h4oeT5gY+bb
gwgpinBvDe2LWGD22ZDqcdQEfXFk6T7Tj72MRPp6NuAG+JNwGcOtzxXPJTcaws5UYKIESTn31Qin
4T5NJc2Kq7OxsCLslxzyynVrKnWQm1+pcXbz/fZAXR8Q8MI1EGv+HSlhMtoBPAjg+sIBwb6CQBjZ
yxGyjBAav8+b08geHE2WLq1N/5yZEZDVzyhBIYaCqRXk27rTBCPkxRXjQNAq3choISRGxLdsrTOG
ZsxIE8TVGe0Rbuc3sha460iDEi8WgIbGTgCxxFackFIGNTjs9wQUo3xv1TvAOU3q97GfVJKotu7O
b1tCbFEHJ87qOkeGwvGWAY7bA3Uku1K44iC4XLojTAtAf8Nkswyn58h3FO0aLQHHraWj2cX16lrG
lrWSJVzYs+dL+2KHDkmnR5OO4Yuj5xDRMlFu1QpkEprPnRPBSlSyOzbcDppkQ61t28W0iUVOGrIB
/yCdNLT7Lj3rkW+6Ry7TbZJZ0S+966y2hi4urCDbG+i3iN7H9TPOou3NK1kWYrcg3m6S1o1gJVYg
5ukDPePImHXW4s9yuOa/L6fJZpbDRiwLxzzovdfoEhdk359dXHy/bsFnEDYMLgxfhnCnqpJC8+r3
Z0503KhxfRenuyzNUs167JyeTbu4fJiaH9tzsGpANwHMQTRAKBUSDoXGhtozA8R29Et8oNXrBz4P
8gNgI1C8QtIpjM+g0hb9QU1gDp4BBo7nP/v87N1i+E0wMgNVh8+rurIHSWKbH7YNrG4EqB+Dowen
5dWFHNLMxoiCWB0QWt4W02sNWjwQoe1b8PFsW1oNYCig4ZkUbaBX98TWUZlSTziPtR5Ck3Z00ECK
4NU6SHd4C0nvbDptG1y50iGEAWVMoKupIyMTQmbKKZg4bbMOusy6Gc1+R8fOj9yjQW5T8qnPMaKd
4hFFYnd1SFGDAoXTfBURn7sJVHCjNtTroAe1CdocPbN7KPJvjnWz7d9adJlbMsEPaQE9Lq7sqKfJ
aBc5+BSBcZzMcJ+k+k06vJNY6+3g0fHKgEMUTBOAwl8uQTSItRDiNnhgE5DtWFN/zBIpnH9tcSyN
CPG4MpWOK5nJAwa+wlY/jNBCb9i3EorftaSaIKLtrxwStyxhYVtTAlvFYxx+7huosyaHEc2Kihqo
5B7lH47/zlSvm0I/ySUH3FpAQo0S2POZbPCKvljvQPvcgTY7sKDVOjXtJzPsvm2vjDUT88vQLCxm
InUUgrbRlFpqNHkboKznPYboUd/+/toKX35//vsiKsV9EpqNie8TI95l9uQp7IG0+8I4bttZW+F4
2cIlAQmwcwWTzhhxoKRdtgGo+k4TjXb5hFtp2x+2zay6Y82sjAA0Xb9xqGPjWFQp4I6te5GNPuqd
rnsNanTbdlYyUsQhdLPjIR5P5GLhpesHI4piFa8SZrVDJ85+0tBafEOSB732mSwnXVkEEDHD/RAw
YB1pvBD9FDr0tMrxjGFHP/iuLv7edmZl0NDYNj9D4+BAGUncRRDm7oCwHhC4/a4/TPkNn44Ip9tW
3spul9UW0DHjAufqaHSAEJQQGHK1JZnSTRgzgKuM6IVWg19Yz0r6ZJIHPTpYJRiqrMQDt9muHEu/
qNHUAYHi5sE2fQN6xdu/Z9VrE4RSoPBAIBGbA0oQ9NmMJ2PQ5kcojuPJB4rK9K9tI6sztzAiRFw1
NTutV+mIAJV7L+X0gcv3jCD4nxPCmCYdyi5WVIwBVL77aAfiViOT7FzZOAmrA0Lv3OqMHC7QfwD3
cu4Va5dIOUdkAzX/fRGH6KCME0gAxiBuQGK2S5qn7YmQeSHEUZMPGp5yMwxUewtV57D7NLn3Ltn/
mZX5Vyy8sMfUIDRJxyCx7uwYbQPAp+burSl7e1kfLexWpAzgQxNPhRLQnFGNS7xrOr5Gdvr7NS2w
VfGK/9/3BT/Ah6ElTo9lpeER0zjRTHJVWDkNLr4/5xCLcQKuKEfTWj0G0bQPtQMDFWp12J6KVRMg
3zQgpwZ9ASJMuOFEeRa34RDYo2dUe/DWgZdw28TqLCxMCKMEGsQhb/JoDPL6we53E3v+s+8LoxTX
RmrFQJ+A3x7cCT723fb314YIgERQ34ASBEey8H11wFthx/UpsOxnqv4zVp1HqQQRPn9DDPpoY577
vnFKQuPhcqbH0RqKIanUwASFh6IHEaTMKD0Rcov2YMmUr82HNWu2A3kOd8RyvtZUcV72XMW15K5R
lV3TvRcWNyecuCCiU39uxgE6TjiJa3Uaygh3lCAyy+OIXV6kGlo4ubGjJDkTOh0BrPneJtbtRGVa
H2s5B/yCsDswfuhIFFY0t4CDZSBeD9xmFpBy6K0O1Unz4IZ7/d0q5fAT+nYz/h0JAdoFLqctT/px
QsVVD1pT9VvIqNTU315888SLC2NpQVgYzcS7ELRWetD3fvRAD8OvKP/A+gbSFrBxrDysc+Hk6sci
n+zS1AI1B38IWtxOoETZ9mJtyQE0jLo0cFtIBYVxImFogtIpnoJSV7w8xdv3Oxuw31acg7UM6BmE
R69E+RSKlgd0oU4BdxIv5tT7se3BWhDA6xN6NvCPCi8uZxodOgaI+ZBbWpzutfxTSJW98m7BPyyn
pZF5GBfxPgnnKjWvxmAKvdDwdFmT4No0LL8vTAPPQALFXDhhAKypAmbkbw/S2mJdfl9YrNmohxYt
cF65uB5pFfQ49SduoTnSkITLdUegRYHXSFxjRLSkoYch69NuDNArsKd6g539fldQnENbC3AoQNKJ
lRTkWAPpjb5HGSo9aKX6yeC9lw3WHqz5kuvx2vUcNEzg4oTEHxoYxd2R5zFg+wbrgyFsCl91B80r
y970zMJR94UO8nyj05sdAc3tgZmV+9Q2A3ru7EI5DaiH78ZOHbr3p/0Xv0mYytECRkzh+E2sSHY8
/9Epz0x/cFTJnWqtYnVhRzhck0HJmarVfWDkhTekTyp9iUCfMFSPzHnqlH3PX0xbprMgoprnaAFk
JFAPkKpBaiieEZaG2mudRl2QGiYIsPGkiD4W7hO2r4YjiTJvou5OLT6b02NtvBO69a9xtODhiop/
v2KTUdysdxWHtIHm/k211IMgSAFIXXkXWpJHmpX9qBsgosPTLPIKpBeX8aQZ0hDQ+KILJv1X5jTg
zTW8aiQerd4HL35zCXfVWd4Gh9UVxwDNmqm1tLYL+vqggOFERjK3En2h/YPjyQGm9bosQgymOOUw
9EFbg97KMI+TBno0Q/acvWYGPTu4KkDYE/AXIT6qxpiXzGRDkOR+npwa81mTNWjJTAj7qgbsEsKG
MAEO+ETdKdotkVUQZCaELWVQfWyGCSYM5TAmd9Do1GRLeCX+ogyCqDgXfKHwIeR3cT6VowsrgQlG
NB/MMdvniOTzb0FjcQ7G4AKvVAOf718d84Gn779WLX+9iBczbZ4PIWIozvI9Ve4KguYsScKztvMW
A/QWgBYeqGXUQYsWcxC91tybSq9tvUKm5ScbJmF7T+AocJu4HoKW+D2lCFo//2we5h+w8CLR4qYj
834wh7+U71nx6wOfJwCPoGQHfI8YnmIOatimxK5WCi9roTILZrs/syA4ALLwSG0KWACxkH5jpPuP
fH6+Z+CKMxcdL8cnH3WzmOKmD6qJgQIKzCeHbQMr10I84//PABH2GXOyzjFDnI4Oeciy3QD0SzTl
vjKArV/S+7aahYCgA1U+dEWCAVKowZUDndyJj22Q1YFm7aPuxqAvbnXswKdLjD3Xj1HCfMva99AF
puR129OVW9ucACH4ggcbID3B0yoyirLWExbo2ei5HfP6rN3NYRLdC1WEqoFs7laGFhVNRDAHuB/0
bwlR0h4pxx/cKkBPpteEJzP+pNSDVzN0YwBKve3d/OuFW9yFsdn7xUZijhFGueFUgYl7fVncdu1B
aZ6i7Ecav5DU8OzBkITQtfFcuieMZ4YUp42TsArCIvvacASgWD/wZrw1oBDBlNHTpz7YdnIlHKF+
BJI8Gx2v1yI+SeMyd1C1Kih0b/xRSr6+ElEvvi7sNaNT9KIl+HqH1oDXkdxo6dEtXrZdWMOAXFgR
QmrTu+C+MmBlHE99SqHf8KWJEr91f9XAULuupwzHsLlt0EywbVk2eEKksurBAV0oDFeQ2Uap7wNH
6oVjc9KwWIFK04BQFDqfAUAHPPci2UvP/P8XV7gDIluAAJE5GWIlJIzzjuNVvQws51vC7nXntk6/
v3+I0FONzHmmGgZ2/9KFjHckMeKsCrJ7ZfKtQbJj1mZg+Xkh/qmEQj9xzKtAHb2u+9q1skeIVQPW
W2e+CuUFe17hiyloe+hoKIpRBqP54DaPYW1L1tBaSHMghIrkBkUQ3I0vDRRjY3QWrjJBUpZ3Q0IP
nDZealVe1Dgg4O0ll/C1HTljDdw3UtAr/Dhq0+jEiiEh1znPShnu8jLzWzUgkrvFysqyAAU08R6G
m8WVimGWQHUNVLAsSH5B57z5B6qT2+tqJVSiRRgHAThSNR2HweWwocI2KXzKWJBREM/Winlb9uke
4kCH3tX8uuLQhnxnu+d8YbqwKWz3FMRIbujkLGD5z1BRfDATS7xaWW0XFoQNn2skLPQeXlVoSnZy
9JjJCB1XltuFBWE9571TtpTBh7RuvDgBGaan1kc0DBD7y/YMrS0BVFdRGwEXiAuGucsZahyFDH0Y
scAaAod/YiE42I7bJtYKEeiR/58NkZ5yUDrWUxMHZt3c8AYdXspLNmue2Y9miPbjR8oeLV12Sq9O
Ei7OQAWDn+yqyoR+YzsFbxLyAscPnaPB/W2vJN8XQacJ1xHQanw/cz6BPqEZfm5/fyUEWKhc/ff7
RY4kUGTVaPw2qyDm8wOVDr2h9B6D9WdW9Mvpj+Ku7KPEgBXwgcQ3pu6H0HuyJcUS2VgJYSDVFYgb
OvCl6/hXZpT3YUVP247ITMx/X5wAeL1l/w4XVGQaPA9zyREmmw5hzyeK3ZilgYGaGrwb7RV2C4mw
SbYbZV4I+x7qcVwF1XoVkOiYQ+RHplEn+/4cdxaj1JZgeC+iORXC1RPip1F7P+Ake92ei9XotVi6
QkpeN9Vkdzm8SBl0Se516HurB0ofqQzSIzJL/hvrF5aE6FUCT2IY6O4NXLwOJRE99lOGRlGN+zr0
2vapAy2yKdWPIQjoHKX1dLf5kiXqiSnlfd9FOmgyyLdt57cXyr/9yYshpqUWhrTAEJf5Pi52vLlP
v6H9cdvIWpV1ER00sUo/sTxRsxQ7Kmw1zUfyk4GYPGr9tEl6L64y6Dua1nOKyd4n8QTS4QQMia1r
MS+CTLIkwK+vKjx7grlIQ2+EsKq0GNJoPcN9L6wPaXlQZPjqtfszvP1tQFhQblVp0Juzq4Aa9TNJ
+T4xlSO0CzzWaHtTpyfFhBbhYN328FKPXaip1MeaqU/bo74+tb9/hrDa0I894TUZ51jZ3qNv3MvR
9w9EMy7QRDK/6zvof5ZEvHwRG70N8k5EG/N1iu9K9bGIT2V0J+3QWj3+f4+siJh2SVi3bYeR7XQf
0u+ghMKm2B619eN/YUM4Y9IQGp1hgRs6K0dAIF7s8oHlD4n6yazua/XYR9/H+J0KWf8fGH4PoHAc
RLrDKxR4cPq790bzkDu4nH/o6PxtQjgRCGe2Xs8mFEPba3X7ZNnRzVg2h7onB8kQzkMkXAGXG0C8
30zRCKgEs3BMxw9c/5GbL4S89mHtqdC4cKt/Ov3FHf/KrCMYhCVLUbLobWFzkybqsg7qjkGjHRt+
UN2XItynrcTD1XVoAS8JZjVU5USQhpIZ1VTwCfNFml3yhBvCzt8ew3lzXg3hwoLghxNaUBuNcFRY
9Y3bnsxyZ1WfU+XA4n2k3Y2N5OVxNSYuzAkhy+hqt7VJjzPQ9sbKQ9Vt2x3Z94VYVGVpVCU2Boyl
xy+gpdj+umSwxHoAwBepOmoYrBgSm+Ctf0yin2ECboj7CKy9f+bKldgySTqQzMMVS4/RixZ5sSRu
SxaXMe+uxZHMMs1s7HbETs0ObQSo9HnobrYHTDIdIoYhzbohhogljoZ69J47+k72hn/jmWWigqiB
ZvmqT7jSczqA+7cKjPoUdiDKdo7RJMMWrTvx28j898U4WUMJci0+57j1aaSPvfWRHH3hhBAxOy1v
oJmA74/WwUpu8g80aQJo8/v3z6Fs8fvBzFPijMYgac1TqtyS+JseHQnEfrbnen05/TYjRBLi4q3A
SedhivbUOhY2ciqJifkT18GKIBACNARsrbBiQ7yj9T1Dyd4Z9kr/Ky2OFkU/EPmrRNq+7c1qfAfz
+3+mhLtZh5fZpLdQAIjoaTS/8O5ri2b9hkiugOuD9tuMsLYKosU9yZHRNNFXu9wp9l2aSs4Q2aAJ
y0tvCwp5A6ShPb9nzh7Qfs+Mb8PG2dnuhyLKb2+ElTaywrbVt6qJ62UMzzY7pf/IvIAXxpo5oPHs
L6yyvK+UAdcbBHhIW0XGvVN8Ktknu5VwqKzteTQ8WHhUANbnqiFnAC89BDgHBN943w5HVTbvq9nf
0oCwlIk7uRkNcRC29X2af2/LY0ZayF49gz3Vav4hXeaXncSptTW9tCmsaQZp3iFxuiqwrUNReGF6
0Mk+r79s75y19ba0IixpvPLEqdbCM135wsYjhUJNd0g0f5KxRMjcERZ2zm1aN1mDW7sbBjnvb8E5
ecg0UFymxSjJaue8RIw8S6eElU0IZHRKDqcg+BunkP6+nYa9Pvi9+ujoL9sDKPNLWOLaEAFM0cEv
DergCQDMp2n4lA4fKHIvPRIysaJVG6jjYIWjNQtCVsaIIqrkirPuCERA5qZtFS+flwePxtTBBdEY
1rht31tV9aw5/TFBZkkc5wPoMQsqD//ZEuuOZRtGgzZnS/UN1IeAaKbeKHl9WI8Jv00Ijx0KOGT0
vEUJw8mPGn9wZHSAsu8LIaGNEkgi07lEApIflf3d1DJyS5kFIQBMAx9aGsMCCYzJ075tr1vZ1+e/
L/KMFigpIB+QT+bl0QYH6keO5OUUC/u9zaM0sqN5OaknpX2108e6+p7EElTC/JXrnf57loWdbsV2
S3VbrYKofMzTVzWBFOb+zwZK2OAJOCUBWcXWG8ZDZOxkr+Kr5b/lQAlb21LDtHNDTHObpj6jiR+l
rzEgjkV1p+QgOssPgB17DvluDred/il2fxrGIbdkV2TZehC2f9mA/oJE2JItEBU8Oqh1sD2O2/EF
oLDLBReBHNWI5guMrj0N5inJD0N81ujrtpVtN4BXv7QSIj2DfgmsGLjpGSdDptYo+76w7TU76bO6
wh0JVMlNd5PJkJKrC9oAshg4RgKmbuH3o5PIdrKqxjUv7wB2NTxnqL+HlS5JzFbdWJgR3CgTTR9t
A6dWUz/WyZcQsnMfmIeFASF4JaNOGRhAkMdWOKv4T7v8+mcGZg8X8WtyeM+7AR7kA2RMvVYGiFhd
rqA+g6g1nq5VEXTdgWubEBC+AP+zo7WX2UdN2We9JAeXWZn/vvBCVxzUupv5IERbwqDte+tbiZQ/
I7KXRJkhIYq5XZF0cYjhiqLBa6LPZvG5M0FR2b9+YFqQPoDbHmEJ4OJLh6Dlm5KJIuxPCnDEJtYv
4FPbJla3yP9MoAP20kSZqlkSToj5qovSjjeFXyAbtG1idXssTAi7MCfg7AYwEQnkPxAy5T//7OvC
5guJ4gzDiCs+j54BlUslgVb244WtVyu1yfQCU6CQY2GcpKWu1aW0GBxh54Xc0OuEYM0W9tE5lN+e
DNnLkGyG578vdkVUdTmz52dpK9uN9AGvuaXsNFofJDBuEoi2glJbWETqyAEhsuAEXqbTfpdKHwxW
fcAGcEA8C54IIhzrDAlonqUMdaKcQsV98Oz+LrEf+lg7aInrGUnna7Py1PfJuk3D+wp9fdS9B/bx
I7tl8TuEDWn0nGVNV+F3zGIfB7v5CrzH+9czqKoBvQIdAJR5hd1S0JAXVtfnAPpoJzcrfLOR7Ji1
wVxaEHZMGU754LZdHkzGr6h8MNmNAXKKbS+ubED9FSBMCwp0M9eX2PZoZaHed2NTvqSVkpziMrLv
UO0hN9Vou7ttU9o8+Rdp65st6DHDIhj4xFN+SEFxlpVT+ZI3+o5SNPUMO/CW+G1+apv7NjO8Ukl3
zVjtIJD+nI3nJKtOWlLcmyk4mYkO2ZMU6HRVMgRXxQD8LGiDAOSCRjl0OIiRI2unUak69hI1xDNs
vlfo5xLAXo3+5I7kRnsVRQRbQhTJutphJB/Yi+N8id3Uy4xyF0OMKJlkMkRrE7v0av77IpqMqp0y
hrfdFzsK92NMPSzVfS9tGlodPGiD4+UHfTtoCrs0g5CeQ7+esRe1+KkO1S7XzkkEsddJ8aGx62+v
oKvwhdFDOzaWqY1/uwJjMxLSBDxF1Utql68WT+46qLT/mQlhz4Gy2DYVPP68hLz8nirOqQ1DSZ1m
xQuQvsxyRJaBHtm3q9FiZswRMvNKXlQvPFV31RenkGnVriyyCwPz3xcG8OCgawotqxedhl7a3yJq
HIbe3VuyM/caywCylKUrQn4V4dEBnTspJmQ6W1oM5lMw9w/I5OrGn8obGmkHyrlvZPGxdamX1u99
qgOpySwaA/G2maFQ7KhmVkm6Mu7LF2MqbmI426qS4vfK+p4B7w7IA4EfBTf25ViSvNKssY6rF2g6
HjuqQ6yyn7xOUYAhaKzQK5tUYnFleczN7pqJOhGQHqJKgaM4UUxDWCwUHSf090GWfa8ZsGeKG/Ot
+Vjs5yIdHmIgV1S+tPyvMWb7zpUxUq0sQGiBo5senWnApoqDxiHoVaK5uXyxcN1VnzxfS163t+kc
VoSjBBYggojrCPRsRP7wzDK7dCjV8iWx8p3Jes9O/ims5o5nw07r7Z3m7IdRcvda9+q3TSE0pAM3
MjR+4agc0PxpPnP1c6IVO2s4bvu2amdmnsCKI0il5r8vtm/eVS2YFVosakCf+mGqoZQKaFxfkQ4i
wtJXpJWDAtJV6FAwgCM2rzQQ46bNMjAHpi9Tz/Dcku17IJKgRyA5ZddWHXJO7FVwcapX6n5KmxaK
G7r0JQYHm1/KmhRlnxcmR48gYKY7hL5UWV38H2lf1iUnrmz9i1gLAWJ4BXKoKlelcyi7XS8st91m
BoGYf/23VecOmYKVfNn3wec81GpFSoRCMezYcaipwZ4tczW9Nz+rT9A1BggKMP9sCkY95poCtH/0
3vTRVokwDFczNjVZY0WdO0poFzXRh4thqOh9l29orQ+laWlD847+Lz/R92P6YUXPlL6ozrbI/r6v
bvOTgzGgAKsK6gvQUkg2nJt5i9kC8ADHMfRaYK7jlSd1bkLFzAKiIi9iA00uN0F0Vtm2/aQw4FyM
Le2/ldmXxADX0PRh9T8e3suNKOnqDH3MmppZ7D3HyLDcrdb6ORbOigCXiBGuwFyDukt6DUKMDdE5
0LDvSR70rq1g9iqvi5Xzmt9/aA0oVdBCasNBkOnBoFbJ2KhN+95Evsq2Zo1+ds9eo79b2IoYvA6v
F5298Gokx40DWkjiforeg6DX3uqhyDfUjtlKpnouxUIqCWBoODsgDJDRcBRB2FQHVXAJ64b6mKlQ
c8N/9JvfipDiMFuNFAwVaYMLjU75cOb7/9vykmEJlHSsGvA4Xtin1mbpwz1OiB/RLuKICq6oGEuO
ulHQvBuayr4EXbUZ30JubB7ewY0A6VKYOphJ67C2L5MNdbVDd3i0ZivtQLIgtQ6aI0Qb9mUouQ+0
jvvLyeEnTQ/T6MLXw2QoSglxiImW9NuHMU57dSyYnb8X48tYRKmrj8h3a4/r7K0YSaHGoS9H8B3l
79quigbfUNcIQeaXAig5tO0gwYqAE5mS233oo6ZOde+k72j+de19p64BEObPlBAgMpG44XD05C9O
gyDVWyV9p9kBTVsJ+Yjb832lmhspvBeg1AZzpWjSkGP5gpMyT+0uxbdo0P7qlYbXRJj3nq4Yw4Wz
upEjXb8EM5pGTKNJ3wPquOxnnDju/Y2sCZA+hp1anPERAtiAOHkwPBI/WpMFlaSYPg8AGEifUN24
/dxpWOkj6cz+AiYxhMq+Pa1xic2+NyRQVfSKiwcDs5NvJeS2Uw521g8XA7OyQj+0Nn294pTOjulW
hHz3EGklhZlABEFh7uCskQ/M1ElaXrpzSRNYod1j+YA8t3+CBJ0A7Ll8uIdCSIGFNQQLFsaMSYYq
o2luYrDFcImfFTVze3TX31empW2IMBSVTViqWVfeoE6cx/rUXcZjZz51wXswfm+jFX2at+PipYCJ
Ql+paPmc9UcVEB+Ydq+BgAAvRk9f8q7yjLT5OrXNxgS/saIEW2M0/pRo1VKVtQd3Xrv9lE+RLwPv
iOCVulW3oprCxK5yDWwdmcso8XV9n42jhxKe1xvPLHrtxi9xE3pk3AXg5Bzivdmc2jU7PT9scQw4
bfo5GUGuVWVVhAAQs+jPVhl6DSideZT5FvrtiuFRH0BsGFMcVc2BTwae5dsNV+hJUKNq1M70u9rt
VfpoFkNaXty9q4Bv6gnmYDAsr/fDBrD6qFmbvLysMtAXMOlh9PIMkkYrhdt2RbGDHgFeX7ol2riD
eGM46E3YACrMzG3RWy5b7YeY2yac3ZVkEetcbS6Y+lTPJkM7c/W5nl778MWOj/dv3dw2QQTiZGxP
E9R9kj6i2bJqy0jTzjF3O8tLJ//++guKhsGEuNUE+0CMLJlXkJYEIYPLjqLGpqn22QuvMPlg5aFb
OCfwNCO3iS0I0jxpE0ag6FGsF8ZZqfunWOm+xPrwWlXT9v5exG+9SZwIhn30WduILTAbSXb7MZFQ
bYhaGwCJ/WiNJ6r/adAOEzgHrm2zCoAkda2ReOHrAPNE0KeMa4ouI2ljVTMVhVPo9FzGkVdrx2Ft
Ru3C50EuS4MpQJyJCoakYVNt1UMVROaZR8e+m9zyowakk9HL/ZNb2AfsrWA6NsCiiJHRt4pM9cmy
ykyh587ZaoqnP5oVxtTC6+WlXaSaUyFpi+W5eqTIvqTTSulh6ffr4H78ZBMBO6v0xNaVE9dqENCz
WZfubytdwz4sKLDI+KmGA/ouuITS+aRO0NVFm5nndHiv4wB8DcR3rJW3b2ETFKOVxJxQDR39s2E+
+YQ6VTmYZxVIeqf0svD3w18Zs+IReqPUizGIVPyAK3M1akVMhr6yzgbZtpFvrBEiL2wAORCcvuqI
0QByvaTQ1F6PkMo75+jFQVlxk2we3QCYvtErBCMCIfgatxswW6fKBjCAnvXA54VXZQ8/VjfrzxzB
AA9VhnTCWSUvzT9ZuWKf5pcZM7MAPhH3WNNBgnf78wun55jiSYJzn8du5UxvzsDfrO7DWhtsM1fX
W0Hi71cf2qjtqAM7e3BOwk35rAyb5GFfEDkcXDcNZK/6nHF10KyoC6sMoBOn8EjywzTew84lXF15
OOYahVQUZCDEALnFjLKnQfM0SQwWXibDK4KXyDg/rFBYHxU3DVNZwCspHVTGBq3ibRNekBhMu32y
Rgq29PvhVSGJgzwILraksHaPQyr1OLwofXGizfCcglhy5VusyJCVtgBHTsgx0O4yop+2V7eOtaa3
cwlApiOety2KWw23+FadnDxxlMIh9rnxgb1u1rRVWP/bZ/t2eXFtrrRV1+IiQlLEPo/pptcGT89V
T2/fGt3yAh1Dfx8P9yAP3ohODPi7M/LNJoxZ1WmxA8ple2s2znbFjs9v3+360n5MZ8p4wQLsZ8K4
HD9oX9XH37tbEdJ7RMcs10kKEZq5VRqXaU/374X47+VPImipBRGZbs7e02AaeDhZqXLWpgEjB+B3
lns73PfBmxOED3u4yBNdydJuP/8Qp1k9jJBl8xOywk6xhhZYUF8gWDSU8RE8ouwoOQeB1VkOU2hw
tr9hbLmrYgj2/dNaEvAZrQHKuUDvqYYG5p1YTXDmz6XhbCa939wXsHBDjGsB4gdc3ZAaoApeBzw4
kyTdha31jJkxNPdrzTe1Zh/o9spDtaDBN/KkC28qQ5aZKTaUUfV3lLb7OMr3Y5b9c39bS+dmAHNA
UGgX/HPSRWmHqqjjHNtKsiPYN8yV1O3i8phDgrgGmjwjiE5yIwZWgAWYnPCjQPN98XDZD7EGwEVg
XsKwUnhVkmL1MeGVaRfBue4AlNpW2sNerYF4VgVkFdnOeeorNtqxNblDz3rtd8TLMv/++S99ZkRK
IuEMrvtZnrMrgTsImWmcs7B4S43si6a3u7ByHi36i5DsSox8waO67FuEh+DZ8dVf6lpTotASyVbd
LC8lMChIxsFw6BjnApSMVYzp8VbihRQP1RqB4OJ5gTEA1spGgVQu9jVgi0rKJKHoSZz+VlPnlaMx
qEmS3f3PsqS3tom8qhg0AVSGZNw71rQWuK7NM+kaj5fbPrP+zYd3kOEShRkBpLq1J+CtiBnolaBY
04ShPBW4RDfjmhFZ3MaVEGkbhppnRt9BCPiYUZo55vGj9TehV1cCpKiSJYWdhiEEtGOOborE/ReO
wo0AyXtTeYnmDXFMYBLznVfLeTyeEfxj4KUW1WlkbSU7q5ZZYkSBpZ/1cnrqY2UzsZXIe0FlbyRI
X1ozujYQA5TOgfJ95Js62z+uSjCuOqwUaPoIYESSKpUZ09QmNs9hMDwpGCZQDpWrdduHrwSmLRho
ogCOETxqki5pPBac3oF5ZtEX44BZc48vjwwoRjqAkQvVBqn4lps8GDqtMM998s0+KPr3f7E8IITI
4wjwsPxORCUpi76FHiFdrH/E49/3l18wgBYBtNMRcCFnhvEMdSfPJqYoZ/PDpJ1HMtNjdPRKZ62s
Pm+aBUhMI3iuBQU/8FvSOZXEyqaJtspZjaeN2m+K4kWt3uJhF5PUs3RfRULcLleejwUV/mRNR5La
wQARSxI6abWqVOnknPvwe2XSjcHYPgsfDgQBGIPv9t9CpKc81FWMXhNCCnoot9nD0FhwBePggIgU
nOwz/R11VYkmsO2erRSz8Nr6NY3UDe/yVxC6roTM4ipIzyGwD4DyAGJjoU1buippX6dT3AbOeUK/
vOX8bZqnIHvSvyVkDRC/8GGEOoNZiVBU5+RSiWrGTY3HBY57N+5qxFGkRhsb13b31Xv+jiD1RjDd
GsgUIAflrNKgUDqVXd5cCv13vqPs1+PLi9mgML8Yow1W6lsD1mJqzTAUNr84w1c78kj5f1xfMpAB
m0q95lg/tD3r/eHRrI6JQS6Yfyh+P2Ibyb73zjRMQ+CE76P6VNMtf/iJBSc+jh7RvwCKymfv5AEQ
R1ZcX7q9ZeYbp14jRJp/3E/3GV60QZD1lEvtijYGSEfn1QUIeCfaqMHDGb3b9SXfs1FDMzBoVoFS
J33N3bioVgTMLwFOHoQHSKch+6zJ5TM7JeFkFw27lA772bSj53QCy2983NfSuY2HwRUGBDhGlDhk
1GkElL9adBm/8P5HaujeCIxugIJ+Xq0VhOZf5NO0mxbY2xwgtMTfr2JNp66jnrKmuUTdrnLcao2x
cG19caBX68e8U2K9wfp66A+WG/++f1Bry0sXYqA2hin2vLkoqNHSD0zZejjYB6oMhDfiDQTsT4bJ
mT1nVWCrzSUHsXf9RDA5/uEdgMoXcTE0CjdCrmWURWfE08izS5L/1WyKh+emwkPAbUOpFD0GYqzu
7flPpj2aOWPJpbV9jmkIK9Z64T7cLC+dfxwqkF9ieT+jH9VT0f54+HRu1peetyzneqD0WF8DUctP
Zkfb++sv/X7qwBEwxdAqJIdvj2cciTZNSppcsmhjjDsSbAZtJT84z+YAU0agRQL9ijhPehFaJ7fD
SU0SQMoudlx6TR15TQIeYtsCSKdw+7XG14U7AVwnYNCwUpjYIsetRldm9WRHyUXtVbeInurucv/Q
5gIckMGgsotQAsVDGdXZ8wDdowpFA2p6DFyjeTiIuV1eiL8yGWOcJkjEYPkpGbZ0GN2SNBilYq58
+rVdSDcDN56XCPyLS+WWiY/hQPcPSWj+rWN2uwvpZkzgG0SggeUzY3Sp8U3ZjO1fwOI+bD6Q5UQF
HLEMvGXUKm8PC9g8UEzE2XCpS+ZaWezWK0/RwjGJGhxaLJGxm+OAygxTAFttaC+mZ7THTHvYExcT
ZlCixORZePxyTMwVTIPvcrW/kPhLmTteFBaPf2fh7ANRoYqBhbLfimpDPY7cGS9x/BzuIufhrJ1w
9v93ecmhjJIhjMIOy2vm9za/mJv7ajQ3UPDDQICBHgoMvYNHfPt9azZWCjVL9QJyeeW5VEnuIhVl
AyXU1Ks8nPK3RpEVM4kR8ZkUxnA29cfIEBfllT5dKvL0NSP7+1uRb8Tn6nDvMMAbWTV4N7dbMcnY
Twmrpoudj/YBxPLsRJSM78xKxZDlLA0q777A+XawFRs8KKL+DViNdHatbU3oo4j7U/RXaW/CaiVS
ne/ndnnp7YiAbE+SGsvrI0Y9NX9pBhqCt9FacWZtF9KxpWpUk5BCTGd4zHYnZ0XD1tYXf78ytwg4
QofHWL9wUKYeX3i2ElXIKgzPEtBa3D2ghNHdJldFSYDotxv67kSqC3F8W8UlPz78pa9FyJmKUI+U
tEb68UQ0t668aMXLWTgiMdUB7TCOuIayE5g4elulet6dWnVnF1+ctZLo0vrAGaCoIAr5QF3efoJW
qUnZxFF3QgYSTG6J+/jxAEHx2YOn4zYQyQXRQHVk6yDxP4mmvxi9uvmv++cv3LDrxw6fGGUXBOt4
+A0ApCQdbeKOxxTwhhNlT0qALk03sJ/w1qXK5b6ghZPSVcDlkSAAxzMyhLcnBeBuhhsdNKfYdIPQ
Jyuux9ry4u9XdyG1bEw9Y1i+z74r/YfxKGnB5zld/XxxVa7XH+Ou6Husr6o/SH1KTvdPZ8EiAX6A
nCky1KK7WPKWFZNye0yL9gRilY+K8a3VK67SWlvMCFjxOxYu9Y0o6dnL9VxHsj9vT3G1Jd3vLNuU
bbgiY207ktqWtCtNc8B2SOQHia9kG6dylXjlcsv++ec3+d9Dk20HpmjENRrZ29NQ925cKi5YddyJ
ci+J/5DqqYnXtrV0WeDoiQ+FroNZ591oMgxTDOvkxEIr+CD2gIGNEUuNpygLxpchqcbnjPTZGj3C
DOuMjQoaCYDm/sMQJx2nwhLgI5iVnOo6NQ6YOm4GeE0KC8QWPeauWM6fvonabZCZ1ReGo4/cQmlG
7g622W+VusWcuyCZCgwa4fm2pla48k7MPzd0FuBkS7QkoqVE/P36cnR6HDcVzsWp9nzYNN2rSRO/
Ltem6Mw/OOQgK4uWEmFF5PClbiabpjxJTmbzJRmip0Jhfg9qyxg8CfkJ2NwVNV6UhwZYtIqiLope
4tt98Q4dnIMeJ6cqj1xg2Z+t9Ls2fFXMTcCetD5aETe3YfjIGuI/2GPkkOTtJWOa02GK8JmTbeCq
ayOG5xcf1sVCtRIuogmWCekrhUTt8qHLkhMGj/iF/cKL47QWFCxpgoNnVkU5HNGBHNRwzow6QrXs
xKzGY+DlC7oLjJuXpop/32J+QjmllwsxkooCBwShz0HyEZ2syrMkytNT1bBqZ6F/OHbNhpjPrOj1
zaiBt7exDRBdVkO7r2y0aGeEhFsM3/kBfK36T5dNGFOmMOW1QJrITTInBXI3r/65/zvnpw488NXP
1G51iKBVLKjQpnTiY/TWGsU/CoakaJ31dF/MXHfE3C14CuAtw8w8WxKTJM3gjBpeJu1okc3DM8pg
gSzM+BFt0wA0OXIwM8UNNYdaq0/NVgkuDjs9/utRSUcXGnpJ5gX7SCN5ZfCqPmWdRzOf9t7j66OK
Di8Wjhpibeki531nqVWX8pMRvyT7Nv8Xh3+9vPSkBgmnpc6x/EgvNP9ereShFr6tYOARtSKAV2Zd
smMeK02sqPxU676dbEJrJTW+sr5cuKu4UsRRgPX71DcCt1/xYRduwPXPt6SLWjQxK3vQ+5wMzp+y
FvMrncYbJ2t//xvPTQ9BhALDA5AowBKfNdGrRyip6rEpVVqfCrqfYupO9Smmteckf9+X85lZlAwP
GlhMAwQwJrpK5Rp3oQdmFZKmOOHX6J7d2LpHCjP1nDLTtpESOx4DRdcmg+V6iZyi9s1s6GCbwGP8
G50P9dmKhh96MOZ/pjFODpg/0l/KKop3pAvtQ5VYw5Yn8GLUcMg1d6h1a82hkD44ompYZ0R1COnR
RjBLjSdBEvKRjuFXuC9DAD7btX5G6Vv8R4CN7DgYCiyRhLo1em1XBgh+efgV/FRuqU6uhbwHs0qM
vNvd/xpyU9F/RDkI7ZBjQZAnWyanDIZx0Jvwq5aAASsZdkMUvDCb+chegdxW9XneH2vT+Jk2+WuQ
qSuuj6TcM/GS3cUEpDYe4iH8ao72j4lq32jU7PruQdLITzFQOrzaIpOEVq3bA+3w0OkW6EwOpV3+
MijGRDYkWMmKLGkFasQijjVBZiPXEOtGy9XW4cpBGxVX0wHTyVYMmYxL+NzGlQj5jpI2N+oRuIQD
RsaA9p45nYuncR82zrtWtUeztvyWj0+YtumFCl2RvqSUAPUDnI6eI9C2SBFomsB7jC0WHAYr2ybZ
TwbcWTb+TKaVc1yUY6HihKo+qJpkNy5uBr1V8yk4VMXopvzdQZdna52M4q/7qr/4vSwxoQrdz4hG
JNVjY8a4ydPgEGQbPX1NH2xUFR9L9G4gf4yqvq3K1Qjc67hD5jc4tPCt3SJfefOXbi7WB9UfEDEw
p3JGIFYmB5jMWDk0ZqxBIzrdKxQ9fJ7qInxt9bTzVZ7bbhQ1fD/AX/aLfrD3RNdj/+GDxNwYePio
i4DyRob99NOEuRJaCq3kvvW6Or1Uk8KI/xykAVgJXBu4TrLilUbd64OuB4exidhGw9gVr6QOPJ1i
SuB3kuyvsS8KXysqe4dsHPPqLkh2LFapO5ZB9LtR02g7YGCLZ/Eq8Rhpsx3m3fyw6xBT/Uigb2ma
jm5eKuEmY+2f2KEvcUf/adPWeJ241vpdggnYFh0f7PH/r52BDEEXB4hs+q1ZMipSxIlqBwfFwgCx
WN+EmXVUi3LlaV/QdAKiKOTX4H+CdU2Kf5G20iYLLtBBt0F2lSVetSJAE9ikqzf9vzbyPxLkVEIf
sqzPlEg5gIjELzDJajC00it162s+UbzxxUvLFbfWCj+dyM6w2q8dtV/G3tmHZvFk0tZTonpnD/0r
sfkmzeM9ydcobBaeGoJqAu4iTCia26RTILSqwGVmQ03Zq2n7JQmR9F2piYiHeXYOgGIDSIITR1Hh
9oNmNe1HhnrFYWxPgfpeAMqsqRWSDXSbjysGYOlagF/GEYVO0b4gOQlmavS0iLPwa8zwVatfim2i
bWXXxrsRpGNm85iT/vmJQQCEdtNPVjAZmZG0RcUpdZTDML4lyb76fd+ILKoQGmehnqhbYGKo9ERz
VIh5p/XKoR8oeVECE9lyqiMZBfyrm0wgs80bRztOZZ18CSy72RmTlflhE/wF3GnoT60ebHJdz85m
kAW/BpDgeiw3Ore3lGarV531YtTVGpxuSacIegHhVSBxM0OFVn1rYhItDqWx38EZ7+la5taBsrl/
NgsvIrmSIgcYdFTSlMVUOagEiuUlH23/gnmO/0IIUFZoc0M5Ff9/q7qNTSukHAsYCU4dXxnt3G8A
CvaDOicbu6rDFXdi6apo6LgBLB8tK7OmgikLe6BDSuWgmInLpsjtnT9Z+tZgSn2rrlyVZVmgmBPM
oPBfpKui61GOmjf2pmDOaoR0Lclbv5yAHyWKa3VrnWpLN1PAnP9bnPj7VSiVGaXGaIatTQl1Q7Jz
xgYIxW+NdoxrlGnWuKYWxSF5iEI4nPJZJkfviZOA/wSOZwGyG1hQN3XcnUEx3GGNvWfhIOHVoM0A
jSAg8JFR0LTtoroi8M3aqN8rYfzRBfquV+JNzeMdxl6umNOFh+tanKz4dR/nZWQPePknd2re2vyv
+zq/tr5kczKL59ZoYv0J01ZABrnWPvpZX5LeA03wCiPiQHg1A75bjapzUrTYADd+a5Yflu60ox2c
kw3MNNiP4h5PX29u1Nw5g3f+Q807l5IMzob1bej7LxVAwIEar9z1BY3Bz0InEuwsII+WOJcrBTXH
QVPjEh7VFGw79NVl1bPStW4aRaApy8FTtpZ5XtSbK4HCjl4JJGPSpbqtBgdb6V5p6jyjm9NTHHhW
4+hPytoksk+XcHbuYOsBXYFgxZNjMUzZDYp06nHuHQWJf9G+glx0q/IPMzuXbuXpY7/Tg27PJmOX
gmsVsdQafmHxjD/pGVAfFEHT7ZZHpYlsQxFhTAyokPKG6U4diOCag+N8z4rzfUUWvstsvwAXgIMM
hYRZbFYzVAxTEZu1KjisM7qxyZdw+F0asRvADuT2/8dQ6cVvKkp6FGkK1FalDZLOVse2rINDZJ7K
IXWZSfy40d3JIK7VHK3hL3vcKQYy/yrZdK3jdrxw2Rh7oJ3yFBDmpnnolhFivOkVrNK+E/ZuTYy3
xDZ35bBv6trLJ93jFEmcYK/0oJs2XqzqJVZHvBWRqzSHMgMoJNjZ9C1BzB32b3H8kwZ7mj6Z2k/F
+T7Sp6l6iobev3/cMgu2cIbQ1o5SAIpYwI7K/dQ86hFsdHFwCIcP3m3y8VCAc8OKMOxm+mWOhduS
vWZ2XxX6VvQJiFoi5FHGjeYMLgM2zVQTt7Hs/f1fpS19EfGTNORo4ajJWY7AyEaT5MQ5mOHroDX+
0H534PGnpPaqCjn9SXFHsmXTS8k+dA1v0ti6RvVDUScP2PONkfwdcpAQxcybhmPX2L5RmKDy3o4N
2Jy+OKXhB9VaZuYThymrLshqTdQEUVOZueVNUFktes2cQ4pfUyRsE0FlqvBP0U++Rp6V/lthgEWf
fm/Ya5lbm1TfdMjfaNFOV7e5kWwdcI7z/IOamDQWvABYs8vqt8m6sG7XGQdeHrnzrTcw2+qja7In
s/idV4M/xfaeRSsuskylLNQCsT4A5MhqooZApRDDttF7GfHAONCGuF30pvDnPH0Z6yOFyifsW1P9
Y8RPRbhNVxlgF54y8L7CfwZGHngpOcbj9djXyH8aBzP42rJXdryvWwuOLlAgcM0FhQDKbJIBN3ja
RS2r6CExjVdniHbURJ5uerDT9PMA4a5jAyIhiULlrdG0OKgFWFXTg60lfhN8aciDg1tnEqSnbwjb
qeO8pQfVOIaUu8mDTVCfAtBdgSok9oG+FOmkuAHG2qGh9KB1uetamHp2/0ssfWhbkLCi1AlaZvmI
9AIEVxzZ6UPO3Wa/hmdZW106nrrmgPw0WJ1Vl0J7s/naaLCFZ9GwAaiE4RSz2mTCL6cd9S4sKvPA
OuPVGNpDMtjvGIB4SbTAH61wP1Cee/ePbEl5kfoQQx7QwzxLIFm91pMugfJ2CcejyK36XHZDCMw5
prw8KAoXH3U4UBmhUxpZP8mjTEwkQeKqzY6q/lwX38xuO7Ur5abZbiQR2u0d0cxS6TpWZceoGLun
VtPTTd1G2aHU7DUqvNmDAlFIX4r8AtpnZ7DIKSyLJIwgSu1Dv+qbHXB/luuYJeZsJfrvNix2949v
FukKgQ4cJtFshWyDdHlIX1E9cFh6TOPvkflMop+YvOjGa/mqpX0JyBnaAtDgMKNnDzGIOm9bFKzN
0am3TZRvmc1fbNb/Qti2p4315/62lj6ZDnIXZM2RfEIl+PaTVWBKCAPHTI98NBsQM6QXHhoHphmP
VlNwfCCP/OygwUwC2QHItBzR9jSlRxTj3ZrD4fxVNd/v72V2gSUZkvolYRwZSaCmR0SIvw0j/D7p
5nPqdMfIan5pGHGCoh9duVXLMoGvA0QX5RU5dTeh7jGWg5HiHY1dHp3NnvmN/oFCiNG92HyN52Lx
c+n/I06e8ahkYxcxqgs8Q+jniA1VcDOG/0Yp0A4Nhx22CZ9MKOlVTNQpaZi2WZ0BWp56xYBxrKNz
nPq1tOfSlTLRi4sOSbQWz+5wb48B0RPGjim3opMRTvQ75pvtuvYSBzC595VjURhoqwTBminITm73
NNIizJAeKI9jXfulgdJUGT85aB0albUi7JIoC339QESi5wNVnFtRmcH0uM05O7Yc1qj/NoqxydMv
hAr3t7Ske+iWBQIWNh2tx9JnymnZprqulEfQQJGtkqqhp0x0ayfkt6klZ3itX9TGWGuimL3DuGXg
/8U7CXo/sNRLFiNSEq5aCaQ22heifHFWEgBry4vDvdI9lsZtEVchO1Zun/jW2q9fukDXv146MzMp
uaKV+PU2JmYjbusGz1wxdWs7EJ/tagcJrbMWOAJ2nOKNwrcPMvmB/en2/CVPvk+MOq9zLN9iBugb
Wev1ncXrWB4wVcHsDPgV2v1vf70KsvMOUCF2bJRpV+bPQ79l+V9JeQLtKQVl9bgmcOG24MFDdAJ0
Gbx3Rxzn1XG19aAXbVIXx0Kt+EvRhMoXK61H0O9pih+OiebfvzWL8kCpBNZwSJtZnaGeyqBqB8hz
tskZ5c9/CntzX8Qne8dN5IiKI5oqUFoFTGLOH0JHEptKFxXH3MwF2fCQKF6PO+U5gWdb7GsdKZuk
BJNu5rw3ubKpaXzI0pFG3sjTvvqqUVQNWUwSF2a6vZTTNLy0dpSG4HUI2RmfENMZRzvTnyAHU9AY
mHgx3039wnQa+6wy1Q0DhNY18Z88BYWBASa8jV/E5BcPkNr0K1hzsBZTksJjSq0wVw2rhLtFHeFr
l54ZGn6GvKk5TZsCGZTOzbIhQxgeOvtIBZcWAjrlaWAgAcRnSg5hlhdgbu515K8BQXFRjggSV6vy
j95uyUGtyIddBj9YrIx8m+RN8xbGqYpRIJYWAkHCu9rNLaNw9cT+QwBi/qYrquY6Q2iSDQL/C+C5
mNjFjOSoksjJ/MTELNdgiuqnhGBsc0RC8gzcUPDTSTWtc9swcTwljTUvA//9c55ZvW9yUruEKflb
Poy635dp/1bnuYXj6esVFVuwAIDrofQiUpkgnpMtgNUNmY74Cu9m++WfnJOV5POCCoOwS4xmR9gL
HZNcedrYRZ5SIz+GRonZXh8kfY375w4HeF+PF4wlEpWwASiewxGQI6Kkn9o6aOLimI2D66RfWG0D
xbFSbVk4LPgAiEjwVCLo0iWvLSJ60Kuszo959BScrQdnywpzKRiiVFG9Q2gqF4/KkU6cVEp2tML3
Pg1cnekrt31pA2JogAYQ30J+w2FMjTFVozjGlUcxlHmtmrqyvlzBZnk85kGH9UFs5myQgrz/kdeW
l5QpdNKAYvBBcbRedMTtiX9/efFeSKbQAD5bEG4CNTarBfMxC+soZdlxMluPs/ZJ1w9w0WHxnlRl
WAmnl/ZyLUy6eHaf0TwFWu84khcb5kQ739/M0sUTqDqkCcDtgVzH7VtlpPlggq8rOzZg9Uy52yal
mxN/je1x4d5RFCDB94CIU1Bu3IrpokZH9SfHlZhCXyfFwajpPhi0lTbSZTHA6KA5SPCbSU89/ET0
MRpxfoz09ohag9v32h68Ndv7h7bgUSCrIgJ1KIGFf7e7CZ2J57oa1scRvMma025McF0Z5DWaDmaC
/oWud4MHaWTFrRefCK4+0raAHUtOUmJgfgcjZX2MvmIW3qYuy8cvvZg7A7gZPhLY7SRNyK0EveJl
WR11hnydS9fKJgvXBt0QYHRBwwAujS6pQFw6epo2GjtSzc9Pp+FbPfjJym1Z0GYxJlDw+CLphej1
9sNURkuyJAvY0cnGc8c2ArPatwr6Gddo2xbuJSRhrBG0Gv8rR0RWQYwqGbCbIWdei3/H+yq2tP5n
Hz+ymrD3Ms5r5PhEhZpAxSIMt/WHce2oFgWAikA0FduoFkpHpSqw8HSI6iPqQZWf4d/jG8B7jngR
5gvvuvS5M1I6Vp/XOCBL27dNtNXJ030JSx/7WoL0zDZWRWo77BCVhJkbWpoPp2mjdH+Xa2SAS0fl
gDYDTFHALs4gyBGYM2oMOqmO4c8q2jtsxZosLg/3XbQQo6KhSkbLUrpQHU2zOvLy21h5mvUgofyn
6UAv0v8IkD510qesjXQIMPIdUXfBY0RnYnk0tSBdBFZMCwURyRoabZUbZqWwI4/rPzqHc68VKzDV
hSNCAABiC1ENEQ1Ht/caczImoJV6dtRbQLMBeFtxCxdU6WZ9SZU4UduoybB+H/GnVOnfkcPZmkG8
R5bv8a99I0o6LX3gyBGB0BxZGxdzjMj7/Uux8ALeLC9O8ir2LNtJK2sFl8Kq97B7AapTa8Sxix8D
rVmC2UzQ20k7UOI6j5rQKY+GWaLaDmSPgnbWxy050quAoaLLDEMW5SxkbrVKaQYlvohRbSbOP7hh
bNsmRzdbvpLjX9yPgJFDs1BNlJNOZLAigHptdkzSL9O+TVdCm8UvcrW8dPtMtYq01jSxPE+fLDC0
kQ3o1P4faVe2I6eybL8IiXl4BWrowd0Nbbu9/YLaE5DJlIwJX39X+py7XZWFCpWPLPmlJaJyioyM
WLHWhi/cGoMUHWg2JNGQC2+iqty7xf5GynFxxJGi+XeKXAFJPdlVeA1MrCBOE9kVWJt9NBVe37Vr
5w8pExAHIcQROLXz7+tJ39CsxpZi1Zg/8U7/qeRJ/tLTVL0zjWnZuFzFlEsRPOIP8DWgACIoA6Qd
XEO+iht4aUbof9U+LD20SXQ6en45D06g4bIKE5q7Xwsj17fgaiu7AY2nDkohIKhAlCUtVFfSioB5
uYpmE01+/RHkmSlwctenc80IHLIHHn3goABTO5/OovSKdsjrKqLtz7L5mkxPSfN23cTKFALz8MeE
NA5QlBX4I0w0+btt5HeFd3ATL+DertRTCEHcXMpExIiCvyv4OgV/seShsxKEaLqCh/sIsdUezP1m
V/pKOYbt+Nxk3xVy+4HCdsSVjItfoHCl8c3mrBg2KhPRbPnoXQid+S/ibRT30ZYFTgPbumgGUhJ3
so2M1ZGV7FPl5+TcfmeefV+aMdJA4KriNdw0NXyd/9xU+VnxOdjGv5UFwYQMJOv5Lht6oteDqpDI
MYIWs7QVtqztYpHQRNcI0rYXHJ1Ip2lALi0koh5ac+8UZceM4/VdvGVCiivaNKlUL+Ukmia2c4cp
0gb2nDPncLsZhMJookNJEsknyb3ljZ2rEHWl4pHtwTv3h9L8iyN/akI68tng6dzLJlQjx6U5uHXX
AWtHkh3tDDX830YjHQ2WFMTibKYR1u3FmbInm98tY3zdyMqNAHQVQP2/S06O3ADORtdb2hFpla7a
QdB3sX21DZJv142s7eBTI9K6NBzP4dTTaTTb3o9F6WY/0aaNtV+zgfgYLJoiE4gY/PyU6HzRKksD
Gb1u+WgsLMeN70tbGFExynJgDgf0Ev/Aunz+/UkpTTV1qyIeh+kOoDT9yIp8CdvE+HJ9stYMAYYs
5gvJzYtyo1kCEOblXRF3TTW+QKNKfXCoOkeL1mxpbkmL/3tMYKOCbg4OPy4w6VgaLi/yslGqmHLE
Y3dp8zjm0dzc5iD/a8URBAMoa14UG3GhNOlUOlXc5I+au6dbQrhrEwYkx7/fl44kGxU0YNT4PmGR
7n1g5MmlG4GMtLkuhiAdRQNVHyi6woSqHeZneyvrL/b/SZyEz0NhDa9SwSkB/y5TunvloGe9bfA4
N33d/AdsvCB6SLNvy4/rW+tyGELJDR2jkAs0BOPf+R7ul7x0LMKnuCbHfEfbDS+/8nkABaHarKFz
R0CTzj/f6Sx3O7NbYj78yo7trQpYmCVB6YDiOHSFsJckL8JHa0Sh2hvjrkh94626WWvkPwYsUbUA
MRRqCue/n4wj6ppWMcVTB1z7j2Lj6liZHqwxpgbZP/Ray59v5wVcucoMArM0CejBMK0NA5cHAWhG
QUMDkQOADQ1pl04OTSGXwnhsUbRotLGrviblVhv3yihM9GcCkIteVmDPpCdKAc1B4rDcinsXsolh
22+kli99EoBSwBQhZLegRyYn/JahyKBlV9qx9dipn92m2CEtv7O0t+tHQW47FmcOPeh4G4iQCi5d
8n1LYiZ9xnInbrNY++6WQHXv21/j/IPq34DwuK2y/19r4HhGlhH1XTnMnaoMxIIzrA3AhjtxXf3F
smAwKJMA+4UHgUwKtqSeW6u86uNCs/0PHnP86/O1suz4PphIBcuOIKo/PxujpWctum77GO06gb7z
IBZw3YBwDpIPFEIKKHmigcPGM/jcAK9VJ4fUbh/b2QQlkOc+B8z5wf2kfG7osrtua3UwJ7YkP1iV
SuYNCWwpNQjm8kBhW6nMlV0Mdkp0FiJsB02TDFozuWLac7f0saU+DZ1xdFEI547md+2wv30sIJQE
KgFBr5DolOatLUpQvLRgm3vv7UO6FVKvTRX6S+G4POgCohJz/vkUJFJKSugA1i40rO/sG2u44mAI
epp/vy8tRa1l0CRIyBBXy4NCgsLZSJqubSsAyKFCB6aUS7K/pjEUQxvpGBPzZz3/02U/mvZboX4t
+S9rE4ctt1D8Hg2A3ihXIiC5hHpaozIt6CsZYo97fmXuVHLsolmt/F59s4vAK+6q4r75xljQzAH6
EEn5CulZdH1DgfT6tpA76S9+irQv6trzBl0xhnh2Gp8pT6Pydc6/EuWJFvuq8q0+XrJnPf943ezK
FYQDDIgXVFEQVsr4hRQ18rakGdzQl+4rGMLB433dwNp6uhDXAeUNAAyAMJzvR96ohmIS4Yecfsfy
Y+u1d+PSBrp5LL18X7v/XLe3OiALcEYE/mADuMjIuSwvOs3r4gTo91ZJQt7Mn8ab1eTFMcDzAtky
TQNxtUyOMnFSMb0BPQ3gOEpzULbEalYiTJSdRWSGCFPUVs6nzVygtq2kSRur7WOX2eE0vwzuo908
96zfcEhrMwZhCSTFBCsJFDPOTVWNmQyproP4KEN/zoK+UT+b8exfqONtbAax2NKd4aqgb0I4hbTF
RX7RSqzazvk0xJNR0C8V5d1Oy97qZDJCnaX1l+tbYWUOhVADwONAg2AupYEBn0scoLKGWGGQAMn9
Qbl39WO27KbbX0yYO2wHkQ0GWECWtciIk5njIkgMQd7Q98HoboGPV9y6+5sCGrxveHnI+JxOS/Iy
m50+TlBa4E6YtVvCfWJHyWsDBnzsA2xo86KB1yMF4bVSTXGflvsZSSuH8Cd1JMdxRluUU3+wDcYA
HlNv3354ygKBiEcImsbkKp+upvPCe+RJeGL4zvBlgjpoOmu3h0PiDYKKnCjM4GY53+Qt75PRaMB9
ln/Wvi3v1zfa5eKgSQiIILhR6B5e1KSFkqfbgL83Hkf6gKDoAURfG9fi5SE9NyFd60PduUkHhxn3
6hQstXt0FeeDt2zRacsECLiFYAevBZwavDexF87naWDcnA3gAeMi6erjbPLRX5LEDJxleHK8+s7U
vqSsCzs93aFBN31kCZ3f05xU39ymbfYetSefQ4b+ALam1G8sDeRAdWWGQ+WmaJIztxQELq8XtO2J
cgEwNGilkHs1Ur2YzHlJ8zgn5SE128DVDtUy340uv7MR9kK54/par/B4wiK8JLSFsVmx4tIMjazw
eG+QmBaqFpga9Wv90Q/7xguJipqiA04BX1c8I0QPKdjzU+N7y0yOO5yOu6nPhw2fuhI44AchBNcE
+g05eemqWDqGVCFk+GJCPs0F2MDUHaMPdXLvTh8AL/ILTd317TfP3iKhvfSvaKKAswBnObh/0BR3
PhMZSs8LcyiNLQtUpg1/o2As9bPJbX3aG1FldOHG3K+sNlJfSH4B3rASrul605Sk0kjsInU/dw9L
Q4PMO46ZFZr8bXD3pvIh7Xho6PeFXfqV9sXzWGBbIehd8znQb2zdF6cFuB3AJfG+QheADKuiQLKq
SzLS2KH7Lj2mW4/ElVN/9n0xHyflRVaR2VPpQOOeoXOi8ruB+fTWrs2LUUjr2FDLo2k30TjNrV3D
3rX+xuKebMGUchC8nO3UAt45nt2gre+4fthE+6/4YHBbgj4TIZ9gvZAcV2rgtVa2M43HH8Tde9oG
dHV1JU4+L/nfDsGmVyyYI7wJR6iGeH6zVdaRG3f/M0uQrcAYcJQvcw6WXaS2YtI4n+8nr/F78PWM
j/jfMY9AAYe0CpwhMpcvPKEbTmTlKINABplM3GNIE8lOrbJ0brVuQ2Pde7ToPl/ANIVQSX2G2tXG
fb9qSlzB4jmAXLbkP019BFmiybBQTZgm4UDRMH0EWrcZb4Mv/J5O+8SQCEZPDs+gW6wyGxgytcht
PnR3153R2oZDvzjqVjqSa45MC8LR6cz0vvh99ge6nzY23Oo0oQaKeBLfvyCobKceYE6rpbFiBIV1
UJ6Md4X4aIW/Poq1fY23H5KcgAWK3sDzSbJzkzWFictj5qHjhUDUQ+34uonVkfwxIfMFklor9dG2
SZxWO6x2rUduHozJrtgMYcWKnoewBmDf/w5GhtaRZE6mzPZI7GlAN++LcT9nu2HYCMVWF/7EiuQK
2qZjbjW6JO5zwGj9eguKvzoKPJPwoPBwszjSklDVnRQV7RxxsgQGMlActH13Vh1fX5XVhQdNPdIs
wOOjkHy+8IBu1ijKWVgVgq6S9LPD79rpL46IB+SeiSwk+DnkLnTERoMxW00VoxCu5ftxSztjbaZO
vy+NoWrRALhoXRUv3idr7sMcSbsUikXUU7aiPvFWlLYWOoKRKEJeSlCuSqaaskxy8J/WMSmyzncm
858icz8BBRuoDTSMhvqIjmifGtmhanq/Z6bfGWTXObdK7CHiQPuujmgPsmKgWpF+R16Y1LUJClt6
smsdNADe7g/Aw4pXLJJCFp5l0vcp5QNjVlnGetE8NUnynXr9Xcnz28+QUHQD3EcXFVP5aa6XHahl
SQcz2fd3a4vdd+WEnn1d/P3E8+dL20KnsS3jTH+hTrwFytr6vHSDGRxUzi3SZrG3vHk7u/h088k8
I+KXfv2UO0s69x2JrQGhxkfF+nirjqXYRGDoQaDxH6p/aQALhNz0jgkL5q40d9PbrQNA1UyQEguV
TME2fj79o9l6CCnhWnTaHvTq06BrYZb+um7kchHOjYhb52SNZ7sFiGfGrQKNiqAwPpr1Vsrg0kOe
W5CC74QnSmdyWCjQtjBPoEwK7HoLzrllRHL2dtdVdpXi/jXaY9bcLfWDukUBu2oC5VHgbCxVsG2d
z5Q2pwu0tbEcjrJfFs2foBvs6V/+YjlOjEiXIk+9Bhk/GJnIW579aJPbwKII5rAYkNRD5gsIW4Sq
54NYiGkxlWOeFPSptyWD8jFKQf3W3bvymD6zI3dgIWYcdHVBCNF/IeAlomHFDrzfu/vJCbo3tCKi
i/H6zK0UNs9NSutj6eOSQxWWxHkFJpg5AxHa3Vg+KmhsRHWo1vbFBM7t/vW6WXEIzy+0c6vSghkc
vDkTh9WRhckQNvMR7K/m7cUugCTQHAAyErArXnBczG3vpH2tYDqnFARaT1r2/fow1twAeAvQIYkS
A9qoxL194gYUs62HLFcKhMkZGlJfkiz8CwMWcq64E8E5aEmrsyST55qElbHS3CeeErrVcLhu4TI+
NuEjcWGBXhMOUy49cmfWFyuzi3jow8IsApc8Nv39QvLAu5EkWZwikZ90RfoKwYyMBShL4HrtZkrj
VKt3RvbgLDe2GF5YkKbLS5e56BVYqJ9aY9c4++tztbLcyOQD+IiSPKrnchpXIYzMzahmcdXd1UFz
I1pc/HoXWVzk0MCDjLqfdDFW5pJralY0MZvei73Sf7v+61c88dnnpYsx6Y0m6xp8nuZBguNNbNGs
vBHBXR5saAzhWeohsNcBYJAuRiRJxwRt1vWraoZ11YRzlYUWOfb6zSHcuR3pejQ5bUoFIgGvIDKa
GlyQP65P1uVSIxmBEpGHhDRwJXKFzbPLAjArmr/23237AZX5659fmSYcBWAvcBiElre0UQfiTOoI
1TRAq9x/bHXekxfB/owixz/XDV0uOlJ4ePuAsgw7Fmw/5x4qZdSd83JI4k55qYZ9uuztraB9ZarA
cYC4HRAo+Ft5LHpteLxB2f815bvmW72ltLj1eemqMCuT1bqHzyvszf3W9BtQm0v/J3qj0A6HqgNK
qXILbNV2ld7qXfHqkU+G8ZqVXzzwJ+dhcrvzQF8OXjUC8oazYUrjsKDw4kxWX76CGgC8BSDddXbX
13plpsC5hsAaFwZy8pZ0wMHklduD6VavIIVUfD5vFdO3vi+dbUgtmErRJNWrCaLE6VhNG0ux9X3p
TEMBZ0L6Hb9f50fK91tkGStHAdVsXDvg8POAX5eCOKYxFTdpXbwS950prW8RCK7kZnjzIpxakRNz
XcUrsEU3xavi+fV3++1/+7rkN6jZuXVpV8UrFL0XvuvMu7/4PkQn0GssiHdkSPzIJqyvlxevC+RA
SThvKc6vrsHJ96UlNrSkp4WVFa+OuWtBDLcE5VYyecuEtMx8UVDmQj35VTf3Xhbm7kG7kU8KFzVo
/v+MQkZ5kLHgtQPg4St1nfHHTEwjNtk8B1bXJDuEWMvx+qqIWTmPlmEPzcyAOaI0ekFtyyG4rSzg
M3u1OPchJhem/FBbPzuL+pXxpV22yL8uDyIKmkiPAwOFq+OikZ7qSUkShAqvrfKed5Nv9rdxL2EU
5wbEDziJmwdw9Rk6+Ptelzay2R2b9tcnbGsAYo+cfN+yeFrPHEc9WY5LdbcJc7vcY+e/X/K0dUrY
MniYoLQMGyMcvadiuNmPgFTgNz7TMhCb/ya6PRlClViTMaPDIEYSFgCseqsZbWWKoNYq1gH5fXhV
6Zg4WVqXIAG0Y719ao72lu7v5bWKn//n83KsvzRNa1ZUseK6bZ5AAv3Tc8g9iPtCpDQO7rhF/nEZ
T+ENJsRXBA8OoI3SaApWDFwbkjkuwuxbk+3HKpi921cEbWGipwN1PtEleL6pypwWXmeNakybF853
xhY8aWVFzr4vhWqszR29UPD9zIib/kU3NkJzMQfnXsQTrJyQ34aIDOI0Yf9kR1lEPMkKe4yrOhI0
GXc8b586z/qJFvVfjLf3g9ln9172ev0sXiyNYH0AmgyHHuK9mnztZtqozAt6bWO1Bws0GCxakPI7
n9Pxx1/YARYO2RlwP1wMrzUGrrgqBGNzCMV2Y1iysDEbP7pu5eLkYxRoqAfLMDiEwAAheZaEDw4r
ST3EtDqghJg5oXEj8QBIYcEVJhYJbIUCWiHdkVAyHDKNsy6mirsE+RDOmTdv7IWLvSZs/GbiRCQK
fW6pJE5Gt7DdyQTwMjmU/fHz9Ula+TqoUNCoKQBJIp1/vtPARtkQZYbaC8Rsx33Kdv/T5w3px4P6
deyKBZ+f3EftMJBbw1D0bp38ehnqT6rEsNsRn++VfbqzzP3f/HoBWbfAUY51OJ+cAvJKCQCDczw+
avVxTO+uf35lg+LX//m8FCEWup2MiYPPz3Tnuh9M8iFXbt88eNqDoQRwPfQFyVSutpKDwKVmapx3
iV/ez94WGnllDDAAnBNOMw6C3Aje12BwmeZMhQ5j4qeK4fOSBeO0latY2aY6rCDWFcmcC05kCPkM
I86zGpd22PDQ3WqCWBvG6feF/ROHy0fVazKO73fqc5m/VPV+yTciQ09cOmdOHQEhqs5iHVDKuugF
qwlxIbxpLDEFq/edooIgQ+/0Iky6Mc3ga7so69yD6Q5fcLdMP5i+QEqonlRGfUp1Lc7RvB2YJtXM
XZ2CHJX1LvW9riN3JEuLAJjF6inrsvwHXq1g7qemOil7ffKWcHAm+95dnHE/ZlBdQW6PB8ZcF18h
8lo859XUcCB5IVnicK/zNcVJA+pOVkwNvevvSwvyimC36Y2ZWYGtTtDacSqQ9iWdOu/InCoR3srG
fig0EK1bdRE26gR9EgNQlH2W5uk3nWdTlHDrq9KN3LcAfPOJOg7LrukcgGz1NFA1XhwXr4VEmgFp
x0f0FSp+3y495NEU03nL6gxUg1mePbSU9EGbFV3U1PPyIzWN8aFG225Iy2UI3FzLAlfp1H2btE0A
DCR7LV2SBm1Rd75baiOoBk1QmqG14rs6OZBcr20z5hBYA5NIaiXBPNf2s+0t2nfqgqMxaIqZRfD9
agrYgzVavpIk3stEONkzJ/3Wm4m7BbC93Iy49HG1ICuHDX/BjNQuhdk3Y27GBrQFqmRv5rvE/n7d
91weqHMb8oafBta2AHXEWh56Txm72XPi8yLJhCQHGnflnlrXaIy65o4R21y574IaOMO/+P1AvQtR
VvAKyY5NMesWtKBYuhSBg6vHA9kYgX1xWjGCEwPi7yceYUSjT6pxy4wX62fhGn4LCktG0e+xlQpa
NYTcJdp18Vy8QFRBdLFjRcLMmLqvE4fOy6d5/gJBAf/6hK1tKg0VFoDD4UYvCun2WOjThPcvOtQ6
P2vvCQCfpP103cjFUwKvH/SQYdVBuQVnJ37EyaQxmtGhbbkRL9wIF6f0a/7EzDtt+EToz+um1jYw
IHwAdwJPCZyDdDd3tTr16jBpscE+cuVlqyn8dzHl3FsLBjzQyTvI7+PBImXQCp3nmpaMWjwU4Lmc
f1E2HVBDCjJ677k/9O6esMdJsCt3zq5pHnj/Ca0KPrPb3VLFWvU09U8V+24s0LjaCHrWVvLPL7tg
u1q6wTVSDyPPyQsD5SsQeONG6Lw2uaKhEU2auG4NGSxd2JyUZGp1dEUf1flhebm+drLQFC5wBD5A
w4KPykZfoCVNrqoOqo4rDXveUAMHdGOVXgScfdTIsSi6QJ+LkCkfHHef6Wk4Tvuicfda/jOB2nJa
f62row5upq1w7HLQusDJQA8X+LbLLhDHXly7w2MsAmlc4FO33YjFLg/6+fcll9toY046CJJEM/s1
Gc7O1PvdXNy5/bhhaGsg0iksWGKYzQRDBq6mUQ9ovmw4k9WhYJ4ABwN8Q5XXLxP1/RS9xJFp1i+E
za9909xNrP/a8i3cw5op0W4G7wjNOLivc5cy4PGV5ENtg91+erL79NC1KOB2XhHoevrp+r68PFng
xzmxJaUN2hrSxEUBW4PyBm1Gf0of2FY5fW1xkLEVjIcCWSO/Sqk3TWaSJ1bEnNH3eugrbKzN2iCg
2oAqOg4QKm/G+YRVGSkLtCpaUWZyX4WXb5Jph8NzfapWhwHkIdSwBIOuDP9SFD4v1LSsyGuzQAWf
1c2Idg1d3OIagQSqLiCO58OwidklVr9gGEOx60Y1pKT7OGyyw17iOCQ70v5y9NEFPFC1otxNoOAF
ZwoBSYO9DuhALHbjOASzCqr+8ovhfr55CkX/KrY2cgeXHFqeRjJ0vdhqxFK8nHxP21///spGOPu+
5G+ytOc24/i+MgSGF5o0yN+uW1g5m2cWxC84ue6dnHp52sPC1O41958coMrvZAtQv7LTQKwg9AyQ
lML5lBZoTOxaBbGQGjnOc5E939xVhnwtOKqw2XAqwWwhpXCU1GbZYIxq5BksYOOOJK5PtupZF1UB
yYiUZUmmRulVUFpH+VLhAfGtmOvAsV80tif5sWMby7K28CdDko9O2zqjptYcy5KzZ6ey392J3btt
tru++pdmEOGjncgFxzUSefIlgB6blKk0WQBv3uXTXWr4bItYcNUE6im4aQDrcuXSfmZVmamxZQHi
6YBX4kiP+bDhLi/3MConaGLzEEgh9SmHrCn67xuDWgsgjnagtXuqPFl6VPEbtcJEqvDMjvgdJ2el
xTZeKLWXWGtD+8eypX10eUpUaAoYkD3S0AkA1ajzz+c1MfJcaUFAwYKlCNHTdH2xt74vXY2Muz0y
JJ0T03JnCY3DYot/6zefwXnELcJBlMXBdfsbgXg+BN5nekZtksRcW9J3SN0nUek67wV63d/KMaMB
NWodHBsAi/rloCx70Unre0R/SLLqbtTVYGTKz9ZSXvXZ/Xh9+CIgPf9tZ15CZtefW/BTTTMO8DI+
GMkh72I1/6BD1hE8YRvR26opIOHQjAwE1oUs4qIrWmr0VI1s+msu3xa9DCc+HvI0rppiIyd1ufkx
LBtYSTQPoJdXvsXRDtd1c1apEfryw0p9T0QIjuhKe78+fet2EFkDU4EuQJlV2inBFKXavRoV6UFz
8qAm0E18NciP62Yu3YUYzh8zkpsF5aA+6H2nRkOaBaWSQ7zCUvxJSzeGs2ZHQPFsoV0FBJg4LCdn
GbcUsVOWaxFEMVM9bBbf29hvWxbE308toJNWQy5Pi3oHGNzq2CUAXm6MQvxKeU+fjkLySFXlLVW5
wAY1fWcOyy0CkNUxwO2hQIJs58ULPZ2RUdWSQosW890sHhGxe+PG/l0dAogNhc9Dnkmuv5TpVHuQ
VNGiphj98egis3d9R20ZkHYUCMSpVfadFk3W27Dvuw1KpMsuagQGaHr5/wH8/vvJOpuF3TJ9YFjn
rnpgqB/3A+45w5m+OGw82i56UpfqkPD+rRyckChZiNB/p4JUpLHpjproLKKVF2SEh5mBFG2XhwVt
NiDVq5OAdIAgyxCCGdIkzNOSt1bjadGY7VxIjG11Sm98X45X0mphc0JtLcq1A8nv2JZHXf0+MDIG
XvegAJNrXKhKFOmY6Pj99ie3//jp+hZZ821QsxAvOhEJybkSewFTfluluggg7xbuBbN9GKZsN01j
eN3SWhSJlubfbD3o4ZZTXvrQWUbaqfDWM7lzvHIHXsS72XSDSVMGf+ZoyHVv5PVG2IINemJTiius
0u3ymcImCmS+4t0t1YNuMN9pf14f26qzOLEjxRckscu5YIsazdVncCJY1tc0/YusxdlYpJfxqHU9
NhpsIPv0YZjmD4OGoliDmkuyhZ/+DSe/cK4n4xF78uRgl3Rwknmc1UjleVhZzzV9dNgut73QnZvd
Ujd+CrLBqv1S88+NijfA6/X5XNuVFpprUP5GadqR6Xp6tVpAjWtgPi0ES88QWFRdfySH61bWdqSl
4YkOIV/B2yP+fjJKs+4sVKUwyin7QMlz239Qxo9d9hEEITu123jW/KYBlOf01JrkhwgzEs4nWEMX
4b21eLschCNQFQgQw+w0tblj1nis8yZ0IcatustXzouwZ+lRNbRwKJd/0tYNesY23ONlXwbOyMnv
kp343KR9Zoi1dsDs7Xk/jeSOOsjyDb5aHDPq+apGdslW3+/qCv+Ze7kbIHP1PE8YTqZuzmGTmZ/t
SYE+WLdLibsRkm6Zkg5nD0CsXVAcnH7eV9NLM4U1OxpbrZOrl+HpPErnc6rmhRkunuKJQj8Qje8T
u/AhPfaotYk/p+hwTS0kM+fYqop9X1QvHbfvZwZGBVLuSdoeW7RCkIyGBuQsCOHQES/TjYhjLV8E
GRmB/8d2B3xezNXJlp/yxuuIJ7Z8cV/XR8dW9pp5N7SPc4uu6zJ5zBhiz4r5HCXQ66dt7R47NS1e
DiemXTrkNra/GrXdjt4TZXf986uHGWRVv7PyQM1Irt5GvVbBcwAuq/jlIUgvy8HPCSr6/VeDv2fZ
FjZkxR4wvriSRFMLsAnSTFI6ep3iESRFQLJc79VfDT/Mxt7SPqZbIEPhGSTPgceU4OwDVzgo4yQ/
lRVU9eysxMzZ86/WXXwCjpPKzWM3UdGpNZYhoJp7rmzJHK3carCL4cFDoI4rk+SggyZrkzJTozE9
2CSElh/kj6+v2sqmODMhnU0kTkdrMDE0ZaoCjb0BWXf7tjuzIB3LXB1bh5ZYJwcsNWAZAU/P+D+a
kG7LolKmSZ9hIqGvXXef34yShY4cXDRWAV2Bopv1/OToaQo1QlLgTQ3pyHHZARMTXl+GtZUGsxcA
oKJZ+aIe3Y9WNlDPWKKKmV/pVIRAB/6sNhF6q2Y0PNdRpUB9Uk7ukzYjfUmdJVK8e88+MCX3FzT9
XR/LirtHXu+PEWk1lApeGEXRJYIspa/UkOPKfa490nxj624NRvz9xJ8V1VQRj5oYjLnLusAr0cO4
YWIlmYJCi4qaNxDSou59boKjAFP3prdEqXY383uEXOPnydrgD1kdB+CaqFMIwMZFlrLt7cwZ1SWa
tUPbHtrqAGjP9SVZiydBjwyibWi6gAxdTlMS1ehwHc1zRHT9mKipn9PheQBaZyTObqyBN4fqa9kN
v3qje3CIGYxtGfTG1pKteBv8DOAUkJcCG7HM4at6o+KazJgjOyAFDcylvj3UODMg7b1MM0dAjp05
MoFBLnaN+a0rVL9sb2Uux/YGdhCtJWjYFEp05/si6dJmRCUO3Ovg4IOM5YY3WIsSwNaMNydoIMCA
KncHo5Dcg2ROmRHKjKA+JUdmlEHtPFBD2aPV1Z+1Jzsp/NZ6UZ3v17fKyumFGwLDF6BD4l6VtvyQ
6BRJC9WIOnvfu9+dJkNeflNxeOVgoTqH+iKURFAylQmtRiAXF0Y1IyLFY9m3YTtD6pz/qmovQNX0
L0YkaLNsD0osOMXni6WDB9eYB8OM3Ol5Sd7t4bnQgA4jWxCZtZkDyhO4H6BKVvIErW5m0LSFHdLt
TOu+q31j8NHMsbHH1w7RiR0ZFNvNeuGMaKCKJvfJyZkPWYvrE7ZlQLruUGwCPsqAAZXeo8O22ILw
XxJQ4fhAnR3JVpQugSWSItF8ykDoVqtmVOuFeuisofUbbch9VLzLRyNFnihZOnZgdv2ud5Pm4+nY
BB2wBL6XjVsVnBX3i2Os4RiDrMJESvZ8e5RWYtSZMllR3T8yiDdUj1q/8cRbN4E7VxTt0doteaWh
71OgDhorsrvmvTDTR9erQVBr7f5i3YCl/X8zkleaaJotvQozuQm+U3cK+V/kMzFXfyyII3By5Za5
2+e2XVtRQT7yHddfrw9gJaQH5Z7gBkNh+/JxlGtLlleNZkZ2H1rJg5kjSNkT+uCqwSacZnVNTmxJ
e3DuOK4KXFJRNeh+oQduA5zrVspo9SSdGJH21jC0M+l+G+mDn+rt6GwcI3R6QLsI9MAXgYNNUNwe
8wwOB2tt1Mqj7sx311dk1aedmJAG4Ey6Wiksx0nNavcBvbVdYCugIu4qCHw3ZsX3t9tzkPKHziCu
VbD8n28w4LU6e1Ar2OvN0IXClGEOAa2GsLsd+48J00BMIwr3EC6QnJwzN1yBzrIZKezYkOPx+jjW
Fh5XG24CvH3AEC0dRWrYRVlqKVxo4Svv5RZ9yNrmPf28dA6rerDnXCzLaO4sGvTto2tuwARX3rwI
Fv+MQDofblom01hiBGl1AF6+rlAhOFbKDo3Ztc/tjTfD1oCkfQZdhzJtWlgzGhcZ8KdJ0wDsO1xf
FPER6RkPEBik9ES5Ep0wUiAAGiqzrwxiRjl9HRXql2gNTq1vuvG5cV8o3MB1c2tnR0BP0EWGyAN1
y/O9jH7/1gNplwnkiQ4I/md7VMJ8Ij7fgoeID12O648hafIS8HsXTIehGb149x3hz0MGZjKaFZ9L
ZDNClxlbsc7q/gYFAJgqNfFPOqe1100N5dSMOH9xs10+bMRs69838UZF8gNNXtLprClHYGwtZmRl
h6bwvS0JzbX9Buo7eADo76LNSzqfKJ4zaJo2emRM+6HaoyRBt/Si15b/1IR0Rotsmgq0AOlRBhr/
JeT6fZ2hL2Jjk61NFBgfNHAauFhnGQ84LCnokXVdj2jPWj/XjCXwerYFClzbYYKoDbwxiNvwfjvf
ymreGNBNzcGoqBm7fLHvvMILjVnBGzFr94bDgutHZ3VUAA+jTRGkGRcsTFOSKnatoShmlUH2Nm69
r1aXBuLROJXoLrhUu2xbb5k1qkfOnCafnZIbkPNuy9y3ZlMJPGuy/uI6QKIS2UPQ70D/QNpu06LU
mml0OmrZj07zZG0dx9XtLMCOYB5HX6wl5vMkLmvRflT1papHhVaGLAM70U+NbPno1VmD18QjSgXw
VE6GtA5kI6rJxqw1lq8udmgk6t6kz0a3ES6vGULKEyly0LGgk0UaTTfa3uzmWP1h1IqAWvSTPumd
r2vA1hlU6zc229rmPjUnLU5vWTYpoUwQDdY/4Fosyn0CJYzx0/9x9mXLjePKtl/ECM7DK0UNHsus
sl2uemHUyBEERxDk198F9z7dEsQrhLy7e784gikAiUQOK1dawdtlrV47JcHeLHIGws2VjJqBIKC0
Ag2F5PHNm74ny65T8R2ub91/IsxTRWhNAKsWBhFed5MH22a5sfsbI99fXsiab3C8EMkcGHXvF4Ri
xwCoX/guvcuacPL2eRJaf5Mk+oAwKHWAdBEQnPJ0r6bRzMHScFlJO8w3uls5Xwq99xAgEOPG4QFq
JW07uRHymoUOjl8MLbj8A1b3FCQZ8BxQEAXhirSnvl8mmU/M2EjHh7Yrf/I+QX0GWbuQJSplXNWR
I2Hixxzd5LQFNHvWKli+btv9rouDkvZV3B7ZWxDN03j5kQRGJ+GpBOJUCw2EbWXO5zx/dKkiZFhf
wX/fl1ZQlSYGFeqFGSOtFfbm764+zB/AN8Ft/0+GuNJHu0TmYukDBhl9svANd5av0HwzzCn7evns
VYuRXCs2pmNhuLhPAOHskaYNbY1FuabQMNWRSI5pm/GCNzakwL7nYdd7h6T2P2JUQcqFcAT/dwa3
JWy2GoZ+KChWlD5o+qZ74Comi9XdOpIh7ZaHnklNwwBLIGW+Z3w3GIeR/f3AgYCtBIAw8Y9cEquC
Oi0Niq0yq9s6+UbtPNSnROFUra7jSIhkRZvBrIzBSrAO55PeBWHBt3auYsRePfQjIZIRLcY2J5YD
Iab2JBgzrs8OWALAgXEVIqmF8T6ndwTdtQwTHR0kcikyxT8mXeV0nC8A5H4g+sMcErxlYHg+FbDo
Jsr6GnK4HPMR3LAerqYbE8ztgEaB2vWdJ0+6Fokx804rHQQBhb71OUYwLIog99y0o56LLkCwq4Cj
zZDpfVrOl27gSERazZzep5PxgmZ4YK8q+jnoVB3c534GUp4oj4M/DdmasyGbaTKVbjkSO26HaCm/
YUYi+vX19DuoUi7fkbWDwU2GDKAnkawT6n1kHfsONBJ5N9hx8gCEQ1IrDPz65wHKFIOIEHlIissH
s2dOgdhML+8YCfP+ywd+vii7IUGD05e5F7uaJY6Wo/+snzcV2w9mfPn757cb+4KSHgoroklaZrHL
vIr7RZA5ceuhCnXIXWAgFQZkZYvAfSxGlSCZCWyTpLkOBdq9Bc4+Ngg3nps8mL5rPLMPlxfyHnad
PuXI+6FbVhQn0Sktz7IPaqAth2E2Yg1T5QZk0UH19INzD37Ja+vYoc/Jvstve/5pBsvX0vyuRsUF
WlsogJGiXoSWMcxMOVU1ML40qWNrerxLbH1Pc1Phaa5cUDEa+P++LxfCFrqko24CZDwb8y7t+y2v
s9DstG2SKDIOklYgOAPXDxqoAXkTREkyfKXTwMYbJHkTa/2bxofIo5+HRMXBK23XmRDpYeFdBjIB
o2jiADPqKKb3bC5rhOr70tXMtKWbfAeLcC3ARdjnslMFgavbBIgPEg6CsEbu2skJYUjV+TQmaB3+
1vRh+fPyEtYFeBaMMmLlsyjTs8CYQNhCEfy59w5mTvsDxfSnWmFkxOt3dHX+OQnA/f9PjNjJIxtZ
MjD/gISexnD6Q8b2i2tuOAcMNn20jW959u3yqlYPxtKRqUGHMP6RDr5GFwXVDaxqyocN4JahqbKa
qws6kiAdfUIdve17ncZG7R8wsGtjuJ9Qpt5w78n2izBXjSRaPScxIC4QQRFCs9MNBJauSHW3ofFi
FgfPXP5ilB96hxJN8dpIr+Y/B3UkRwqac97SBmTZNPZMOqNQw9yt0c/tpuajFTJv0D6TZSIfMQZI
p4DbFnAfoCZOF4d50i1LXWjHNJGw3Y/JbToqIATr+/efCMk9y1tqoNAKEUGuhe5t+lzAh7qsdKsi
UN2Atw8Sw7PA1eEus4ZOo3HhfK7Zn6B9zJvtZRGrp3MkQgr2GnS8amOTNTGlCzI1cY6RTq77Oyt/
G6qq8Zoo4cyIihf6XWWvpk7QTlN1SR0jub0xafWQEBoFhtGH1WJ/NQjeu8trW9s+cKsK9zYAVkp+
Eaxa0yt79urYBK4oz/JtQdHbVKrQsSoxkmmABzoZmYd1aebvgk6h1f5yTEWjyOreHS1FMg5koXPb
gW811gyOmLyJnCrOWRsOerpFT+HlfZPe7Pcbe7xvkmnV0gW5oQoLCnA2dvfqzCxiJt0mV07D/J8g
HzUIuInnjSW6SUCRq6c0NmvnTrPSeyvLPnBLwWQHoILgPjnj0vFSdy7SHDqAWeOhNX9atNcx2F3e
r7W34ViGtF+dMWmJxZw6JjxqUJG6cr7E+zYdf18o4NFT58yuXWcGvg8CqLBf+ihgLFTyya6dOlov
BdcZSreIB0+lMMx9ajEig8QGpq5pNsD8TWSRX9RUWJzV3QIHDab8Ysa8L5uBPslz4DRLAmjU59y5
SRbFrV9dB1x2F/mld7t5ug6LTH2Q9y6J9WU/VE04Zpj/UO1/Xz7ztdcasxYABQeh13lt0MbUd+41
lMbaUm+y5jAu3632lmUs8qw0snuV4yk3P7wrAdQY4Q4SQCsFO8urQNhU0ZgXznLnac6yKbTOinRu
aPvCb+2Dy9hLord025jOvE0tt9iyadTDjtIxNFp33syW1YVmrtFNbgb0NvHRF3F5W9ZsIZo8QS6O
MgmwkNJj7zEXoLohgMmtX0uzCRf3zVSVFlUyJHvrjo2uGbpWxyiXaO2nzqEYrKy40qvHe7QO6TIs
wVynJIBl6oPm1jOnz561vFDTum2LJgJTXRvaRalI8KnWJZkRYpismnzsXfdGvMeOREzVqbIqQbTs
I3T2ASSVVoVq7eIZbQCXDxy1LbvJ2M96Zor7pxIiLYMTEM3Nc0JjVjcbGwDl1unCvnj+gKLBu7Nw
CYE1kalKPc1gLmEuDojeAYy2X0xvYyCkuSxl7dmF8yVIkEBrhRlFp7akaFoLfWIefDxGoyV/Tuie
BF04t89Z9fuyKLEtcjxzLEqYtSMjXyDNYbgjfD3OXyf2aCk+v3YqMO1gOcAAViBDpUvj1U7llQDK
xUNa3ae+uTOm9EbLfAWz0+oqfEzWhLcKYI5clveSNm9ctuBu2g0oZHXtSfP9n5d3amUpAXALorCI
UzmjOgBLT51olleiYv6rKratsSs9xW6JrId0GOAUg18iMkD4V+jF0WEEtNAcz9HK2G3+TslhcIMN
xhpspvomb7LICD61s+Lyr7xaJxKlaKIsEaOVOBscP6gbrYcWlJBkcUG3qGrnWNs+Ub+0PTSSnhuB
LGdEB3FLGQ8YbgAWww4IVOIr3K7V5digmROu9zk8wyIkWzywNMZm+uaQZl+6h6IfIoNeiQMRzyJS
dKK5FyMKwZcgFPLopMaurRkdoQy29hUMXqHhvw2twvle3TEPNOtIMIGJSPaMUtNt0gUUm3FthosW
WSChmf5c1um1/RJxuOBQFagJyTK7tM19v7MrZDOcjV+CFcrgkV7Ce5kVt8dduaLggkXmR+DzkPyV
Mn5aMbClG7sqDuy8f2rd8XtLkppuHAucb2FCtKekTj7lVb7T4iK1d1rl7Cj8kk2SNdphWAzy5hl6
uQ0GkJi0TeEibFzqN5LM+WFazPJvhcbTXbCYwUPpdtYtY+m89xet2zqN00ceqsEHsE/zOOmbOuwm
cB6Wml1EUCQWd1UxPbBJy6NOn8zfFCOC7tzG0Gi49FbwS29Gm2/M2h8jaxzNaFna6e9gg68N+f/p
T7fo+UtKnOJXSmlwoElu3DqUYBbTiDw0Jvm8FKzG4NJ0SQ+55i57nWb2DgRGaALQsgVBKaOYDWWX
h6rM6z+jVedbzS1a9Oq65Q7szNr+A8eOewjaIZEql4+9L+yyyrMBd7Hd61r4yLWwUfXorp63j0lI
yO4CrS2z09Ol8qy2ggzS9NtHve62164Bc5SxdqCL0GcM9T29ga7barXd4wYmM/2zOAZGiFdfp8y4
J6aKpfd8KT6AshaAJUjNo7IkGUmHcpazpoSofTLeaKpMlQxrhzHB9wH4Q9cGsoZnt5BSY2krA3B8
Mubg/Mp6OC/tYmESNeZfTMNtSvkd7/Tvc+Lfox92b1r0TS9Us6XObYH4FcA5InUFiJNcIdXLutMJ
WG5igGtinhcHHZ3roUP7g++oZsKf+7mnsiS3wOE0sZzcKuNx6XbUGCJ3uSmXYdd0n/3OfyhU5nr1
BJGQQXcp5qOe5eWmsfNs+O/YYZbsmtS4Z+aVg8X+OUTRmoLiKVh55ClBRtkFg48EYFzqMBXpn56o
KAlXF/FeBMQYA+APpSCHZVqdD5NVxMsucG+7+eq300c1yEKV3zExhFHuTUq1zqQO40VMMnS6VMHW
KDD1OveK5873FP7amq4BloOwH0+nddYHNaGEVwZtUsTFUkw3pLP5rvN6HjGPAy8ctM11pbv3w8Er
BygQknJIy0jGomRzEgRTAd0296W/1RiyV7vL9mjtdEBGIDIYiAvOOpPcsXUL6lGI4Km3Sz2z2Y6m
svt+JTKA+wRyBXCHwbjKdbPKJHUflLik8/xcsM2QhnWpqs+fy4AiwM/ErCsXI//kOietDLvMx7qM
q9rc6uTVaX/6y85ASSh1VfRkq7IAJ0KXLJQP5aFTK94PnTs4Q1Yi1UzYs4t048ZBEIwSl5Uk+6LQ
vZ9LkjmK2sC5Z4UVHkmVzE8Ax8PAABu8fxk/CA9i41qjAe4GS9XTuirJR5kVMRYg/XLWKa3msuyL
tIwd+q1GW00xfTbd6/pAhXJDpUXzHc4Lzpyk3BP3rblD5T7OEV4tLApqM7JVCfsV9T4RIv5+5PCm
/oTSYAEh5Iftt1GBfMTl+7OyU7A54A0B7h2rkUM4faY65h60RdxMIBQa9K/NXD2Y6agIeNbW4aEI
KYY0AvUsk/KgWXvs88rEOl7N/kXLv1xexernTYGUgpEBPYnkKvgmG+BU4/Pgkti4BxMsHJcFrDkL
iD5x0pZgPjnze/hM+sUEu0sMnPJ8D5a6L4HhkF0H/3PTtnDfPU5/dprjPLhsYtuaDvWtTyv3vmGF
USp+zepygYYHv4EtRuRJqldrc+tP3M5jbmoR4+whm5KXywtecRUwZAyVQpHdOy/fzFNntLMGxaus
V9fNokq391l/3xZBZGQgQbMUJ7imhwjA0fABHluUq6UlZY1bsdojeJqS7jNxusegzQ+YDvt2eVkr
L6CBfAV8KRQgVopECZ/HobHyGAMDDinTv2c0uQkWHuej/e2yqNUVgUHLgSuON1D29sGkVDs09/MY
wxQ8HQCFx2vnZLybIABt/xUh9OTIOrTC19cbHBKbDBrNmoUMQlGpdH9V246kiIUeSel4l+pp68HQ
lQfTenSmw+WNUn1fnNnR98nAOtr7+D4o5CNL508OTRWOz5oInDowY4JVFgN2TkX0jsUSxL0wP/WW
dFGh8HNWnlOBzEWiFcYNHoL0+RStAhgl6iP9NRxM9870vwT5V53fedb13g6MnBgBBy/hPA+K3GUx
8KHMYrZoOxYEW/BWXwcRetcpwTkmRhyttNo4bTkEIkyNs2cahPnP68/6+OvSWVfBnLtpjq8Hw4bW
972KAUJuxT/7+eKojpSpa/q5cnrx8402oiTYlL2x0Yp5Syv+yc20GfxY/M/MhofU5i9No0pXrj0U
/7ThWdA2B0DO0x8Am18N89imcVqanxz21Aw/a218NaupDIe82hSWs68HkE4bxc5NjS+l8YH7evwL
ZOI47uiYL1HjF/Su/aTT5IXlwc3lY1yxbZhZgrIPdES0MUnHiEkc7YSBAWmsB/dceyBdPAeKO7Uu
AgxuBnJ9MNeSbct8t/Uqy03j3Nn15HaxbrVke3kV62cl5sYjDYC+JRmu5uZOCaIBPY0xQqf+ZnqY
ec5ngx00f9Du0eaU7m0HOSLqJdpmCpCWylo7AHtmqt2UVqdKrayuGE4lirIiApADzamhZqdzJ4sH
46kib077J6WKYFMmLxPXAxhgpLgxtBzzNGQ8GJD+DJ5xnYPsJf+NWuKvLLU35fBnaMed4ZK7se5e
rNIcw2xIriS0+ke28Fl8tO/gzZKu5uBnRWmVfhb7LN/wrwtoLS+f5+oGHgmQvECtmxd7TrwsbpZ7
o7zPG1QLr5tu/c8afASCNkrZ5xWPEeB1Q+8bOJpLu50GIyTt8+VFrDxV4NhwwTkm+MYAeZPsRznW
Q6+xPE6LKQEJMtdDWhEVWEYlRbpdAyaj1s0EKQUzQxvQkrFV9dOueJBYCKb+IRmJSrYczwaNTwMP
XXpIcrc9D/MZXn+xsO5uWbLyMDfG/CnQwadreUDAXt5DYX5OCzrQcsESgdAPeQG5lbe1lyKYbDjr
Wjveuny4rfzl2ZzYSzrbCoVY1bkjUZLOJRww1LqHKGDbkpCNWfNo0mXa+HqhUu/VM0OZDYQOIFID
AP5UMxaHWlpRw+v3xn39pRwUbtjapgFgjb5RDy7MGfN+kpdpE4xLHs/WvsIkH9+6N6px04JY5vrT
ORZknq7D0hdM1vEhqKtektG+0/rPQ81vqkCFoljbMANE7EhWo9US6YBTQQkvhqKmWhYn1b4zD7MC
dbj6eSRPkGMIRGeWdFPntMIQsgaf74PH6SVpP/AAik4QtB8Kslm5IQRlo8YowKqMPkcD08iWtHnh
qTPdu92iJGMXWy5fGEDsAzRwCOyUnMto5qYvGm5m8dxrwyapAdnjZdk9esnAm9AqjBDD2PYc09eR
omKRUzTppil19481jYEiVSAcJPm3AJv+XrREgsqSbhTP3GYaBwLgYAXEIMocwyazlmZn+LUfeR4j
mzptq3Csgxe0unOF6Vi7z2JOO5w3sA6cZeHKumAOGlfT2OX+nVHlYcWSKKv2H7gCGDWFtiiRP5Kd
xIw0dbawOot1OvzyC7qfl+BP2aLgNqi6c1cX5ANNCgZh0V8i/n7kEFP0uDiTX2SxUQZsO7Vz82l0
2vp2aicVNc+axRd5bHgXMPtI+5+KmjG1sZ1zaFHmjvxTXwE747RPTu/OmIttmA8d2iUjq2tnRciy
6seBGMAUriL6nWVi+wDtJxghzzOgpeqnJguiqnPCoZpDMCxEA8qQYGCqNl4fBJvEHKIJ1Y9ktq7H
72LyLKhJMM9AcNDJIJUClCvN0lQEAX+Don4Wpt+U5NZrRvpIhjzEvkk6LzF9yODjnk4sdNwmdOcb
a7qymevd0QFuRBe4PR8U91IYY2IGi1FiThe6hg6ejTE5X66/AZjkB5wLGO7QOyDZZqSY525GI3dc
ZWzft28oi4bG8GoOH3if0Zokxq4asHCOZE1Ss9RmlswktrIlTFD6BaZaA6jn+tUIsgBEKwjMz4gH
QdRdp0HJSNzNu8Xc5P7NACytairH2uEfS5GcNtAsd7VlTSSeuhlkcl1U8R8FeGdr7fcHloNcCbC6
YmCtHHsx3a5rkupVXFiR122GIEzoj3n4iK1FxkTEkciQnaVNEiAgOrftq3g0xjEMOvJIreH76JSK
qGfNBEKGhwQNiKrO8D1Fzq2AeyMQHQtI3qiVtqEV0P1C+pfL+7ZqiI4lSdoGuATrAgw3jQ2r3dW8
xOBT/37SAtCVODd57kZuqu+Wxf+yuE7YVPmLTQ3FxVrzSkR6E1cLJVHM4Dg1wmkPBiutWipMqxi+
YwTLE81UCGi5ke3dOKDggem8gGQBLieVj4zG4fWc1yQOWufZbpeoXPJoarG8km7w2ACvjtkM3sTv
LcCASh7cElrc8N6MLu/36sEitkDZF50D57mWAuNS0DpJQEyHJs1ea6Nl9LOoBwb4A4Lgirzj6eAh
SdaqJGWejyOs1cTL4rl28nSnG1pKwmT0Vd3MqwcIMCrAe8I1kF/RcunSwR2wuUa/Dx6H6gNeK8qM
/35eUlGSeIkzcrwgDBT/U+qH49fLeyVeedl/QykeiXwQASHfIClgV4wuq82UxGmz/PYacMJtNFLf
Wouznfphe1nYqgaIIX7Ia9jn6AkjwNgzA5NNoO2f0G8S6v2nynMUp2+sS4GzBs/Gx8Kkx7Af86Bq
SV/Hgw2CsIAun5zE3/sgkbZThoG95bYJ53BsItuMzEV7oJnxKaHZoR8nFeHE2u6ijIZZwcguoplL
2l2SJFNaG20d+9VwCGbjW0vdIpwRLGx56/0ds0pFFL62eBRkvHeQJwBFUphT6BMrExQz4lm7F6Ci
IH+zzR+Xj3HtZXNwhwF7dIFLkA1K4y7pwDh8fsvfm+XWyHZmsLfYB7KWIiMLiipkz/EUnJpGLw20
rGptEqOAuG8Hsp9043GpVNMg1txgjBKGd4PpXIIy9VRMnhhwtYOAxMT4Bh7yTZL+0XsWZt7biEFd
ozEr1HPNYBzLkw4II7GLDKPbYDCqTeX8NU3VO70mQBQE0H0Nouiz8c6U4f61Tine6Zs8vXOuL86A
HRd0SHCfwfEkB0OE+AzhhF/Cb55CFyRvTbtsLuvX6gr+EyGnxJFrX8rUB8K3zgYCaui2ejSzdFJI
Wc2uwltCx5sOamhEkKcnj9s+d3oHmIiTE+/bnPD8oOVg3XJsNh14mZR7RjLjph2qBDCf3N7V41yp
8Epr9xVpc5RukUqGrZJ+RMrasRowADqutWUDYM9bufBDXXHFYte2FB6VCRZs3CnkDU7X6oH701jA
TgM+f4xRRz5gUmUlVBLE348i1xFVKM3OIaGxNn4V8vJwvVJ4wMjjnACQBaP36fedpPczj2pVvPgP
VTRyReSxlsdAQVu0D6NGf8YpWVmUFX0D75bZ934xhBhHuWFAuuBtyLR7DLLbOKoZoGtm9FikZOBS
uNo5DQD2HeCa+JRvSHdjoopnqSZxrXqAx5IkJVswsj41yIDwMPcOdVceatvdjqTYjblzO7lgQaq8
9NbvMUJAG77WtRvVvvY8JlfSgr57ooApwOcGOgvpXlkLU4+ldIJrb/P+JaimWyDRP6Am6HBAeQiO
H/4niXBacNs1BDBRdGRlz35CkjvfY/z1sjKuPRpo0Bduk2DtkwszjAIzM/tLGXMXw73SF7tA9vWB
OveDw0JP+3xZ2poXAYcJ2SATeJaz8fCpvqQ9J0DNWW5NQpCjH0gV3GQgVUxL6y6omCpAXqvLIp3w
n0TpsgVaL3jbgG4Dw+4Da0i2qfXudhYzHTkZ73ib7jTmhnPH0hAcrZg5NUzR5UULEbJjevwTJNfJ
JPOy5Asp474LMbA+I4owc/378ERBKY7KmozkdZjlJ4HR4h1LP5vVrwWUu5cXsGbZ0afyrwDJsXCG
ctCKDqeWkzkBRLi+GfXql2WryBbWzAiaAQEPNLBfYPU5NYwVR3Uo04DTS9F6FzrL+NkgM2aZVD9g
jhWHsromAHEcMNOg21F+rfw680Z095UxkjcP3mw/5zaJPKv+fXnrVhX+SIy4fkdvScn9mbg9ts5x
kzBLzU2qoycu1bYlyGSIKkBWLUqKFwyQMHPHxqIa14iyIQubrA1z9/vlNV2WgvFfp2saYWFJRaHP
GrvzEZB2n6h3PcYR+vZ/pwN2hVMRaMX5nwivO5jTvv9tqnJaq3bvSIKk001HMCBBWKLKGu95Znwj
gDl2xAGDW/LJS6cvvanqrl9Xb8B4AS1AiCpnSNysakAoxMsYVGFNtscwoswN+w8A01FFA2AcEFsL
4Yb0bKDOMml+C+x7oL2VTz79evnwVxeBDg9k6TzRuCadTAIW/oBmTRmzxkTmNGE3qe4c+Ijmm07F
IKWSJZ0RrwefuHMPw2ZtTH6wp3Bytu2iqPusXtGjFUkb1mY+oKcEK/KSoAhBshcNnX3PFv+mxJPL
5kUVN60uC6ltYD8AYUGZ+FS5iT80s96h0Stjt5VomJk3nachqfqRdwEzUaFwSHijWngqJ7Xo4Jot
qWKfg9vzUG0ua8KqGUD3imhcBFOWJ56lI9PmYcp0W2UIn7rgh659tppfrHi9LGJ1p8Dri6qwjdnZ
Mt40aZp+rHKsYCCbxbkpqpCRAzrhL0tZfT8DARXwQJOFGtzpQmhqVSwV5zGQ9A+h+pZqzq/LIlYX
AhZptMWC6QtplFMRWpIHOXhHq7icN9TZYOaki9KmKl5esWnIvYKRQIxKR21YWgjw+4muwdeNjbG9
wWrNcB6GLmwn53PP/Qev1l7BiKmqdq/EGydSxdqP9IACeOZ6KTDvwCw9ohnuFsZjYzvjl75e/ppc
+6E1445mqsGEK+oniNmQuIHXg/yNtNi6cSZW+ejS8v27rikxte/OBdTt8rmtChFhFMC7KJrKfEwp
sM6YTYrAurX2y/KoBY+5iiR3RfsQtQsMPLQP8ZpkfpphrOqmc/EQVZt+w+brlfvk89It9eu6Kc0E
nwez25zett71Rga8kdh/AWxGC65kzAaWzVVtAz89oIFt3tQKR2Btd44/L/lPY9NrGL+Iz6dkWxUv
IMNQnPDKzbSBZUc4DrQQkrmSGqFHPTGDAuAWxOkIXVPQ3mSHOUd00Kra/FdFAcsvUlliZoV00jnh
TWt6wJ94NoYl1WnUm391nobcbBWLWjMEANLgXsC1FXMPT69kUhadXmdjDggHja3KPegDaJdmzPGy
G21rFvm+mPrX668KbjaWhurPef1nqSyGLDYQamZRPfHAvJv67mWaVY/nmkJghjxMNQSB9F/aRMOk
jW/nBUDbbZwuj9b11wXN0WhXRgYVQ/zkgQJsyc0Gk154bHY7/1uuKhushaMn35ceAuJPrddqwP1r
zk3pOLvGfuTmpu/80CC3LHhOu7eF5BvLji6fzoqTgzYYZNEB8UQaWs5XkDpo0A9nTeiIrEJn+lVZ
d0S7mepDk95clrSieyjyIOMjMpGCf+dU9zzCrFpP0wnsH7E23s1FGTbLd7N7auevOlVNAFgx0JAG
mAksNLwpuUJikSqfmWaxmATZg1a4T33tvOQD215e1IrWQacBO0ZsKgghpGPjrbM4GhsYjDQL5+w1
+ECf0okASa2DYDDnlo1oTafhSHf2ojj/lX06+b5Y4NEj3aM1G8lgfN8nP1Mt4vrWS39f3qOVgz8R
IVnSIvFJ6i2TWMKzPuVRUw0wNY+uXm39+q6pdcWSVlT6RJ7kdwzJkE2OyxkCHUy6M5H5g6eOX7Ar
h6fOVwgT+yPlcIDjAyMSfA70PcmpiTwYQfZrNCwuui/O3mDP1+/d8eelSzOOup0QD5+fq5CU+2KI
gvGxdzZ9tm+vZ2QEhBgVUniIonFZDkPTwCG931IWW9OjMWAOxPKamqrCx8pbh8nFwGNhcgq48OXC
mknAZmV35hgnbsQoGHpsJxQl69mf9pe3bu1kEIQAPIqn9bxGqvllYepNOsZZVoe5/WtRvGuK78sn
39QaQ4tvNcbDU29E5ZUTXUUiGUNO//358szYyWpImQ74+RaAGsXdwm/7VuGirZwFWneATgMPOqpE
MjVD33N98NJqiMFTgbelsg50eSS94uVcoQ7zIQZlBx/AGjz1kgmby4oYBjGH2LcZGl95mLRvdfIz
MV+n6qXswtfsgESr95T90fxN5u7QH+Oo5mZLhwWoFdKHaDI3gVKGv25Lv8FpFvBY1mCWt/t5+zi2
/Lp3QHwfyEl83UBhxUVL16kZNey6oPlUWrHmf2Px2H65Spf/+TwouRHXCKoO+TUbPZ2gymdZsZ9t
munVvn4eAn7+f9+XdblPq9pzO9+Kp+zvTO8B7AoDft19fF8DWj1M1LvxWjqyp9E5dZ45xmTFJRiz
8++9fSXcEQJQOUDNHs8++GBgj0/PQB+4NQxNwWKt2hGMic7DPI2uPQeIAAxGQB1QG5brqWmWVKyx
swnzC1+SrNj0w9/LAqQr+c8asEMoIQG/DcfldA3e6GQ29zTY4IruQCG/aSlgRLvKV4BuVHLE34+e
/cYhg1FyyEkdMPSBVMhqdolzIJqqKiv5F/9bEBBZyC/Cd5Yv/2CYpOIU1Dro74i6Qf/FRi+03OzX
5X1TiRH3/2g9JmaJzU5hsLge7J3VlTdVQ3/6VvXjspi1bQMjFwjM4PGtkHvUyE0vzTjGRYHcY45R
5CQsnDnqO6bQNMlpet83BE3AoAhzhTt/uiBnWIC58qwB9YF97TyhIOamQ+iXz1P6Yy7eLi9rbfcE
Ly7wO+9wF0nrehRyMLpLG+J2OWReXJUHq1dAoldFYJqdGPsj8MiSAUZ4aFZjW+I1Luyw0T+LEbq+
ipxgXQg6RkCLgdSTLllhwKJoiWazQQBPbB7ZqBWp/L01ESIjgMEYIPg8w4bomQb+FRv6XDXPAwZZ
1vonW1VDXtMywY+IZxkBJ/Chp2dfdKNRAaM8wRqXtx4iwYAiIGRd1Di+IiiTfOV3NQOQBv+IaT5n
2D7kHhv0c1c89pcx9MjNlG+BJ46s6blA6Hm9lh3LEip/dEcTEONMbkZ4bE8vvv8KIr2wzZ8vy1jf
OqFkqECAlE3S5C4rTZ602LqUfzfyHS9umwWtT4qVqKSIvx+tBO0vtVEMkGJrfG+kDKMt0VJvPur9
dUikf44HemYBPwO/RS7CT+kYZJ3Vc3Qnt+GCqVHVrHiV1/QZ1Gb/SpAOxeFNUBZBx+PO+sXByVrc
tI5q6q8MznhfBow/oAoARsDjlParTobOr+YaQvjXbH4l5u1Suls7qJB5LMKRvA3kLaX1RjNvO/O+
G1vFIuXsyj8/QMwdxrwckYaSXAM/RasnA49q3LvNG/Os26JGo3PTflp8a2uB53BurTtHzP9yDb5b
3O7bZbX8//wA4MkA9gsQZkk/oAGvH5tMaIzffa7NvwZjqCnuWu1GH7/6xXZsDoNxb1uKCtaansLZ
+leqZA/reZh74kLq7DRhC8eojeb8Z6qi0VGJkWx7W1SjU8zuFLf+m1t/a+iuweBvb3d5D8UTfhRp
/+8M/1uM/MTP1Ml0ISXwijBr8jBTlK/XbCEwcmg3Q90K3Rni70e3ugPLeVrME5SkK5qNzvsoXaq9
FvjbXE+/aV769fKC1p54QLHe3xEUl2RbZcFOzVmyTHHSlqHZ3hgEKR5U5CZgdsEXU9HtZXmrG4jQ
XgR70EP5dQyIVfhWmvK4eSuSF9tVuGDiVTo7n6PPS1pQ5egDYhSf15uneswiL40yVJom1wxRayIB
i3RNUQQ4VzzB+YeAC54/oPBy1GV1gPy5GmiSbfoSTOgbLrZ5am2a/PXanXtHNgNtigw2InNJ9dBG
Vo/MNuqYhu6cbgL8d1nAueqJapXIH6JAh/4myTwsmVnzYpnrONsFxtb9G8yYVrlVNfmd23ohBRVt
tFHhX9mv0KwqW3IGKWWXhaHVZqFqZu25ip1IkNsSaMkqxxcSDH9XpXCNFfu0+n07AMYTxWuw2EgH
kfVWPzYCXZ8Vn8nGSuMPHAPeWXQKGujTlZNTQI8uU2ZN+LwHWo7cCEv2TdNAuBtRxEiXZa0dBsDY
iCLRLQBck/j7kbXhE7hynKwEq/70xUM0UW8xJfuyiHMDgwYjASdFyRdwAjlr0DHHKzM2YUZNXkbG
eNsvbw7qZH45bvN6p+lUYaHXtPhInpxFKNyRN7zqadyaLDRA+0Od/ItNAiPUm/9H2nssR85DTaJP
xAgQ9FuSZeRVJa8NQq1WE3QgQIL26Sf53TsxElUhjv5Z9ErRQBHm4Jg8meU+EeWaY3FqDYGXQLF3
tgLfOgG0mwWOsIk4ZCR9oqAsDKAhNxZr6KlTp27Wp5oZfv2ZnfPrVtmZ8MHICRGHahLh2Yh04s/7
dPIzEE/AC0cfBVJlX8c3urH0yx6M8sDaQara+zBFJsKB9Ws1shOOGHQo5v4o8z8Q8JKHwBooTADP
QFteF6GWZ4Y6E0iOE3fYWMbedc+a8n5qTfwIMO8NN4XY/Pylp07I5/mX3qaNpiUxYX43l2+1bV6W
DEBkIPG3SS1ubRGsZDhPrSxQ9hSUMCgEmf78gHy6ZDRjGSC/SXPgRSQAGdPmuFfZyrE/dTw+TzJ/
9KdJpjYHldyASVDJMFTIjj+v2YnhcSZQXkIOBRZvafOa0WohEwtGGydMoSO5ZodODo/B6ZzUIvCQ
v/56HhT1xMQoDwQGu+meqhXX9+T4M4wYjeUQAA8Wl6c2WDZkNcZn8rHckezh59U5scNIi+L5nxES
4NNa/HzGTC8BzFsegpZvXVJvcvemWzNsp74BDwLQ1shdwHdauja9bBSSZRKE1G+6S0M9rDgyaxPM
f/90hEjXOB28J4lGoCdl/wvWejDnc/7VN5s1I//PByxWKWs6lMR0Lw9jCU4QZzewOHAuiHz+eTNO
XO+5/B6gdIH8y7eu46ovu0qDFuRQkjoNhxqoaQpOAVClPrHOfzYSvXI3Tu7+jD8GUAYmbfnCgRgV
FN2+WR3AigRk/wDsrEq8C/RTrwF+Tu0QwJlIXM1UOKD3/bpDYyVVJgDIAC9fPN6LfuUJODW8beFo
Af6JhMsy7xswFEl8F7ckkaY8B7njcKxanm9+3p+1WRbmUHB0nvugsD5AGeE87+0r2a6pN5+YwsdJ
A4wfDVqgHVgYQ9tlJu8SFHvI69CcD+LXCRHUDj4Nv9iGScHA8BTDt27Mbyey+/UCASxv4q2ASsV3
SVrw6SGtozB88mq3L5bBV7b5xHmd8fLw+qAbMEsEfT1FmfQNBVxUeyDoKiNQ1C2q2PslcAyBMhx8
HCM8eUi4oBr1dRIvJUan+rI9lI6M8g1L1yp6J6wJGNCQy0cwPuemF5tQVSmooR2mD6N7McjzdLgY
80ivIVNOrRXAG8jmoro+E1Z+/YxANyrJDKzViJaMRHw09IMa/4NrPSNE/vck/sKyd5CbrtwOa9U4
zypqxcrjd+IbQJ6MkHvmncKOz7flk10frIrXLTGbgwESYxrV00rAsjb+/PdP45uS+GXlYHypz43g
vreiSa6Y2BM2HUE9Svaz9CQUoBbbQDn89wGSEIcGO1ybI1qKnxtxHMQxWWvUPmE70AqLeAgpZgee
yMJ2kKY22wGYx8OzGRyKcWWtvo8OKWDQ2EHJeu4bXabg2iZwNE2Jfai3VrNnesXVPDH8TPYCVxO+
zqwGvdiKiTqSi8GCBU/Cus5Cd/Nb24R8Np4GAOlA6/GtgoKmFA/aW6N9UMkHlL7+/n50EL7jkILo
DXuw2OaiU9o0QTV0GK+K5prJu18PP6uIA4eFUBcx1OKg2lbhAeDW0kNQ0K0lpkcAalYqTN+tElBl
iHaB1sR3fCtlZAIsm7YwKWKbkDtRHcRg1HXaFU/t+41D/IcE8n98Bd85A0fIZZASVDQHXyebwt1k
HtkK11/Jc5z6FvR8e1gqKE4Ad/j1MClbDT4zFD2glAG2xzNj3MjxQOyVjOfJaRBzzgQ+M3xtYf2q
xPXGIJnooTIFRFEQCU5JcY0cK4EkT/r784t0BLIR8HP+a3D9+k2+n4AKgDXGwQtF/cTZ488n7MTG
/MfzNOcCQBv+Xwb+kylMe+4rU0kfupT6oYVigaitMDCNh5+nOXHNv0yzeMHTwrHH0lP+oaTQapnC
bljZkxMTuKiSIAc4kwR9K/61rg7SwsRFtOt3ek/zld8/v81fIwHcEMhToLMNyhFoBvq6C8zKqCsq
6hzK4j2B0MYzqS4HuiXTNh3+/XqpsN8gPAQlHcqZyztv+k2T5sqCTvqGJOfZL1ma8eNRHp+5HNE0
OmfsF27O5IBAqSOGO8siZaifrGVLT23E5/EXOVk/JdlIzNQ7mHc1y0M/WWMnO3H74NYgeQXRcKBi
rMVWdEETCK9KzIPIq7CvdJhztBnJMjKK/a93AhIR8GkJWmZcQhdLleVG2YxSkUNznnW3bE087MRK
fRl+sVIdVVlq5A055KHHQqgh/b/9+sWVAzk6BGkGDI9eT3BYps0KFmZe58WVANJu5lCFHUTJeOF2
qKx1pizJJsjuHFv31s5fh7V+pZNTzFlleP5zkn+x1aMhO2VUtXnoMj9sPBV547k9rFT7Tk4yN/ng
AQcMaumpcZvkk1tk5kHTJMyHw9BYobcGSD05CRD2eP8AFvlG9yItv0XLLyMHWd5MzgfrROS0Ky/5
6TmgrohtAePQsoGszRqkCB1uHlx6nkCMzJluerqmOHLi9s15CrhUKIXgYiy2ZCghO4N+CHIg4l9F
Lxk/YwYQVw+/PrtfZpl/xadXiYweqEUVJ0BxflTkNmfbn8c/Yc7/U7mDv4x5kOT/Oj4vMqDTC0EO
Tna0s0ejOQvKM2ucQg2NUJGuMEicuOhwQKE7g0zhiTJ6n+SBl7cFObDO2Xh98DS2a4f4RKV8pl6B
/BW0vFApXxapGJpFMlXW5EDJ+KfuKUgcHA7sg9wXKGJzR+39wd64lbuhdn5T4zULf17SE6cPXQrA
96FnHv7kshan+jEjhh1Mh9p4cMYri58Va7w/p9YR1QSk+0EVhnaShcXRKZOGALb64GbepdXpaxZ0
Tz9/xanjjR7SOZ80c8wtLY7JTDepi3kK9Qeg61AGIuxHByXSlct6ciLkj4FTmj3vpdXR2AVHqh7G
n1RTKIVnh2QcYje10kjKNVaKU5uD0vwcpiAv8I3SwE8Fogzl4iWr0sjpkEBJ71jK458Xb17/xYsA
kO3/mWXx4vhVajg1dcihNJyrEvLFWrSY7c1I9c4lKybi+yf953pD+w0ETUjTzoflk4nQdZ3U6cCn
Q9ZKVMrNyLTLDTWef/6kk7Og/xOwVfR3gnD96yyMuyhiFd54MJmRhAGfbqdeuKFRJSuv0JJzaM7W
ELh8/3umbzVgko6Ars8zmTQsyzvmPQXlPye9b5oyJK1CJ/X/RZri+zH0UA8GCBom3UR32/z9n1ax
zQ1iFz0dDz2YePONAn1jHk5r9edTq4gJgM235xhjGeQz6g4kowNuVVoDiwXSy/o2yN5/3qrv1gGf
8mmShXVwWtWAhWCc0CVFzqe6v3SsZuWAn/yO+XFFQgewieVpSPusndzGGQ9esCunG2O8abvdr78C
tQAC7hgHgGnU679uyJTTwgT1Y3W8gbBoiEBkxUyfWCUPgQWyUsB7w5AuViloDOCNA14dHSZCH4pG
vyScnc8xigpAkgKz6gG3uLgxtHYyMIGl4tgW8Si2/OH36/Np+GWWNmcK1tTD8Jw+JNPW5ff/g/HR
dwm+p/kVWKLh06FOzcw3y+Ok+5CiplutuM2nNgARGABMszGG//F1g0GoWNRjUpZHtFiz56r6dRwM
gAd6awPkHpGwWxbFJyKk5w9EHamwI9qERLQrl+C774QZwPHmI2WEWHv5Cgt7MLVZmeoIWUsOUYPg
ArTipLwUGWCwK6/k98XCXLNCA0o7OFfL5kerS6GmQXQN3POlHC/UtMZndGoCQLpQnpobLL+xe1AO
qB+fHHXkYx6XoPXjawju748i+hLglqHHZdYyWB6oVhtiIuWkjjHo5YMgbtvIDc01qoKT34EbDa1w
8O9hqb6eqpJ4aZP0gTzaJYnZFER4NH57MfAdn2aYj8Wnl2LwC1R5BsxQtCLqUwKe2BXT9/0twgxo
cDGBIoQPSedv/DRDUHpOXgVEHlUOnllA0sC7ea5/qWUK+zQ3ciNFiHwzUmpkYWCTEVjWCdf82OiZ
iz4UzlpwcWIvMIkHGwtoCjZ+sRcez/gQJL46WumDqG6bs19vBFoAYaRNyEShTLIY3mDVBD77tDyO
7HbIIvF7A+WjzOZaIPOGnCkm+boNEt1AXlCw4qi5ipljhdrY//wFJzaaOig8z/2/804soi/TSSd3
1G5xbO2tNK7c+jzI42KtlfnELDN2xcG9m3FiweI7mGsWhd934miEef3xkQfva8bj5AygnJmb2NB2
tEylua2sFJEDdsI6l/4bT++hyxPqdmW5ThjcOf8xYxAhNo0s59cNyZGFHhyNJ89w8susd2Kjt2Ol
g+1AwmwIVfP88/acOL9f5lssXMEV6+oM84GLYuPaekPWGgHmEb4GCkDw4aIjs4YsJProv35RR7Jp
yAdPHJna+tAnsv1Q2SvW5NRXgGcEkQGSwbPx/TpHUplcCGZWx3Z8pfRjWpN5PfUNQOZAkx3pkLlQ
+XV8s/DARO5TcfTuLA3S84u0WKm8nZwBphCZTrg0YEv5OgM01aehsRVcHfT++GkaBQ4E1dH///N2
nzrFs8X9/6exFgulcnRT1VCSOFblxha3RnaHBiDz18lIlO89FHPBAQEunSXxi0186Zc6F0cVfJR3
7Von1snNRnkMMRruPF6pr0tVF50HjAPBgQrgkfQFuE2KlWU6EaDhE0D9hKM7h+3LzBehyvCbzBRH
H5rvZrt3fBYn8iPLsk0JOTqO6k8vSSiHXxLBzi8WSnPoxkb+CAHUEmrmF1zUzeSURzl9WMGDqR7p
+O/nMzC/GcsLCb4HuKXomgMQYmGRbZ62SdnD63WhtGdW1quX5LvJEX99RUNwc6+chlMne76X0CU0
gedYGk5bI8BpGlYeO3SzWrIKDQUhveB/MgvaweZ0EVLIS+exynhXjAqzqO7S93bdEFO24syfujug
MAD9JlB6OBeLFD762I3MU3hj2vICyI5Nqsqw6a+bfg2ccmKDkCdCjG7i/M2SAF8PeE9tAbTjyI+6
HJ47YcZwBUOSGKELbo6h955+fR6QRgTwEy4GovYlz3KgtAWeOFEcwX5NcN6yB0mtcMQ/wu5/nurE
1QUG2UFmFGHjbBy+flk+lHCQOwfOgPfkhh39/WOGVhHIX6CbB17A8hCwcWK1xrYci/u0jdo1sq4T
eVdkCnG4gNuDRNk3duCkmrAzNdzizP2TeFE5ZDsf7Gp5t9VklwRb1mSbSlyzVTLvE0fvy8Tz3z95
y7XrNZNnMXkcjP5Kuz2Ei63LqmRnFlsz3ks5jNkCYS4wQswN3N/ZeUk106178MwtU0dJdu3TK7u7
yuRL2QYb139zg3srlTFzddSuXbET3g9SsQRnA3adwDp9/U50dCZm7fryKO2/ur4IrEu0YWy8ccfU
PunXeDb+SxsuLCH8hdliIDQHo8fiWa9VMMhk6BHmTLcoQkTSH5CYlVGSlyBl/3CTva02DfocKJcg
OL8NrE0VvPx8JZbUD/N6I48Kgz8n0yHPsfgRqVRebtO+PkIe9sZkOLWoUMWMp1uaWPdWSbdtYz2j
NIb+0zIsLbLpjGabICAoR10i7SpiMy3TsLaqt59/2jc7hBB57niedwNdyUttywQc73xiRN31UGG1
gnA0t9DPtPmOJL/OVGECvEkBKjHIKoMW8evGWwPkw+q6lXdWWUY7meQrz8OpT0GMM5exkNeFCfo6
vjsaI+XgjryzzLCiYzyIOm7eG/XGqz8/L9o3EzcvFUG85s7POD7q60xFnmlrEHZ950bTsCn59ufh
v90QhGvgqse24JrOtb+vwzuCjuZUu92dY/3LxV067Ei9640jc9xQ2Csvw4lvCWxcjLkfcxYHmVf1
k9mhrdHXllvVd6LeG+TcvP35W04Nj8DZ9mcyVOALF7e9KXPW2QWv72rrX7KxxL/fD4/SETBVs3o0
8rhff/2cu/dzl9Z3aNZ+12sOx6kf/3n0xdrItnRbL7XqO1W+Ra61ktn75jQhn/B59IWPa2c66Wwf
v/01G4/Ga98+/n5tkD+CwbHB+PKtsms0fdGhUKXuCvGiRRO1pv3rgzq3MSMKQGIVSeKlba1AJ2OY
KTaXB1fDALfZveztv5Z3MU57o/l1XAMvCY8y8GCIMpEmWVwLw8bD6Ffgl+o5Em6ljkqxdbwHttZN
+X3XMQ+gc7OYLNImS98ZWJeg6pK2vjPTTZVu1ng514af//7pwg2EFI0oMHzbQAn3oUj3P2/7dzOI
n++ikx20GRBuWaZzpR1kPGEYn2g/HqrkRqkyAvFQRHwB2Vr//ufpvp9igHbA74/0NCb9JrZZBA24
k6ahvwOuMTT7j8R7dPvf1ttBVIQdgesfIMAABvfrkvVTksOtzIa73utjp6pj+vTzR5zYE2sum2HJ
MP63/omENQV307bHQQ4bfsWN34+PsrD7/4UtM/nT1w/A0qnRJ7lzp7dNIIGX+zWGiqLlB4ga3HZw
ln3rOAF5fjFSjzt3Qf7qZHdpubXIdq2n4cRW4+7hoiMmR4fU0nMD1H2Ef5Pad83RssAC3ZQb7q48
4id24ssci+RFpz2N04Y50pTGaf+orLW89/fXFWA5AApRlZtzussQz67aFi2tmEHyuLSu8bBsC/FB
xjPD3uRkDeJwYs0QbaFjCp1lgFwvEayk7SrAUix6509kn5MYLLOGTnY/H184ayfWbcaeze0UAQ7A
MixSdTuxnrnWXTNo+05AI3A/pHaWAIlGj2gurG5Y1ouIMs+C5O7oVmc9GrnCYCqHMgoGMtIoC1y1
G5yyuFRa/2l87w/JgWOTThHojQnuwrfJ5OnD5FZo2vA4yl6RbTF2ZvfWu2ujxQVYIutM5cJLwyAY
sjirDbnpW2Hsgtodjnxoh6MxBu6bjeARytaFZ2y1KU10gCT/pOLb1stAVpUCzqCUkWN0s466xEOS
LBigcMSyP5mR863Ubh0Gdl5sLZOrj3wwwVBfj/xC+BqJx5qmr1yg4SDk40hxRjVsYZHY2wn09VOk
uPNal9pBachLn2ul3TxE7/yd6fePRd9U8eRN+VMZeFXcpma3xedbW1mKIepMNu3TIieh35qQFmMG
njmdP4A4JLlsRoNsrNb4M422X4ednigPvcQv/xnjwENor6UbO5futRzNB9aT/KGW0tibsqaR77Re
ESXFNKsSoKHH2rRhZqqnNtfBc48qVrPxy4zsTNm+5ap7MgMxhGY10gs/wKKHAnrdUa3l8JLJysPm
VM6EBsyyfBhlhXiHGgE7Gy2riUqa2bde2ttVCDr6soiFsPyD3dIeVQFeRkyVQCbkZp3celY1vqek
+5B10myVbF7FhFxYyC0jMUObcFQSis5/7GXxODT+E52mkYdo2SIH7eUyBAKviCDymcRkEr4Myy4Z
gtANIJYZtYYh/ro+cDhFwpKoa5g4psjL7O2gvge2/NUxh0MiIJ8V982wSRvyoc2+htqlO9wEzdRD
VNAHd+9VY1Ttrq/Fv6K3PbYFeB8t/U3n3Ltpp9qISXR+x6a2ehYmnd/4kT+M6R3wEc8CUn54Swx3
QBqkP+Z1+moqDyooWjYh5Lyfe1O+D1wZocq5HbFgQCefaPuI2akXppL720a69VlgtK61SVMpNoXM
eBkT9JZdaKgwqVBaCvwSiSVDkrJu47ogFq5mgvHO0TI20fz7T+aDPMvz8qEYwXRMqtzeiCp5ahvD
enQFrc7GsfmrXA2dMlcm4lwWoxG12nltE2vyYsOzGn9fppP5t3NSFgJ9OkSwb2AWdblXH4jOwZ2m
QNBU9m0fTjKv4NOkaVwkCEBRs3ksTQDf97ZjJxwt3Xlr3zACFMHU1FOoHF3FA7PyaIASWOwV6T83
UyL2mqzVm8p3QJWr26rY+kM34Sg5NKQ9ucxGi4jQHm2lzpqxtEPQuZmRm/VqVogGS1hR2ZeeCXot
giaRCGkkHZMxP1AOAhBtD3/S0lI7tyihXcVsJwqosui256htRc3o/7Umoykv+7y+yqu6vBK9yCiO
Rv1Ay/JyzIxD4VXS2E2dFGXU2KQLO5bes6F4Mf0MhqdPHfDHOmn/LMHE1J/XEAy8dLoaZq0VeWeG
hrQem4Fi6ZCPsW+kRdBRlAd5/yBImfRn2jGSfe/I5G4EQ4KBdiBIDA6VI8LcSKydP7EEWmKlSDeZ
4bVsh5N6k9dkp1mahi3Nnz2CnnY8tXXs4gdEjSeriOcGxFaThKZX1B/4bT2wPO67rlOb0ekveqJw
+UQqiYzFMPjvFA/lduCMvLN62xbbDujsDWE9zj+6sG+GzKYMuBw3CYUm/nWd0hIq4ZVTP/m1Nd6j
GPinzUxyUeruVhTYDAO0lc8AJvl9aKYNj4LcU0kobfT6ct6IcOqhVVYA+3OZOH6xLRwyvLW6Zjur
88sHYgwPk8he0Dwjz3yqnEtauNYliFSLLW6zEXVOx0IgsnSYGSSNkR1laOQW0OUFSOrSyJkhLiy3
64awKKc/YArKjJ2FJDb9qxrPB3Gehohj3g89FMEgs1tw241RKLTj1lUKECTtTCQqXKhq9b0NaS2/
eO+U1UeFAYnpRKDD42yQ3Cyv8plT47ItAccZUaNu4row7GoPWkwebKoStAaaErxD1O3xVg8gg0tl
yFizt9rxpRoLP3ZLND9LOpUXyVRfNj3Xoe4KgPDM4k/gc9hIyW+0N9G46Wpr4zjcfyA9DCso+e2w
Acf4C96Nf6OdpiTSVdXGPh1rrHAHJy8ULZESn85ScwcVLS+Pp6IY8t04ihLHlCdVaE/a4pFu0yLk
IkD/oVM9kFFJGXo+kmmWZkMMzMg+84xoKtDjagpwvyb4icQqcaqK3tpVhkU3Kad+lLZ+dmUNeRkW
bbGTDguZiX3RHX4YXur2DkBkckvrRERozsUdtTsF/oyM2FYI3mTxCELRYgvNDrpx0pzh0LLmzh0G
EB0yqQ49St97iw/ZJTCSya4YJh76uv83YikjPLgy8lEEu3XR4L+bM4dxGVj9Jukyhvto6Bclixy7
wfoXVYDLjJjZLdAqbCOMTL/AHvYvRT6OMUx1dV75vDn6sqxgJDxbRczr82tNmbkBjVvbRCBEFLra
p7yorCujNfvXtrRpONW1FQFTiVuoTfZS1+W72bjO1oWlCEme0qgbKIuk0eZnLiQ3doHX/rUtfSS9
+UilrYAFMfw7X2bW1m+5W0fpgPq3hWIFMjYu25tW3cRM8ioC0WQa2SyglyOHQGjiiuYMtlmEIvOr
TZ7W3j0eOHXdW3l77uRg2sgp7kxLKy+LSsRhuz632x2jeX8RBAyiXHzwKTxXPYXCF+oKncf2C6Qn
nzT1+WOvsyp0Bl9dFLAsIYW+91Y08Kakp3CfBrh4t/6koFJqdIMVJhkUnhpNvBi/Fa980xRlODLy
F/S4uYg7Se5tPTTD3nC7XN90tsnfGwr/prPq8zqgB22X6aWaIBhzZrdZDgUce+rqaKrqSyjSHfNZ
gkKA1y90nfol8fWtzFS1NwLw7tKc7+DE+c4Agsxhm3G2q5u2O8tdw45NY3DPwJ2mI6CSVViTjnbb
tAJtWW1OM1AJ77g1grSXCjSOt055nUxWsmE2rzeDYXb4H00cJG9145VRq4x6g/MC/hfXilMps3AI
/GmHN/ifNZp/etlvwacgACJHBSAPdnbmx4o5fxNQt4dTzoDFRydf6NUpWj2yEom6lIdB1uMjXKkj
ZNmwyqAujWwzhwnt+Qc6IYvtIPMGFZHmycoVeIap+zKNTnqea+emtyioonz5r6yEf50lpP2LVhVy
mfqsvZ98xnZmIdDfb/TZg0h0tSkZGfeJdPtgM9oFya6SNlOhUQbJBVHBBKpUdCX7Xl8FMa1bR4dW
ZcAry9EJsAn6ERBUHy+dI9rqFVXO1Akduyyf5YhnMCTK4nc2iGTHyEiV9db2Xv1C8+YVjKxvfeKy
qJx4A48ue+F+f8/GajiqWsMh5DA9l6TRnYyL3C1IlIHouI58PFZ/B3/yd4OfdW/wJuoY2RwnLO0U
hZRM12rDE0NtHFaMmyCn2QX62+sbWvbkttFuulWudLAVbp5HWdKUEIhKR/aQawlEH6NN4V3q1qto
mNjdNMWJZ9CtQck/xnV3U1DxULtuuYFJRixBUrU3hctAhVIBL9QZZfKWNgJqYEPt1lidJuC7CqYq
6gEKeLWNurpAPAEOr8ngQ38JNQ9F7wvpCrEHm2cqty6c3qjoWLbNC5XHecrvUXD7W+Vw/yoniyyn
HWELWwQawfQvCDoN8+7A4nj49Tm2f1Pmfv4EQJZ/OUmabYYMOOgRd/pOQ4E3QuuEfk2po+8N27hR
dQeUU+BpxEZjGxGnxVXIGEIfKbh5j9309c4cszRjYSW6xLigYyl4EdadEbTwWlFN0K1S8CUnsU16
gvaY1nBfOmzQCysCJ7lyNFLNHgBoe5IOlX0mO/MalcwOvIRQyoxKuyX7InOsdsP9GnmfZEQBBQBu
+1q5qY/upOKdZg78XFDvXZtB2oPhsufnXQKATWgiQfVotFVyllos6WNJwVlhCBc8SWgGqM4DSDJB
+7DI+dPgQgfb8AqsA4A5oNKSFboQTKvaoP3nzXWmnACPDt/YHvxbqRsZNjVXgElOaZQn2T0xxzTK
anFXEv1QIat/bgcSrl8yabz9fhMxXpY3FSlFNKCu+CRccTtJDieNtF7ktgS3mlf8zKQgnExN6e9A
6UBxmS0/BjhZnIPOkNRH9LbQ0LeZEldJz1V5Dc6Ko3bJKwG6uL1kibb9AyMEZEMTaQsQfxfvpdPe
E6t4oKp2cF7t7okTRz74RWPK0KDj9CRtSJ92qr6EboAb4xHNceoD/7VLpyfb/yO4aBGHGGSfuI7x
momMhOCdAdw79RTl29TryyMDK8yTm+DX21Xl/emmFs+gbR1A2uxsxlE+VlmbRiLDvSj95qPp/AS3
rHqy+0FE5oQwkQ+qCiHJ4eyUW4iosdDy0g4BuYdP/MAhNfJEKPfewOHFzyfHVHhGG68Ii4FV16yi
QxtVBYLbAo0YmwL1+8sW3Etka04JO1a+CEQ81VrI/WS3x0a4eX+Z5jMrZeEi3uMBWrjann2Y3fiR
6/aiUxmIoN3ybfSmu8ql4LfuHNmVVy333y0m7LBUgFNuFG/xKPXEbEFV5wNi43sCPG8+mJ9QvtUV
NnyqJnoW6MpD84ytzpyK/CGD88cO2iyqBAykU5I/tEFPIoUpCqcUi4HqU4k68MCxZorpxwkQlWj0
TYYbVHT/lD0ZYeF4STTW3lQgFcGTSy269lxaRmuFeS8v2ZQY6N1zgDLJaOeAMT9xnwYJGL2ZjrcD
pKJiRP2IAnuomLtjcF8T9mTI1Ag9p7B3Uwpd4nGyiv3U+3xbZazFT0vVwe1Fh/Bezs0GLKtf0YSu
43SC9y1yCYPNx+p68CFzS3r03uVT0d0b/VS85YEUz+j9E90eaaL6JgPaOKR4erqo9+y7CcxRDwpM
BXuvr9Msopzkl6AWcx5knqS44W6tgVgjbhHCl7ReJOBuZxMd+jZmleGprahKd9e1autA4eIJsXIf
l8BAXXdgy9w0ZdUAeW+Zb0Wl23HfJWhYRlwFhF8CS4FXMAgDTVTU+MG0k4P/jKVnIbwStE/4cGLH
idxXhd3v8xSJAa/bI0jcBqkOzknt9VFWsLS91jqHYF1QtdOmdVJ6njZ+HaHUXMd2rx+RNbX2rkFf
Aq6GcKiCB97hw6zcCV3uXLKM3PVMwznPk3evkS9wzLzNxK3grK8RGwao1A9e3t/JhGu9qWtSRDXp
6yIyCBGxslga1z5iHT2yPx4orCLHKMDZZxf7sqB7qtx9ZYxlHcF9hriqO20U3KvALfZW/exbe+02
oTk6H3RI6m2jpHlhcQ5UIrKxHw6SIm/c0wjNISnTxm4xU8kW4gZh6CNtknyTd10Jv7PJtn3gNWHe
NsWl3SO7OiryMhqpvChLzyvjnsm3QGjr3Cy6ZlPzyb1mtt0f+jphCDfBMkO87L7U03uWVM6uA231
GDYWR9xMkObpuAxw8htnuPeL4EEYpOCAVLnIxhVpF+e4F1GuzeBMFUYZZ2ApqkKGh+Wd4RV5ABSj
M/dTlr1LuAgXyWCRqzRxVTz0QxcSGJmLyZf0RpuljTzO/yLtvHobx4Jt/YsIMIdXBcvZkuUO0y9E
R+ac+evvR885c6QtQoT7DjAzDwZY2ql27aq1ViWSvGp1F41aW/rqqN1eH0dlV6Z6t83COnjsVMR0
XWhYq6BJ/9i+9Ls0Mn3l2OHRihD3ygmYN9Caf7huiryoC47IHQPrzjMS07zvEe/6rI/kwpRGcr72
Da3HNrS/s226MSj1i16GI/IARk4cQNt6MqqJtWqUNkcrPMw/BamHKd/60jpqu6EBm/LadVr+O2iK
Nlm5eE648uP4Nec62NUaz92bnufhoTRV3pSmmec/Ky1CLrQqXkulVhHhRbB3XYd+V68VNX1LI7O/
55aloDc4cf/YxoF107f5j96LcEZm2zWHplKLr6jGjGgclsnWK+nL5qeFjK+BxBFCLLRWpZv0pA+d
byQHwrVXJ9WXEWTXi9mrnre2bXdkWIQq96ZaBPIqSl3rpnOHbi03IdLyqv15qMrgt0MmdI+c0heQ
R+btqA7amszwiPPwB307uuYXhVRePOJUTZTckdTzo59Nqdb8+rCKSS+0YbDxqkb7pmSu+XkYSCIF
bocDdDztW80j9EEa7eKX20wrLut7fne16Ut3qNcFibON6jTtFlhQ8eY6PHCV1nlVW99dt3pmrVQt
4yCmSbeK9UBf9zicm1rPvO8hmIdXBAzqV6Wqxht1rJ9as9P2INnCZtWpwfS8kCKdnaT1PS6W13HR
lsouDUZyIaB2QRnkJKruR83sd7qcDHvocvaT3gXSZkiMdDc5ite67JxxE8qpvYodqV35sueSX6lH
iRdGpJvrQtGihbLsXM0BhRFlqm7A6BDBXnmuK8RVg3a02i+jtW3pZ9J9vKCFegnQBHQsII7oQpkm
smwiiyTSqMhtlPDWW2Ilz5UzAIq8w7CUS8y6QS5LI+ekHRNpS5sfZUlodub7UwkZEAd4fudCEjSJ
ZNeJKsc+1sYPXCgb8XpFZmYJTr8vAiLNyupIwPH9OG/JHd3q6Z1HJu66kYVBiK1xSNIPNukfm0L1
I9eItFBVmvs8iAok5IHbQQCb/n5SqFbJ+tBKxLSAD9//9pYU9y+/jtwdaG6ALnThQxvq/Ov24GiS
FjTaEQyYdGcnC1XwCfhxBvuCX3T6eQF3wvNNVyufz8v5o2PdteNdN+ws8hEfXYJzM8I5IFNJ+UOq
tWM6/hz7t+DH/9/nBciDmle5R7FYO+b1LYlubWGFZyeJ8iQESEqhMNjO1wDBr9QMcoNfL9/Y0WrI
V/rvbEl7dG6hAYhPPcR5Il5o+Li54kd5SO076bkZh2yVLnVznLWAYsUkfzmJvk3DPNmoQVilSYAE
7lEnNxno2yT7KGuNzTRJYvyvAevcgBlmY5ijm3VstHbV2RtXXgJQzw0BJD2tJzQ4u9g6tyAVrUau
SdWPn3OHMMBdIjfMfR9dDxhSFKIvSWudY0eBljfmseM+JGK3OmnhJExzIBy4CZ/BzwdraVyoxjeR
TjlVr61j2z2P3gb5hW5Xvjrpx0/EmRkBNCUlYeQ5NmZySggbb6ln88yJUMEnGpBYAM1ftDUpMtId
vp9ZBMjGU9RvjGSnUzkuScJcP9mXF4QByI8bYDp6oKSFBa9NRWuT3OFtoY/B42CkR2oVxkvetPqC
pZkhwf6CbgTpZNIhEix5PrVrNbLlo6L8pqa17nqXcl4Ax6H5uCXwZhOweAJOXyiPdQGKFGy+4VgP
Ks+BoivbBwAH6reoC8hC+rb7YXAhCQ2EIwD2su0QpD8/NdTZBtBv4B38alu123pJV/udKiNsaoCk
KsBXuMMTsObcQKlZvFIywhDFIUnnSUa8ToLYBjJcVk9jMno9zP5cSTYUfbyN1CsdaAjdWtWjUjyM
ih3dUYIMXhVQBiuP9/OOJJP1TOg6PGrJIEu7wTSbF4Uq7bPWf6PjGKJd5m2kGPVNLHvdNi1hCQVy
bqUr1wirF3m0vG1vyNKPKo6U1zAk9Ly+L2d2C4RTiDc6ATvCI9O+PfGlDq0YZHMstaONL3Xit0FV
V/24I4133c4lBH1itmKKih8xAPvm3FAfwcVqAl07Urdead2+QY6BrNZQkaCiEu71j02zU5M7noHk
mRec1SX3B8wam9TkYoKAgXM/t65NiafUlt2j8lJZBuq8HhP8M9c/OUG2lnLefqTaFhQhLn0wWxV0
DgQWDKsiwcxtzMy2+tw9+p63cyXp5nB9Sme+D60a7sLUkgt5OWFGrUHuYtPNg7ci655T2uVqyoLo
35IF4aLNktqpkHcM3hrKrfVWMhfYN7PfB1s2YcyQprSFVYkM2iI1WhS8hSFRwnqR4jf7fYTf6TAM
S+mCtOY0eSPHaOIdFRWQTLJD4PYvluDEgOCQKrfX86HAQC7fVG+yuuBgL38/DxaKR+BtoaBf6BTK
be1qGdmxI8y+KEdY+MNxDt9HdQjJ3OnpKJIBIsWT6qxzpWNiPaTKrvtw5ysepdP+5BqCN38RI6hS
TQ8IxYje7PEudd5C8yYd7j+6AucmhPggpROxDDwmejOkDeymZEnWZWYJ3imo0NyIaS8OmYdwcWSk
9J/T5bvkPvM+fAIc5PwmUZWpkcPFhdN2ftwloxS+pT99AM7txzcQNHOAjzgIfJ8lzE5UJGpSDE70
ppEcV1fZl49P/unnBZqL2pZmbbV8Pkkf7OaptBZ+/nT+z6/jiSX/38+3hfeKThUxanW+rzTr3AKu
oK5Iz1MzXwf2klbgZYA2KcCC/wZTCaNZRIH3oWn6sZOkb5b5KWvaVU+HsyVy0uVle25j2mwnl21B
n+EgJTx7k7Z5F6zarTJlLrcfXpSzgQjXgm2mcP9djGQavdPooJt++F5jFMhQwdWFMkeoKYyiMNy+
CtP0DYe+HfXh3o2b3V+M4cSE4Fe7yjVT143Tt8/V8NSHH77WnAnoT5SnGFw+Irw8ituy9yjwHpPo
R52tNXUh1pnxGTDQgGc7TBQUdmGZ4wxsUE9y89jLm+AOlMyHJ+fs88ICRxJkVhD/5rEN+ht0wLJo
WDh3swNALRUlEuIW4vvzFY7VwBzbsWOCSqCPFv1sugUL028UTjZIIu41GkuRThRB2aFbKSRkbevY
lTcA3szoxm1vrk/TzGFDooc3Nmm/91N9PogMKI+aUeA8omu71sPnTHrIvXIdf7iFAYqQZCxp5Ilw
40SuPLeT80AIUIe0j16YP7j3yWKUNOMFzwwITtxXfb8cKNYfoz+AinznxgjWVgxddOHQiUEylAvA
IEhXkR+aHj8iQb5VdLfKe0t6qy3iMXWbxeq91Hy2YC80zd3oDBtwXxQl/NvrK/VOJDjZDROXhDck
jwPksHi1ioolaR1oiuf22tvQAy2BmRnpKw/8wydnHLRdQI9pyhfZ56A2ut9uoja/u8x0HtK8c/8k
jpncp678Oacnxk2ius5K0kaVam4LMk2TeFrURYVExRD79qtfF7Qxa1T/BZHeLlkFqO2vk/tWW0M0
6QoPGEL/SbJT4Al5tXWC0tkBgsh3SqOBTQOQeFeBVaG7R9SDXE+cKH4Eeeq/do7xBrNT3lyfGGEL
/zsvGglTaI7ouYg61Z7qtIlvtdpbYDx83WXpY/T1ugHhoP9rQEdrlIYVM+FHXFU1Lcwb7U1uvQ24
+7JVF4awZEG4LCr6Lau6zxDoKyHt3L8YgIqELek64tdJZv388PkpabSsUvi8Lu2C0L9diM+0mSWA
tgc3U4crKV9QP7UuII9mF9obbbzQ/nSj6NmzlPyTUmfeXjZQOpKMkc41mRtuXJSD1kaUG08UpD1j
1XZWdWNpjXGfq5H5mlRZvSNloP4xu+7JBTJ3K6udTXJGCjdFKOV3zlgpu9CQoAlYDeGgUoGks6v8
pq0BVbWwEHaK7vfrIYAZt6bYX63yqJF/FQgRrxoXesU49NoDyKQledKZZcQ9MAkK6US2injnhFBJ
fbPX3zT1j/Pd0z5f34fCdTDtQxZQVnRIU0hliNdBXru2k9iu9kZOcaUDO+j7ewDi140ok6MU3MxE
yoHhgzwVlTJhEMlo1X3kePqbNVibLN651Vdn15K90b8BxgMNrmWb6PcEfDc3yfDLVA6m9a0lUS61
CyGUqDrw74BRUEILwiLqFF9eqlO5yChm+pvaZE9lEW873d8r9OxtPfoT+eOz5oJ0QvBAy5StmmUL
p3JmV0+CbP+ZF04lyKKmCQPMtxVQygiiw17KHzx9XMq7TAmz0ykn9TwxKlVkjya5IJEIP1aNY7ic
3mdyhS8SYiFmjjPv8uhGi4tw24XRS2EHX3tpq1TRXtaDhYGq0xPh/AdQVZz0NkgZkqkUHUTUabzR
ya29qA0l36xxlLUqySAGs/wtKeT4ib5H2Z0fRvqUzlPv2Ds1SE1OYERG25BvGzv21l7r/BnrEB3u
xMsBDPaoJpRtdwvkfSn2enfq4i/WKbZOqzMjbSyXbdSjIuu/VLVkbINeKV6Dsh82Le2Kb1ryh89D
rqS0Xk+tVeibVCe07iYH9irn7a8gbaKFKRT3ikNfAWr5zB1PI+VC+VoL5biMkzg4dJ6a3uVdVD9Z
SmCs4wYw8hiYS/WjWXuUXrBIEvaiZ7EjV0D1vSw8+P4GrlhpHjQQ7NrddWcgOrT3UZ1YEU5AqObD
mDVYUZRfzoj+0xKxUXRpogHhCVO2cV+lAQZKF96D9UlpX8t2e30QF25kMsIDY9LVwGlS7Dm//rj5
/BJumHcIuuEhCrJnXdJ2lgSkN2+alx4WjWK4Gzdw95YCESG1P13/AXODpJhoqWRVJ08mDLKu7QCc
kewdYr/ZeIG2q6yXfFgIUuY2xKmRaSlPXs0WHEBNgbZ0UIcUrgtNkAfKftJB+qDGOwNgNkEHoChu
cPJE1m5jdA4IWcc/AHH94QfZL9OECeW0C/eQeA29m6GbGsAieWoYJkyakvZdFqSafwgRAVw1fotM
Ihi6QDnmcUcRSvtTKEt+cM4mnC7y+7S7nzLx53PI8mT0rwv9g2P+cIzbMHhLgnu9dFaFU606a6nh
2ty+mFi3EygFpV3xJVFlsNS8rvAPHVja8i0sPxOWXN96cwdYn5IQ3KU2NHTh2RUpXUHyz/YOsKFs
5ZiGH6s1TZvB4gHMdDlI5vC+O5+xVPHHwQG0ui8g1SrTRf2xLMG7ATK7U192QClgLs4NxGnaSGql
O/uk28o31pJvmJkfBKAoNiJwxyvemHbEyalR7NwaFM9w9nH7/Ngaf/HjUSsBcUHjJ/VCdrqXtVSR
M8vZ0youM750ycIZmTnzNlpBqEFzARDaC/s1NKVQG/zOO1TGyg1/auZadVal97Hk8bQEZ1YEz+LB
8Uw7r8V9xekOvsR3q4w+lmv6HxOIWJB+pRQvNh9vZZcnXI2HNIdhByz0oYQQef0kzM/V/5kQ5irx
EEIde0x46r0mbWxj7ae7eqmaNXOkJ01XUBFocaHqM0V6J/vJ0dq8aJGV2celsRo0lB/viuP1gcxs
WaodeF8eA5wIUzhyiu3WY4l0zb6u13p5CwDx+vdnJooeaNQiSJ+RDxchSIkc2NFQy5y47LcsdaC7
7/NWXaP7d93O5VSxq9AYRMUXiQz6fp1PVR/bhgd7ztmPP+voJf7ctB8+fRig2SE3/qS5JnbQgY6Z
loZn2/vUewzuCvPDe3ZKAU3wF/CgJGSEDaVIFTW/WLX3PCiHJyNcCL0upgc9F8pZ7zVnalpiSN4b
ku3GQaHum+xB/612D4q9vb4AFxsJC8h6oD6EbOwkkXC+AKXUu6U0VPo+L/2NXgHBHj9WOdPYRywx
Ahxo4YOYEwMf2HC2X4aKvk/iVZvcJfbCVr18BbDCHDMNuBn1XcKS8yEYrddWqZuPez9uNgn10dDf
8XpdScF9WgzQup6D4djJ/3jGtnRv3WJhC1xGlpN9dDjJkROoqCISokVQoITaN+4V41Uv1Y3vGmhf
PYyQKsiJvZTlhheRt7AzZtaNRBScVzqEgKcVX8WdIpFlRWlvb6awPR+iesHBzOw8vgrch009g2Jt
4lDSkyYf9jJibM2TXt1L/kfDBo4OlyJvenoy8K4X1s1NO0dzdbnfx+ovRQvgMf6+vrdFIMW09bBg
kJ2fTj6V2/OdoXoAwr2i69nc5SqoOxAqax4wXf0ijXuUOf4xQnNr9NA4K+/2uu3Z+Zs0BOnqaYIW
ERwDJfZMzoK832uN87kd0q/RYB61cintObcNVIIuBOrp28VVcD7CZABBiJr8sK8KuWWhgvIujuIl
1PT0lbN3NvPI1gYZ8K6EL8aogZNIVRtKw/6dJFPji+TftD5bG3KyLobX6zM3O6QTY8LVZnqQVtLc
4zhXEAeSDYDkJY9xkemYxkMlf7p6qNuI41FKnhyOZLC5naMdQ1gy411T/JMr3apU/XUyeKukupGX
uojNTiPBBwrNbMqL1F0LdzYitTfs/aai+WdrvvXAUSIzW7tGs6tiecEzCZc4oK8JoMwhUFk3hBaF
mQSW6SvO6NcHXW8B+d+F/nasv2fZghlhwd7NWFSopjcAIuciVJbfkMWS51SHAd5vATcp+CDk/cKC
EFD1ap45xWQB/YCwJpG7+dCW+/f7JMcpcwEC5Y10foqk1CoymrZUh+BzJv3ul4QkBV/w7+eZmwlN
RagjChCpRVzCDg/rgxre6gGkP9ALuw+OAGEzlDTZU+wssoiCH2hDKFR0hZH2JlUYyi3tUlvqi0We
DADQMpDepfeueGRy10OcTY/cPWUcDyb5x+JApuX888JWLYo0GVqDz3vxRmkqdDB+ecbHrswLG8Ic
VU1gRDUd3fYufEOD9u/dB0FI7xZAKJtg9siJXKyCo1WepHmNs8+G766N+uUHuRMXBoRwGQUPK1Gd
2tm7ZSbflBV6F9ys+mOOYt/CbF1sWlaExAvRBcnVqeBwfiZS6oFhoWbOXleeeL9CxonXZM4+vm0R
n+VhjNojnkpY9sFDqsQrcmkP3dvfQhXLHuJUShcOx9xQSFEg/kV6nV0s3MVtEkVN1xfewW76g44K
gAU9UqniBS8yZ4Z7GG0aFB+n1Nj5jAUOLZk6xDj2VmTuHbDeodytnHSpwdSFV2dhJknJqUnMFJpN
P+PkdZmruSUlmuTutb7c2mm3pl/CMxp4YALThSBm7tBTTZ0Q3wqscVPYbiSzdbelDHRI01Q+UhrQ
Pxmus9TJeMmK4H21URmSrvX9A++Pn1r18+NbbAIG0oiSuiRPnfPp0rtiMAv4QIdw6BEwaClYjV66
hCSaWxTIOtyCtD5UefqfW3EgKEe1ZXgHR/1TDd+H/Fsuf+uXEP4zViYQDotJOgntesFKPBhNWKOR
f7ApQCvuuq7VlW5kmxo64/VZm1b2JOKbHM2ZpWnNTjZZE4xRL8skQSvffbTK5NCqQwhQoP6RGsFN
qIJ3ydVf123Ojg4QCsQqHotArM9tQuo21cFltw2qtw5oahAZO3l4Cqxgfd2Q+C74d3QnloR9DZVW
qdTS8g48E9UNUrTxOtTMfFvpknEMJBTfEBgJ14GSjmiqGPlDliPME8cF6nNxgFTB9d8zO/Ap2wy6
keeCmERwwihNfLnyDpljrGlOIaFso+n/aM6f63ZmHBTJWQ2pRRLNZIOFCVbgHih0V/EOiomynBYk
yg6GqLdO86C+uW5qOlUX++fElDDDdQxDss0H7zAO7V5CnmmdjTBQ1dpdxeW4HlEpGcduA7xsId8z
u3FtXpTQ8ihRiEckCXMk63RJ2kdGMtXc8j9wvA7siBfXNz7LQ/PNdlG3uj7a2YmdKv4kYGF3iKXb
vgih0eo5tSXE2ZIu38oJ7YSsZHvdzOw+mWhilGgnYWdh/fJMQx7A9MnBIiW4HodKeY4Gpdg2aHyt
oySwF+7NuUXkdU5mDsALWAPB3WTwcFxzxKmROa/ukV43b0wPrYS2eZL6bVhs0ROa9Cj79vb6QOfm
kysHShyQa5KCgs9O2zFV/Zgylpa6O3+g6l5A/td1b2FC5+3QOu7dzEVq3rWjjrAZj6MaN0b7XDY/
6qWhzK0Zgfl/Jqa/nzhS4jJyrJHnH4oSlrT3s7KeHOMxct6uz9jMHcp8/Z8ZYWvUJMakPpdYKl+q
Vn0cfW+jDwIR370md8+/KwJTQIgIY1vutNamjFTb9Xa0nsoRcZ7GX3DOsyM5saKeT1hRxE0zKKyJ
lpXDPhrL+C619SWXO7vyJ1aErV25ypi3g8tYPAd259RVIOORXMfmwlaeH46tUT7BsRPpng9Hb1uv
MMZp/Xvn0MnGTvGrBZc3NxbyGDoy0CAhLsLbIrLCsQo7d48QBALKMD63fje8WL0q/8XaQM5BBHAa
ywW0ybRy2w+slEeg5x8T3dwPnrrgc2YHA3me2gM4/4sg2m/wNzAt6O5QDs6m0odfnTZ4D05tJwsV
rbmTyXOAzpTkCSktC0eG7pp6qua+u58kU0A2l8Yug0xPLJqvzRgByesndG5gRBL0tbGpAiLheL4R
yh7F+QbRm0PZ39QI05rmbbvY32rJyLQbT7zNqMO3HorphnBWkfk8yYAuYYXnTOg64RkFUxr4ipeQ
1meROSgBPtPdmt/d6Mb4/fGJOjUghA4DbytK2Z53aKJUXSduVWz1Hgk7o0mXih9LYxEOJ/qkkeFm
jEXGWVrxTjd+yx9UBn/3mgQjpMc0ErVU686XJOmQfs0KAhKf2zp+UCvqtHfXZ2zOx5yaEO6YvNWM
ZMxNaU9HsPUkWrXYsXnurJxaEM4KfcIV1esZxBjd9J0CnjLfpm661voFdznNuBg3nhoSFn+0x1FV
Cxaf3lxZRM3x2YnvKw364wpBz2CJ0zw/czAbKK1N1S9h5hB47ml1xriSVYZ4b9gv5QTmDFCX4u08
+TSIUeerr7pSORZDhYHsF6LJw18Ennh9Bzg9GaeLiLBrjFbnGiYXkEso9ajPMVpuCBZe31/TpIuL
8t4bC/FX3rZiGaVhxesgSImpYeSg2RHL5s5DXXk9DLTi6ZGz2SFlhCZZ3tnJx6qH78eHEhQ+c2qJ
C/H8fAKNSI5rxYylvR7xbFAQ7AwXttycEyCiBrZM5x06dApOIAq56boykva5ZSaHPpPd+zjMtNsE
3OnCHTB3jKAPA9abdEPAFp0PxqyDPG1pDLI3emPTyV91s90E0T+c34UVm9129DrgouGpcAHfreoM
XaCQbafRPqrd+Mbm+o5Y+r5wbqp29MvEq6U96u5oZ1nFp/+/7wv+RssNYgBrOjbdxoHinNj/XDcg
Apz/3VcnMyQ4mtKt4DNMFgJ7rSSoOq/Cz9JP7SD9VN7/baWNpK/KP1q+GgKEjm7d4/VfMLvtAARp
hAKAE96ryidXtRTYg4byOU4bpcgY7NxaSRe224wJ0p02pBsShoC5hYBdHRU0ajTf3g+NupHGYe2O
2kvW/bo+kGktBO9wZkUI2Dskc+VBl6x95mufEye5yXpvT58YlKWT7reOwOVf2CPumPoZ41HFrt+F
bLl1CV9879LN2GmyW+grq5Rc1bovtTu11v/iMPEABgJuyYBI+Of81BqWpKXwisB4hN13ZLERZC++
XB/T3EpB77UnTD8cYPGlXeDHa3vMrL3lPqn+URte2uL7dRNzy8RNNAXVClBzMf6s3G4cEMJ09qaU
QVmKlWfJr3oUL5MvhuW2JJyWwCvv9UVxZ5yanLzIyRavVESeiyBw9ujr76S42nlGtvUT+5muNSvF
926k0N75YQ3qZ9Jv6LcIBr2ag/8YqvGd4Zd3Q770uhSJW9O5By8BewoELlxrcfdUvT9qjsf7Quu8
Yy4B1U6ibdgm97U7btCK+43mv7cq0m6j+drCSZm5R6nQEzcD9yR4Fm+aHlOuAv8eTEBc79C+rte1
Guc7vwQp3yRF9pj79PGInXbhyIgQlX9HzZdhc2CdTr7nKxHGESh6V3L2StrojyNJzFv03pASRLz0
sS2McJf1kf/YlH3+mvSlvK2hCNzRSOr39U34/jq42BIga9mHFmxSkRDbm1ZQByV1PmD7xrqMKthr
Y949RuGg3AZW1H5LCiTNzc5tXsrKLx/TMnQ2KQCbN7dSM7gIYUrrir7YKSxjv/JLqXhKC2+JLDW7
VCe/Uwg7GiXX4DO5zh5cib/283xYZYTYn+qhQ+u8Nv1dV8nGBgXcpbWacwWTxsD/zpBwaJSiI2PQ
AEOvBw3tlHtoExtpqeA9E4hM/ZD+MzL9iJOT2fv0w4l7jIDJslSUim+ydj1aC9Sd6adeLvYEH0TO
h7KFsOsiy2ikzgfcV2r6jdOWN32wlBKdn63/TIhicl3uNSmxr73vxuhzkkqf6Rxy6OhisXCC5uxM
GC9qPDAt0EA6n7C0syXTrH1n33qvHuCNotdvvOb39dMxN1/4fwD8QAZsOhadGwnVRo9HWqzt05AC
QOQQFLxetzC37qcWhM1ljpWsuhEWsvE2t28L80fyU9MW5mru7ABH4oCT9YJVLIQdFvIxRhk79h7U
M/rcQDacb0rzC6bplvOytoLt9UHNrg2pIlQhkOS7gMKFju7SwAmsamzrxtaMEViXAMfe+Va49F58
XwJxSyNi8p8t9XyJErJTeal0zr7X7d80xXgsKvNJd4anLMnB1xiHrgq+my4ipZl8WxnOZmjVfW+p
C5Hd7DoilGPQzgrEutguvfUrMJvDwE5ptLRc6bFm/IxKBOT8PEp+jkqY312f4yWDQgwUhqU+OsbI
xvmEwPIq078H8qq4vW7kPcy5mF1w5pQb4PCCNDmf3dQL6igMImdfNVZ3pzTF5zFXlfVAf5qnNoqz
rVxFqMUXpvEJjXrtDo3BZIOadL5uez3YB36LZHZgI3U8Js1OzwtkgbWmXRup062RqdJvush3N1lb
qI9cLoh3O46/MIi5OIvwgvQ4j2UEMsSZqqWhLkfL3UdauNPMW8O4NeRiW9LcIW431ydsblVObU0n
8cSNK11QNKC8QM1kVv5qK7F72wye/8v2s3qdt4W7cLLnHNREYILjRhkKiMu5PSlrlZBeOe6+pwnE
tzz6OBqEyrkK1QAGwIScPP+8IeX0cagA6NjRg7lHPPf6bM2VfVVAajBaiV6mDpDn37fp7dHm6CTv
pcAbjmZWI9dt2eGqQ4pzrZX+9xZR3idpMOj7YaUIbiFTDRIQCeaDlYTW30wmonN0uid1z1vm/NfU
npuOxZS21/yNbNAObGFzzLlhgn1Q3VAk0SgVbpORfqC1UfgkHqXsW+F2n1P6cNVoBlSWGq3KJP8T
uPrf2KS2DHyTitMFx9xq1bTOazZkJz365abRv+R02JRa3oXfC9lfyODPOX5kLZECIilFSC2sZ06V
w7Ncjpo27kf1Z0iiwFaXQqXZPX9iRPD4cmZKSNKjz4cS3Srzk9UHdVLfY3NEhzhSZIUmsNX5PkjD
rtaagFhs2CranZ0tTNLc7z/9/PT3Ex/RKE1OTMSh8mHL2YH1QkVtYdXn1uHUxPT3ExNF14Vu4mFi
UF4c497rdnqzcHaXRjF5whMTlhP5Y64wSdWz3B7LJSj60ggEp+01WhBalodjk+V7r3K/jan8jPzH
QjJzyYzgr303rYzBw0yQ7lwNuPa6X5LvmzWBR6FCo4D8E8szDsLQqddazn5AyF26bWnGoS/EArNr
cWJCGEVa12VdVZjweQXRqUVZcIxzt9oEZYdSA4OKEtP5WtPJJuz7tsWJyDvXI/uPxui3Il5ALc9a
AdWOktgk0i2S/rQwcVJLLrgMmrX/Qie+6kjf5IUbZ/qpYkADevI/I8KN1uALW3CB7r5M02dfz2mY
qD21fX8kdqY3hE2M34zJ72bsNx4tuOJceb3+C+aikZMfIF4y/ZRIrUt+QJKS9PGKhz41HjtUO2Ov
35hTl8Lr9ma3H+gi/NjE1xSrXWFU9ZGJ0um+RmVj2EnjWltS053dfhq9XJGGJfsnMpYiB2mwzONp
XvoWnfba1UAbiOujmLs6oQWQIOJ6AUYk7MBRDQBT8ELbl4EZk5EItU/UddUb2aqVe6+J6luyheGm
RWT/cN3ytCEuNgwCgEgKWUR2IuqWzllh4tv4ubQNv1J1O+ihtsn7cl/QndIZEnUtWeMqrcIFzzR7
GpCfQNvUmITfhWCkqrVRs+iTu6dfXHsbSxphAnH1rjcleU2yvLy5Ps5Ze85Ud8NTwWKaFvnEnys1
sRiqGnhC5GKCP77zHHtvZf7pupW53Y+CPVUQIgTzone1Rbgax51q70G9bRVCny576bJPYUHCX1kI
XhdsiZmIlvR7CBOXtHTzI/Y+ISFIa5ncR0yw+Of6qOYOwMmoxN2penJHKwssoUCk2OtywWktfV49
X5qoK02p5lm/D+3vXfFV+6vPTzQCbigiROH2kKKYLKVrkrGJVh4tirrt38zO/31fcLltPWlaSXxf
Sb+6KbpVSJFctzDn42gh/z8jIB10PkGeAl+/y6GUmtmzZu4Ml9aid9dNzCZsT20IHqjsLY135JRD
kb27LFI2alDf82z6VGXSq+1ABNWTVyVqzU1Wq19leh5f/wFzfujUvrAJykqj7MrNuW9r2hXbn5KR
RtXWqm2faUa98rtDN/y6bvH9WhddH9KzgNvhcpKmF+JgF28Q1Gls7yW5CNpdXrom6d4xeG1KV//l
8Ox8oYEqyeE8cP2n2hrGXVW6IfWSiN6wuf+1HbroFgpA8WKSx962eTi+JD7tPv3Y/5J5ibGTMrMk
U9P1H48lqLEa8K1h0XJjCHs6sRvdHFydZ2NHwit53mb8hx5L12do5mBSOJ44GYAyecUKe0IeQk1p
fcXa02jG+2rH365/fmZbk3OmFoluzYxE+ViaQ50PVAtzLz8aQfB9MORqVclL7SdmhqGervP09xPX
X1ZZVfVjaO+N5r7L0eJauFpmHfHUMMBBToUqz/T3k++3hVMWHt3F+X5xQ21y17naasx2epJtAj1Z
OCizozmxJiw9T2ggHm1k76PkPozuoiVi1Pz3EWVEUWySRZhW7WQ0PsqkShun9r5wtDu3rD61mv3z
+sLP3cU8PP8zMf39xERFf11UXAJ7r7t0445/ktiiC+tD3b9dtzOzwVTIsFQ3yddPtdtzOzThzHyj
YCgUi0PaERvSrgzTfkt/rHjBf87uAYgEDqdR4//CrIUa1wCFI3tPm5CnvEluSIbct7H/SvfVu7Y3
d9dHNrtIcEqJ2VBnk8UnvCdJWuyb3Dm9dVeGt4vPiMn1XbhG0gNIf1PNx8ecz5whlbIR1CXxaDNE
vwfKtevMSmho1sudtFNqR70fKYPQldxjAxa15d3S2Y6Ge0WoDCt4tNLK02J5IeKZXU/QwBBLDX6a
Mc3Kyb6JpayCw0pFeVT1G5e2tGa+KaXXv5hax5pYdbhYRGLPjUiWR9epKnb2lt2snuu8+fj55Qaf
QDKkraDJCpsy0eu2kEuCKflbCOZn3Fz/+XMXOX2mJu1uigakhYVbLc9StVJGh6tB6V+M0P+l6QnN
6EK6rElvfgyw2UqqrWq1r0WqPWZjs1CDmyt4I8ZIww7KSnSDsIQJVJFIK/LMBJ5ByzlLe9LicF3V
x4j2kIPW3hRGjQaKtZatw/WRz3iVM7tCBEGfQy+XYhu71vDDyYavuWLf9ro3rmotXGKnzhqjboD4
EK9OpILOdwnchz4bLDAotV6bSNQNNKX0R3ejW91nB73qBfeizjwQQfMhLmCDReU8CneMV6iN1VgJ
rgx+9RtNzD066TbKq0W/xj/B6NQbB+XhL3WhKZsxU9VyJRPdPFEUn7pyVkp5lzeB/WQHtHwMA8u7
K3wZ3W6p6lZ5qTdrr5D7VV1G1tqvyu7RN0bl0OslPSUTVFgtx3W+FilPX3LTMVd0oGyvL97M0daY
S1LHSAJTjBEczv8j7ct6I8eRbn+RAO0SX7Xk5i1tl+1yvQi1mSK1i6Ik8tffo/6AaVtOZMJ9X3ow
6JkMk+ISjDgLcTSt/AG3GhwKpejw16dF8PXrADHAGQd0HeCk9c5okCNkXYjrIISfLPSFNlV358Hi
4vxITtwEiIKeErIm1MHXD2o4hMoJmp8hasR9NOXuLoMTLyicm7yAb6gVGLvz8U5u+IWhB7w/yh+f
OMA6ZK6wqVy6nwb8aJ1H2EhdwUD+XmlbRGWV4z7KIrM3Usbdh5LUF3LRE3cR1C7+jb9KSGBGWMCy
esJdNMjDWNCrwQsulJRP7TbQD5HqAksElaPV6pgotIcsrPJjJmrIHhO7f5wbGW47vwj3cLN3L8zp
ySGBvwmhOZzUnyDn8BscYaaOopJl3sL2HS7Xl1rWlyKsJg1OdK7RQcnp6Mwb208v3ZQnfx6oG9Q7
4C1L1jdlPs8zqfMG6AHAZw0lo7cLi+5EgoAvQdB2sWGQ8AlkrgwYcU/hDKRVvfXpQb4FNV6IKQuj
XqXTr0ylbROXQWK8ng+83I6rxAQVHLBbwGzBDluvBDvU9tB0eCaW5m2VPdveN3dsoAHRRKr5Pulf
8tLSWz7Ep4CQO4HIM8DUn+DAuUEac66Qc9S82qDlcG0bsJqo4MvrQPg7GorMSw3gqs4P89T3AwDw
f1GXf/8u0yF9nVcCEhfHubK+VUp+ly2ax+djnJxKqIIs3hkhyHare7rOXA7LTKSsrpZxASNMVvHI
0K/VcC/dBwiGJGr+fT7kqVN+kUGBSg24xJ+4SVPAxqDLPZzA9ZVbbH1ox5Tp/1eIdVWsGyAd3qIE
f6Sc/4Ih6mNvwuU1z4IL/SHc86uPBPk4NI6hu2ahfApO3bp+MLa2cnA66KOhB7YRWaHelFsFFOai
Vg9/36KPsxByMmwub3VRd4mB4mDSeGSICzh5RtoHUmBugYkc/Eyn7UhUFFK44+pa1ouNbQUKcCu6
3Yh2QlQ6tXxE3wgGrrLsd6yyw5ROwr111WTdO7N0kqEcw5tmBhwBVMZnpxXTS+U68x8wU8nOo8x4
LpT7xwimMoU9CH/w86JKxdy5SQBBq9jyJjSfw/pXKy2YtDqmbqtENrJmUTFX2U6TttoYdGj2HZv9
HXV7rH/p62Twp+qKMKXSzvSap0AULHY7juMgd8Z7p5q9yLErJ5lGBftTYNtupG7IVoNnsBEltmw2
wmbZauo2ETjLYpfAPt2qzCkNusX6Cm8rewNmA+SBLaoeAsbZw2T27I64sAYHS/OtCU34NQMEdFei
8ho30N6NM9NgKPg10MqHJ/xN5RRu2lYFSWbHm5KuGMdU9sNP7ng8dr3KgjO0shLsk2bpuoKETn2c
MXZtPojKvaZQuW3hWa3qGb71WZUyUvhRXvd079NB7RyoEyIptjbUD6DwysM/HjgyCeM9iyDfQJOS
MzPlpocpnbiREimK7/C5aK5nrzahzwqrgsj158C6BvXhYWFH4MU6Z/eck19OU0w7VYztiKkXQGua
kELdGa7Mo8HLX4kC1VPNU/vdAhhliofGpTLue/2qeu6JuLbAkjBCAxBTpJe/7FkLN5nw8PvBQmq+
2sMgUmPqDR4bIEM92cquf4FMbH0joWiuzQqrsbPJ396shxftgJiOqXnEwlBpBsBmZczGY1Zk+rqi
qvgRVo2LS5nB8dwL5OwnrodbAWvRbnaQ3H3LR+0/TAIOyowS+I+HCm/H2h9jn43+Foq1+QOw1WEb
ERihPxNDiF+sZWNsGjkkZnt7+gkkPeQBpgAEFMiY0pgHuQE8ThncON30GBhzftUzMHrvWlfSLWsN
jckRLIJaP93PVdXfsnZwU2uAoFS+LBLgLxr4W6tj6zYj5pn9LhzFf9Q0lHe5o9uoxmQ8cRCu/H3W
lNVmclr/UWWY+8i3QX7DUzG/Nayafiu79ocdtNWLaO3XIvMhxzgpoIVcDUPmCeSVAl9JG7O3wUea
7zC35MVRgx3DxshCtagZEpjRNRu4A4VJU5ivnjY8L1GDgEMQk20svBb/6OGPQMuBPLsWLCotWdWJ
SR2RBrMpflDszDaGcAu9cbtBYqBhGQ0hrNHVr4D/GiE4BShINDp/aelpWLwXRWJNlcRHbvE/9GQZ
+SLgW6viIg4nMibaz5rEGwjfDMot45rYsLfHI2DjjH23d5BZw806D56Ey83DyMD1L6kCzV84bqyw
5qJJZ7CXprMZ6w7ZfcWC/tDLyYApvA9OovYFnDDZxLZu4XQvAsnRL3/wx0jjjkqqoB1jm5XGlZ+z
aavLsIorWIyjtzmaMfN4FdtCwqOsQyb8GJTgCdkZuOlV2TdxL4P5bYQO2lUPvcZfsmHl3rFzD1b2
TUFhFoEerIJ57w4Hjxk3Xg6NAHO0nrlTiyYm5SSvK9blvzwDz8CIQTkydni/FKf98eDwztu2kxGk
U2mNL7Ys4Awwh62VGOM4bKmawl3r5W7SNXxEiVOGES/64ptdDWzbM6jaj/6YX43QXLmfM9niGDfg
Nw8z5phb0ryVBfc2pWGIB7ihq3teCplIkKEjWms/kWHRHEdj8A8Gno27QRo6pa1ffBd0qnZcKQse
214NjrEZXCnWNAdfwLc7K4AYi2Snm78ouuOwUygOGOZw71lzHfOM3FPDyhJYDv+BVRGLGAgXAPyV
L5CzBmuNGvBZzPwhGSuXbcylsmaQWt8WEzqwRthYUdF1uBiEZjeiC5fHI3jOdjnDqmYozKh3szoV
ZdMCOyg8fug7G38T/qhraErJDQB58gYPF7I1m7BPHVhLpV05qNhVRgNekXJ3lJrWJqspSWc4TMQd
teQP3L5lqnLOUj0vEGOjhcE4M3jaFljToFr7+9714OfguzATMVDUz2eL3HSjLGO/r0ksiPtWEl8/
9iHtH1reVlvhIGwge28TZmYdEVrMz/WApLabBri5g7t2m+UDiRzJzX1BsmGL93Sb5jj1DmRgU1pW
ow/NJN5uBA7+fV+Yc2z0hb93YVHyKCs5xYaw/Agi3V0StFg7ogA4OsjRZQGe0NoaCmlpPLXwoJgh
9ZTQYQbNNhvc61IBawEnUWPnZUEdq5zxDWlEFVUTDg3QTPuDT2YLmgl18SA4oVtHdO1D35Ttvuq1
fOr62UksFbr3vbDwR9d9mY7GOPwspMqjOVRdRCzgm7g3TNta2rRPOCYrsgmtU6+E7XrRknpf2oCV
BE7TXbU1+jSOImzXYxFjS7Ph0QVI8jf3JTrXfTDubEamKEMCHXEt/zSeIyK42UCkw8Iym4vGusKW
zWJoI9ubNijybdDnOLtBVNnBNgObLAtpwuvBieeq05GjITE31MZ4C+ki3z1A7l5NUc4zvnGE/1hw
2h7mUXZpM6C4Ufk6T8qsaVIYD/qHli61qMoLonC0qxsYx9PYFy1eLI1Xwb4G2VUewOfBmfGQyWj9
WtSmjjJXu3u0frNNh07+ZgpdGUGmLIxU7QNN4UmQt1qPpO3sE7gm+r9DPf7ugzl4BbzEguoew5En
bXPbj+DE9D46XIq12Q6ICfeKq5zeCCNnW6eQzXOhjSy2PTlsi7J24kqQPuko44kJ35mNZzb9toZR
yTWyAqxBhWfQLHNodDUjSeFhcS9pTjwUHGwWlx245ixr4LrT+G6XqOWy4cOIb6pm5BBz4T7MblNH
bmGYfQwNPyN2R5BfO3uckswv5jQTgu1quHgfNQfqsxFS3FYaphxGP/i32EcqnTmld40ozNu+bnLQ
6Gxjwy1j2jYTLBIUXFSCqCpNnkCMp91wSKMNiURZ6xHyO39LD+9Fx7vrkF+mlsynFz9ko4KKi9H/
cAIljlYniz9uOxTfifZp6nGiQWnMfxdWYUWZMZV4xGgnrtG3iMWIVBYMT3vXeCPZDH1mpmjg5FE3
iiDxdDing2RznFV9j76dSzfc8IdId5O7I5Yc0tKwsOhQvo0gEfaqGmLhwCDVXehqnoCdBTMiV6uI
+m2ImrjtpNRtjDS3FEt9j+ZmPFmt7W3dWulx009h+1CPcxa5OX2h2s0jCpDMK9KI3EtdOCocc5eP
1x7qRuWBE962SGZhmgM/B5lwt3cOXk/ELaHBHxBHUbJrsOjRPMk3s5yRlE403GVkwrVT4RpkZeOn
io/DHooKEi7TVr4JaFO/OnYZXIPqPnwLBgMsZ9FokLMo86NCaNFc9VR7JpwIsi7mQmgrzuEDcidm
HAi5redYonSHKwXeICXEp2BB5RVHgVrYAzKzJtJZW25yaEdf1/MYPkmAg9uYT608zDMteDRk5tRF
tZWxv+VYy6UpUwEVFBRXQzeaEW5IyqIpLOZ4yP027pDhbbNmMDakByFy9pgfd9oJE21b065sunzX
kEkkbhH8GLAWbrK2HW4Ab62e587n12OOokBRLdK4amRPOZdqA3Zik0gdOpHTdea30G7Z0aYGiwuP
5XgOdXLrKJD+bTo2T2PZQXBUV3VM2mJJepaqIVS2D/mg67Sh7YshepHW3K+uay7bKzizDTd48VDc
+egJe2UP2JXf0b3ZcywV4RR7EJ/e8P/iST45EjZe2JtersYtgQXuHs+t7ti1HTL73grhxOJOWZoX
dDyWqjEiYwp46thDGVUunhhVTqcnJ/Psjd975h3Bxv42mD74bnlWJQB55gkzUf1p5m68Mgtdb5Q/
qgc0JIcHUJvh86tdK6onKTagR8UhD/cgVj4XmWskksOKhdpTEfOqHm9tgONSgeMwNt1abGy7dDeL
CXPsCHPa5t5oJdlQ/82KXuKwGLtD0zPrtrFDNN1Mkcy+qaJeT4DFs3C4dqx8+FnWooxM1jk3Dbp3
URnUVlJMnY+rei4OudkUMR3yNim0uc0tIwpJ3aI4YevDBK2yFKqKHeqAkm4cL+vB6KLDA1TQ7Rh4
IzuZh766csKMbMqW0zjUU3gN4aAiaTkhm9FnuNb7RnxzrfoPZ0N4Zzo45nzSIm2ZOiNi6K7tFWXh
T7u3Knh3ZDKxgUG886vavbJqAmSENP/6QYMDWvbWgc8LfGnmbmSZQbkBP37c5BCVj0k9uFB+bFTq
S8gkZHnop8Y8WyAmmhLqAiF/c20JmXOHGneoZvIDa9A8LOhkxrA+yFMxcQ3CFDNS0eNiYJ6ot5M5
IAklMIADe6g/Npand4aCYEFetGFissKIC5Kj7ejBmmyGG3aUTW0eeYy2r0PHVWpOWbbX9ghJJ7PU
B2Kr4id8jfxN2Fvzte6nN8WL8sl1DMylVzxPRBibRma/pRDVY+/w9jiUGbzgZts+NmglRUhHaTra
fr1FIk5jtE3sBPUR9BrQT44WhuNeMgPebH5nHCRlYxuhcmLeoiGQxXKYhqS0gFe0JmufgYKbUqKM
O3dAUcLnbnMFse3mZnT5dF8BKPfkDdajHioY4bVmRR4z4t45o2k8GQTQUOzVhqEPSfJjXkyvJM/n
m8YhTczd7I3UhbxCZ3E+2GNX711cWTHL5ykCTgNGczqcyvvarkTcYHIMhJdmsId22ZQUnENOqeZt
XDMzjCbR0zhjUGpDu9zcjrUZxl0bjhvgP4q4c7xnGB+FO83K+q0YlRdpNSxPrrxMC4+OeIr1QI0M
VhENNtFe1LSWfvBhx7T3pcVjZLzmFr2bt74syG60uyKZqY+8jAnnqrN1sKkM6zpvpyoOaWseO/Sf
MYWB2g/EIAlzip9VVbBticfXhvelRFHBKeLSQgGqrg1k3HiBeQfYt8xPDbRONpk28aKcefW9QGn3
JZuZf/CxN7awL+ggVUHGOwP5VMSKjCZh16G8NVbWDgbF+hZXaheNrPLvOwarJrxcsyvQP+20amdj
5w5B2UH5VOTILoJ8Y1JUMquyHCLWViStofMcUdn9DZnsohJbfGegzpQOvUGiYEbXQrdte4+EWUcG
zJeizsSKosSbIrufrRsobJbXedWz5/N1xJPFPYiewTUBsmDQCPxYge3nyQf7KNRHae19+1o3m6//
PkQ1wSIArRxd2qU6+67CWwsqfLgD6eMgb2e+z+3H/6/fd1cNygmGc6HF8Pvkrszi+RI0aFXJ/af2
SSCx7wYwIkD9c9WPnIMQd9yc6ePUlKgUHhxzo3h7oUJ96hu8D7Jqkgiv8gA8RJAiB1sluoRcv/Tz
q09A4I8lZrCwjwFKjs19R1+//gkAm4S0N6iVUJhcda1UACHQAtWnYyV+HIXz88u/jvaACRMfKNlC
p2QZ3bsFlPUTECejbx6N3v5hozyECtgFjO6JCfrHvGrhb2OlrvFfMGidila03jEzqzuo3UNCXDkX
OkknFhJiAGe0ENXBH1h9BIilEwfGaN7RIneWAGwdlYpv52fKx0y8a+EsaxWtPEitoH8Dldy15q90
GxcWiY13lLgjBZREvRLq5KT8EdT2JTj6ql30f7EAMkVAH436NQdKodDY6bb2cEHOu6IaDzqTUAC2
vtmC/oYYJMqRX7V//Gd48ICzwbNFA9hfnVRma8whdzvv2MCwujzk9M/56Vu+wHr6FkEh4NIBooLP
+seFVtoF8pkaDRS7/qOHbcVUhFpqNGPjmxaqQJegFWsAyT9zCO8OmAshLDQEVgG9lpCyzk0fkPTA
Sjs789Ag6Q9ehvJwk6cFg964qr/NjpFONTDP54d7atEv51oIVCL6mmu0P6q6gwEmn3+EG02spgP3
v+gR/X/jexdhdS6MuNPzidv+kcKgqcKSvAR0OLXgF9/6RQIQci9riFGDZDlENQkrArao6LFMLjo4
EM6k0vjqZAECg60FuX/MFoE9yMe1oSzk/VMgnaNACS1XkYE67vnPsSZAY78iBNzKoFWyeJatlx/X
dm8OXW8fNVpmVG6r+lj3UxS0B912G68SL8ZQfTczdytIvc1Rz3Pnv+f/hk9LYnFvQNMS+HF7wSiv
dlhhdh6esUQdAxRIi7y61o74GohiGSV4qACnQx8QVJy1o1mLtxhqCY46TqJ9M/vsAKzPBczgp1Wx
CrG6smGqxGnZ25C4HH5atRVV9d1cl1Hubf7DbL0byurWxvsjDJsMceoKfs4tQ+L91bwAI0H6jMMO
eKiFvftx1eVA+fM5Z4iwlAIpILYzyrQXgnw+huCxBGEEoJMB6sU9u/rq0Nxxu66yp2MvAloDuwYn
2G7uQ7z4iRARFHq6HXS7yis12+yp8Vm4caZLAtzLUD4cvssfgXb5IhhronW++iMqg9Y8kCVcXVAD
CfyFb4rE1+WRY4l4LC6pcJ8Mtwj2gF0EVaB1ysIFapvSd6ajB4txp/k+wxmhRA1fyBf3Ek/0072y
DA0uIQCzgcr0aWMHPdCtoMhMx3k2AeSgm973+8hDowppxqL9PdUJ2FC/LX1J//1kZODoIMCH7PUT
2GxyHWD9LWs6Sgj9TjKIbLSW/XqfOddgXosJgi9Gl57fFZ8SA4wWkLPFOwm2AJ+cU/PR89FWCqcj
jO91Uqvq1q/aOG+6pAkHP1I4zNLKtuWF4/NUWBAbQXLAVlmW0cet4gohDdKT+ejhDqj8bW5TWF3Y
eNdaCf5r015Aap04KqGmCFMsGDgg/VnnWiWZ8ZIOHKxX+LVXqAp+UUFzOSgRAJsf4AscA+sNgYaV
V8uxwd7HozokeVQPKBwPX84CljDosy222rYL/uDHecMWANzCFvNRu0Eya+/OKvr9+RVxcqpw4C+2
HXgirJ9QuTLQ4+jH+Vi0jbxXISrJeI/Qx/NRTi2AAK8D0Foh4w1jqI8DqUjWe57RzEcsSbRAd16/
9NMOrZSx9Hbz+Ho+3IlLBsjjf8OtDv9BqlGxrJuPVg4Ix/w3tL8p4m80/30+zjL/63MxWLTsAuTY
QDqvzkVptiSnXj0fUdp68LIWh7B65a37HAgrshmL4btwW8E+8sJ+OnkrYD/Bdh7IwMV7/uN8NuVY
lnnI1ZE1ORwRDFSCutTzBCp1fzry1CA3pc4v95Il8qdnEtYjtG2QasH5FOyPVU5sGMQbBLPgvqaf
LLxavP6tNf6cn9NTqZZnLvo5MJXDkl/LJ/kmQ/9y0vORmnceTmBbsNgo72Tmxwyii5a+9+udY97k
9psx7b9u+4yjGKcy/gmBGYxx2TDvXrTu1PSlw0z72NUqqlD0peySVsqJPfchxCr1DoduqVtr+xhW
EC2vtoZ9f34OT1ygHwKsEuLedUrp5RiDxdE6cja53EMyKub8Vdq/zoc6ORb4tuP2RB/HtFYr0dSu
7XB0Bo+B/9vPfl6yYLvw8/+Yt7/7GnNBdKjqEj8ftTaPFjOF83//iSUNEy+8HZbzDzn+akmz0UUb
i1moUPVwSeyUtJ46oIQOxWR5F24la/mt1XEB8YQlh7fhKWX/8+/fDUY1ooaUq6mPA/r1Fnt1nWtt
sE3ePLsQr9FLz6zbhQC2uRdKKCeO3w+B7Y9rmnuFQ2dP6mPP6SMcFNPcecmm42AL6Abt5CWNgVPH
E+LBfgYLA4Izax5Sa9QO8lShj61Nf/mF+au1QUyE3HiW5xTU1HprsuC3zrprZwTe5fwXPbFkArT7
4HEHQrfzSdhWktYLKwm7ORvGwG1UXLhbLvw8WZU0x7pgKrfx86gaoCSdDuHbf/j7Fy00LBXclOvz
jwomeDhJdayo8SxnExk3DS8Ju524uUDN+V+QNUB1GE1ukqmDJ1+GAPBsfKgL7wlV+z9zjnaHab4a
REM6IZy350d3ar9BrR91PB/fCGC1j0ux79E8sDIO11Dx3UeOPWzRTD0f4sTtD8Ojf0MsX/DdNnOF
78+jqDTctRL3Z2+lVb8T3tefyggCYy0X+PbPIrPCqmxHaARxdOKpuL40T6cH8e/vr7ZsBhGmFqJr
KG23m5FsqbWZhp19qWp3+mv8G2X1NcQQKrlIMx+dLjWdiH13Lo3jZIR/Elg8YxcbjY8fowG7thjy
f977cOosw/xHaYtbq/fS8x/9QhxvtS3DPBcuJMcVNKbN59kebin62JGXiwuI69Nx8GYD1BrMg3W+
DCkb4PsknEe95qYGcFocv6rOvjwuoIn7b4hV9kooLJq6EiEokE6iWLS/L2zCk4sLaSNUHcFJRlXr
40cxAHyA4JiPIgzSxxqaDbP0k6w9TPYXVRX+GQsOYgJxAwhs4ED7GKkYQgCyDRfNE5RPAb27cNaf
+hrvf371rijxaCUVYK2wFg0S++8IQO4lba9Tc4V8F4fVokuCJsTHEUDE3mGKN+Yx7xLWxnQPCIp/
6V1+6lJZWgOoMkIXBJodH4MEo6F5A3r4MdTAKJkQH+Ch93R+h5wcCDJbqMDZKO2t32BhmWWMWtQ8
hsGUEt7veNZEjFhpyDfnI50aDW5+ZPGoW8FnZH0AF0sBwlBoafXhuLVKu0oo6o0XKJ6nokBBDjqQ
MLkDzHG1iM3A8KBRhmxqEhsjBQDp/CBOTddiWurB/w+91zUD3a8Ajsi0p4/KAXCUduARBSlkt/3h
Qlp4ag2jKAOLFDwj4W+1+va2qD0XwrTzES39aCx+1kD41JfUBy4EWR+PwB9DEbJdgsDGtO1eRhdF
kUvlipNB8GyCCh6src31CkOuXo9IVWZ8kT6ujDfEAiv78fx3OfnZkeCh8IrS6yd9PyhQBmC4o7YT
AiR8ELq1oZYl384HOfGACvA1/hdktYKzLshk7+OhWxUoPXavNUAHrfOKL0Oa/xIK/VPXtiAf9ekB
MrljRXQA2D+fIWRqm/0VMaz7sdE3LfefemCgzw/t5PyBk426FTDPzvqoacve7YvOhQm010ahhYfh
Jambkzvn3whrUaUCVUBBLEQgwZYbiS5vFmDgpQTMOrnaUNuD8gASGGT6H8/MbKzbdnAxcXWuBDKL
m8lXMCsUL7Qvh6tMdkDSoGGCynEVfjekr0AWsJ2omudwK4kEvWZMeADB1PPze+qtBb2KBY+A2oy7
TnDHprQKQ6It0Fb9r8piN14LszAjGFg8oB0Wkcoct/D9/fo7PHgfdrViFW0noGxydey9KQYsMb1o
UP6PONX6+eqBy49Nh9FhuX6c8IAwSXLwbDAy8PSgeAnElQqrDZJt/8pUlrgyoPp2C+Q7qBYM+Ji5
NqqUV0W370jXbqnddLEhXf56fsZPLQRwIhfv2eUdv27EeDpr8trFjPPpKv8uu8TM0/8QAXpavhdC
vh2Vvo8jZzkobYxhqVkAoRZhD6DvUyMuoVlO7Rt/UcQEuwtScusoXQgk+UhwRpezldR6OKDYKwbw
LS5JsF4KtForNKzrYeQIlCkAN8wmATbqbq7mOgL/4OX81J3aDr4LdAB0PpGprR+aE6Ma5zVairVh
3NiTShtibF0GoIuFvlE58RfTZD/Oxzw1vuU7OYuo2yK79/Fz0W7Ms7AHJbLM7hr3PizNaAI/5GIV
dnmDrTfEuzjrS9Ukitu9QtZWzHXSgIgkgEgjsxGZxXNQXjkNKizY8IsEi7lvB/vCSX5qat+HXyVA
leqyDCA6fQRqVai41y+NOFheUtmRGezOT+mpWwP3ISYTdzvM1tc7AGoazJc2Hoq9TYA6HyK8HC8Z
1J4cEDpxFlSwgcxbIwZCSEI0hOK74e01bh3D0NdOR7M4cwaUj4oySLk7FY+iytV/mUokLkj1Fi3a
dZLvlGDZuR6mshe73h7iHn0DbX9jFgT8Icl8ySHgRHqBTB8FmBDtsOVZ8XGB9iGbiMyA+fKMezzu
K7Vp+yvMq29G5z/biaMRiTEyMRfdkM/6hlAFgd8F5+YRrIdY939Agxjy5/MxTiwNSJdhWYSQc14M
DD8ORpiWKhSQyBDX/5bpjTft/8PvLyx0pPp4Sa7J9i0kzKxx7qyjgDOAirpLUhkn//53v7/6+80e
vtjSKa2jTXhcWHPUfRlBCJVgPLjwBcDNhCrTshzeFaRM1D+qEmabRzMvIjvRhF74zKeGAI+b0AG+
DC+89YHXhqCbV3B/OYY3UEuLDDCfzn+D5cRcnXRYqstP4+4H2nJZZ+9GMJhjKTIXmv5uWQSJJNU+
41AcmOSVM3u73huKuJ/AcIcy6PfzkU+c5TDyAqps6bChZb06y2VdmLWxwCM1qAhT7D8bJB3rh/8S
BLiyAG7pn5U2HPjT8GDOTeg5SBaVSu1lZmZxTvST71QXEsSTI7JROEQnDQow69XgTsQ2TCDLjlL4
D1Lyx4VJGBkVv1OhujCwEycqmuD/xlr+/bvvZggwW+25wJt//FGWP6z+3mfQVHySBNLkl+RjTx02
aIUCdggQ1mc/bwfa8UEfAGk6doDc2HY0uHjQ5pe8jE4tdrTmgGaFkCYkOFZpqA1uSJBpNBdqZ4gJ
AbH866VdFBUWpzoMAufZarH31AUXvvVRPwZXwLvi8xfFt5ai2IcAqxPH8TVgBZCePbrdxp8Ol9yG
Tn0HPOxw0mCKIFCyuqvnfgoGBaffI39V5iF0oFcTn98vJz+Bh9sLaxgt6LUCPQmmXHOCflJY/Wnr
yCsvHWifL0gHOQbWESrs+M/1mW/ZWcnzngd3HgNVgB4o+c5A5YbITjLzCxXdz4NBLA8yYQACoWK1
3o9NDa6kxZR/11gHdsWyL6+mjz+/2oJsgsqGrvHz9XUIKvelnOlEuxwYKZz6C9ASzbb1n09a5YP1
PXh3oPfkPfQj9J2kFMzqveXtoUGS+MMfa+FOG1cWiKXWF+UN8XE+xl+NjyjVgD43eXcGeerAbe7Z
QVaXtNE/L2kEAeJm6esBv7QGWoxkqjtdYJAWe+gk6JnwI7io3LZkXR8vuQVVCW4W8FjINNYYz0YD
bMGRAt+hNt9t+rHyJ+D6HO8xl4y/YJZBf22qB6LE8Cxb20Ei2rI8MkoriyEaDSL+QMTVbAf9LYC1
6D7qjLMXaUAianBneeWynB6HWlZ7zWm19WhfbFsHEDdTAXEAorg97JCKCJV4tZoPM3LHHUWhIRLA
Q+zVOJQ/xw6uveg8zejlh9ZLoWfjhUKwdBOovD2OeTndyF6XEWyuQFagGg6B3CrioFJBMhXSqre4
eEbQ23R7y8F1BJTZdZ5mTh6HZnhjk2FHRm5CKq/UbNAb1MHyfa8UfW1UqK96Fcp96HcMWKex899m
YMn+lra6ZOFx6msvNzFe3KglfrrzgxpsK7Py8LW7uxKsUZC5x/SrJ9hSxvhfiPXTzREZxI1ahCAb
WYAutTn/86fOL9QjFqkwGOx+ku5qGszkLKl/Z5rThhk73f1tqyFyswMFC/F8rFPn1/tYqw04d4Nb
0h6x1BhuqfkXaIcvH/eA9IMdhFMS1y540R+zCKuhtdPh5r+zxk2benR3fgCfEyJkxTjllxBIH0z7
488HFF4+FrXCO2t+lHgCdd6C8tm5l6o4JyYK2vZL1dOG8Tm+zsc4gjPaGdYY3jHzx3hVh9+/PgyM
Y3G2wQHxyQEJ5X2jheubf2c5IryfQw35Dq8zvunSmW690Swv6JDay7x8PK8gIr+cv1jH4Amsn8uZ
lHTUZV8DJdV191Or9lYIhnTaM4jFuUhCoN5Uv4ZmW6SwiRO3wQANJV7XeQQnURMUTZQLRCjIY4Mj
KkxDv+w2qv9/pF3ZjuM4sv0iAdqXV8lLOjcrqypr6Rchq6pbovaVIvX19zBn7pRNCyacjZluDJAD
hUkGyWDEiXPsGpPve5HVmsWbA0Dfi6A+iBqtmb5cn7DLbS5OdMH9BWk5VFmk0D4tjZFqkLI6gjRA
B6sjShRhf3NxxXaRGwa4F+9g56JcmyHWttHQmR89vYsWAOUGl4FNYnN9JJeeJawgF4N4aCVcqfus
MfPJy48afTCCLJqX249EWEBIisIdWhAuOnqyNOXM1uviaFV66Hho/NencGb/3D4OcLDhIWTgoX1B
6AsyUQfUN0155BBTf+FEMU2Xr0hAFk8+L6bx5DWSG+OczQ4+nzg/FrLVxkeQabx04z4f90Z387EI
MkjkI9BHi4zVxcqjmuJxncG7zLp88tDc3czPt86WAzgk8s0o21qoQErHooUgPvfHZji25mbQ9k2j
OBfFeXS+v/F9PEECQBFdNIFK+4PYekYCKx+OhjnkT1T3sy+6RrP7wnH7Rzuh88HSdC+EqqWqf+zS
n4VlUa4XEi6osp0vVGa35lCO3XAcf9MyzF8/MG8nX5fOYZ0XYOfI++HY5SRyxwP9QD4EpRC0siB8
AJ0q/n3++4OiBIcFjrwjA18BD0Egf7NzCQOAtiFbj/hEjket1LBrw8bS8/5ZSx51aAMq5ki8YqXF
NyFEg/xAABUucECfD8GYwO+f+ql5HGFrm9azEyU92Jgivay84C5dJvIF77wmQv+uDQpdvDIg9QeF
PzBccAIhRuZob00S9NGoJ32Enf0KjzEgxpdSHW0j7gQZ4sB/Kajpb7IGUqhdUGogg+DlBhWHPGKW
+TmdR+fZTxztLs9qIPfY3CyvLHC5GxqNmd4N6AtpwSTnDTu9yZeH2ezm12rEHT67ZAa0ZNA8LRp6
nW/qvvVuflmJQxck3OjQA8GzHJaY2AtuXWXmMTM3nRWChk6xBhdLcP5983wJSN/Ow+CKJeCfK/ub
7bxd//5lkHj+femdPkKmpa5szTjOJdHjuR+HJwOICZAu6tRCs3pmkufa0Lubjy04FFQbcItAgOai
n1bvMnPiI+/iaTl4+Re/U1y5l4fH+felaev8fkraCd+naNcFT3POFOfiCrwUFrCtEcOIbJOcHRiy
lM3QrO4Ab/5UAp3hMBDngcahBOOb9tRl5WbufvC6Ulxfl3EqnoeCLB1lJeSd5PpcnfMupSNoHhyL
8s2IkPjZRNlxj4O5fswYCs43OyAMor6NVA7GecH6ugREWzrk9o9muYHsFEhmtO11F7xcK9GWA/wi
Xrs2utikU6bAEzNNF+CN28x6Mfj4adFqxeNhBfUMG6KoA9JrACXl8B5Ei2PSjY51xHsLFT/dZr+a
qnb2c15PkchcPDjFTO7QyAauQrvINk4yJxvgSDrFL5F1VhEqo9oCtxFi5Hj6yRdqUvjcKoMekD2q
hY1Zhy5Knl2SbzP2rU8elnRvJN+p+1eCLlU9vZvBHGPkn336uozosvCqqBy8aLb/YSU7VHMftt2T
TRXZKDmfAxkF5DaR5wDtMgoeAFGfnzq06/zRZG4Re7w7+OODme7m9JE0BJQfd3pT74b+u9O/zvlj
NT24bLrtdBDmQeqJ69/AtY/5ksw3/gzepMGsYrRaQx4Q+dsbvfrCgnT9TwXLkoUuVVxaSFZF442B
38X3pbBpaZtEEF5VsZ6DMxJqEEazv75rpINAtnDRlOA3YzlaehWn5j1eGGEHuSuiW5vGGhVHjth/
J1HAhSUpxByAPWMWpGchZrpsG1B024KgDM2XHxkQ8GeeCT5tw5cWPdf9zqGodKAksevoS+oAGxiW
rmL/rU4b+iyQln7HakiD0adqLLTUK+PcJaHZvPXsU6P/nlQ1D+lM+8+cIeYzxbMYRF/S/cO9eh4L
qITEy3dwyVJVKWz184j2wZnio7XBFn8/ecTYSQpSMnCrxlP6Oa+fsZ0Ui7G25qLCDpgUMGFQHD43
oNuz0YPGsY6zYD/7Wz5s9V7hwKsmAMjAZWZ5OJmlLQL0npnUmVHHcxYhKY1yYaN/wHNFshalYYRn
qNOcj6KyW7/1AlrHafK8VC8Az/WmIgGythKnJqSDhI06GCYpTGRkU6DhTRXkr84SPBVwHBS0kEWQ
htAs2WSDaDIGm2k4o5XEDkYcJqpax+owfCHlC6IJaHJK22Ls7KnwtLyOiZ+BsvFguaor+B1lLR8j
uN3/Z0LaEsOUGoY/kTo2rcLdDL3LD/5g2+AxBrNfNtNMEM69zjX2y7i081PhsurO4eC1M/M+A9QD
bWSLkf3lFXUQLg6IcLsB7IJtmZbRQow24h0jYKVe3K03TyjT+wnfeDNoKQM/T8PE8G5WD8a+Oh2R
tDbMzmwC63Xc9Fib4TipqBBWFx8oN9CnoCwMJN/54nuAm7DC86s4d95GXoRuc9BNFa3E+tL/z4iM
qKOdvgzJAiOLYI900f+tpzZVHLvrRqBAhYYiICVleFzdT6PJgJCLE+TYjvqoujzETr50rj/fl7Zh
niRj3g4Ftgn2YL1n/i7ZzNO98eP6HaUahrQgupXMDchE63iqfib5oxMocl+XMunvLvW/cfhSXbku
mrkD2r+Ki6R5IFWyKexlu1j5p6oDITsrt16CtsBE9yKwUG4zd9wGdrO9Psh1r/vzG6SzwLOmEY+n
BLEReNmyPOTJ6+zcrN0mBgokXgCQoS34iM5dO0m1peduXcdOQnY22ngtR0VbsTqOExMiFDi9JMvC
xNHc17FOQJqJAnri3eOM+8hNeWJFumO8PKMAoWIg6GSL+rqKAD/dp2x3fU1WHe/EiuTfJupriZm1
mK5lg8AFSMLr318Li06XQ3LsYMHDP3EbEMqwb0UA/mP7Pmi+FJli/yjMyBWv2q9wsnsYBjjSn1kD
4QcQNdnmT2Z94AVxMh5H8mHABrRuBo1v3FsJVoM8dov26/qUKdzLke4zkri2M7QYSw/SaFogXO1B
0J77ig6TdTOiyQ9SZiKMOfdi8IvbYF4Z6thonpYFihrmF4O8XB/K+rL8sSG872SnuCAst5Klq2Nq
umE+PmkA6qUl39pIn123tO7HfyxJ256MbgqdS4wmWX7kuvZtXJDR+3cmxGBPBpN6IMnVJpho+DKH
Wt9+GhsVEnV9UUTzGjTPEOFLa5/qCxm4gU0/VFv2O+t3I/vAhgRqxkZSHyoxF+XnpGZpU5hw4MIA
9S/IxslzUG/TUtWDu7b0kA9C/Q6q3qgaSsdXG8yoFtY+RjKM4TRVkdAaaPgj6IBvX5ZTQ9IJ1tna
ODmtixNMf+w9AKYApfl3FqQzjHEkIuYGFgLnHhjN0v3ATjwZgfziTnp9NmsQu8aj90s3v1ndQ0/v
rg9BTIIcxpyakI4tkxhVm1cetkezE3pVZhc8DjjvJ+0HXplRN/2+bm9tO6KHQjSvoaUCakTne2VB
bYF6U4KNT785kxvatQIFvxaXIXwFJYOAbl7gDAPo1ZAqqBrAw/uwcfY0e8toAfDmz7pRhRSrkwet
ReTjkVkDfvt8MPNs+BCJwIPS9B7yYeNAg+ENZP9vpvkRVz4xJB2XFslbYGtgCE0YiI+UXX+rA0GJ
VTzAgTaSyy6Q5OgWkFhXsQFS+cRCQrmN6/on9yCSMN9pN2Kn33MVaPKHyJYouKGYeD5vpgMK/KYO
kN+xIEzy6pUKJ1v1gZPvS05WVK5FwJqIeJKEYNNHiMQCqLocAQm47s1rp/LpQKSzzJ5mqyQOBtKA
mLFJP+lajQYrBY2FyohYvJPrxSR+oKHqWsU9718pHZ5L7kSGoXowicPq4iQA82IArRVkYS/iY7PR
jc4Cw1/J812RHebmt75Uu86DVgiUPiBmsuXgKr8+gauXwYlRaaUyN+97k+IV5QZxxqsNTzfAhm2g
TrG5bmh1En2B10fof9nL1AcBTajw8NF4doZnrdmTSbFJV8cSIGEC8h7A9uSLjdkAk7W6UcW1ycIk
eOw70CxDtcD/cn0oYrNfLNSJHckfAhdUgrzhVdxq0beiVUzU+tcBHABiAVtTrjLpKU8mP53w9c54
ZDb/ovlcESqvroUgEfivCWnRZ+ItRpeNeP9/N7PPzviYu4qlUFmQ9qVOeecsLSwUwA06MZ0eQYt9
fRXWTWAUYHcA4YvcGgTYCwSjNFrFNPip519nuifjt+sm1pfijwnx95ONX85VA921uYpn476o3lqq
qCSv7XggtmwwPwEKfIFAE5BH108Rt4Jt9eBCjZYvwSYwvnLnn2Z+zbpnZ/rIq+/UpHRjIoWsjege
Q9Yv7R7pWGzcpd0w37jvmQpvsbZAiGYF5FwQh8rZ3rQBzsrzFgRnBAKV3ZsFnJU2fWC3WA6yvRBb
9nFwShGgbw3chcQ9LuakedFb94AuQ1WUseYGAIUjnAEu4hKp7abTVJRJV8booln2jrW73cvQ5AV8
oFBbRZ/OuZeNFTXxSMqq2Am+ONPRVGz2tV8vMi5gbwVO7IJQgFY+pSBbqWJoTlQsLFR1A9X3pcNE
Y22ZQ/AMP7/cAUTg1jc+7gxR+HbwDhYwNMAtpIcXokhjyNwZ4iIapK38nw1VATTle0O2IO0JK2ez
b7RsfILOoN4+u8Fr/1g4++urLLcxY/6BGhChHRbBBNRbCvSZFvDAmsn41M3G0WzTHU/SL4ZV70vI
FaSf/SyPS7SHI6q+17SvjvWDLoCWTFWhuPEvEo7ihwjyCvwYlJEACD/3t5IMjQEK++kp6YKXSg/e
xjqZQuh82CEk1/Zoijow276r8nTvdfpPKysgnwG5TkUGQj783n8GeBdBBYDfcyFIDQBo5801foaR
0h0aefd0sLPNyOdX1mZQgyx0e+s7INi2FghfXV+M92TQ6RWOzWCjPRhgXDBGgFRHWozUSkrQeE79
0wKs6z6hU3XvDfVTD9a3yCPJXnO1r23a+E8tH+7Rc/ZXb9G/7bT/bbDplUJOCAwmyWfdJxUkvSpI
oRljD/GpsdwmfP5UtlAAKQ1QqQLNvoHU3QGS4pBQYrvGW+6tYHnGdRZ5Q7IpJ4I6Bav3kzuK/wGs
Ng8eoE4HipTW+9u33EcIzOSbiaBJ0E/JbmmhZeVVe1qg9DR06Q6EWofAxFWhT58r0xMt/+VPiMIV
iimTt7mYMRFZAYoCAnDw95x7DfpGIT8E2O/T8LVK761Ugd4RAcHJgoheG5DdADeHQoEorkmfzwrb
K9vUMY68AXQsC/tg2jTpdgg2tr69vvjSSP5rCusPPIZgxJf8f+htMGiBNOoIQcvSfTFUhQlDesyJ
T4IGEWrdaIZaieDyaoTMa90bx14vqnsd9PQ7Z6L0BbqBxpa6pQUBwqEioPtljX4HnQH3Puc+2rib
1ES/DHceIb4x7vrcsMBqwPsthBnTL6nrkV3bjVxFeyzGez71Z/AUmVlu8Bs6utM4xO2wbbUNMmfj
jc80zMi5CWm7ZaVVtYIcLZ7Kbw0B61ceDvrr9WVVDUO6JzxAyLPewjCc+sVs/qqsMaS14qq+XFkx
Dgc4e5ydeHdKkb8GZmY6dfkQQ4VufuaVrh3ziQADGECALV8aa8Oo9soh5Hd36+CA931v5kWOAGRN
0vZIBj5YfWJZR9vBEXDPlx0nirGtbAuYQAwCbDyaX+TXE+qpgV0OrnVEew4E7MA4cX0I8r0jtsX7
xYN6sIAZyDCorpx53xoePWZJAtktK+lerXLEUR80bfHJKjLzy9K6vzh/z4RBJipr6fgMgbEKqKkg
oQfF7xFOd+73KK8jaYRmAk9w6UnngD56GuhrtfmY28W0aSe93NY+RYKnh4o02o+AHjWDPtv4WTB9
RkINbLfj4IRpgoYGxdxc+u75T5FiKKdIK7PTC3Zc+oMW7FLr0VJRR68sL85WH9TmaEiAE0selPMh
45DPY0dePws6dY3+vD6fUhQllvfUwAX9DprLDHQKsKPzOUjQg3vnLVEwK/aBYhSedJCYzqTNrIAR
6CPlPfRkP7AQJ7Pkmee3nMuxxGZRs6Ov/1WR2M32dfPp+jyJiZbdTqwDHixiJ8gY7iwZl8CY9fHY
l3y2IU1RQW4cxKH1784N0l/ugIigb4MlYl5jLiGQnjcCTLBSQrMdUTV49VFpkN9M1jJnGRmt6chm
UK4H0K00eu85AZ/NzbN5ZkjGGfBlWZwiMaejZmyMdsPLHVOBuy7jBiBQgSUS3U+CwEb8/eSJ7tgV
syGbOB6Bt6eFyDSCuHK0X6ZRMZYVPOm5JensBzX02CwWGY+B+dVYtk72MLBXs9452d4vhk3nIv9w
X1Y3Pj7fF+t0gNK+1bg7VYMDs7nlLIcqc517Xk2T4jC83FcuWA7QgANSEJDXy73nupERm0Jj9JiA
oG3Jv1WqiPvydDg3IJ1wVdqzpYeC85EXWhdBGIpGhNbVq1YV865IIEd76y5DYgid+uA6McH5Kr+2
fF8zigICosfkNXk1IBTH90Vk1xHeW/2sSOOsTJ4J7kR0koGaX0f35bkPEoYIf/EK89ggk9bts2Bz
fSwrc4cCh4XoWMQe6PQ6/347F1XjoTfmOA+POZSOvcgYdvzndSOXVxCavNAFibvfDy6pILUGOoU1
7skj1++6/KEyN56q411hQr4hhlRvBsdNjGMB8SRID5qhoRJHUZmQ7gc+VCPKGjBhsYfiL5pDdlqx
GCsW3qumCJEg03SBzvPLWmusrl6OhT7Ym7osDrXZQzMe2OibFwSNBkCNg1AB+TMZP1WYpRbkBV+O
ft9Cr9J8oCmEonMgaBQn28oRCkNCqw3QVewayb0mB+00ST9gRIRt/eV1AAWJSeonG9qZLNheH5U4
Jc9vPzy6kKdDwy1w3heBbJZkwywEKWMX0tep9Y+TvLDxuzsdCOREPSXJzuVqnZmT0Sd0IktTdTA3
LX+55aFpKHQZFPOnsiH53MJrVjqmhoKn9lTWd/b8GTTn12ft8oQ5H4Z5fgIw5qAPKkuaWHMOs8+h
tqrY/SoDkg/krtGNpoFefk7z/TDuIPmuuGEuDzGcYKL5wcYZc9mmDMFViJlWePx5bNZD7mRQsrfm
MG29XWKXt9+a59aky9oeEzbQviMxceet5+fPmaPs9ltxZZQd0CQjXmSiHe98UehECUmJl8UomzV+
TIcXJ4e0TNgNLzy9+TCA+oVoJ7VcIZIlw5qnGlI2XeaRWPd0KCHd920aeqqjbcUJkNdB1ydCAXQx
yvRgNs2mwe4piUfr8NlJ7q778Mo2Ofu65MO6MRRDbuDr6Jh+AeXQs9Foz6A7UvVhrC0LclVCSQxJ
b0e+ZWrCB+gqGQQiLHuWP6TlIa/zsNBAI7HpVYxqKmPS3s86ak3eoOOlYP8AF4mOtg+zhKJ2qke2
83cyqEiI1ifxz+CkSWwh+t1oLgZXUDBnJ5AzQnsQSRWwl3VHQFQNBiwQ7cjeVg1enqKHkMSl2xev
bd71QFFCoeK6Q6xZQbcBQEhgn8WzVIz1JHQnLXpNbWBBQZ3+eWJR4H3/d9+XQs7FSsaqJiSPK1N/
MasfY2l+vW5hbTVORyA9PvTGYqhYYARpddDzu1bfk0YRW15ezlCzEFJhCDpw1sjNAB4lHasoFrwf
v4z1Q1IUEEA3Q5egLWAYwuvjWV+RP8bE309WxHc0vOAJvFl35w1v/Ij/um5gbbucjkZacmA0vTkl
JokT7TNzNmnOwiCoQyCgNniBQHpcUSNeGxCIx0GOgUAK5LGSPTMBYg/vzyxO7vkPCDFfH43q65KD
mfrYkKKkWWxpdvjcdqpgdm3tT3+95F7jUvHZCPDrySTkK7fIahb6G02Pt2c9kNU/mSaxbCfrvth1
5bfC0HHWfvk7rXz7dxMl3ZS5Vnskt/H92go7Grnb659f24ZI4aHtHuydlwGs19QOt/wyi5fB21gg
6awHLwSCfn/dzNpy4BGLPIMLjm6wdp7P0sxTNMaDVy7O/X0Q3Bv6J8uYIaIEFcb893VTK/sEyA/U
C+G5YLSXQ4sGFckssXga160TZsm846N5r7Ph1WjrO1DTHaqivxHVjkQD1GZx1oC9Fvz5F+lQI6n1
rguCNNbSjfbTH0AUdXd9VCv7BcREGBD6skSQIV2WReUDGogsQGw46WtlHQwQn95sQbT44eICLQaK
9dKOtCxt1oAKSeOE3Kf3AVMcxpeOJkT3oF4hfA3wGWlDmoz4mmtrU9wabqilrIt8n35JzUpxbImf
ef5Igh0gpgFtAVLzQnzTrkABBjovGjeFbz2DIJlukMfuUB9svD3gWrPC3nsi7tIgHABNmKJQLYUV
zqJTvWcphXSNHyYWAGeQZxh/Ee9xbI99ysCZgo5ZY3frauEBCGlGIXyGip9chC0nXKC2M9O49pa7
vqmPWVYpjoaVrJ2w4ULMGFkN8JRKR49vco9wwmhc1jRMtRDF78ho7xoUWMt6jCaINJLUDxnxQrtS
CQS/Zx/lecVj17FF2uaSqiXwbbTZIdcaQzDkiZFsU/T+xnDrHaH5vZtNTRj0TdhZ1pbXOgtT9EyF
bqVtbRR3vbb9uyU2/u/6puuo4oRZc2Vg5CBtLkqVF1Qr2sCrZnG6EWp3lhZVTu48ZJkPzrekD6Lr
y7zmzaL1HRkyvPsvSEty3yoHkAgOcY5WZTDRTsuuhHQ2/37dzOXpgjYzHGFQM0DHP/gLzo/nzJ9K
ouXmEFcuO4AN/5OhlYq4eG3SQIckipkgNYayjGTCo70OoM6IZ/jW8PKQDgX4fRQuuzaOUyPSOPzM
65HDKsc4KB+p+aTSRBUOL7skiCQQTiJTeQlm0vTRQHHanNCW54O75G9WZuFC3hrb23f6i1HGvX9j
ewZuFlG5/GNSCi8q0I5y4DKn2GoN0K4bXypr+sBRcmpC2uZovE4aUmJU+vIEAb36dj2hsyG40sq3
yWQnbo7vp/XflfWrNT/y+5F1xW4EEAyMW+eeBTkhc7D1gsbUn6O8LDb17cyDGAHWG+ldxMOQkD63
UJa607ngy47z/iWIkkaBkb6MWKDrgZUG6y/ueF0Ojoyh9+yssybk9chdBQLesZ/wAqePVZm8Zlb+
VhjW5vqGX721EKqAr0gQUF+wc5LUdrOhCmCz2Afse5k9Q1glLFIbMhDplow/iq6/s1VN7Gv7ExTK
CDaRa8F/pImcXS8zALqZgHc7Zm+Mv1wflerz4u8nsXjGHSOfggX7E4RI4xv4865/f+0MQ2wkOvCR
771gLxrRFORbCzaj2X8lE0h/HBa2XIHmWV2aUytSQOEDW2VwA5OU+Lx8KzXbPlRJ6nzpul57bhYD
Wn8uS0KyZD9IMGRH0+KV4jesTSQgm6iw4uEMJhjpSLBrt11GwNbiwqZhuXM0Fc5nfSb/Z0DGzaCN
pvHS0p7ixt3k5sb09x/ytZMxBNJdoHkp0RnDrrJHsjUHbdP+fd0bFJMUSOuEZB/JoMozocHpp/Mz
sT7yedMEHB+PEvQaidDgxJn7nIza4jAcm3eGiZvfV+V512ILEb2APkSwSpjSuek5BTEArMRmzH6k
PN1WfrF3zYPVK5qaVucJJJ7g2xMYNTmMdGcIdnUTTk89eSb3evuB0xNYvv//vMwtbpnLf09P3a/u
p7ncD2ZwdAtQ9Lb8OXVANQZ2gw+svAV4Gii5EH3p0o0WlDUQajUOz+CODBWCMtWtf/lcRl4cZAmB
Dkwzaoti+5ysvb40SV+6QRsXnh7N9CXvD1PXHfQpCZf6Ixg2/b1UhvcShiP5wdAus0aToYuDxt7O
LQWKlT3WrSojs3aunQHApEPFbAOov41kiL0qjzr7zm7Rozlus9IMczv2xl3Rxkt2e2QLngyEN76I
Oi+yWFnZ9bXhwKgNDtUedNq/r7vCyiYCoBNKVlCtxYvAEc5/slIzxZVjTmYb5+UQke6vwXJDpu0o
+Zd2JI8Ao6A/p4bVxra9092wch/RN28QxWNWfEUKcA2kMaCoArwZogPpzGwtJ6m6bm7jforG9lAu
20Qlm7gS7CDDANCJYIoX/cDnE6ahIaUfErh2Cekvx/jkN8eCblj/NWsORIU5XDl6zoxJ8UaS66W+
+DBm87A1okLFsry2T08HI62+zUmRQmGrjY32Jah+8O4uHX4PZoYChuL5tOZnQC8AdI6HoAgTz6ct
6IFhSAJ9iK3szSPoB0a9DJy4Vv/ruj+vzRjufPHqALvchT+bLaTWZjYMcTJqITDtN3Ydi/cMCiNw
MOhKofj3jvQ/2S9FpdtLE+Q8pt9N44E0h5t/PrJwIIwTbwH3otO8gOPNtdvwuHzM3L88+9sHPv+e
EgfMGnSi0lFJRsS1bR5A55586wi4PpaPGMA1CaJS0V0uA9wYMjG+sZgspnYZaZDIHJTHsDhmpT0O
HhEwVfmgJ/bx7jj3JN8owRQ0uEiQTYGxI3b/uUuGbxY6phj1AOCn4TD1jxAzDlFwfNBr/zdHYstn
eBk0y11eBJFZuvek6n+3thuDkP72IP7099nS5ZpBWUUDgx2NbeTS9LYNVZCgFRdH3gxkAUK+E/+V
Djl79FzGWk5jT/PeleHGQrGKwg3kKUYKVYS3gDVdpFPyrqnmqddo7C6LEXGn++xP1V2HlkovQ88j
H9jmul+unA4op4P0woD6BuBO0pwNJgiTA0rmOOmhCjxMy8/Z77yI9MWBDfM/142tzd97btVDOw7K
6pIDpWabFZOLTK4X9vwxaBQn3codhHHgwyhu4jkl36hW4rS5PfhTvLTbOt/N2sZWZTzWpss0ddHZ
BSgnNtr5FrCsdvQro6Qx58bRy6qXKYdsxFJ+Yo0qibpqyoUEIXRdTCSNpBsoHzR/cJeKxrmdf+8W
shnz8ovP/Ltxsu4+sC64t4FB81C7l4/WFGlJiAMuNB7aMty2+Nf1768FcJbof0R7BsBsyBqcT1tg
4wBIpnmGBLVthPo0PzG9ezKs9A78tMsBHRk7ahTPTm7teVl94FiA1ADIVR0gRnB3nBsvmnJGtXdi
sW2+uM4nVW/nmtehDoBKHiJgtFVJJzvYk/W+mvkcDxqYF7I33T4muaIEsrZx0PmAVjyc4oLc/nwI
tB9qjjc8jdPR3fzUkM6+vkBrvnb6fSm0ahfkrgLQjSM9kR8WNBDXY/E2F/RLgFrxdVOrQwEaHky+
3rvQ9vlQmnYqIfqXz1DDe6PFnZntr39/dTmQiBYVI3QwypcUSQymo8sNO3R6NPsHi4At7gMOJXLd
/zUh3zNa1vcBL2CiDkCqlFWhH10fw9pyAHUK/TuBr4ZPSXPENUNjIxTbnWTnV8/cfJ6nO12x6dcm
CoxgQuRURFQXm75wJ8bGiceT+WJ2LwPZ9yrw0dpa45SH+jCmS8ifnY/D6HnXEGfgsUZetWhin69P
01qZCc8nnMf/aXSS05/MGnRoYnR6vHhd9X0GBHVT2l66T0lnhfq41Fvkvfn9uIAHcYaC8Kaq++6l
Z4Gh2D8rA7UFdyCqXQCP6jIevm4tDmkrCGYaHDk2EEdW/fb6WFdirzML0iHGpmH2XQYLXb+D3naq
fU6MxwIhzhRWxeOsIvRc6aYD0vZkRJILZhrwcOjAhLxbOkQj/6ZX1s4DPXyRhE62S6Dz1vBP6ch3
U51GnbUl2RClbgJpj31K2b4u40ZXIQ5WtgVeMYJmFMVStExJJ63n141N9BY3otk8Vl5zN7rfuwQ6
tqz8en2219YTUTrghbh7TUhLnDsu/Ep3KjtBgq6nkVNtbaJShVvZfRgK2juR+QUfhHy7Z4GFxku0
A8ep5ked+VRqz3rf3O6W4JrBmwZAeQiCyoiy2RoQLA2ob7D8rQwb+v3mWTr7vOSTOau93CsJBa4o
jYZ9AyWp2w0g2IIoggi5L7AfPaPMIU0wxhC8zXcG/5efF/528qL0cm6RrsXn04yH+pE6Ks6vFTcC
v8Sf3y+5Udm6xGvLZIzJ4of8x5KrCmQrXiTYF4AaBRcDFGYlA7qNFNUMSRC0TIGGFXI/DyNTJPRX
TRjohXGF+gJerueTxJnVzLzAo69vyb7GubrM2+YDGWtU6xEfoiPdBe5euig4IR5xSMrizokgJKGi
xF1bh9PPS+FTCs0scHxoc2ykm6aOPrLNUDuGopUAcVxIG5XUm8BYViDAHNuNgX8U8cbaEiDRjqZ5
0JUAVCctgZc1C4BiDotrGqFffaii5UY6CZFcwYsTrw3Ih77Xjc9XmWYsKbx5QXrCMUJQnaqa31ZW
wMXDGYwD4igCzkb6vp/aE3VHFpssmrQwzxReKo4a6d2MpjfUm8BhL5iChf2TrYwnoZuzEiucpE+L
NYat1UcWefKbhxxNVQVTlPNWbqIzc9KKIF+8sCFJZmzs6Kf+NtCwdW+Pk9H5Bm4SG8sO7JvksyXt
qQ6x+zkey91S7bPX60frSjyBz2O3oVkrwLtIut9HWqPxte6w4MzQHpA49O6KzB/+NpfWjiAeoUHq
kFfpQ7o07nYpuuzmFw3SbHjPwLrQ5pPf6gW4vRImcjUz+RuCuMy5HSZ6bkBaomoaRweC6UgGvXDz
IWOH6/N36dD4vI9CC7L3uJzkGmFtGIg+CzxjvBmVFfub6Sg8Wvy+c48+NyA9ySZaOXMC6fDY7neM
bvv8yMz9R8bgIkIX+MCLnORMMqhP9D6Ni+451Y4qnbS1ESBNj3eSYLxC7/n5ntRsZ5wr2tC4sskj
o2htR7hOkDdjN+d9kFMQrgx+Yw/HjLRV+h4AVacfprjSm61Xkb2OfxhXJWRWlhwClSAowcMSR40n
hQtQAiU15OXGeDy66NAydVVySWVAus3BEKXXdmnBwAwBTz8JM0vhVO+POsmrECcgwY24xAHEUTJB
0zHrpwAm8ibbcueldb6Uwz/O/L3idzoY3FMIdHDoe7egLZp4v+FJvy1vh90gYgFaxUC2VqAhpMsA
Caha437rH0EdHPp+F7mOorK74nqCnAzoxvfzTQ5aTG8a2DSNHhh/rBCEM9u6MT85Zb25eQMhrfXO
hYaL7aKHTwf7vd2WnXeEfGlkVF1UgkrmAyaQakdlTZDryfg6O/GHLAly/1i5bdhUVlTqisrditch
tEZWCSpH6A2UGZwtEsy6ZpBA9HKLthAV3Zrq+9JB5mlN4gQ0D442j8ZyM3y7fYJOf77kTET36MxH
fH5uI1aB+8dXVblXBwBVSeCbgdvEaX9+jnXpOLcluGGOfVVFVQX8nqoXVGVBuqv6noON3oSFrH5Z
vuKZfX2KLoMj3LGCdEnEkMjwSlPUme1Q+0mGz/f5E7e1IuxIQKFA4P4i/nTXB9oBCncfcNxTo9Ks
AWOMvuO+CI6sg8Cwpke1qjNgbZOfWpBmbSzMngcOLCzlLs0jMhzI7WErajCizdDEowQpXulmYVle
DANK+EduQYhTB3D45kQD1kVQtiLMAxmdzAscWA2ioynxjnPUsC9j+vn6yl/Gqeefl4771pkXx6T4
fA3uEUizZQ64jA6Ff/taozkOLf+CXQNCA9IWJ6lllbNdJUe9QQ/zs1O/XR/Gyv44+77kwM1SA8eK
7N5xsaKg21m3vw/xogHCGKkeJHYu0Hl2veAmWvrk6LFPeVjlL9d//oqjnn1emp48RRajpvg8GFqm
KfSXjXV7NHpmQZqgkjqlvUywgN6IaVve3jKA+UHYgFwDnBX9YucnIEWmLK+9McE9p4cHcMQp/GfF
TVFORZQoWu7Mi6qaTzQdPOy9hvOv7sM6dTYVCNmH0QpRHVIEi6u2gCEQtylqkTJA0XBJCSayGeFu
8HOYfjjWZ2r+0FRwmDWPxaX9/1bkhIaZa948VLACvZeNSwOUoz+w5LiPsOlwtuMlIp2vDH0TxJrm
5LhxqynyxzG67rTrI/jzfel05W3m6JlPEzCgZGH6YC0fuCAgD/Z/pF3ZbuQ4sv0iAtqXV0m52Gk7
0y67q1wvQq0UqX2X+PX3qIDbnckUknANZqYxgBuKJBkkgxEnzsEDCrihxb2kFyjaiSAagi6JY0G+
eck3Ft3+/Wub7uzzssCL1VptPKY4uvXpkNnfqf3dIIpoem2KUNVAXhJ4aEAipCmCaG7VmkMVQ7a+
3OpCewT56uvtUSwHtBSvLyrTyPng6gZWcfkJZ3kNI3Nro0h8/1in6AoSLg1zR9/Ypb9zIRUIdcNc
sexr2wPXEHKKePPjf9KqTHZv00HHmHRihe2YBp6Zgr7lVCeKsHN1ZP8ZkmtDIp+yfphgiLAXY3xO
yjYyuwoKvv6RxKoDfn1UPlTi/hAdyr5mOKScLR3ObHYbZzPsM3GY3Z+3l2rNGxBDo8CsLceK/Nyt
Y9qDMA5BnMg4MjZBBYXJ2xZWpgyN9QhHljTpdbtCH5tQ8shK52h6b7ze12BoS5IvnLDAVokergwG
piDet1DSuY4MIS771KNNMTjH/tEzPtn9++2RrKwHqqeYKsDSHJBhyTun9gjlDXchrqpHLP+RF+W9
N578oVLcLH/cSNpA0NReLkcdBIKwKG0gtzMzrxqd4zSUc1AIfkiT4r53nChJp+/TOGp3mNc3wx6j
0Sk2Hx8mmjqRw/NcAFhlzXBaZDNIhhP3OEzFfWLtkye/3NLc//g55CwwbKBJ0SJ5lR8GRtpq+hJm
en1HN32vcLvVOTz//rKaZ4eQPU7IsMRYrcYoNum0s9u7UTtp831ZVwHNq2Do97GKuWTl/L4Y1LIZ
zoyK1il53GBQ5Oj4/wBGNv5ze3FWdtOFASmoQT5sIoMJA1M/h1oK2CqSUwlkzQBvxP9/vW1tZUNB
1x2wOQtnKxpxpZcEd5o40R1sKMKODvlaM1W+c2044I6wUCiAKsIV4XRRTF6JfkoCojQnqOI3m46B
bU9bPSu2aVpvbw9nbXXOrUkukfLY6/CoJEdq6H2QUbSX0/QA+ljFtK3ZQUQISCnU+RCcS9OWF0ms
ZZAkP1aNuOur9oGh0TzNVNX1tckDuhTtebhj0aMjpSprUEQL2mA4BsuCGH2jR6RBRtACd0xxIK34
AdDeSHEhYMB7XD6PiDOmWWsR0NdYNbJtYeorjtaVGQMjGihr0JANrLTMa977mctKK/ePNItsPyjm
jT7vbi/+2hjOTUiL7xa1YbOqQEbnOXGg7KzwrZXPgw5n6cBHneiaB0UTNbH60vOOYP67a8pqk+cq
bZElipFuBZTrUOhCaAWwurwKAqHnNCR40PgWCX3rrXKeS2dr+mj/+hq3T62yLWNtTOcGl7+fnWas
FJNvmTDYfWkho4k7QOFXK8sOrnwcTSjkmVB0Xv5+ZoDioV9pXQGaBFCUkL2fBsT89OFlB/IenGUo
r0EMVw6ihpGPxWiaaPO/Fy5wH/vbn1/Zg2DAQ5yLiAMoWxkRgVdfLmin09PUFGbYdx6Ulqd9Nfwk
ZrU0zInX2/bWlmTJ4i/NRSAukI+WWp/aCZCh5DR6hynkxt1ffH5RLlhwgdiI0smFojCbrL5JTq77
a+p44Ct+/tqC47v/ft+4XPA5znM6xFVySqthDp25ilg8bLTOahUvApUhKYIqC/BH1DkGgsJgl4V5
FrYqDZ4VkmK0DyHLZgNWu6K/agjHY24Lko9yotvWrR7ytN73kxnlnvGQFW4WoBwWoRWpDgoULxId
yjyg6FYxp/7JhMrnwtnvkB8lnNLeFENMT5ZL2mNrpna5qUzj2fdjcBVndrpB0aE6WBOCcK+zv2TU
6Q4C7LVB1czGT61W8QevHVTnP0jyojqlInVLTAwur61WJ0GXvYI7mdKTsZBdAeo/CsXD7A8K+2oS
FhQ1hApWJGRLRJOF62Bj+Fh5sF98BbwocPX604Rm/8CqhnbnjmUV6h6I8PvUryDvzdxQ9P0Q1E0+
RVpb1RGjPYvwoLUizll2QGGp2fqWqknresVAJg2Wvj9yAkBH+MsEnp17TexTkzRzfIy7qgEuQtef
48T9BY2aYtfOjb9lTdZAk5iWkeY2vwdSvKNhje6FO9vH0kymt9vbfrn7ricPVPTAGa+oSHaco+se
TL+n0huf7QyqBIIdqZ1Gvl8pMlmrGxPR/v+bku4UfaBOClmZ5FS7JsKvbwkQerFKt2LtlFyKBsAI
AJ4DEOPl/Lqz0OjYivjYFkZoZ/sSmtC3Z0xlQYomSDzZcQWkw3HoT8O84d4//9v3l3vnzEO6JuVJ
5uD72q+cR7ZKSVD186VnxKw5ID9t8PkiRv4+tCrF427Noc4XQHJwp+Walnt6fBydQ5vNu86Kw5Q/
Z5aKZmPt/kVLP7K7ALGi6CG5UxHzKje8OD7a8SPx70boX3i9HtQp2IlVdBirtuBRaHRB3hdI08s1
YeakISFuEQwqefQTNA5Vz1U3g5Ne3xiuAmqyOoMLKeGCGwXVsjSDVZ1pPs5ucgTB0waqj5vKij8n
Jfk50np329dWTeF5B+pj0H1fZQTZUPcFszQkylsWmvTBaOeNQR8ypsJrqQwtfz9z6tEGCaYpYMjI
7plRBFl3V9odyMsVl8HaGeMDAgswPRCYV8/WyupGyx+QZRYkuaty/gh95H07U8USrSC5AYQ9syM5
xNjjzRRD7QQVGP81Sdm3kUESoDf8jZmLR8KMsHTbbdma207Tdp2Zf7m9cGsOiXWDmhVuPNTCpXuW
2iQrUPrAgyAdgqKCnG0FpXnyliFXWCji6D+pZ/mOODcmDbZ0pq40Zic+0sLpt5llQf0vc39W3Ovv
zXhgu7rqnNCsmRYSU0cfWwEyqL3fLMcXPCowhq4MRmBuNu5slD9Z4n4men7wYgchgmgfYsfIA3/O
jAdbR8UdChZ822XEDgYNvJUlOo5CgsAF8kKdH+UIaECHX9AXJ03ju6pt/EM+F07o5+BugiSHHxZp
G+8bDXJFA0DRT0nBQWUy6/7Bp5BnS6fmIIC2isD7wHfjZHlhOqXjXV1Y5dPsDO0mLjoj9HInfmzS
7PfUs23PoIAb2GPehBp3hifStVXYpLMboAU/Duai7e6MHlUTYM2teQry7MCFP4SJP5thGaOMSSEH
uCktmu/TgX2ZSZdErqbjBzviO2K3JsjZTI4xeBW3Qlh+MLRjsrNEjl5ecxp/28wbo9sudHURAKOh
4QBFVQnh/hUDagU1UerneXrKBmisPxfW6ePfR98ZlAPwqsd1LN3EII5KCpH66cnagTFepAqQwNWJ
gp+PHY6HNxoBEZbJp2Sb1P5EDTAR2d+sMhy3vrF14tfbY7je54uVpRkEzWZoNZNJ1bN0jI16hpUl
/dF8mnjk8ENGETJGhOjB2IlgJmFnqlhD1hYH+Vc8w/CCXUCPl+clgK+6nY4CdrE9Xsfm7va41j4P
5BmAdMs7Bojvy8/HWeFMRTNmJ47nK98y9v3D38fpiM4SLDx+q5yfmqndCc9kYPDsX6z3ulbApVZ+
/sXnpdlJ07kYuY/Pg3ucWyxKJpVg4NU9glro2QDk87XMi04fM6S9nNi6bxvt0zSCidxuyo8+Vhc7
0AJYZM6W0EK6Fw10VbSFBQ0RrW2i1vvVDQ9MVXldHcuZjeUuObt7cz64hchKEDZPTWANEN9jVZgO
ipt3dU0A0cNAwHivyeSAVeOwUdc5O9W1wE30qpWKfMvVhoevQvUWzB2Al11Xk2pon3BOPMTdQ2CJ
5204GF9ve+3KRC3wT3A24uVwjTsyY1wjfYdj2COncfgKZr28V9ylK7N0YWL5+9laEA8goFYX5Jhl
YSmCKlVMkur70sa2ZhTXmY3vgzn3UH78REeYvdS/Ab27PnI7DtUx04/JUWNJH4jMfSReo5gg/WqZ
0bCvoRPSQUUXeTu5NU3ErYE6Nc4la4LiTe0mxRZV2fje6y2UKemIyrs3ZgEABFVY5nzeFprR7FKN
89DWK/ZDqzo9Mlnub2yBgyIgta9qNrsKvqSfKD2hzKEwiqbNKDRl6x/Q+eo2dT8/u0R/FHUTsqJX
PJxXF/VsSqSrztGmWOgpoyeXJRvLS0I2/rjt+asjWjg3UHdEi5R8zRkVJ06VEJSunM+zr4VdfrDR
eyKqFzCm3Ta1OhgIsS/iaIuMjDQYOlosF2B4OcV8fsty6xO0tba3Tazu4/9MyJVtDrCA3TvIzNrJ
g1/8Q5wwY38zYWcmpBuIxXXDx1KDC3ig2m5/9kkfuaAPZV+Y5QZ/MRxcDyjT47l7lfx3IbsXa11L
T6XOQ724N+bfXfz7to1VBzizIZ1LFdoSbbPsKe4IEuUz9C/G72VTBe1wmExVm9nq+ixt9QAH4CCR
gxsDPXiIGbDFIWIYUePrmBvbWov/YtoghgPunYW/EsHI5VEL9TIPPF94s3s62dHpzgbnl+nubs/b
2lDOjZiXRgRlibWci8Da0hAcs99bNn3TpkQRr6nMSMtD2CAqrV7Kit7bnJ5K8ZT/RZSw7EYoOiwi
Ildk0gOyc0Y1oR47VAMPZ9Lv9WngQfXxJsOFyB/dFSgrLr1zMgrJMgEvdC2A55zdZP9T6IpLfO3+
0B3k5tHDrYMoc/H0sxu2GgmYt3ocZcPsP5m+vqfMvGdzEmmjFf7F4gOEjhsdssxXtVEcplCrjB3c
h/q7k/yM3X3yYS7pZbLQO4yHGnqerjpiE+CAusRocBumu5hFlrGh1eYvRoFino62W7QOy41bda1b
EyQxybGteHI3Q4Jr5wxTvCvaWpWcXS7Gi0QCYmqwl+K+RpCFLLy0WzIPUnJdCSYSvZ8/pX5uB31J
v4iCfcKJ/asRSKxNnq5i/1u1isoZejiWxgQ5n1agHx8Cc51+rPpkQ7UdL6bArv/h8aYWBwGq4dvz
uXKUQofLQzUYpDHwDskBbS+mZCh97RiXv2kB5hgWByPa3k33UIPM8rax5ba8mlEw76CfyFq2lHSb
xtoM5TdeQCyrGOODayKNN7Mh2zY6xFMtwsEY7dobK3dYYHFXJde2ciwBwrMkRDGv17AokAI3Y0q5
fhz0LtSML03zEidEMcRrOM/yEgNf85/CwTVVG+VV4rNW14+e8ZwII+jHe6PUAuhBczei8QZBtJ9+
vz2vf7xemlhgPZG6WGrHyAAsQz87RroYSbUsq+2jVab1BiKLoHI3SbJhdaftc601oz7X31KRN0Pg
NqLdDV1XhEJ07S+v8abIYaX+5FdJE/iVC91szel2RpM074PZdp+KphGBWc/p41ijQxa3lPFi1KLY
6hSRtTbncNR6Ys/N7LxPc53vJ3cyQk3rB2hDa3nogtQpi8qMlRun0ZItEem0aWv0hwdgR6LhhKPk
GAvifOobFxSEeqUCeq4csxfzs/z9bH5oZ2pJa3X2EfLDUatvkzJ0QHaI7NvthVhxMTwmF9JB5JLw
spR2U9Zbfjk1une0vX2pH0q8BpLtbRMrQ7kwIYXzFULiPCthAgkdE8Cg6T6Z78jPvzCCTQJQOvAO
mP7L+eKiStORDd7RSz9Z+p7XYZnCNRLFZlk5D4CB/c+MFCh0dSJ6LYOZzM4jZEt181cyRlN9rKo5
yOt3cBDeHtd1KRwFzXOL0kbJDELKtuy8Y5z5oei80OUA/MZs0/llEOcHY96ayFEb+vcp3/TOxwMj
UF7gPx4eiwCRSe4x1S6tDJJ5x5rZh6l2DjFrX0dPBc5eO4MsKEWCRRrwi+u2tqSZrdQlaAFM6zL0
J5BFtgFJcI+QMnCSb0Z6X1h2oNTDXPP+c7PGpdfkKSgY0rHxjm75OjQ7noS+qrFZZUJyTCYYYb2o
0bBHyx/mnH4fJraZctUjZm2TnY9Eckyok5auTjGB5vS5zPb1kizXdqO5ue2Oa6NBcxIelkBJgXlF
ug9dht6xajbcI1h4gsp4Gdhr5qmIBdfGYgL3o4GDADLY8l7WcIy7yQQkpjWYm2L2Q1MYYZV/a5li
NNaqJTAeQdETwSQI7y7X3y7NvuAaRbsVJCu3E/fcsBJieDNzH+2wDmu+uBYj21jX5qCb2Li1ofa1
50Xt7yBymdAAAwD7DSHm/ciK+q6gVRX2pss3lZ2k97zJinuHAaYxEssIBfi1322nnEKnrrQASOAx
6qfW2fLas6FjoI0FDUqbNy/dIJxfPCvrw2Rn3hZPxHTbVhYyFC6oOts+9h4SRubI9liz5aU7PemC
s7vZ57ib2p49dTPaAdAlVQZV65BH3vQfpghbMqtASy2LhNZhmfmOuolFs9hEg6gtECX8Trt6a0He
DYWb2y63skbwAgDBlth2wTZcrpHRuFgkSP6eTP17kd2X7EczRG6ngjUtG0QKSP5EefoSpUODVdqn
Wt/Q3BKQ+BqNOYr9BM21KjjR6kigNr10XYK8Q65yCz1rNCedoSSF8lrgaNXe48Wb6ZI9qVRNqisb
FcP5z5Y0HGOuWdrksJUNhh/4NY3DaiZxZNixUOyilfj/D23Y/28iaYEs0RBBCLZrPb6Be91qHxrH
DPr2vhLPY779sDcseOZFagDsqSjBXnpDmU6jgwjPOQ4cmjH5Pi+/wdWDUX+5bWfFHdB7BnQAfAF1
bjmHAghfw3lrOUdhl2Gif0UlTxFKrFlYemoWfCN4BGRvyO2e87mn3jEJmz4JfOVDacUFkHAEWxwg
Dn/Uby6nKo97YEPKBHc3UFppxNO95v3FapybWDz+LEo1fUhIW4uJVn9OoYWphTF/oF8+vhSQjUMj
JrjdrhMadsZnS3AN7Qb2C4lPXOG+a+uAVu4F6YL/XkXAo8Fw2Q0t3BcssU4K5otZsdLLLSIdLReY
NOmWGZrO5UDYxEfoVIXVMPzEgXpXtl5gJnhQNFWnWBWVPWlDdkOuQUIUIA2S9U9mY+0K2u+pgWJ8
7N+XXaeoTK35mYvADdcnogJ49KUTcI23NpgDARRC0z35NfQg91DgQVQmljU887OEtIObawtc2n80
9Zeseyk9Ba5qzQ0WsMeSN8fZLOe1LM6Aca5ZfGRT/ZUTVCM9l+1ve/Ja8cWCLgv4Yt1lruSyJ0i1
WlE4PmpsntAhdQWFrz1KhU4Cqi6+J01532ZwDcZ3sQ7Sjdm/c0i36d34c5ZZu9s/ZnXAqEn8yd9e
q9uNhakNZpkBFJHo4Nji2ee2VfXZra3bQosL7S+cQLhaL9eNdE1NrcKAJ9oLGWpVb+vemgJBdEWQ
sGoIvZfIFQOsg7fspaGkmyqPgbTq2Ln5Y6+bWz3NnhyhesoaxnKiyXsZgk3/GpIKE66l6fQP/tEf
THaoK+5sDY9lu2yMPyO/K7YaECWcNObjZJJ6K2Yzvuv6odqI2Ha2RdI2G8+u20joQx30VYonsWX/
MAGa2WVzTe8L4fZRFwOwQ4w436BrDkoK+VTuXOp5YwAuaNiqHP/dHksXcmp+HiVtCcQNAupd5mps
U819EzRd1kS1AXr3rNYh7ZkBxVP4w3DI2MTu/M6fyqDxgLlwY+imANXZhAOb7W1RlcV9R01/azEx
b6d6ysCXYhcBmdBF3oJfZZeWOCApb8e9lnA3QEVZvHmzi8h1GNPd1DB7z3U9Dh0N8J2x7bQXy0XG
W6CUCO7BwK20+UmLKeRBbPGW4996age/2AhXiF2bW++uk30XqeVujYk4EA7mD5aW7zI8cjekNvMj
K7x6N45TFpr1WARTZULmSFAU9mdOwE+VzWEGerHA6+n8AjHFJKgy2oRNxePIcQX+gLT2BkLefQTp
2/LNLpIm6vVSi3qnzHbonLNCiMtPITqruic0VTs7iA06m97T6B7MxFPEGjTSOEP16qfeqAcCjr9B
EiU3wrHrnRDFKyCo2goZfsroo5tWLKrZJIIJ3VpBZopf9ewKXPq6thlLo0aHVtMFRYr3A7CY/dNQ
lNrGmuYsms0k2xi5NRzakelo9e0H/Mj4a984xlvMB/3eb9zRD+eUDN+6gup2VBATfT5Qe/K7tAh0
BO9baDP9zodhCkDFnP+mPflmjE3xKDK8Xzq/YC/9TDio2scxBNzTDUur00L0fKRfPH+b6Pdj/Gkq
PP+UkNzZCbuL8Vtn91AVdh9RWqN7BUJJXVT2wn5IC5Y/5okmwqGv/GBuqy4yirx6Swy3PgkvgzPC
lYo78NOzQBsnDTkMhleKjj4VlzQGAFuDq281pgHf36TvVtb9dpsmf/L63gxRlDB+WzX1tlZO6Q4s
GuODz00v6qFqsJ2ssoqyrpgDsL62x6xGmwUxaLUt6na4Z0WWQuVPtMXGaXsSubiJD609OvcomGGg
U86iTMt+jU3c74YxYc+EMxZC85u+Gc6od4HPB9RuKR20O7dM511eNXVgUj251znx94bW2aErkgQi
S7q3K1t9ikp9HDZ11VjA6LZxKIoxuWNmW+0G8XvojTCB37YosUUmiIMUYcfKAQ/tBXR+odFoSc1L
Z6Ir3LgxRMtPjbUBZMTa3L4/Vo7ci89LJ6HWg1tfixuOB1MMJD9/4p52Z5ia4l5eOXAvzEhXSJwM
bTfSjp9aEXjx14ptk2obx4oYU2VFimHYjNXy45qfBLm3qztivZbtxtE+fktdjEUKY3QrcavOx4ow
0OZWNYAG1kPrK6K/tYwhrCzAMAjXInsnrXvZAk+qWTo/zZWeYQdAd8FgyKCBs2h+7EukYLFhUrAF
5FYe8j7XImvyeZTTVIW+WvfA/36J5CJQ1SS0TPBL3Dgy5w3RFENVfV/yjS5JAFhyNX4y5o0TgZ7s
toevxNHoCAQQB7yLSwZbWq5xTInBRyzX1D7n6aPRv8TpyWR3kNBROMbqQM4sLXvtLL4F4Yzeinrg
J4v8AjhAfJgwZ8Ginn1/cf+z7zc5cdDPik3kNyBUiS0rDVMcmLenayU3DiMoVy2avHh0Sqs9DwSE
BwNWO89wfU1hQr6LPt4sTQMtHYI+/9mqWkNXVmhBQNqLrKt2zbSqjYM7OmUZH0unXATM+zpoi2SL
f/l3GXcPTqMSbF0mSg7/lmaIhaYSW0tOGE60NxsK1aFjPfl7s0YjWjm1+7KJEfgYqnzRilcsjHVL
TwRikisJl3I2vRL0SvExoREunkrVMLT6fVRQgSE2FtZpKZnbN9woOEMrSW5B1rzRn9u5UGU5Vm6J
hSgNz0IUl1BklzzbLVKv8VvmHNNsp4EwmG/I+PEaxYUJybnRY5ESe4aJvtx6hREYEBguPtzWg2Sn
i5cbXgTQ/8IL4HIHZYiTdTNh2EGgdr1vuOINvbIUWOClH2XpPoYrX35+MPDWm1Mbe8cLncj5cE8V
fj3QMWjWRe88EMnSQUk0XVS5J3Dx5G0wuiiazq+3N//aAPDwQk8YwCEYgzQ/uU4SJ5mRPm1p2CRg
nVIcLqrvS3406VXX4uBhJ/czt7YTUfjQykECfDDS2HBUkFrL2d+KNqDsYMDwVrZ/z/x/wAXCxRR2
LqrP3Y+/mKozW9JUIZ63C1+07DRtZ+uTpr3c/vzqUFA8weWP1N8V/mfyiOc5c8lPQ+Y+owUE/7RY
uUV2KypUR77KluS2rDCdasQT7WSiJz+cKP8iBg2Avc7JQiMt7AACPJ9vD2/lQHFREkVgs+QTrkBB
RJup2c2cn5ICxK7xw8zKexa/3zay5m1LDym0dnBswSkut2PsmrM2ICg6Wf6TnQeZqo1qmRfpGgFB
O5pDcHUBES3ngQyfmRx5KA6VJTeY8IbstB96PG5i/+NorQtD0sb3BuZ5WYWNb+o/Pe9LQawgbl5t
ldLSih9cmJHCZ8ho6AUrEIgx8bVEE0/VugGKD4FNn1vj2+21WXGAC1vS9iEeRKNS3eCnvjqZ8W6o
Tmzc/YUJIEH/dCMuzW6Xy28lSWcZFZY/ZV86a8MRXWoKN171AKC0QEGkQctJ5n+x59wp8BrALk2z
Gbx2OU9eIdCcvNQtg9K8WWmKFOraswDUugttLIIXB8TFl4MiGaednQxgGkH47yNKAgnFL68l90ZR
RnaS/DZabTOhFBLErr8ZYu1XasWKH7Gydhe/QTovCujQgukXValBH5ywKbwNOJSf8YL/i7fvhaHF
Yc8CXtEK7sWlhv4Sz3nIOkRPovXI5rabrJwS6IlHBxEKLMijyjyqRZvlneis5ASNS4iiqFR/VJ+X
HN115onS2EG50It0XKnf/+LXI5IBHBV+CEXIyynS/b7RDAoehxzCbuisYw8j9YniYbPi5gvR1r9G
pDH00NfRx7FPTlp9Ms1viWPuDCMPdePT7cGsOhZeAUuNaElqSXbKZM7tdrHju3dzt0NqBdkaFcZi
bUGAqsRKA4+HFLBkxGUeVGbrFI0+5m+U7qmmaLlbGwQSJAufCiLmK8nJEfKfbcY9LHixKbPILzeQ
Tb09T6tDODMhLXpS5CLrMpjw6w2lkRvd/vz6CBDJLj11wARI2w6ZOKOiM6LkygFvKqQj5m6Tl4pc
zfIskS5PH+CTf41Ip3OpZRDZcxAB4FlutyeN3RPyQKp9mn3r6+/doEBgqca0/Jyzo6RL65ZyCnOl
9honDMwXO1vFw76+LP8OSY43inLKUw0FZ0jZ3qXujiiWRTFjMlYjJ6LwygHLMtl6NJNpP7NpX2v9
xsv6x9bKX5rR2iJdrtj8y0LcWCi5+lPVwDq3Uwqz5Cs1+4DHJ9848WLcTW0dAMH7PzmfIfm2P869
o+WYRDqTXUlEAm4SI0YDY694rCk8wlhW88wjxj6ecH/CkFP+jJNnB8z8xbS/PZi1g/PMyWUUv0sN
vWn0BMlbumFsX1ePfh3Uqvr9qt8BR7/UvqFBLvMucsqY4054KxAoJMQpj7q/6GlbJEv+tSDd+Dox
kf0HyOrkllUwvqONI7g9UaohSEeOMzep5xE4WZcei/2gYsxeXeuFlBLiBLhXZF2Sxi2Qe3YIYEGW
FbDpuZ4/F7Gi/2z5iVf75MzG8hvO/Ilmed5NHrj2db8Mi+GXsF/bfqsJNEL/vj1ZKkvSaphuS0e7
pIjTx00nmqACCYChDyFHmaZNxPa2tfWl+W/upKXxeeeYtMXcEXfvQNOFKc6X5dfemjfpIgC61850
4uEhrT/w+LvH/ylBZT6kP24PY9UMtCOQ01yoXB3pXKn73qtdMSHLnPunMSkPJTOCmoiQp5bibbO6
PqB/X9rPwdkn52nKIZ+zrvfZqRlzgfq/0T0MHYrlVtpXh6GhKJmhtUsxjavL9EfqCdXz6zRgWnYW
11A+P3mJgFLhTMbAKlQv3lUjeEsDLIjmYujKXvr4lKEfHgkudrLq7xwafcWgCGdXN+qZAckZ0HZc
Orwx2IlRd7+wBaa+88lO6Oa2M6yPA21cIGtcHm+SM7Asa0B3guOGj1sNBU4Vzanq+8vfz86Chgmr
nGPcLek/0D5zVTwxq5+HegFI1RaNODlH3yZux0ASjdpQ+tnqdgjP/mJ6zr4v5RsmFB3TjuBZm4qQ
Ds8Yx//2fWn6jamtHC+p+ckbIz/fqJ5cq1sdXM0L5xEQ77IcjrAHtwRjD7K84qdhz+FUAJ/lfC6E
ppinVW9FoI/HhAWZOG35IWfL7LcmrRBA41rUnQDwDnSq66E9qjhI1sYDhAh6wQBAQwZeil2rfhrj
NB+RlYXwOnJMOThihB31raG4hfW1AZngb9KQ+kULhixRa/KqMui0nFzJsEvi4pW06JUaCM9Btgbs
QwnVjzQZoiLZjZmIen8O6tx9TONpB4K5nasigltzdAuiwoAmIyeNc+FygilFXrLwUFGbx/17Nyqi
M9XXJTc3i7oZhhhXQvfFnCNT1ZK1NpnnP17ycmsmVUPTGVm7ZFu00VyAp/z99kZa84yFzg9FGaQ4
QfdwOT/Cm/NxrBFz+KkVVK/uoc/DqVEhH5dDV76hF25yKMkDww1miUsraalNXediP8U0DXr7qUML
Z7ofy5fK90FwoCo2rS7LmTnpDmicZprB7sZPOnvDA1TvXm5P2to7CplnYCmgPgp9lmXdzndt4jgp
iz16Epp5NPtxjpJ4noPWHO+rzop8ZCRp3L/3g8rf1uICMIjhYMImRo5DMjwSjXBfB7UfbtdtPk6R
WRrbyXD3htF9akZ/c3ucKnPS6SSMfPKqAuYSQKurcdqmDolQ9YH07XwEzi66bW7NF8E7AqQySJBR
flmW9Wxa06ECValgYF41+HttpsCPpqhXkMDuVQpdazsLZSrLxVzCmtyrykgz2t3QgiXViYZ6B4Iq
IIFuj0ZhQuYM1Srfcjp34Uct3vXyn5b+mPyft00sEyJvq4UvaWHjB5RUPmy71M5tn6JaNdeHtP2S
qFSI1oaAgjBSOAtLC/ouLhdkYklOPZulp6LG+8CaDpb+UnkqcOjaKFBkAUsrbIHSRjpE4WXIEnlp
ClXz7wX9Mn2YlnoJNc++L52iRUU4/BUEXFBMBHgobRTJ7DW3Pf/+Mr4zt83AVh2bNr7f+p+ALdSS
35r2w0kVj0PVLC1rdWYF3ZkeRPqK9DS2x/nB7hSDWDuhzwchbXXapzxH8Q6D6B5GKEfU/FcGYQTa
H9CaUhHVa101Z5JnkbkaXKODuakPISZSxi/2vFOmNVRWpHsAsmezHneLZ1ltwNv3xPICAQht+s/H
9+H55EmXqOP2ScNajMarfjcQxBlV5O3X+oyXPiwfJoW2YAfLLD2lrr/vhkPqH0h8R+K3kv3k2hQO
xUvX/DD9u17fmjq5H1SbSDGVfwjcztxPd5noMo4fEFfhPEU02VOBLuq7v5hIb5FXR0EUgGep3ppk
rkFGowS6yt5ZgKMoPr92n4F/89/PS8Fg3vpNbQCyeUK3ELe36a8m3cT6jiXvHx0G0HbgxQUeaWGh
krsjk9nP8kGgrIs3dWAhwzkowuzr1UArLgrDEIgDAydeoZeHAc6byU28LjuhDzMY2RdQIzXa/ZSp
VCavLwDo3IMMDIaAGruKDsuZo07ngh6vqt6H+aUx7w1bcfCsmYDiPXgqkOpA7lE6PS0gIUetGdip
IB06AyBmqUgHXx+ceKKfGZAOztGaC7MsYKDMuwB4hE7ZY7diAQkTsBcA82KD5k9aDa57QyeSPD8d
5uqtGV9vO9PKBAHCgYoJICl4Jcq8IcjNjn5NCNY6a4OOFKCszAK/UFVKry8AOBRYaRykZUDhIZds
HFo7IrWTDIXo5/8j7bt25NaBbb9IgHJ4ldRpkntmnMYvgqOySEkUFb7+LBn3bHdzeEXMnG1svxhQ
NVOxWLVqrTrZAYz9WOWPEwL1ur+x2Zvf79fWBM+sNW7ndD6slUfnIVd150sWxIJQxIoNARAcTZzX
x2Myg3pq05yetcIPpyefjYrzpzIg/Hx0OABvyGDAL2IQCk7DbnvNJef7agDChdJok6cvFN9v6NfJ
uRnriE03hfP8divQH0IfJdCDaN0UTkZeTKwNSNGeEbfQI7dOXXos6XHbiGyq8OyGM8RfCPCEtaCd
kRhB7tGz87MNPtvmp+3PS04Hfv6/zwsrMYy5TibDpWda8Yj0UT3EfrJE7zDiIsqGiAZgbeLt63na
klO7oGdvuOmyIBzQp5nPigBPOhKw9pjAzuKB97dH/eKGJV6eaxkxydnr5ulY5hV/sfNi+GSPbRBv
j0e2JiBuMqGMrQNWKjbP1rR1nCIv6ZmUt2dTe3NZDPCSi6+vm/tiILW7VK5T4uvMuelyGlo6Dbvx
ze0AMAKyTejuAj8FZvJrI6UBbb2aYklIOgGJeZrnM0EHi0oVUjJTKPBjjuB9gQET1QIdbU48D5wK
Z1t/pM25fPtCXH1eCEg0XLxaX+HzCc4HPavclGRLAUGA3CIaGs1Vzf16kkBZ43ntZJEz19CN0wKu
7qCaGAeLwRSRldSSAyJdZExXU8IV6OhF7VjFQs7Yc2EJWnOD59EI0o7tjbuu6vWDd8XZ/DOzLtfF
1koQhfLEgpmSfm67CUjDIDSdD4l+q2lnS2PROP/ctigdGORtdKC9kUAUu7PbvmlYuthY+qkOITwy
kw9arfDD0k12YUOYPOiL6aRebeTdL7C3x8z/vT0IyXWyZsMA8IEAIVDLwj7wNbcpKyhZnU16tyxP
WjMc8oEc9bFXrI9sJJeGhKPv1YWvAasJGrUoL9HLNqkCX8lyQNtmpcJy0QmOGOJ6A3CvougyXalj
zRfd2zPrZKvwUJLJcnDkEbqjzPuaWQDM5BOephyaX8GzXYBV3f3BvDZcxt32okjm6sqOMFfoxwzq
oYcd2x1DUr20KsK5168dRNSreBm6mFdKS+FqbNJ8BhQKkjCB2eKk+BFNzbDvjQhAv9Dq3s7PcW1O
8MioHiZlQ8FaW5ZfOuc+SHZ9dmjseHvWJAxB6zsBNasVTQC6BGEHMNLbemtmYNA0wMTfob203hsQ
omD00+R99cAZXjYfEzq9fWfDLILJlSEL6EnhjJZA/iC9S9MzGjvrl6n4P35+3SwXjm0xhzpogxI8
p2Uf5ebaq6rw0OtqC67zagCCD+gdvQyCDgyH6GerYpcctPyLnqH1eJdE20skPaMOuhjQb4iagghq
RhRTFlUOrs6q1p8MLchO4CPsT0bzjiIp9sKFJfN61iyPoId0lQvxO5BfRRVVRDLSIwpH44BtAtQZ
4pvIAkni4IwgUO1+6tMhp4q9LJsoPBmRgIa64GvSyXnsSGaXoPKeUv7CGNmVVnCLna8ILGWjuDQj
+AFWjzZb+MoYrpkvPLef5+E9pwMoJR23JIJXUPldL0TiOX03NCw/p+R27o7TYXtHyTwZZNh9ENOB
bAhzdf35frAKQiwnOzfeyrZoxl0RxAW5IVl+MizFbSxdlX/GRE59Wyc0aIgHqOpS7rLU+QIhjpCP
9u/tMclWBSl1KA8bCJY90TuDPMAglQcznN38LnTFaZd/HfMF1C0wS2KFyk+phbZjQJJnN+75vfZ2
3v6VWvbf94XLy5xYg3cXcNU2ewq87gDSjAiMAgqvKFuKSyvC2xHSf35r6xiFQz7uteyL6ykMyDYW
uGkhv4q6ExD4wsbK9ZzznuBoeCZasTuwcSf1E9OnUxFou0wrVEkW2bKAW8ZBJgdpNURK1xt5bAJq
eQnOCcK18GHAU3J7U8nGAy0ufBmMQtBnFsaj13pl5+gcOE/sxuX3Phja0egRxPmvbTuyhYFTXAPx
9VIR67nOsFT2YLaw49dF6A7Z0dTove+oiGyl8wWtZ0glrzkKUXtKAzFON7WYL3pXcj/MB1cxYXID
rgOJOGBhApFElgRAWlFjAntZl+18SIAXKvJiWTiJBMXK9bU+IkSg0JL7hTf7E3xXp8XFmISD/TiM
WQx+AMVY5JYQ60GpBcGxiOlJe8PvfTYj3oOWjVeHPCxBpjC5iutdZca83sOLXZWp78FMOqLuAOxT
C3w36fuDP33e3mXrbhVDFkh+oka7MrK9QuFQyPuZ08LWADZk1tEZ97ZxhyYzd8CLP0o6xW0vEaFB
MHFhT7jFSAISaJBFpOcZgXIDoIrV7dGw2oT5vgKPWZwD60fekWG4MioeWbfNigx4zLNVRbSKNZXS
ueyoeqCzXwlxXGR4BZdjgJjLMgh0AILgPudz3LS3ma8SmVYZWffMRfjK9dktKtAznJf2I/c6SDGd
vFn1+JedVaQRAVFGe7mPSODaiBWY01h6eFwS94Xxp9k+bm836SACD02fyDFAeUPY2ENgmSSAYNR5
sPIPwzSfhmY8c6iTbJuRNGAhhQEF45WXHc8zV5gsbTZbH6KUsEO1HlrPyU3aJntLK8+LM0XzvFbz
7IjwIYTQRjQkY+xWbyc7u/4Nws3qmrlTEKfNzlqw9/XbmasKvLKb6HKQwlnKbCcPOguD5ONtQV40
u9l7ixtDPyS0dYXjk20M39Dx2MD+RogoPAmHiXp0TDyE6ey4lCfvtL1gsn0BmkaIXIJW5jWkbb1t
feS20nNj1I/j5N5r5vjYo2Ni24x0FHgJgB9LR5ZL7MtrF4TlBkCHkIaY+31ZaN4fs3Ny1UtT5lTB
YLaKTrsr4EJYeciNTOA1QCzd2QjZiHFo6CmosjAF+VjmjLFDngdHFWfJ7oxLo8Ju0JhZM5MZ2dlf
Wa2aDPC/lzZLokxX7QXZYiHTtQ4QbgIA42sn0ddJA6oRAHtGn9xnGkpmAcmjPBh+vn21LuwEQqUa
ffbLYHE0mkFoJU4nI85UrAzS62jVakcq3QCV2euV0qbE7JfsPOnuLV3oc1L7H5pBC3WentG8/xGC
tcCKuueyHGKtaHfbI5TOJDLfCF5wqADau55J3edzopfJumbZA2qPZ+gfHxLfes8FBRpNb0UhosAi
ukM0Jk/AwI6QMqYzylx/Jvbbo6rEpGQw2NXgIwDmCyVz8e4gRcpts6vQWmFCXNTRTks/HiD2rnAV
kn0OMy60qhHugc9TOFwpyKlqy8Sc5ZOHYvYEYh83SrXHdPj15sUB0QnYe6BcB61yEWHAaTbmhEHP
zOyKU8qtAzOcyOxdRZVF4pMQdAMDAG4QaC04wh6oDRt0C6C7OGv+Mc0OqtK8dFX+fV5k6zOzqWDm
jOcX1UAINzNQLf7kpqG4HlRWhOuhAb41zUuo2PVOj8gkCDUkwOZGFQPJMpPgzgeDKPQoAJUQW7m1
DlRnE7Ku52L4EmjVvuVJVNk0Lpwl5KA9NMpnw2xDO3/c3guSq/bKrhC3pCQYHYdhkRx002UkAzXc
p4ScmgVMc5nq+pDtCAuDAykCdvqrF+bMp0Vr+ah9QLnnW1U3UZ+Pn94+HgBc0WaFv9FNLRyigbmj
6drQVjPY127odjoAb8EP4MpjrVJ02krOq4eetPXFjDycJ57X1usIsOFtCn1GRPk+xLiS3TKgzW55
Rwl5daIuQJ9o8keT3bU3tVMbuXiCVEY997tyMY4DwDRB6+y25+5vHlp4M13ZEW7axmUDJakF1Oms
3SeaE0F5fT/p/SFvn8D9crCMKrKTIeLo8kLZ6dj7NJqIqg1g9Qtbv0LwG6yAzhV4+nA7Miu0GYnq
EhXz6bZcvgTJGJY6qKCWp+2hryPbsClix4reqAG5QmDjuT0yBQ+pX0TTwO6Hzjw4ZDy7TJEolBwF
D1EGuIDgHF/L9I1N0bKGoocaOywuaR/3qgewwoI4pKEtLG6xAMFMfg8Qc+iy3++YM8AaAFMDPSte
Pte7ci4tOiLLk56NBjSJ8Qw5FCMOyo/teBjfAfRCMeCfrXWwF29EOgbQDrQg5ZbMu9S69apne1Jk
uiWeECaQToXwEYIJsTY0mSg9ZIGDZ+h4axT7qrwHt7r9wVMVoaTrcmFHmDZtMFI7WcucVvC4UEgS
/NheFtU4hKmCLDgB3Rm+3+U7zzx2bgRGXv47eDvb0drzgf9XaBmKWsLN2GqdBmGoGi8b10uP/px8
ppP9Kec2C8eZ2acCtH2Ky1g2NDxxoLKIKxKLJZgc9can3oQANnCa9MGfgzTO4LNWPto2KvgS7IOx
JH+251MSAXi4TwII8YLW6VW01PW22UOxBUYhIEe7Hygt/khSxV0iNYIEElL5iNnx1/X+7g2os4Ct
NT3r/Q8WaGExfQIRkmL6ZDsPbEFrXxqSX7i2ro04zcTcfsbzJin6cHJoqHo/SdcHD9qVNQphshjE
NL7XawAYZmcSetNtHtzaLSotX94eVyLLArAh+KYBFhHfFh5BWwYpGrwt9Jeiu8natzccIRnwz4DI
eQpnY4+LXiP94P7KvV1aR1YJspvQrKLJibd3l3RN4DxRaMeIQNpxvSZDWfXBwFK8qLUbbef7ijeF
bF+hKRz+HfWv18UvBv2JoWl97UPrgh5npuiHAWHQ3TAmqrYpWTR0YUmsfEFI3GIpQQV/bdlb+kde
swhStGHlvB396aG7GTx0qHxBUU0MD2Y9cfmMq8BPoc4Eon3/NluMRhEXywKCCyvi7Vk7VTDUa97G
86sX0+IPZHCOpu08p6V/ROwZBeWv7Z0gWyoXxaQ1CeXjySScztZkbTe7qzwLO9QZC1MzsmzF3MkW
CV10yBxaqIq8khR3F1IC6AX8gzksoaE/1AbiKa8PfWO3PRiZIVQRUBf5q1goxgZcq8ZiIjCUOPQm
IWkSZrZ2AKVsnJLlHYUxXNtrqgObAroegvNMA5eD/gBto8QwIwi1eW9nVl3LrP8MrKO9iD4CtC84
XEdz++iAuhmEzPwdbgAWwKtlA20OAQEhI7TQNNFIaqPztQC3td6Eis0lWQ/ABIDmW3WK0MorjCB1
FsZ8vuLYs7kKGY4oMb3IS/nvrv++vfSypyxAlevLCNsZFWThgNZLUQ6JizpiwpM7vyO/nXaIMlDQ
o9nxmKbLmXfFTUDtHSNc9Vxfvy3E8Ze2RS/kVlNupwS2F5RbrOmuBs5v1G+ZNu4a56Xt8sgaFZ5C
4sFhEinktdVtzcBeb44KOZAgrZB6bXPQ18+HSS+i7RmVeAZQMWJvIO2OORUPU9+MwRQkHTr1PCdC
0BPaoxNXgapeKjWDZo1VEhPRjphDRk1wyvVyQZrLcm+MwYh8PzlmdqCIs2XzheoFMu6rIiZkbK/n
CwANl2grCaflHfsUjO+KKEfiuXHXAQP9N/H06llSt5z22JUoiJR15LSHhB9BFsZdPyRgj6kdFfOF
JOjxkRTE+xzvOTRCC0fXqtte7xurxHOVRHNRoqINAhbz6GXpsfN221tBerjQK7J2pKMs94q5krCk
a4ugLc86SUMNQmFZFYQZN+CWxtAECX4wQN/kd+2onkd/m93Fo4XS8JrsCFBTFY81kpJe1pvoIQTW
zLsF6KkKs66zb1k1TSHSPXXsWtRHOYqQKEF+EQoTQxlyZ5xvfLcG+5zb3CV5V3Qhy7ziCbwkPZqd
3WDXEv935s30ZhjtaUcRvyoCRtnGXqHeK+UavKwYMTSmPzh+T0vceuVHYs/AMtm4JogKyCTLn6BB
7D9DYtDgloTOoPoqz60bTCHR81Pf5nceXpIEwr38iIzoXTc28QS5DCMle82pTj001rb3iOyAAUWF
pPjKL4d+tesD5jZtysHJU4O1gB3GTDtm7ygAgqT3nwXz2oI30WEZPFioSNjrt4NKVUa2YIiAEE76
+A+vouvvW11rVThu9Xmol5uu+uiDDiI1f75jmvB8sIEqB3eGSI5FDbOsLT+pzw5fmXjiSoVzkTki
8G3/Z0C4c/PWtjJawgBQKPuhGnbjDHUMnJY/qNvcjJ1eh3OtZfH2sGQVYmQX0AS5iimhSCf4owkY
5NYvggq0sCSyiiBKXZBOlb+dvAmZdwNF5YB/cN1q77W/ckB9ts3Llu7SurD5hoo3jpN4aDijd0kX
7Gor3fu9CmyxxsKiLwILNaoYSPJCXG39FRcBGXCPPlQJ0ho5lD60h+YIhdFTkrXgCanM04i8QLlW
vm3/ZjH5l2Y2b/2puCdD+nt7tLKwyvdXjPTaGArXeP07GMSGh7pssFFbNAnbQUd3WsroDoRoQ5il
FlEcbcnsgoR/pXoFdAr3m/BG0JraYn1AGpR5mwjYvSj3ngz+8c2DgntHxmOVVobjFk53oDf1NE+4
QPsCgCPg9ELmQi0WCtYhVCC3bUl81ZUtYUBQRHbqJPHLs1Hv7SAszWj7+5IziGGAZWPNsUKIT4hF
rQGNds6EVsHCesoNZ5fQO1b9aav7of4GGUyFNUMSfl6aE2OBZOgAkk5gzjcfDehYticDjK5Zde/o
kJee7vMZIiffqT+E8/zM0qd5muIGorvjd578ady9FvzZHr90fv+NX0zSWYO1cLT6VueJ75dHg5+2
P6+Y3r++6PIcWhDj6bSyAqWIFgXLI/MhlvTIyVOafK70b9vGJPRAiBgvBiNsFq8xeu4GOazl6CNf
vnbpLZ2/6dpv6t/2CQu15LYifZgwMyLFh4qdUJ4JG1sR78vO4OWvWKf8YsytgfAFV3t11vrngYZV
Gi4q6gyJW8FA15SQu5acvXXaL0zMngsB2R6rVjrDzlm0vaNXxzIwPwC9d9yeVPlo/pkSDsgA9SlH
r2FKr27roocw/YmpaIIkETKSDYBJon6FgrOY3ASEjOaNA29NfQiNud+C0Y/nuyrq05ftwch2O+Jw
fNBGwx1aya7nrZw8XGg+rr6q2FPoVu22Py9blsvPC44xsxnrTAvjaItjXsW6D9pTgA4O21ZkKwK4
EK5vfe26EiuY2BQBs5hZnmkW69Vp7KDDrLg/VSaE/VUF/UIJgQmS23GV3pM1ln+HNilyTGhQAIIc
HVG62P2mt+5sj4aHB0OYe3dp9Y6rY8VU4ebFYwipn+vF1vxiQBvqjGCbDuH0ADobxUNSOkt4MwD7
iFfkqwZIe+gLp9VHPBvSGlJHelTxO9tVeBNZuIYYEW2JeHajEii20+qGyecmxSxR6t8NRn4iOrDX
DogbweqPPFpkthrkcFMjLNrmuXObyIT04/aWk21s0ANA5QgMhy7Oz/VUtvZI6DjWFeQQBn0P7TJn
B3GB+ljWEChjLm+e32EPUTeAmHiegKrj2h63g8buaFWfc8zojMzMgWdfUajatmLIbicADf4zsw77
wo2ubRpWMIFaoRi9u7F2Qz+tH6oy2zW2d5uBzkXPyrhBeijzlhuLmifegLPe5t8dVrwws3oYcrqj
lnvvtv5HxW9bXZEQwaJzB93aaEQDT6eY7V1TZKY+J9UZWd+fbssYIld0vg6QD7lJS3B+8NIuw1af
IXdjFHdu3x5Ais0Vu0+68Be/QrjLDD1ZTEgawmHOEN79vOgEspp92Nuf3jVcbO+1ERarLhzWDNcz
tVqnOltzca9pzUGvjIOV4dIuGgrdy+zBneynzps/lHXzyZ1VgYp8oP/ZFxF3VTaDuyWF/WB6tqan
1Ar1DuIiih0n8xgorOGW89azJLrunNRty+yywSjbyGIPDfqZ9Xy/PZcqI4Lz7m2oJepV3py586Nh
R43/XEyFa5Vd2CuHK+rEgLW8qrO2/Rx4aerWZxPldr29m7Ug0t3pqFU3becqxiODKgJK+s+acK2C
SW2y28arz172DaUdtEtlEZLkIbfQbV5kUdqBY7i+se17NNcqVkzmIi5tW9cugrY21WsTtovBCWv7
mQdZBILZ0MXh64tPqM0pLhVZAu9qtMKR85AD0LPOr88Q591PPUg79WdjanbD8OivLeLtzrAhtDio
VGdl28ZxzWClFtLRnizkVHhHUq9aGHI2aOrwrZu5+m4MKqiubOMg4Y89g8zNythxPZ0j9Xo6p/C4
7dI9L05wWzfGDdNdVLMm75QnKiyFdO9cGlxHfeHie1A3kxHs4Oeh2+dtCMLYxYp7/5CXIEMNuflY
uUemwoOuoxB993pVr+VO9MOLBWjLXYYRPAIAW2tReSDmbvuASz8PrMF6PRnmq1acoLLT3nTRVkTA
BlbT+7Y/bhuQbYUVmfk3NYVkv7BKlcsCtuTANHLniZOT1j8lhSKikI3hrxcEoaOBBMnqjy/WhRE2
Fb4FlQuzua35Fy9XRLCyc4tAZb1L/opUCpF+MuUmyTiG0IBMjPhOTAftEQkadDssZ6vju3qpn7Zn
7W8Lh7jslzYFP1VUYJ1rc8Bmwea+r5oyAgvPIV0lf/tyV4KCN0WWe6irGB1Oe9Jm+8TNY6SEkQjG
W8dvzm21RGDe3vuM3NUsuwMFyalxaIzRRBnLfhV2ucvN4ZaBJk2r29gfGBTeg1sr8U6t7e70eom3
xyTdCRa8gYuXNfpihGUCSnsB3+7aUshPA9l55FC/nYsazBHIruLZAo8AxND1TkAEWzh+TtHdO8TI
8Giu4rRIXcCFAbF0aqLzKuWA6J5dxw8d6zSDgNZh1d7VHitv1/ePTPvZgdxM91WzJ92E/4YmZv8s
c27RRAAE8qCBCL8NO+9jOp1pf04IiyoV66j0SF1YE7ZfnYyumZpAodeMP7NsjnlZqp480hTL5WQK
96E7AZgY1ChmJm55bHo35J0Tlm4X5rl9csGp1zbLV8AfPtlmuy9q/7Fy0GnkWFE2gTtwdD9v70/V
mNd/v3AjvES9yF9rq14O1kqGutKiuI+lJ+BiVtd/v7BApoSjGwOH2oB+0ZwcF/ZkqcDdqn0inDKX
abnpDVi5gvAosT/OIKpLq9Nc8n1JfhqBIqZRTZpw0/clc6iX4EBow60FqYyiVSTiZKVAnGm8usEH
87fqfT1paQFa3wWi3+cUEvO8+5oUH5FM0JOHyXhs+IPvPGlLH7blJ06/1FUbVmRnQ7jatlhY8QOp
vhrkB5ugqK0oLRvrTL5y0Rc/THA2+ezVaTvjh5XuAydF7AMyn3ZnfT6Z/RxTC6B2ch7MHwv9pTff
ebvPkj9Ff2r4y/a+/f+co/+dIRA6Xs8QOv8bI6/g9arFiFrNfZgA7wtzo9k7iEsWpoc9uHpSu4u1
iR0W1kc2fi54p49Got+A1+nX9g+STgxUrRyA81DdF18mfIaWGZ3RSNzPQ2ixE1oNjqOWxL2juPil
5+nC0HoWLs7TMg72YkxoyLHN+aZBXbpvuttBKREgO1LASqKDHCRkAOcIx3YqtCTLKtz/s+NE6Kzr
3TGiThpC0QmUlumhSlQN0tK9dWlSOMXLnKXd0sHbVz2P8mEf+N8m5KFZ8FjmejTp6NMos3jqv075
Ht1CkalNO3d86AnC7UAlwSB9RkDhywG1MnBWr1AURqBZFV17kprly0wPkJkM6/E40A8Oz0NOv9vs
61SetzeRzLFc2hRmwDWzyuCrY3GC/EjDbMmO2wakq3oxKMFzNaRPjKXEoJyR7tDuFTX0JXC1cOlZ
bNjPQ3rYtid7riCEBLm8hWLiK4ZS1g/F5M3YRR3ND7yd4jFxUKAZ7921baQ0FcOTz99/5sRIxTJ5
MdgmdhC4xiiw5VwxHNnZ80DsjvMNtBD4Qa7PXlOC8d/T4XRM4HsdfnDQBZw3++05k5+DCytCiIC9
bA8DcA1nylH9mJ9s97apywMYaKbuueFPdvEhMe+gTBp69CMFh23SP01sX9en7R8i3SwXv2Od7QtP
Ay4MU0sYfgdf7urPQRHxPtStXeffuZ5qzKqZFdxNP+jmWBSwlWXfteqRO7/gP/P8azlTSAR+bp0z
mw9u8c1vD9yj4dp4a6uYEaWBLuS1sMJIdgN0L0z8wppFIyBHOlvNo84+6XMfFexYFE4IKuEoSKAq
59mh6z4WqnMpA7bgUb82OgFQYqH+fD3X/kKXHER2aECqxnbHbMN/Ynz+Vji0DtFa/9t122qnZ0ay
d1xWAChd/Mlns3se8ubHWPSqJIp06bHLUVVYxYlFhIs3TqBVXJvWOrvbtal+zqBuqeEVlnflvurK
eOCq15+ERNvAFPyzKRwueOEuoB4a9ADffADQacdLc1c13c7X573GeGzXxYe+7r9PRXLUSR7DVcaU
5XfcMuN37PyLnyKshutzsxnXl4A9eyHItaN8FfzrQjevdqN/1OmXbXvS3X9hTzhphsYbjZtwk3oP
v4/+cqjn/Jm96vu2GdWqCofM59moF8Mat3bHxgriavhMGTxY0kapjkIb9tq2wTUaFKPFyyUV7jOn
aRmY/eGP87R5TtrmVz1NpywhYTOD9NemdjQ0fIfCieIekNpFEly30O2L8EVIXviaNVYQNEH+KBvu
jaq/a3T6AoGDXV2Vt7rWnPJyiT3+jn7FAE9800JuCTIgIqqKeMBdGg36i82gPOYLObXA7DFgZajj
KGZWumMuTK1LfeGbSWaQxM5wWKxq3nFDezKWIeZFrQAbrQv0agHRzeI5Ojo9X9WR6onldqvDTNmw
sM9vTUAp6l2nQvlI7+0LM8I+aebBpFoAM2bCvpea/acgnmIk8i3xbyRrpHI5YVaa1OMCjwaqxfvM
yu5MOlShNjscADs0CFbdl6Wcd2SGduj2IZANDmNDc5MJFiug7q4tp2D35GMPmSCnKyOIdoRJqwhL
ZBYCe039ABwL6VvBXY10KAxuA/DrNSf2QIv/4+cF7xR0WoHkBD6v1d/m/HuiAvVIf/5KtgkcBh4b
YnGUjRp+/gJIORrBH/K0e8QRUsQXsuOCWv9/JoQhoK+tsgYDAG/bj3MnqnmUqWZJtsEuTbxaZsLy
wRkQtbHkNgCrl0c5NLrnD/U8RIZd/sY1+kFLu2h7d8lOKPQu1yIsqBZB8Xe9u0i6pF2TLcgn5cjK
LWxnWcNnu0ofAG5WTOJrU8iVAxOH7glAyvDn2lQDrQ4QR0OVDlsQuMf8W4tIpE+8R0J8N94eliQW
WxPzCLMtCzyypli11/J6CYpVSwl829Gy/AL8IVzmItTIoR+/6AbFMUKux813haZ6iUoHCr5EF4Fg
sKr3XA/UG9hi2gmFsJI7on8UOOZIH6l1QITWGaELPhuVxdf7E6NFsR56dgAEmmLtaBqBl6YmHvXt
qH0CKTTkcEskehSpA+m4Vo503wN0FZ081+NKxiVpIRkBsrMZEqaD0+0qw76phuDOnFXEaq+PA0Z0
YUs4ca6rLYHT4S4svQLc+NptWZsxn4M97ZI4r+udztrHruaKNk/pEHH3rjsGmkXitllKl7pgekCD
5GDHXTOhXzUdwyBnN2UL/b7tTSpbNeiluQ5gwMi+izmfJZmoQxrw5pj0VzADxYmT7mmKWOa1dwRl
EtIPf0kQ9Ve9KWaXGG3WI7HkzMuEpFaLwlur4oOSGTFXWP0qZYE9KNyOnjnMo80QMBH/GZ0WoVOr
OAdkc3VpQQhYxtEpE2/lKllAi9MQVO8R/eWJtXv7kkCiDOBdF/zDryTYUjNBO8SAyuGS3LTaqXHD
aVR4XKlrurSx7sGLUALkXKneMUS1MynCKYDExOe6m2O3OCTDGI7mY8Ie5qkPDfvj9uDWObqOxhBB
XAxOWCXQOhrVYuFZUljdjtZ2mOkvGRpO6VKijMlBQKDaF/JV+zedwqppzEg77sAizZ2PQ90dWl7F
BSjSFCdJkvO4HppwjWVeD5z3DEN1fWjTj3rRRAE5GuafLPvRVWXcVrej/RkNhKFt3dSg5LYHHlnD
ycuet+dY5kAu5ljEsRBIwkEGDeUKT++yUB+dJ7MZbsqu2g+tedq2pVjPQLhn8jb1A9TWkeUPHoz5
Dun9QC/DBDlPd3nxVO2vqn0bmNf7Nu95ahMHz78l+FDmv3WzQ0MRNiz9OUBBLGnAAdKs2P6fxvi4
PVClaeHmySFvYprjOqttrJMvwErn9PcYnLmPGz15sZZ7KG+E7lj939yBCJcw0CpUZhqGHLBdzR+p
cZoGxdjWQ7dxKMVuuzb/30OJqOhzaZuntMuORQYh7aGKB09TnBS5p/7vRAaC81mCyUpsHzPJjT/g
7Q5n/nV7rWQX9+UBEJyMn2lOEXTwoJrlhpkGZiQGolqeM9BQZLe95j8MNjuPwztwmqsLwAMaKTiM
TwTsTR0ptLpCdGL52aE0snAx6kPPeTQ2JFrovjRvqjSPWb0vrFt/VFS2pMsIhgATDBTI9ovI5sUw
emeq4YAC/WFKYjcpIzI/u9rHGcDQ7RmWm1rLe87aQylC9Zq0oJxTvBRGEMeZESMxSQ+ZGzuqGobU
v4DB8v8ZEn2Z7eX6VKzIgASELsZnSni4AhDr9M60/3jkaXtYkooJFvDCnODOWqcuSqdZ9S6D56oB
rq0mkCj/5NIb3frVe/d1cRxbxbNe6q4vbAo+LSXo9yfImoGE1ju0/p3ZOmHP7p1AEVdKj92FHcGB
zVamZ9ATRhXbQQbwczv92p481VKt9i9iCrvA27g1MY5u6nYDNUOr9XYeD+IZtDKdSeKsQ01726b0
cr8Y0/rvFzbTOfCbBkrjZ8c9ZtBJr6LairdNKPeE4K6a1h70vMa8OcvyofHzOG2cx97Kb0AiGNd4
S1JdP6AEfjSmWWFb6shAnYQK+gq8Ed9UDdpkdXAvwpE1feQ1dylwQRCKyZ6Tgu/95Ad5u0QU9j/K
d+BCRgkYjXPX8wn8s5kBvZSDN8PYkzr4PtZFjDzd7+05XbfCqwsHtYK1DRYKS2IRCqR8NvcbeKqq
oNEYfKeeAvqlMiCMgxqEL26KS5Np9ZdphPK5m/7YHoN0u1+MYf0JF1vP14qxrxuYcJw5tPInf/EP
KW9Dwh6N4rM9qeJLqZu4sCds9aL0lrQnmLPWRHbpYzZq4Rjs1QLr0qlDKg5Uzi5qQWLmIEs4y+kE
FohiiCCvlPiH7XmTHtmL7wvuTtNZMUOvEoAoP0rHJ6hSqSJ+2QiQdVkDjJUPQWSA6jMwZAazhxHk
7o6gwKL38dvHcGlBGMMwa0NWzj5uJbBWBBiIbdEDyprbVmSXLNpWdfTG+MGKGL/eYctAvYI1Gi5Z
cH2Y3bCbxxct7cPFtqKyVwTy8kn7Z2z9MRfbmeDVXpg9jKENf9/lHzRfJTkotYA0AFpxkbl5BRhn
LQ26yncR9hVBWA9A+XXh9oSpLAjLQvOK1e3k5OePwfKp8D5vf112AIEBALkriucBSA6uZyjxwIma
AhN77kOiHecxQkF1UvUgyLwKaCJNZGRQf3mVB19s7kJaHrxVef2b1nCOeR6BbjEsceKbNLQKBVxD
usd8lJiQaUA7mXjagzYdc2+EvRkbK2m/UcOOCv8rMezD7L5sT6B0eZAeX2UO12qMEFwRAKKdqUEa
qDW+MuB9fm1/Xro+aLNG+h0aLhCOuF6fNrG0qirxeXd0dhqb4sX2QG6eR+2osCRbJLAmIMY3Vxpe
McxvUbU2Bx0RgcmdqB+LqNDuG3JLu3EtQj5kWfmOjQ1pKLRz6zZ0KkRajWH2eQvCS+S2mpiH/0Pa
l/U2rivd/iIBmodXSbZjJ1amTtLdL0J60kQNpERK5K+/S9kXOLZiWOj+cDZwHhpwhRSHYtUaiB5d
nznz4oBQnvswdphtds6nLmhJmtZtWT2UkuugFxB0rTOFOrHloLc5jSruCijNofX6ZgDU/l000CXI
nZRuiIK5dp0JFcHu3tiNfTluNIivheDhdtAekeN94XZjqDJwYNPA+GW3sgVRrutiiCODRaQFE1rF
lh4TjfvfRJeqlRW+uG9slOBRBcf/oQTvAcC8OEXpaA2pVvMx4bSIGj1h9ndb0ZUZXCRqH0FQq0X1
e/YghT/R+QT6ADlwUrYyKZnW4WaDYbZkOiNAW5jjIR9a7a2y7ezJcmt6a0OSZS0RvrS30P11ZyeL
Gaa9yA66cuCOCxHiBy2HVYoO/zXsgrU24GIqLaip6adBFlPZTkSjimCZ4PyjVRn6KBiP1j9cRKdB
FheR9FgBPQwE0cLG305rzNmLE4X3JACBeFN+aoxYTQA1/5xVkA1x+4NOHRiYKK1cyT8vnUW2Dymt
2Z7MQzX6fD3YktkZ4JPgnerlQSdaWItmA6JUqDp75Wy4+FEg2AUSFnqz0JE6D+X5fTY6uVM+6HYn
byaXtFDiTb1Q97ri5vo58VFrWubtgDdiL0F/2oVy8nksi3huRTQbHNABNCRHYZ/Xk2fdO3YDT4nc
H/3Qt5oJKMOUb3qVooA89f5XTPU3XQ5NpAu7jXuoL+09TdhYO0KFutNZqAIHLMGdy2JL1yD5M7Dx
KylgHlswJg/gcrMQje9qazd44gV+m+9SqYsUIlfMvqdk+KYLmd8Gk6hjlHjsjU8KMDdt7h99tKQi
lfveQ438JnJl+xXKGdMT0xu1cyz+FaWod6nL6snIwPosAau6lb5bbQYQkSAEhWeerH7okma7QZWz
PA8QbY1UKPWZ07PIWQlfY27eTZ6ThoNeOCGcixIIgrs3Y+s54TC2OAVIXYSDIN/0QH7PIfkSAU2i
tnn1Wk9ffPXYAi0J3ZUdxNfktmIcJjCNCvO0HOMRaC0YnvYCAk4yajMnSlu4hXmGv+uCuo5pD9an
1VrgaNsof7YWaaPeHPyDD9hbRNGR25ZdS//lKAAaACBCsNA/q+/wliheCTx+FRQ/TFZHyn5rxcrR
fSk5OQ0yX1unOSknZk+yvASEXI/gmvxqkmCjaljMjNkWX3xlJ10AZM/ub/CyNYH3BK9qEY8MGOtA
hvKhNAcRNkU6PgS51u5bN0hvWyzvyMjltPE0M7g1uJ4/9xRdtajTp/EIZq67tWhJDhOKBbshI9ZK
nejSRkfT2sWbDDW+TxvdtcDCkQEtH6ZARURv40IHtah6WdnjmNPlFg9QQQRtDQaLn3QYSJN2pc3w
tClsl8zUsvELksSfxFdtyAbbvc9qLnYG7po7122clXt0Mcb5HoXTNvJQAJ8gLLMkAmHz9X46ZkPC
3eaGe/KZBV40QoBp5VNfugWA6prHiWItnoPnK6sjfmUPg0seDPkGfl66MomX8qmTn1+CeImBBozK
8fOyONDpAMCw52xFt7GKn03xD8vCB1zfAREXX235LOmnVoegEnj5xE0fMi87uhDZ5mQNrXXpRkMv
HLgwQKCx6xfXMi/bzODBAHL2jKBvwCq247x1thpfuWQ+GrXLFXgaabELXTg9owPKEcnN7ks+6iHX
zH0KJ1ZHFhGw0XHVkzDoxxvLU5sxGJLctN7cfIos2d0MpI610YzHce1OX6zNj+wH+gszmRC5JLLx
8zWTm3qfjulIHpj307a/B/y3s+bcdOnAOw2xSLAay5C0KyWBhv/70D9nwb3ZbdPqKYN+3/VtvjaY
xSQTyIjmJsVgHFuGQb0fppnHvLKbL68ZTNicA4EItEgXelVAx7XpoRuDAno6ichDrafw9uhQrkRa
5N///9v8L9Ii/9ZcnRVpi0iglugRpEtYVBbKOphpWWxTC/dT0cLzNutwO+oSfdfrs3nhuwH0jPQb
ijIonS4HCnWqDqLgNdSwHKB6TOHeqbTcp41zQ0v3rbG1zfV4FzSkIPGFujDkqqBQgZPyfC2mFuRm
A5FNwJrBSK6abt38TfOMbdkngMVoab3p8680YKFH/4z2GBX6oWM/fesZb4cQ0wjic3Fv+Gvihp/P
PeSEsKbBo3h+Fy87UDDY0/IsS2XSGG+i6jYu/SoLCxCy36q3D13wdH0aPk87pnt+2Xm4EWe15/NZ
mKhbaZqty6Qrnsb6B62/EShw10YV68b79VCfF9hZKGfxQoZ0NmtdqWRS1SmwONug3FTAGvveC88e
qIyh3nc94OcbCnc9mOOoNUH9A43X87EZRDNzeE2opLa2pYjzlVvj4s8j0YVWLDp4n+pMHZGWlA5R
CctI3Bp/rPT5+t9/oV+OAfizohOakShcLD4OgfkbqrOaTPh0bw9w3zH3mnxjflIN295+qO3fZHyU
zrBysF0c2P/CfnRzTnLGTgEf0FWlSoB4c4On/B+QdZDGBjgLWEXA+mDjd/5hROGQvCuB468GFtn0
tihm0uJOY68rE/hxc59fhOeRFme060qON08JqkwDurIFJMDWGfUfVsb8lxpeoFAyaN2vzPfKfU06
e1/ZbhdzyA1+b1LFfngeBd3YwZ+nT16/HUB7AwPFktta71/xZnQSoLaghVBU7gYAd+8lS7NfFfcc
HhXKSX+qQJeQZJ76rU8o/2oV3peSt2bU9W6zyxxbfKmNqZw2WRkU96w1zT/FmIn+xsVz4BY0FPqi
CUajjrtwABxT/66ou+mJ1jVDXUgbHnNfe829KniEq0a9CUir74icUCbKmipPxsxlO/R+nSqEu4K1
8WpoH0Wi8MVe9BVkqd1cw2OTA8dIzCwLBUC5O0tUYDlwDcYSmW1tuz7lt3U+dfvScFiYUaEOtjtm
e7vFPVCqId9pWDCQnwdxvocYwlYQasbZYKYPBrJ6NFjASDJtiax36PvItIosCLmj+1/Hptbu85JJ
GjqjI36M/kgOutr6jP9JA/ZuA4M9FtqNKq3Yg+bLU1667LbXxWOuDfaumSjfl247bfIWICjQVHS8
5KiMRGcPkQdxpftUdCzhaAt+c8xC+9WC0LItplI824Gm3aqAqkhag/edunOjphjqe4dJtqtcWeIL
G0pGhnTy74wb/mOL+xHiV8UvBd3Nba9QQfRdu9jWHe03ZpB7W1U4bRR46XhA/wcefVad3ox50OER
C3cDAF+AQGzNKTKMqtyDuuPiV0YRscn8wVu/gfyAVLFy/DxGYjZEWgPcSPSiF0ZUaVP1pA9e/aJa
5j9VZlsec6hZhS16T7eNlxn3IiVQ40hZDUQI7Jg6I+veaM35TvrEiwgU6XceSZ2jYWXgsYAQAVl6
VBmk2cO9Eiba4NF7Q2g4xDsQp7HedWlpf4wBeVRQQg7BBd11z+qKb0SrN7uC65jssYaBhj+WGxTr
4Kkg22HraYaITafnezdtjYNmcbbzMsjXFile45o0aET7VERmWZo716ZIKmrfWTn3P+dM55t+cWza
qdZ5jFXlPQheWzP4SotdADX5NPh5/XjxLtxoKPdDdwP8UHsWfT8/x1Bmy6aqmYr7ycrdd+p4ZQ0D
Jac/pJbLsQdQsOJ26m88fVA3uEjcUI1mEHcuZQfPqIJwqisN1t/fUW2MHPiRHCdW1pHJv3W2DnNb
b9jwAlT8UQ3qIa/18YffY8WYbrHth9GMYJliRlQf7fsGL6UdfIWnTTmColvyuo8pI+1xSAfrCR0j
utNMlW5FCquQyVTjQ8E1Le568iaDnt0UDiojml16seACiq4QjN6Vdcd/8IE029oNfsoGfn8ZRdXV
U0UQtUFqHSVFeYoF/tZ0eP+kSzVu/MCnQHVWrnimVkVuLLxUN6wa/tS9BZ8SBgkDS+p8J9yaIQvQ
WB7VBAtiggAMEA86XiKpJUKvL4Y/Q2HYoV6KcZf28AjKKzisUtIX97XBu6jpc/o4NnKtkr9YPf+9
n+HPjSwU9y4QA+cfVcP4vUDyIaFB3oW8bW+RC24bE/YnOvNWFKAWK+gj2GzjgrrjLI28zHqDsgpq
hV5+4tVOPDnaEbLVD3CqrKPU9yuQzswtzHh+ma22km5fuOOxZ3XUzkEaQPtlcQUbRUs0Rxj5PU65
FgJt4NY10CZb2SCYquXtCxouzgYTxoSf2klmmgE1L1V+b46xJaCyuVFljFZ/yePrgS6O5iTQ/O8n
GUtalJrC6YlA4j61i7CpV3LXS6kYanQAWqDBA3r/UluzyQ0Jx1Itv6eWSnKZvxA+Cih+j39UMT6m
uYParXkEueOuz8ffHZ1eVkY4Z8eLuUSRBTNpz0cOepvnQ4QdU2lDiDFNPNXKIszdOtj1kCF4ccza
Cik8QGJ36MmNKB0Z99yjd6wm/WbsRpiCTrT8BiK/cYQJdbohsHOMlNtlL63h1XEgsAIYLGe3aaoH
Nyz11RYXxB/waOiRBqTfZ0PWMWB2DLKtHCqeGqLcxxwMl8joibwbc1BQTVDwYrfwphjFbZRqVVBN
3yS+ymMqhfcISdLsT8r89kumI5O6PjlLfNF/2wjvFxs+GHg6LmtRlZE6gzSDPrGDZ127QcYWFqyJ
U62Ch2Sca29szHDkrNRWF0+1/6La0MQE4AeM3U8txYoSL/P1HvYuXYykQ+BxDEGCRkN5hzjBrvXq
fDela9jkC082dy6tAkc/q0stCTh97fcCWKrinljesU1zGJmk5qv06CFoyC7L08eV2Z1fwoul50II
bjazATUF9cXzpVdNtG4a3cNZ0XntnVsM0x1FhWszOtzcqMYpD5gFXeCsNIN7a3CDW65y7YAGc7pm
rTWv8mt/irn4Uzi4TYZw8/tZEqKt+0NgdU/Kmv669wTzTA8NIYA5PLzslqcjd0pPVE5+7xlGhJsq
7N0XKtGCHVee35cOrtNAi/cJragmYeCa3/PgrYS0EQHo9PrXuxTBmQ3MYbgHR6JlG03SoHNbn6NU
YUyh5ugwCFo55RfbAIWjABQpbDwbmtE4nBaTFaig7Usd61FpyCB9BX2/JmSaFqILFkMAPzLXPDIu
RYSaJkCz4NyA2bs4C2uJqnTRd/g8xPdu8fD37pSjq43R0CDJOxc3p076/FkN5pqB0KWLAHqNOkol
0HWbK1XnK5BIUel+qqzENKjclaNlvtRQ/nryTFXvAwqsl4t+C6yy3G6blbhSc1oEW1MZ2Z+//rBo
vgJThILyh37k+R9i+NIaMy6tpCPkUNTtYa2KfGHlzDZPMyUNEsko154HMGlTVZnMvKS5M5z7Zo0m
vfbzy484alPRW5DsGcSBkBt0P6/Pz4Wj4uzPn/O8k5ygFTYxgPfzEtR/G/ELku/9mvu2eeFSBlIB
qx4bDCfeEvUPEJ5tyLpwk84jVQphAM2DHlMBKzhoBYwe3XjwJnic649yRwtAvNGZ7Q5aCoxjz7In
mHqGoD1a20p47WOpGfpGoBH2XtFGfqMFEqsQaScK9oazBoVczP5/dxd2TwCovQ7G6GL2q6BUo0Zx
dwnJwrxynwHK+HH9AyxCzOfC2eQsPgAkRktSgYqXeN5TtWfs77DYGIEOYB9OAR31S/T0FiPwG8AD
UpsbCa/gFFb2d3jAv10fwWIJzSEcMKkBG0LtzfoEUpJWa8hA1l7i5yYPg0HLX/U8HfEAE3wl1GKy
5lAAdCKRmO3PZoPq89UKJQFtRFolUGLIgjokuc1/FBoKK389IpxeICg7EL7Hg3VxVgsTDW+8DQWQ
PMActUXExVtu/P0T6uNJMedEs7j6cnEVFEUHp5Fjkk7WhkDEjucbV78b+Br1cl5CJ+nAx6yhY2fj
AT7ThJfwToMN6airYUwMgzf7DnbKm5xBUa/3828Gtl7897N3Gm4xe7T1QAl2EY7SMkRFIJ5UtrGd
X9ejfH4TYs7wOENhFB3JTyxMkzceN3V/TMQ4G5G7O18mtj2GZfneA/MZ2AxIuWp7PeiFpY7UDi/Q
2RsdlgiLRMSDusrUsAlBJxZO5oPLaFhYKwnzpUXuAb0KITE04NGbPl/k2GaD1QPKltiFF6rXtP9L
eunHejgNsNhFrqTcxhofE/0VtvWhvbWNNRPE+Rsvl9xpiHmMJ9cKLHckIQohshsdWmDar0ilKMSt
nJ2XFjZAipARRjcJFmSLElajD37ackRRItSC3QRrmK37T7M1166AJQac1Fp888zzeD/mlUjyPtii
lxFKvCVs9/f1lXXhcQY8CBzo/LnMAI3axa5xB5/RygDHu+mxMbcFyIYChdEckJ7byoGk2qtcExy7
tNBOQy5GVmjA/VpZKxJ5tNrN2NxcH9Lazy++zoiHODV9TFyfPQ7qHrbpf//7QKvP2sc4o4EWOF9j
nd+aBoiwPOn8IcznhsSatPKl7T5bZtnA3+LLLBvxDNpGGVDePMnLFzNzYyK+1+TrP4xibr/NUESs
48VmVJUnbcepeNKHSNMju1urYV0chIsGGTpwaJItr5lhTHtoiusiqU2U3PdVsB2a3T+M4STEIofh
zPWMkhsiGfqDkDfD3+WoOK/mrh4qFvjfjB5fTFEn9MovmcuTYGgP3dAf3f4JmLq/HYMBQ23YyyCZ
Ryd0eedPoD8YzTBNSTcc0MpHdef6738+EfH7HzrkyIBtSAecr1ZjlBXnQC8mNpS4hPuHo0eSq0Nq
iw2xyUrT9WIwD9djAHIVyhHzv58cvz7sbQs9q6ckMJp9LY8BwIxSL0J9cEK9/4eZm30zcB8iUQY5
+TxYB5hrgKNeJtl7Z934/srEXTgZgTIG3Hm27ME28Re/byqrIRXTpgT9sAfL5BBX8rsIAiFP4GhD
UJYFL3ZVPWsiOwzW+HL9s33ePSjIGrNLLRpg6I8vDrFJsMzmFucJN8xX0ulfQJX5bfXpyiA/n5Vn
YZY4LttlCkyfkSdj7f3RJfSVUCm6PpJ5E55fyQgB4yPUs8EfR0Hu/DNVBhUDLGR4kqnvg+VvUfOA
xkgfQ04l/odIKHcgV0dN5ZPxetb7vWb4HU8qS956VGSRcGiUM6SCZOpXuMhLFNd8OsxYRRc9fj3A
XTB/wZO1ngZpRy1v6pOuHdstIo2RXlP2OBqZdxuM5rThrh7Z1T3QwGXI/CY7lK7TodvKqmcJS95N
bhZB2HWu2rTctcNUiGF/fUYu7Mezv3H+Nid/o61agzRC9Akj+qbKofxLxuagoJpjG82brLvN9XiX
vjU4dSjwQBFoFhM9j4fyny/QpO2TjJptaGbajUnFBvTE40BW1Yfmk2u5sKBzhHr7bKALCdjzYIw7
jU7brk8M87cafxfaV896EfLBgNRug3ryQa+0vcNQPae/JmvlfXtpZk+DzxvrZGaZqWlBzmmf9E2P
ppk5vlNvfJkqPYhU495YYo1RurRI+lhvHmwPUetFZQnGwecRp2p2mbP6PiF608/tR+OGWgUskE3U
COqJl7cdscp7bkInomBOFgUM0CmHGTzC3eOsfOlL5xNKK8i1dXsuLS529UBJTUSuhoSN4Ej0nXZf
CfJ7ytdwb5dW1GmcRa4IL2aUvnQ0Hht6NHgZa0SLSpJHQ/OXyvL/zS/yeaQqcxNp2UPyM9L5acqA
zM217AdkY/qwqsr81/UdcnHe0BkAxtLFU38JIHNFryZXGkMyBPRBNvLG66ZN0ecrKlJLpPfHaHx0
A+ZLHxi6JV+nZ4OVE9NCz0UJtQnGRm1SA1ikdNCssEHWH2cAQ0SZ1ZEvoiH1RtqeioFnMcAl6JyQ
mgY0jBokJTXX/xI2Of9xkDACAAM1ARjULa8EgIenQRZVnzQQFEGPJLSyg2YehPN2fbIv3G5AMuFl
A3loS0cd6nzL9A5a4IVAHKG/TfVvgzUrd9ulHOEswiJHkKBIlyOpAUqcth1YYB6MvEVRA7z7zAww
RsZXvN1D11TR9ZFdOH7O4i7OvrpGh752EbfvXqmdRX4PNYybvnoq09e/jwQBjFnuFnnd5yM9bZqg
nw86p3qHy0c+JaL53eMNr56uB7r0sU4CLSl63Ext6GRy3FUmHLLv1gyj1n5+sRYCvc9LO8U4JsBA
7EAAC7FW77q4Gk6HsFgNaHrUtaXNl0KXSNztXpuCNVht6+FVmU2MlRJVRrmV3srUXThUQCjAdgpw
cn1WADWdVIO3d95DkbeWG97aw2bWqbjLLHioXP9Kl0JB9sWZIRGwHFq2N0GcJ0FroDIdBNWdl9s3
eXrHnJXLdS3IYh6bejRh3z32SToo+Mm89d57AYLU9ZFc2kKnI1lsIdfrQdL3kRvl/j6bURbujW2+
ONYXO4j/b5HmpXmSK1Dolw4dwXBUHhdehJd270RZfyyHlVP/0ho/HdI8ryeBhKWAqdUVWt6pvNUz
58mrrB/Xx3LhPoaQ3v++//zvJyEmAqdiS8OsuXgLZc2PwjIiE6C8NZ2Oi0PxPNQ/UOJHwEV+YQ7U
yynBVqpK6Rwy19HjSVPt5vpoLq0BlO9AYQQSeW4HnY+mrkC8cYs5XyV18CQYujms0lugsSw/HoqG
Hgah2Nv1oJem8DToYnXnY5lPaYMtZJA7IFRyC6CLO615uR7lwtDAM/JQpQYmBQaTi1Sc5ZWfwemR
J4Vs1aOp6HSjk9bf+1COioUvh8cy4GvspktJqoe8BggIkE8xp4tNJXTsJGlgeSjt0e3fmefesmLc
wA8qAuNsR10RO/kxzctjmk4xUyvvnQsHB4TZ0W6ArjQuq+WqaXkAYHA5sKS3mnDMbBiuvZpr/N0L
M4sg+A+3og161WKMcGfQaU1rluRGcCgyQOQ6dscnWPWRQydWU4x5DS6eOZAU+ACZgweAfuP5GrWL
cairrGQJq8tHh6R6aJYMVqHVu9PP0PaqKsJM2C+1YCFz82iqabm9vpYubMa5BgEOAnpf9idiniB5
ymQdUDSzy+8B/VaMfI1uOefxn0b5vxBL+gEeKJCJ6j2aVMYN6qrHUrqw7Hk2VRl27vBk2/+wUuCd
MX9CqPTA3vZ8Vi0CRmlm2zQpmu7d5dOL4P2zNiF9uz51FzY79h5+H2n4DMRYfD0+OSZTg0sTo7Tx
SjvW/AsfHt3i2/Uwl74QqitIc4F6QMV4cSyLAOwgL2M0SR8H5+ivuQxfGgXeeHP6BwjJpyUvGz7i
S1DMlrYZ6a0Q770HWPjKaXxh9wLIAPAcXpVgSC4rKmCud7oELC6piXPotT5SHK5A1bQS5sJSm9VN
ZogWADHwGz7/9IBSVw0lmY5m2vS7y+1v6RD8Grh/V9daGkrUdUID/xRd/0Kfo85tajSNAITzPsO0
Cm8I5NRJPXGgkBwrrvyYmlroZjacIqoskimo0IZcq759XhhzWBTgUZMxgIKeMRIn9zWZ1Ei1huhJ
Z8T2izB210f1MVnn+/b89xc3KB6WuL87/D6EQUkIQWF40sPQNuYTSeAKuKlqe8fH4adZtF/xonln
TG07DUUaQzWRRvo0VoaznaSfKK6FQW5CeMx+KFPrpvSnx04E2CtmfySKili3+As0nr9MWRaZWbdr
fbExTPpcNR2AUwK0uGzapKjDDcDxW9x9ZVCox1u7QC99eG2Ye1ONTuRqVmQMxm0lxA4350oFfAk6
wdsWpJJZ5RulQZyUy75K0Lh+6VYjJrzLq3tV+fwwtr15bCZD3GS5aTzBALQQIYgF7X1g6z81bWDP
MqsCN3T5LnWP6vuY847EWuFXxyB1m9jt/J+sY6iZDlyu7IbPC+Tjz5w17z10apZlJc3mrQdIqHuU
Ppg2X7P4+gKBevunk91FCwjQRNRkwaX35uv0ZAV6tJK5bHvn2PhuHdHC3zil/NpzFVnGuIGZSxEa
NItpih5qY23BMjw4zIKGJG32ULR8B9Uh7KcB0GSWPmqev5/s8qZp2B4/F7ewHdGrNoIcAlI3OUCp
EcpIjV/xWE54gDM/u9eHoTqATgiHGGL/NqV/m7UmOtwme+BddleT4JG2LLudWnbkeYuqcUE3bgve
SFnsSkvyP5lFgWhPyz5msKYOOw+SxU067qbOf2vKoQScaEryqRnDyug3mkFuzTn5KCxqhWMOE10e
qH5PC7iO1aNthsIn42aCuXhcVFVsetofvyujCfQcv2hA22lhhKnR0BMQoYGmURFWshi2KerFNExz
8m3y3TvRDG+FE8Rj4+/tjt47Rn90yjK2rPxpGPL9lOp7ewhuU0jpF2V/gGTxGzjW+9x2b8Afglgv
j1Wv4mokW8M1j/XU35Qt/eKlbK+c7E7lZNuiNqWGb21rxGPvbISnHeExg3N5DDbO2MECVN600vti
uOkTyQX6xgHT40q5dxnTUYWk4zv0LN5aa4xRL03c2tzQMQDBhSRNNeb7WhNAnvvTxsyxEnxzkxfO
D5hfHfRs4FETlFnUqCALJ0nybWtkBSgJRaKsEhXHsXwqpj62BvuH1jje1oYLUQysPgRbxua7lXns
QIty53LYu6Ge5XZg/1gyrjixd05W722vBrkDUpsRaFoAI/vpe1nk7EBYYMQe1YEg8cbYB947BO0s
j3jWfZ8GSIe5qbOCZ72wBSGABqAydNBQrFsSCeumNca+Es7R1oLvRtu+5WJlk3+0i86Pafc0xEfl
4mQT4iVDhn7izlEPej1JbTOD+OFovkmtbWQEjhrOJseKDX2booAt43vBzL1elPqG1X8s3d810MnV
oHs8/aY0HrCoji3v0RW1qJvUOgN/x40bS4oN3L9VDM149VqVRn9XwVtm5c75nIygsOkAoGLhrMVj
Y1ESLtJcBzTCmI6u20X9lPTwmWLds5/lK7P2+eQ6D7R4QgEv7XiDpZC0qZtW+43OWP73lY7TEIBJ
nR+O3BmFhif0dCxgoFB+6eiWDn9dTDkPsbihuwacw26erqreKPhOat/1tfTQXyAtcelheaFkruPB
PpNWFjMFukqXAhLsHF3mNcBJK7Yzff7cANNp5FYUgJJkBbyKla7GbWAU5tbs1BAzXftp9nLTWTxO
q7zeZPAfV0JATyZw58txL7TqSXObr3xiMUhq415NhOCEzfK7coDPtZwGuul6sBsrRV8muGDvXa2M
WKp902n3OGo6SODjU62sR0020ICz74pxrI6TKWo4s8knN2g2gts7ExcA7+yvaUW+B3X+RrLaCcGx
MiKDMSQNwfTelOK7Ywx3pt4dpW3EheiOHun22aiiKg+s0Ie2jRyK72jeIJVxnLsCzb2tzLIWDE7z
boDedNXbX3Tp4C6jkS2sSGdsa+cChS5gx3Jh3GJr3hSlejaI5YRjGdyhMPt8/Ur+/H7FxwIQAN5p
QIF+qr7nxAeNqRDu0RlEhsuMdmHH5RM3i6dW18LUdVfeQJ9T3xl6jh6dgzYdSPOLgkclq7YWlTKO
gWqguJLnfnqQzTQ8j1UAZ1Lwi7Gzcjkcm1622+uDdecfPz/5cEa7YNGjwHMBU+mbaF94PB2POUTb
7qjF6ItXD/WeD9SKBKpLO3Dq8hf0NLXZ2MP9QQC8OgDgAxHSTLcOsD9gsxWp/wr+rnPHiqGCdXVH
7NDxcpB8Jlp0IRh5xbNsyLSpMudHy8zsmcu2qyKz67OHqdTFE174zsYhGUQa0ILRX83O0n/2KRQQ
bTHgGsY+gG6xAiIT+n/fUt0ZtkHrBS9+auIAklqDMhsd7zzVp3d234lb6ufFUdMKGqPEPNxIA2LE
gqcDNAmM4pb3E3S/zMp76EUqv6SpO76IpsOJjTz4t2H24EtjZUYF+LJpSHNXqyHm72ZRmQoGTdHJ
2kEneq3mOp8Di4+BAwJ1IZzdEPhZdg2r0h7xSvbF0eqHr8zMN9QRkU+tuMEpUTt0q8b0qVhVOL6w
ACH2Oj9cdciafHpY+r2n+YVZjMcWIB5e/GmLl3zYkxxtRJAgWud9Zc19HiWeyFhvqCjiQbvsJOK9
4gufS4l7Y8P5vaj3EEO31871z1kDWsEzAwYEV5y8S5AY9QTtMr+Rx5I+yub+7+GHgLw4sKuyYYmO
3bMoXIwwEx+ojmujDsYaLsa2Fho8e9NdGN/8/XThigKNAU1twKsXFxRUWWtvyqzpaEzPvrnFopu8
23ENjnYhawCc7n9RFocQVoXRjfNe8qwihEvijljfhrns77xcH86FrOEs0GLiNArh3FZHIL39gwcE
ZDN1/e3/FmJeGifZ3GT6k1OZCFEFUTYdezvSxhXq6+dLAp9/fsLOoPfPDNShslNjqOfp6nG8wUsy
f6dD1ANpUPx9OgdykoM4KFWbn+SdOmPiamgNcawcT/wqal3tKlhG3RelZW4gwwK8/fXZu7ASZjYU
OtB4O+EmnId+MnukbZnNO1ccodgJend1Y2NYDZAL6bRmQn5hFgEeA27bREnaMfz5TzkJpTvKljVu
uqPoXXOveKF2TdfRX3UeTM/WoJeRN43gi14f4IWTAdyRuVoHiBIO2cUArXSqONWIODo2oxsmdX0r
PKmtfLcL69wB9hJOqDOl85PasWMxDq3OThyNkckHOskK9ZzM2EhurUEzPnBDi3sDHcfZSBwFO6DJ
Fvnl/yPtvHbj1pZu/UQEmMMtOypZlGTJsm8IW8tmzplPfz56n/2vbjbRhL0XvK4EsHqmmjWrRo0R
iZJHk07UPvhjG35qEzWzJahxHhu9qBw/H5WPaKjHB8PQvE/lOArfQz8KkBbWO+BmSfq1Hs3g1uXW
3uWuP24qmUa+pDK9Z6u1eI5nkksiCVkXJR1HW080udl4dRLvYpQw7D724cjoa7jIi6zY921sbrty
9O658JtNbtWizcXZHf2++qhztQXtKHBmmqzYDX126MWe12abQ3WspNA/ck/bg97vSh+uv86MAqKQ
3rPB+23yUPP2aq9Ru4gN6yZQajzv6MtbuRC0myZF7EYP1fgLPcU/pb7Wflr9qG+qvK53tSo1t7LU
ubvAr4tDmBbRo5g28Mo11Ep+goIXHmKzlmNbkUJ4RvSy6p7q0O3SlTzn0rZgS0DtrIMBvcgn5Ykn
jyLdJQ9qLboPXZZV3yLoXe6lOhtWcm0L0QRpdVJsANcN8rizfT6Wbq74bdQ9VEKT7kddMx8jt3Uf
CwGRSJialJ1bZ/G9IcfuT56h/l+MdCKjhXsXbATVpvPDHVWRAPK27B5MafgoG/q89RCVKS9eA5wv
eJGzB+9snI0U+wpcQ/2D79r07Jre1myfhvCxXVO1XvCMOqBziTm1qHDNwzPYWgpLiJX2oRufKNtB
2HmXql8k4Z/r/mkpHCM4gmrchHqA9PT5xA2hEJu94bYPemZsXE9N7GRI3o0++hAhLZw4ad5GmDlW
vOLS4ExKWKaOIgOQ1Nks+nFHF1fYjg+1DyrDexy1b54UbcZkjcv6whCgXR45BhuD+gIPrPPhARa3
9KIrwkfVukdaxa3fUyAgxtfrk7hkRafHHLglSjg4x3MrkkvnW6RrwWPbonHfwX4hIWVgANwKVvb5
oiWVdyKjAYw8X64wylWqJG7wGGrKLXvxoLaZ3cTZbaybx+uDuri5mDpTo0AytQ3S9zBbo6bVxk6H
7+dxSO6MfT6uBDUXvonPW3CGEGrSXHGRaBvkXHYTcJuPpZDuCyP6PJCR1KtxBYbxu6h3dl1NdlCA
p+RnyCDUZ2vTWyIpiR6NAUtJtkoOqS8p5JcgenCbZzrGwvolh92Hsowd9s+QDq3s9At/8ds8mP8J
CH0JjDXrLEpqsQ4ei86YctcveS98a9CICN38dqRR7fqiLc4qr7b/mptFoxCk5LGvQfwSyRpERdFG
0t79P26TmI1pNqWi2neJNrTBY9pVtqHcWtXKeVoYBbtOMSCJR96clTs/T54PbkHtGAWdvRsrkTaJ
+pZkN9enamF/YwTqYsCPxiVqVogMH/oyk3b/+Kurv61hBRYWHlyWShWHpjEQ6bPjw74TC8KW8DEX
SQYI1CLvUk9tv0MyoG/D2AifLXjKttfHtDhxyASIdHxMDbmzlekS0xs7CfdAv/VGNovNYN34fvzn
TsgQgYtOQHsupjnuTNcKIe+9kfVXfLtRn9L+LawmzriVFbq4m7j8sDIBU/kfGtjzbaAmPpLymhE9
1r+RemYv7uscoWBonF4RkC7sjg7KjRrm2uH6NM6pC0CnYplub1MmUz/9hHPLQlGA6aQp+1Ep/J0k
qAdq2HuUBr71cnXTZvnPUtMeIn3cqkV6Lze/rpu/XEVSCUh+ACKE9w9k37l1CMViExWo7FF8qvpN
XNveH4NIgOWcWJhXolNZTNRcxwJFXe25Lor0ex/J7dpGWRzI74QfLp4U8WwgZei5ii952WPf79N/
+uanbj5dn6rLQ0yz1nQ78aRDD2EO6WgbKy7GMs0f1dCqNmGnllsx79ZaKRb2A2YmHWAoLGXyIvO0
SC+HUSmV+aMYx59cUYYYzN9l1psSvqahem+O0taXdBh0qAHWycqhvhgjMBLQJPzH424B8NHp5liE
0vhYVa11U4VCtaeyXf1pAD+zMv2Kk+exMFEuJ+YkOuYeggH8AwRUyWDuiuQmiw/qWNtcntcX7yKY
wSRZJnAsZKRpU5ttjwKJKXRzU/HRaHv3PuXB95j0briVwWduLaUMVzbLhUtWRQVVDqInsmmQr89c
spYEah7xfnG6IP9QaP9JWx4iuO+fUmihPQ6V3IojufBgk8VJWIe4gwTk73r8yaTm5Flkc2xNxzXc
fme19bC1XDPYKT7kddTCxZ3XF/l2AAy9uz63S2PlIUTjKug4Wg1nO9aNC3eQe9V/ckfk8Da9v621
Qxnd0El83dDF7mSIBIpkkhkfvUazSR1bnpaQR/pPssmj+k7VVnq7Fr9vTBxzRHEWOcPzfZmaWlXG
Q+A/qdDLxVuQGdd//8UmJI6GHA5cKw8gGhNmExWKneK1hWc4bdsjqSbaPYqFaf9U9ysHbNEQSEyY
PhQD9NnsNmtroaT9rtMdF17qTApvxH68adT7ON5eH9HCjCGmR6qYxZgIkmczFmiFKmZ0eTpNCPVy
bVvDuDJnF36dOSOhQM57evPQ0HG+JqWnZbgHWXNUrXMgL/zcCeXnGg7FvxiIhrtlF1OSmd//vRoh
LE8eyQm7u1K5kZOVOGZpohQ8wdTZTcX0d7nq5HQGhZSkVR9oTqtso+GQ1S/Xf//C6Ycq4N/vzxYi
9KJc1uA6dcRul31LqmhXleHONEncWo1tVn9+EmEDp0fWREuPjTYzV8s6bWmhpTrqwfWO6Vqp/7KN
iVXnDlcA24Jdu6hCgPiGFdfrVEcak0nzdbS+IqtY2bVatLdehosxOr28N9PIdJQkFTcB4kGHLBuD
g9mYmV2USnooLL2/n5BqK5t+aUvSe4yclEIcoCvTWp+sJZ31hTgatep4nfkCXc8RDGu2NQR3DVa9
4Fh5l+iQyeGSCGpmxziJxTAHB6Y6StTaGAHIVGzKoN1KwcFALuD6FlpyGpoylYf/E3/MvNMYWwNt
JInqUBGV4elTUGcz1ddR/outCuiMYBeyad4NMy9ummmlen6hObL14huJLYsPo/gaqfeZcNcIX68P
ammtIPJkr5pU5pT53QQWL9NhS9QczYOjVaBTdwvBgr7VC2ONX2fpiJ+akmfbwoVLNEsiXEj/oubP
lr7WZ7S4HYyp4QfazsuYgoxQa3Ylh66LzWKnmkOwpUN8uAlhQ9i1rWbc+365pmq5aJSwFyk9aC4v
HkZ6EjdmDyWOQwPU1o29XaTuAtW8r1OYnz+uL9aSE9MZGdc7WRRe/uczqFE1T6PK1JxUTn+pPtg7
AyxgKb2pJnjALv3sFrK3uW5zaYPA8cozlrCX9+VsNwpyPZB4ZDdmfrcpEkeSUd9YK2QsbQ2AzVDp
yDT3XxB7pG6Sel2hqU6VfsrbAFTayoW/OAogUQS3QDwuWD0a2AyV3jNUJ5fRcN8Xsg293fWJmiLk
s+QWLnlCXf3XxMzrhVJQGiOsT05DlWOAZFoI4CWufrUGnYHf29E7WP37dZOXoNrJJocXSQgoBC6a
EPOgqRrq0KrDc6V+HPvWvw2gRTuoUqFutTzrbV33ensMR3Eztnp1V5pTI2E2yBs/Cn/mNNk6EcU+
HRhhmeUbHonGAe7VyC4S2YwBZJr1GtZh6cBwFBW68rgbLvLNqtYqpdFNv7nfCa1dK0eUfnzDbtdo
DxY3FeiqSZYP6PE8ZFHbMO0AT3ENwXsVJqTTAcSsJbUXR0O0CjUZAyK/dH4kZTGTBQP+JmcUvwwy
Xsew7Lb4IZe5HUrt4fp6L49oClhpaISNanYDybHRGGI3qo44PprGTb+WIF36Pj1fvFJ0UZnyweeD
qSjoeYJMkCTkwWsZdbTUr+Huly7RUxOzcNX3e6qAlas6USmPttUKe1/HWRLC7jw03K7P12XjKeeD
raYRuKJqpc4nTEEY1PVAczhe5embbIi3ilDf+WG66xrlGyWdhyApdnIavDVjupLtXhwpbpNn5e9q
82yk+ZgIVIBFbGd1uS3LHgR0TQCdqVK31+KhWLkcllwcIBE49+B+wFnPFi/X0LWK89FwBFGyG085
dINsh9YfyijS5TTVOtDThAOIgcnTHjoJ7oIMraJKrwxHLxyX2unT9SVb2oLUzifeLVnhLTC74nqo
Q/yYTJyjwj25Tb2b65+Xp/M499Kn35/NkjRWRjQJ1jtxoiGVpcJc7xQjOg9mKNFxkgNrOxSC2GQb
YPvvlSuGPHNRfukMX4C0PokPsZz4eyMyOnqW0UJUxa5910sSJEPT1xs/c6NblE6to1ckra1Yufk1
o09sZRzTz5wPw6JVh2wCvpRs1PkqeEaSeRg1ncZKNtGo2GX8lPux3ZveLem3lXO0tJWn+hCPGZib
CQbOrSlyKJaVN5hOnh1ViM/ugvhJVo7Xl2Zh//7Wl4T5gETvRUbIyktJyuXUdJL4JaZlQG5ZnnDl
UK4ZmY1E9KKmRcfUdGQ/IZF2GNp+n1grI1nYw0BZ2bxEhQu5tERPTbnKLcOhkfoVoYItwjFrJPUr
NuYERS4ivX05Im7Zp+6LVw/3ZjS+Xl+QhVVnGHSckc/VAbzN5koPNK+Bk8d0Yv9VTt9q46VO34KX
60YWx4GsHHUyYmeKGOdbCynwJpwYwJy+tWVlI6+AvJc+zzt0ugYILOHDOf+85/ESNdtSd4Ye7c5t
pq/ElQtBH5SX/35/9qYppKzLyVzoTptn+9RI7tqqe+7TZNsq+oNgjt9NOfpKv92K2Wnq58efrcXb
l8f0Je5H9irZCvzCdKpul6Rb8SZ5py+mqzauu7m+PgubgEjj/yzN91kohKYvxZXpWIXw5Lv6i6vl
R29UHkP5D2W8/3OznJiarZWhuIIfJbnp4NzsONa2o5nbwdjZwfDj+qAWdsXZoGarJqVyL2Qh3hPE
OShlmF+uf39x0iYiVDS8AG7ON/WQtoWCajfeOdRuCwMwpbFr6D/tPeFvNsKJpemXnNzGvR4oYj85
zar+nqaS3VofptpvC220leqfMN5dH9jixJ2Ym92eputnQarGuARdtmNjejCs+M4FB0273b9TN3M6
mujCkz7gdLLoOOh7uaPjYOXuXBvE/O4Mh7DkicNF0z0b9Q9VPVyfpJUhzAt63AitQaGX29J67bVv
YqBOMsArW+ySUWCKw/6dKGN2WmBUM0vaAkjvVT2Pt/xVVcf30CzvQe29iGb9oprFz9wVDooW7NQK
zQV5rXtqeaBTTYPqMwXSKdY62Xxx56W1KfeGk3vWp7BAk9byvuaduDLUNTPTep6YQZxZUSthMJza
au4jS/5QJajpVztUF80AlqNBlYbgC10Myepz2RQawwm8L1nwLfd+xcFKVnjRL0wwHpNCLCj42fEJ
fRok/dYzHV940LLC1jVQa+FnOf58fQde1kinzXFiaHaKorypOzUXDMcdSuTF+o1pupuqBQEY2PLw
xUue6sawqyy9AWB23fbiNGogbEEJUAaeP4h1X4qaPAhMJ3Uf0BYANEKD/3UTiwf4xMRsQ8iRRLm8
xkRV2lp78Is/DxqmnD1kiUCh2Nizo6XESFt78Aw7cAd8zcP2i6y4u+tDWF4hYpLJCsRq82K5Vvm5
pMSy7njiV8/zQT3lE448DWgWD6pdjaa4bwyPSSbctGO978fo7fovWNyLBNyMbwoj5sQSsRzwvEAw
xGkKu9C2+jvCePy7bmQhPOJx8q+R2Uy6uZgakz6X09Ec5m/FNv9RC2r6JauN7lmwxOZ7OnrdLhyq
2g5CdxVwtrgZ8ZKAf6BPQAzg3HXEZUQZIMkNR+r1Wz+LDkYr0aXZbCS5/GwZxoEW7I/cC/9R+upG
N4KnMG5vzaR9auUWgjfz1/XpmMxdhG3gLKEqB1J1IcfUdd7YtJmrO5CLQpTq1+29lwWJIwLZea58
Sz14cr6W1Fk0alEmAsGCZ9Rmp0WAUE7sRRqeTAQ3lDuz2FJoV9XjGK9c3UuLjU+Dah6oFRris+sg
jNI05kfoDh0Ygh2gJIK8YmOHafsM1564G+Rs70kNeHDp+c/n1ZJEPCpLLF9oC3mWGYgAz7kh0m+1
+pHDSNwUe906QpF03dKS6zm1JJ9vqHB0C70YBN2JkoPibkZje/370tKxhBaF7UqOD2LYWXAiuvE4
xo2kO3RQJjlM7YG5lYapXQEWte+jX7xx50cIbIioZPkizDqJH993WpU/NV3b3tShPxyLQIFuQhh0
hOf0p+u/cOlInfzA+YNA90Pwcw2rPCjhbZ2RJ4F1M9f/wgWfWpk5Dj+SIoGGWgr0CbXgrbKWtl0c
BZc8Hp5WHpjkz9cxrlTR9RUu+9A1v1Wqe+vq2TvNpivLuXT28PAKwHHaGOEKmpkxG0MXdCIkS8to
rMg3fj58KnX3Q0q7d6VEm/D64ixuzxN7s+0Jl4pWC71EznEUt26SfXKLv4DR0Kv6nz4aGFfnNVde
2TX8/6bumDAywCFQ7DuajCG1Le+UtXfU4iqd2JoOy0nk1w5KMGgp/jKPTFvPvusIccpr4friiSOp
RYJjqTFDnbjOvICEppDfTJybCEog3o0OVBvfXF+dxeEgXkNinWzaBV1UguTHkGid4WRK/5Ej8aaM
xgvR6OF/MjO/2Wn3DfuixIyk0n+kBkdy/TtFXwsyF/fa1Nc+iS0hpDX9/WRxAsTHywCWCkeC/ACx
1Hs5VldAJ4vH58TENKEnJoo6hUy5mEyQHNI2ZrQThPuy3+RrJfeFPcDiU3EHTMH9Zc3oBlp/6DtK
Y7qjh4E9sPbVnpJxob5eX5mF8WBGBfeGqBlolOnvJ+MJpAiizTzUeXmKN2QPVFsnhS4NzV7x66My
5s51e0u3ybSpIQrWNWQY5xhkWi7FRjCzyY3Kz6r8Jfc/vHs9HrcFKsrPruj5tzVNNMgeNuImTCQn
SaK9q4fZzldj8XsTibRoqdpa8nLhIFDjZc+QTJ7a12ZbRy6bIpdBjjiyjkzp117wNgoVwOuDX5xs
GtwRhwFiSN/B+WT7IQ20gFB0uscDmOCU+DCK8euYGm+swq1G3fG6vel7s+CO3q7/2gPOfm4vL8xs
pIOMiD4ihNyaTW3T6B4am8EM7QDF5DVSv4UDyPuKfk1akUFezZFfCUn0oDZ6YhFjq8B8/Xx9PGuf
n81fX0dGKop8Xmve+1txjZt18fMULqaOcOi/5lgGM81aaC74fAIrfPaJ6uxf/PyT78/OWke4NFQu
349vZGlfrNHmLq22QqQLxwvFX32e+xgKbeqZEjWnihMEEHRzG4zVV9k0dmnX7lJoUSQz0jZCuxYZ
LbmqU8Ozs2N1FgkfeQADAjVSFzWbVoMqQf7ozLUGhqUVmrScprsRkYJ550eUdqoOuEXjpn8LxSfr
8OcLdPL5+TXV0X/ayQWfD8UI0JZui3+OVuWtNSV6cXy49tl7RK9g1hyaTnFUozQ3FcjSgzZE9YqV
pfXAv9KjDypMvMh31L7HyyMXFEdODvG474qjXB1Rqr0+WYtWTG5aSp90eczHIplNJ8VtJjs5iYFe
MW7MRIb/SaB3CT7TlaMzZYfmngzJFV6owIym+/3ck4UAonsBzjCnGhTPHrLuNlGML0WTfS3BbNux
DvVUycP5+hCXThSVWQifFDhzLvg8kwhlPDXqFccL8zvkwXdmnuw9Jfw+tEK3gV/snT5FhQY7a02e
dWmjA7YjiAFUieToLMxA9iUa9MpTHLFpPvuJdReNycpNvHTjkZBTaWSZdFnmb+M06IvYN33FQU1K
QLPKFWAO+Hp9ApeWbYKaUjqHf5qC3fmytQFUm4qVgXGCWQfyuC75gJvUteVUT3/JdR8d4w69ZTdT
xN11y4uj4ypnv3DvXZRuU1jslFzkDEhV337LzbJ/M3M93uYyFEB/Yeo3zop6NDyVs0Ei4TzAC1eo
jhtlD4GZHCPJv3WzcCVTu7gl/jUzz+FTwO/LHIWU6f1ZpJsoXzliizM2oejh20QqbX7EpNCosl7n
+2P5UAy3jfvdlF7/YqZo2aMHnKaDi4YfyNuCKqO26rRZ+aap3dEK3H+KxvzfzMwZ1EbqXG5X6gr3
uFJsM9m39gM3PkkLX195DixO2r8j+p1TPQmffV1EoTk1FScHZ6H5pJgC29BXNthS2Dh1Ov7/aZur
/VWkrwMRPixHCvRCtnmBCsfEyNTdUDURSjbAeDplFXm1NDRydDwLJ2ngCzpcyIviCZ6uOmKyEyCP
9x7CaCWlsmgCxA4WuNDBRJ27B6isArVPRODLY/zeucUnBXULLVxrdlkzM91kJ4ukS17iaxlcpYOQ
FJ+jQA22GgSyX7tRanYrO3xKn8wvqonGm/TuVE2ZV/d7SUygdfQ0B9pRFX0Jtd1XYVBtCkOLGzvw
wuw+GYdhn6VFtjUrV9/kudBvKreNONgDeOeojo61ISS73pO0xu5EMT5UTZ9t5Eysbk3Io+xQr5HQ
NprgVs+KpzDP9EcxLKN9nWju0aPbCKJNJdwOUCQnEe0kg07DuVDqH3pgdpA9DrX4TCwS21bXNRtU
572fQiIDQM3Eb5ogCu88FuWd4A/VfTX0xMHUD9U9XKjSjtw51GiaqLxorifZ8DAGWzVFDanUsmAv
tu5avmrB7U08ZDR50uwJ9en095PFEyLZizwDAGAOX8nWW+vdW4hi+DxdCwpxP65v5rzLjoboMO01
p6juRf8py+6q8hgk5opzXRwFgcvU005EMX9mRzkK96GnaE6sbPTezsWVl97CFof5Z0ISE/sDvJ1t
8baowqjoKs1J8k9G/Qo1Sr1G/rNogtQPj2DgAxc0/4OXwzHkJppT+z+KiZxXr7fSWu/4wnLg6egy
AKQ46ZBNP+JktbMColC1tlRwStZWURJbEkpbIP0B6e7KkiyM58zUbMp8z1cLq/M1x7M2sf5QkmCQ
99e9wZLjJh0JclBhOBcdjHFojbRyc6VmbQ23CUnDzPV2bYYIeGuq+xQWlOsGF7aZyQ6jgCfShXrB
ZtCotVc1gqo4tJh9N4xhD8rrz5PtZyZm02YFHuJnsULYKEnbQdKerV46lml/c30kS5EjhFE036NA
dEmMMGZRL6SNoTiQCbzVEmQI5XjQExUgPjqetddEdhytQfIXpw/fRjIUbrsLYoFR8OSoDYj39eQZ
qietWZm7he/T188xZWQ8KeZsc/EwqXjqueIMOt2QZmCX7hqh1MIB4tUw1W9Nfj/tXrMD1LuNkPUE
JLB3fXhyLb40CtpxSS6oO7WT9JWn5uKIqGQCUuBxBr3Uubmurtq+aemrMpRw58ratmhXnimLAzqx
MP2CE4/QCfFodTEWGt99TjXr2Aj+XQkltdGkayHw4mhoF4c/5Tex/ewysISsGafQ2DFauzCEnatJ
Kx5hwelw7/+fhXkQH+kDORKZZ8kQut89Hbhv3+VfzB4vd/38LBrSOD0wHplQFcwWBq3XroxdV3G6
Ov8puJJvmyN0DIlcrlmaJmUW8QDv/tfSbIFyek1HmLoVR3ivw536VoXM3Qb9tzzdjWs8UovDYuvi
2yas95wvzTQy+mZGQmG1qt/UMNqZSQqqfI3c5rfm2nxQEF8aoC0mwrQ50aEqj2Ud6J3s1L0Y24OY
ADBWE43uzKpxglrTtmnWiGiHjcqzElTNZ03sobggIK9tvQx7qFmNgiR2LZj3QgjBWRjEETAKt93L
Wt2/w6qkb/qwMu8VyOJvdFPIPtMrDiGL5+YvLF50l4w4WDVAf2iAZuJYty4S3FAJJXvkt9I7N6KI
Zxt5amwMH6LwpKzLR00o4zvLc/3tEB3HurkpacCcSKjibQQJutfH217aBMKm99wt9Pd3oVeoD0Rt
ZKGRRtmKtVo/+4pFY4IglncSEpFPGuRrvwhUIYO3wmpfht24Lwcz2KdtVtFHKXabvCM8heAt2BAA
Gb+GzID+OwtlW84bYauqVb9TXDPeA20OEDoSvGMs1fGubsVxJQ5a8haaMeEKSBCKujpdKyfeQi2Q
vqC9iJYGgOfPcNWn4W57/WQtmqDXAO6tqY36d4HjxETllr6qBK7m6O7OSBB356ZIwo82/37dztK5
0k7szFJeRl560OXRneGHr36+86vdmO+isNsE0MVKeU06fy3LtnS6Tk3OZg+QhJJl0BQ4VrcHIqiP
e69dcYDLs2dCCk73+dRPer5AhUbeqbdaokiRh0kA9w18ssexC78K6hrX9ZI7B8E9Fbq5z4HRndsS
8mxo2yrE2cq3cvnTS9cU1tYMzC7buEuUOsoxIHZb91YfVuZq8fMk8sl60uVw0anf6upE0ZcpIGmL
X43SPjbZGhnAQoTK2wcKL3A4046edsTJZh6LROqtXJJ5rrrHwdzmonHM0tehfBLENdDkUusTxvTp
BmVBIK07N5a1aDCKcUKyRK53hMafFb/f66F1AHZxlJr2MVS9naon3gZs1Ofrp+k3em3u0UFd6RCx
UXwDpXpuvK+rCIgecatSRCXsqOpd7ZsH5OHtEEKYsYo0W4py2iRN4avca7rtW96B93pvJx60Dyu/
Ztp6F7+GlmD6SpBuvyD2lv2m8UduCEePbkvwVa5W2Ln3w1LqreuOWxQ9t37+EIg/rttdOuDq1Bc4
xbhTDu58EoQs0aRCGmQnMe/k8carb6v2z+FIFP/+NTE5gJMdlbdSPmpdLzti9lo/xMFKOLh0Jk4/
P/OKI0FfoSDZ7PjNu2K8/3mO9ezHzxygVuRSS1eu7MhvWl9vdU/ZXl+AtZ8/c3+K2sTDUGMg6Y+6
WNi8OFaShUsOFgZAHVUbhBfg3zqffymLLFUACw9uoNHtLkDUpx6kdqOJgmAXZh2vbOXFLUW+h8uW
FD/cAOf2isSAYGmUZcoI2tYfB46LCE3q7vq8LY0KPAc99JRDaNCdLUziceXm1NWcQErtUno2zYck
/RZFK15izcxsedyhGHtlwEyLhqUmPyvGp56XJhoGK7O25HfhiwJINIl0XVyDWS2nhh/kshPmwhbe
20PWTGJqcNlmI57AXaMsW9p3NBvxIKSXje7P2cAiL0skK2ff9fKmQ4RDxd1dX6EVC7/7wk/OfVIK
Bjzqouxo7UtfvwIj/5vvU96GyQvl5/nb2dTUgOBB4eSk9bbXgk9VGK4k85coTLickHymhWlK2cz2
slv3Vd0UleQMga59hmPa2xlZJr7Gfdlts1yP3pCT0rdiruafW2HwbtJcHjahjHBNkpAcLf2gfE0L
0Xrw4PZ8vT4BS1uGxB5daUiuETvNflw5torXhaPk+Ep0CKzE3Ipy8yC7ZW+HeXJXo5/0F1POZckF
NckxXFTbSQlHA9hSNg0tQ/u6OV4f0NKOQZdlUirmKrpgvzITaAuE0ucOTAH+Gz/8aM0XLk0Z/KH8
fiQtIKmYBRyJYdVqYLiyI/ROmH2DmXqTA+se1dum61b87tJoTm3J534Qitcq10WP0fgbl5JqnEQr
87UcP50MZxbCIAXSD4DXZac0x4SsaJY9CIXsMneaDHvYIO41tNaPWTjkwD/oIpeUbI23cmmYbIf/
xu9ziAQg5nCgMKA5kSgd/THYdenn69ti2sfz0GiSIYNVZKJjn6fKZYlznikjj5DRs9UMTRknktbS
ZL/DvQsr4N2pscMfRaLxfLmq3ihi+OyoqXWp/linRmf3EAFotiyMTY5gYvPhtXl6HF1xhPMYtY2g
C28j7aFTVBepsFh1N3qRaJ88S5ArOoNdmP0R0ylsyElDnGCiQMinKTt0KqnxIFy7i2CZQNVdInuB
s9A/BtHwb0a/5c4chijYD72uv+diHG68xBo2mjpku1Yp5Oe8DVvbk/NyEi13P1n47rxB0tc7CPUh
NsTmpz/kIcKxwT+yVnpvfiqlO63t002WK5ltxkN8h7uL7G7Mur3cj61tcSyOohvGP64v3tL2oM14
YnoD30egfz6tStwYNWIquhPWt6Z1Szbk+veXNgfdXegPcJfRkjf7fthKXZ+qvO9dHitlJQAi1ZHs
qP7iMJ+amYZ5cpnFUqbUgcYeFItNo27bNWrDtWHMfDl6dpGXynxfk+/b9pMmPzXqireYNvD5BpfA
PdDYwTVGL9wc5y0Jfd3FMVQjMQJrN1YDTsUH1TmMMAfEtdnfBX3XbMu803Z/ukQYhggEOYOpF9ic
LVGs9aYUJRTsRpFnjb8z9HCH071u5HKfnRuZLdAYJyCIYX910NdNko1n7v+3788WyAzyRHGn74u/
2vIlql6uf36h12r6/aSZydWLzNIsHtP0uGACQ42SPjpforpB+tN2S4MQvarvk045yL0qwqk5Whup
TX8I41pt6jLUxTJN7iRujalENX8niIrQhJ2uOmKZ3yg8GewhSPZlmry4Rb2yJS5Xi6Y14nZSMCS/
KeicHydZBLk15obq6Oo+L17ctZb3y7Gcf3929xpZ10eqAYOLP9zzj/xiKu+tYHt90dZGMdvYvjqq
Sj2NItE36XOzBg6ettT5gZ0GYSFAAkAQapjZIHqArYA3GQRcqqQ/6vTVL1ZOzaIJqOExA/nMRQiZ
hI3VFWwsZxg9DaGzPqbFbdiKin+4PlWLCwIzKuAy0JoXHRlCzjNGAzvnoNCrPiuxFuzbzg2/j57n
fS7K8S/IuoiLgW5C5c8em0clWaWj9ziU+FP3s/agdF+vD2dx5U8+P9u/ilaLSF/yeUmypTt5rRK9
+HniEEAOU5rPnMUi6jhYmaZmmgMEXy2P4Vpn0fL36d8SEdKBWXS2cWU9zakQcWkOt5kwyZf8/Ivp
sf79/mT/5Las5CEVhZrva3SVP1jZSo1xcdeefH76+8nna7GWu3K689sv5mBr4iFeIxBasgC5Ic6J
tDThy8wXEpxV7jhy9HLzJpcOSh4dmjxfORNLq3BqZLbKoTto6HZiRE/vik3Ur6SuFsdABwNlX9w6
lLvns0QdyPVNPdccxXyUs/tK3gzq7s/XeUKwQI5MCRtb5ybEKocPtTM13h83xLTZ34yAtyBdL7gm
SuTnn0dMtgL0muuOmG6H4DXIPo1ryt6La0DyFy87NYLPq+OGgTCBpBKeSmHb7tXaLHddV2bH6/O0
5P0IfGDa4M4j63Jx3qyEi9eCs8wbQa+o/gMseAfRa+7B227/whbYOZJjZLfJ951PmtIPaqiArnOE
1iw3oA6S20Byy8MYt2DEZMVXnq4bvJxCoNAiNE8SX6XZbnZWuiBS4nCsFaeubgLzuHbJXm7jCWk9
7S+GdMkiJfmqD7F/pjq90m3M1NyGnrS3kCq/PoppL51ftmdm5t1VSJdBWjnmRAxCXBuHQnMTR+mk
9K33U9nxAmTe7SGug5sxy4dfRtr7r9d/wOI0UpoXUQQEoqzM1q1KBB+eL4AALnmctN+gp7myM9Ys
zOKJVmh9MkaG4vifh+AYyzf/2wBmm9yt/zuAcAztPkdNZI1GetpJF2t0MkXTAE/8fpYDSRZHHQiQ
7G/iYo9edw/Z13ejXcsTLU4VQZE58dRNUeq5pXzIIj9FqszRrB/mjS99uz5VC3lFdhtJGLLy6DVc
FvISitK/GW1d+XNTv8FcSl899Ju27iWbZBjoxxrtgHJ+SGm3lfaN7tufwj/P0PIrfuO7oQCamDjO
R5kM2lCUPqXX8SNVCS6fr49yaRJpO6LuDpMIbbizSfSsIvh/pH3Xktw6tuyvTOx3zqU3J87MA025
ttVW3S8MmRZIEAABEqD7+pu1z8yd7lJF19U+D4qQolREAVwAlsmVyUsjgtvJvrXos/P74BxUFw4N
CwC24ZI7vn2asY9oj8vjdkTeFUQhZ+z5cD8eWRtIY4B3DuKDj3TMVdiqwIOc7FLe1sjsMO/bsrFe
0V2TMn9J1XAu/3/imAMRNXqSEXkhT3J8EVmdCJjbqAREoGUuy7WI5WoszwlpnnglWKqDigLuU7g2
R4eMPUsfhF8BCHlAAIqywvj72UBwqgDaiOMa1CoIJD+alKocT5rW4nuunr7P6uFzizqxSAckKOJj
qE2CNPPIpdGAGnqNmMXeQ8fIAM3y12Q4M8SJFfowxJHP0XJOSTBiiGBl4QbozuAxTxxhAM8foISw
XEQnRy8g1gKc6LHh+7getlUZZb5zC6JCpPcze1l9vlrnxjo679lUl8BvD3xvVQVUuyESbH2Nqivt
3X8+zqncxYdJHZ38DohyLUdrvjftd2yptEcvq6cgi052IbpfCAPObJjlAd6UQpLkHKX2iVeGbnVs
mkOSEZ1Rx8fYNAPGT3q+j4IbmUbmzCs7Pb13zz+yusmnvJW643tbrYLy0Y0vAwVqpA1PWKqrrfSL
oL7yyZkg5+Ss0OPxZw0VXsGRISI4ASIMXQn7atzJIlJnHn/SOA4wWheYNgSZh6327i6FjrtnXCr4
nlpXQ7igQvFADdrwQ5lP5LcRAGjoQBAOjCEIScHh/nGsrnWgdgxR9j2fMtvYaVCZ7HMTPHEw4BZF
PgnuJyD7x21lXQfoaz3F2EhgKXL0VYeUieW//P4gCIsP5QG0M4M/5uM0mN0NUFb22L4aMupkTZ0v
5660U/N4P8TBKN69FVkH3UxB+roHA2hOx0doPnQoQXw+j1+jEeg9vJvH0atvlC244phHyfIgTgHM
DPoVnOvPRzllYO9HOfyKd1NRMZ+acvbZfpxN1jY/+ilByeJ7TddhfObFnNyh78c6OgHsOVHSqjEW
hI/Q7mIXFpCS0GhJ50G+VWZe6dh8dYnKSTLfHoRuz6zoubkenRAR+G0Sn4ZsP/d11iBd0+lL2a2J
2vjnlLhOvjzoK0I5/HDgHcfErEaPpjvi5U0+gJzedRdlo7MKwjN3x6nTB1zU/x7m2HfjKHg4qBDA
ECs3TahKtXumtn7S1AM4waBvBbfqcWm9dq2KV8rFmk2vGtw5c/zNPdddfXKx3o1xZIMeT3SjgZLd
iyqvo4yipAZarXMXxImZgLsdlOQHx+EwmY+W7vWqBS04Y/sBeMIooplYHpLqt3MhcKHfDXJ0MoCx
xbbRHsvQkHTd1D8md9eeA9afKCd/HOPoYBDIaALIAHdE6nUYXdpJCj+rd1YVYLzJRRy99Oeojk/t
XEwLEDwby4f88JE/1DHIKjdKws5QCQWJQ1vuNLkQKFKa8FsYvWh7Y9m5XRWfH06Hy/PIt/8w7JFr
RJlFo5Jg2B7wpwUWjlLolLlzOppCu2hsO+fen7BEhBLwXA/hK26QIxtpgqRxkGdv9i7LcUYAek2X
LHTOTOtEyPJhlCMj0bGs+3IOmz3y9+68jfxtP37tEpnX4Arql2+fL+JJu0dZF6KYKLz+AqYYorBT
LbWavXB/Ovaj016P7RnP4dwQR+9JjK3DghZDtN3K1N8pL+zp++ezOGkK72Zx9GaA1ek5i7CxEHJs
HPHq06cE4hhy+BGIZ0Z3ojzjeZ2b09FLmuZ4QIMmZXu7jQopv/b9VtjjmRvp5CCQ2wKK5lDaOe72
sJxhmMt4wukaXECgb0DpUER/ZSLvxjiaCGd932iz4HRlGTpvdJtDw+nzl3NqGghVEV2A2+NXOWbh
NHUMEEazn6o7JsBVcz/+Pv4cCVkkJ9AZBa7aX4C3oLtyoetlmn1igcBh66pNO9yU0+9DpzCMgywL
IL6I8I/9bashAzAuQ7MPhkwNG27f/YWVevf8o6uuSeShlezw/Ol5qF6s9i3WZ5C2J1/GuyGOvKza
5WMw0rlBtJpTc83r/C/w639cpSNHKuwhD9HysdkvfUESJ/Wara7PncUn5oFU/0EpCEn3X2uDXjg7
HGgStRcxKLRmO5fxhXLPARJOjYKyS3wg7AC4/Phm46EJSRn0au/onXI2vtrO1ZkNeOJSgYP2J7IC
ssG/NOQPVikhR9B3MN0h9/xNgxaarv5RzevPbevkONApP8D0DzCsoxdfWaOaWoEWAD/pUj0naVwb
yF7MaW99+XykU4sGtTgAIcA/FkNl8ciVCjSnpbG7vRJNLunXGrB7Ldwzh+MpRweMr/8Z5ujMV5Nw
40qPmJAj84pStC63IKoZMuIVzWw2vIrTUXnprJ7/d/M7OjLnzhqX2Vq6PVuabAyvue+m4lwi/uQi
gigO7GS4lX8RXIpUQMJ2wevqhmk31ON6mR7L7vf9UcTZqM0dJDzB5XK4Vt+Fd77WEkLIutu3T7aN
rMu+ROfT54t1WIwjJ+2gaYwKJtIGcC+OzA64ES+ZIpj32MzbJGA52t7O+Bfnhjg6b+AteaZOMITD
QdlNph8usHefz+LE20DVL0GpHVcYQKdHtrbUruGxrNR+pmzT9fzandXKj8+li/5MRx+t1odxjkyL
MRdoQ0RUe8aaeQeg+Y9uiEC61nLvsolqZwuwipsBxRYVczCWaVNG8ZX2ozdvsIO9InawkdU4PC4E
RJnUEtANVD4txjB6syQ1UImBEEFny+HCXzjbdj55owZJvcW3HkKl/Kz3qMj6KX6qhwFnauTfLzb1
1paKko1MrPJhaW33KiYVe/IdUWdhn7jpGMxocJndOvMMOGwiVZap09k1EiwmyUSytJsqFN1KVWIE
PVbsb2auFnQaBlMGx4Bs3FB6OYoMLWQF6uqhpU2/XbhrZ9Xo+E+Jz3QBjo/oATjEHkGNbZ4HJUxW
hqEpSNUl+DSxbyowW1/EjgQBeeyQ58QmIboU57FJfbRZAVx9+CuhPivauqjaHSTHmh36aQJwTCXm
pmt9sWuYArsG5I3SKaJIck2utTZ20BdeZ5lsFi4I/pgC6Yzx4+JzGztxQGMHJjGawlA6AJXix83o
KD21UlXtPmpfhuamX6ZUIWo65yqfG+bodJ4k+JIbTtrD7cx5WjVXFcDu7erzyfyZRzu2ZIQx8JWA
VMSGOdr3c0WIBStp99xfok3pN9D0Q9k6E0rQNPAma70EtZW7SgCcO6g6jd2Jp1MdOjsddnpPNa83
njb1JYeySmYqe7mYQt0UCyQv7jT3aDZJz8/q2Qbe0TNd7hLNsjbup8dJB8la1OOSukrhTSr5Ver6
bTCCrscpMYVlgzeRqJhkXRKo3A6gWidnVINRJYpTBnnqzEHIlDruuPdLPadCdHHa86E6k5Y+rMLx
Kr0/Vw7nzrsDOCSCLonAflf0TZCCgrzFBvWsHLdVcs5jOhFXIrH6p2QlTuNfwIkk6h1b0VLuXaBI
wnmvrGcPRV6QPmxpcun8PrEVKMABKACliHeC200m/lKj4NfuaQdP06mvqT7HAHTi4McQgGSADAx+
+XHvBF8YRAejRu5HtQxobaXWSgsa52dM+cQ7QvByIN6IsDePbzDa1W0NIHi777aUXGKp/nePP7q9
5r4icqotPD74epmIb58//dRuR1kFpUigqg9By0cDq2rHMrYBZzfpNSRoopanILvt0ra0LpGDPLNU
p8wZgn5orwc3CjyHI3P2ccXU1lhhtJYiI7NpOpJqG14FzSx9rmJ0ejDQ3KGuGwEmeHQn+7XwetYx
uRdqy9hjAOefJGigUF3ax+dIPk95m7j+/zPa0c1sxROJrRCjjeiHr8olJVau45dY7Ul4r/gLsft0
4F8/f3untiy67w7xx+HlHSNsnWoE88CYtHtfQOFn2HaGp6VvZXra1NOah93vR+rvr6Bjf3Au3Whx
5lLs+4UU1nw5lUBpnGtOPuVLvb/njhAFmnTaWBMGqXr7wid0O1rOlSqXc80gJzRLQTGD1mBA/oEB
+UWWUzaEE4dFYg+eDJAl8Lpayxn8uG0dgnpoKufx2mnauFDGfqFDwzO/DPd2RVk+gm06dYSwtmgb
q3Iu4ntkNprcM4TmFui1LwZiHiPWnqtBnBDb+fibD/v53YXguLwPHB6IPXK4a2Gs50RXF6VynhOr
XnXekIluThN/2qDP6pKW4GdYzkUep07V98t2fHMnZdPXFMtmLy+WtfPKc0K/5wY4OvGCAT5fdZij
eQqiVDV/wYgReSJsR1D9K8cQkI5cSzin+1aJPFiuJL8zGOfznXlyDu8GOToOOhoDRmZjEMqzOcyq
czCvU5vk/SSOTtK6lW3PDpPw44wu+cwz9xzT66nz8/0QR6bWmjmO0bkv9nx8pWbrO6ow6tKv2hX6
9868kxN9+ngV79bryKjihNtuAin4vT+/9tZFCSrhxnoS08HZfmyTGztoV73/c7CjFfhXKTnjjp66
Bt8Pf2Ryk9uCZbzE8CPAzN4GGWHW5Mt4JhA9OQroZSDADajRL6jNkbWlYmMs9gtD+2jmyHVj0iAq
Pje9k6YBpi/c6VC8/6UVHETuxJ0Mtk/PCxBOJ2rV9mfyAiet+90QR8u1LG3smzjEER09NsNLEp15
/qmFiuFMgSjB98C1cpR3qBrZA2TUt/ugvvGntZct07qjZ2goT9k3QF+ABaNpCBn0I9cnqRiBAhcm
IeObYbkoIVhO2ydGHqaBnzHvU/c0ks8+Koeg0Pul68Y3rif8Bvd0dKiPtySf7Acy7vr5e6s3PHj9
3AD+/OXHUQOcEVxpoMxGAvRoM6mlbkCWBGtmpR7ScJQusAwi6Db4bTJlE3obqwAcoosQ1Wry4j5H
PDCu+TiFIIy02CaxYieFvkq9ikde7ULPsFUTxCxDkw/LrEqidGZsJR96GYz3TghvgNIkuu4DJe7s
Xj2AzbOB1pv+FszMPHBWRw8iDGmOlNy0nRyUaeugF9B7auM2NyQZv3c11ZmwVbmew7JPJz20aScX
8cDdsf/9PD0ii4MyMcKPA+rG+3iLekzPZO6MfSump5K/cLTFfP4Kft2DHwc4Ov7b2onlUmOAeF6P
4ZCDe8nWTf5XBsFFBuIjZG3Do0jdjSlfQp3Yt7MvcrXobLHu/P5/Bvk/36f/Im/t7f+YTf/P/8a/
vwPU3NWk0kf//OdV/b1r+/an/u/D1/7ff/v4pX++vomuFsf/5cM38OB/DZx/1V8//KMQutbz3rx1
891bb5j+8+n4iYf/+f/74d/e/nzKwyzf/vHH99YIfXgagRT0H//6aPvjH38AaP5uoQ/P/9eH1185
vncxd2ReDjKVv3zp7Wuv//FHbP8dWddD1IT9fBDHwNsd3w6fhMnfISCAxicoIoPDELn0P/4m2k5X
//jD9/ARII0H9MC/P+pbc/jIS/4OkmxsU5zY6E8Ayv6Pf0/+w/v5z/v6mzD8FgKXuse3UXD6EJHC
gUHdA7kVNMGCbQeEWEeGMVsClDahX236DhSNaVQvS1GXzFqXBuVPT/aBSEPmW9eTXsym8bpxG4Fr
taCtsjaARcqLsRvYDyZd64aRvoawSnMPPb2lywAtVYWmytlqBoRKOoRGX1HadD/VtICprOmcMg8E
899AF9lzqOJxa2UM9x8A6YRM59RDdjDjkIVZ88l7UvEs7bSVZX0bTVDtSvsA50CalML/QvwE8kQq
sXYUTQ4QYO39RuGBVnkjOFqy+jBYADm0uxQS1Bvb6eOVYew6aqt5TFsdQGSkpv6bU9dk3Y+VWNku
b7fulExbNUUdy8LKpqAAisI9ryIPzdHuUnRo6H+u6qHfBrUdf4nD8ecAQWhw+A5MbiCT5eu88Qh6
VYyxq4cgEmxng8e8TfWovvech3kXsTL1pupmBtdPlvjIe+ZkERtk07/VnUuRIJRLDgOskJcCWiVq
vdTvQ7oyEb20PXCyx2woqhqi3ZSEz9r63it+E4MtEPJ4zEAsPrFQmiNhCl56nZmRwGNqgut6uQKh
EunCt1FrO1PUuZtL+Soj+kVqgFAtyIWnIe9BpQnBe2JqB4TsALJMcVgsQpFUBGCTXqLu25hAHwo0
MiqJAB+mLXupIUuULl1sreOqvgqk1xXB0maN4Bdd2Or7qFHzkw/muSYJCgGIBWShNyH3sIpj4dvz
hoUNwK9xvatC4u+EID/GUecDTQClMmWQcfXqUFpUc7PuWWxdKqpJZs2jTKt2ERmL39qZp7XX7Y3b
txsdB1+NRJOs8qHH1CdBanPuZ55XJqnh86YZqy+I/Z6qIISOobJghmnF401pe0VYlU5GKR+3ftg3
oKd3XLOxK3SVj+EcpVMXLTOUzKn7XcKHq1KrTEBvE9owgb2lQytr0KdL3d5sEzSbIsrokT/Wdd6y
zuR8drpDmg4G4fO5WpcBjx96m9XIS7pRGvrN3QLFb3Q1DFgwNdLvrLJDEA+ASRzZN+si6VyzsoIy
ImgMhkreGJi7OoT6gT0fxJNAybyilpZu2vAK8h4eqAk6/x6chfMXMG1P62mctnUi0mBu+1UZhGob
lLW+jl1ssaXn5ZMhHn/WwV1QzeU66jRdE+go3A9sMSnqj9Gc87jubiU+KWQzKnQJN56fWjxu8EaG
7nEBkzEdDIfgvEAelDtspUNpdh11nJ9ROZAttcvM2JHZINtKbuzKnvJWVzJzdN33qW7oXsJ52Ll+
u2QxZES+WhEVuSWni8l1Ll34rpum53cjonMwaCfztuxVeJXYJQE0V26YwBESTR3guQwCEFTbj6Iz
Vkq56r8GhKaUBRlrtEoRc6B8bbLFJNcd2pE3wRBtrLLMVUKumxlqP4qKtogbmaQTu2GC/+ytqk09
ogD/h1UFQ4yskT0+0nlCClghXqzmLX7pdIW0y3OtwaxYx/SGUfVCPEyHd8OuH+t7x2AhyeDmVA5o
kpl21RxvhREFY5dLVO6nkV6zedr1Jio8Uj3NrA1SxcfyenamrKbVaz2BoXis4jblTD7VFMXfkCH3
Ld6sSoFnp6rD5iqZlmXDZrWuQUKRJUODX22/hKEiF0i1UZBUZv4wOtjukbYyp6O5tq0r5NucyyER
7oWFez/XKFWwpl2Xi/Fybi89iJEbWDzS7QPhVxoEhK1V57NrAfkWQq4eZOD5GEPsx14Yus1iseEs
EBm4/VJ7maqNbT9Yuq9B7mYvOA3qndctoLiwVC50Y9aKd+jkmIMvdm2eQ9GsZ0gM5mB1BO8z0NYx
s6vc8pv6whIhWDhM/9Ko/mW2tIIsqTvnLCDXNHZHEG8OU+bVfr+BoOWdh5aajfE7dbNE5KJtmqKq
OpFBkzF+AGTqmdNGXkZBt5/sL1Z7OBBLs+61HFI7nneTHa3LdijgCV9ZCNpRz8E1k4Q3dJBB1jSu
SCE/hUAbLO4yNPTaH4zecYUtlDSvLhtr7DmII8phBumm1K+zy1mK8Oynx2bvdbIc6Mq0wTZUAcj7
++FL4pTQrWuC15hXRWyVdqqNsL/I8KKDyPDNFPIZBlzJu8BZj4nYhfpnn0z9E3YHDkKkqK6nyG1z
EHOKdUP7bdQHZB30oPu0E5CUQIsWxOe3ywynm8sSMbT3GCUN3cJln3I3aCDYMnjRc2mPF4cOzNSB
2nA1WhfhJIrS90aA+dWQl8oMu8bIcdVL5WZ9WwePvEOLt6d9frt0zjoGnwGihrIvfD2vALSBhk6j
vyi7bNwUd56/RgfEdgjDg5KXPry8K1JGTdYm45y5UFX3M/RL1mnb9BsQQzqbuqnAb9LHwF6LJK/q
skH3LwWkk/AGDUDROpbymSXueCkou/MOvFbd7F2Ebq/X0KH+Btb1V3S8g5N4JulQyQYUL82ygjzO
tYhYCtz3zWyBJ580DJjhslpDAsPP2sD5qZt467VzlUIc8cBgMfgYC72IoUEPQMmdvGycvVItz4Rj
gSuYqkd0q20cok0qegVlaxm592Hnuqt2IkgDd8zkbTfYlw5O2ywEntwCKuGO2EpcluOEWqHWNAfL
KhhnJls+KU8t66oyRSjnVJMRvDFVtHE58vEg2y3kgHKp7Clw3H5B2rguQlP7uQyX5KYJSQ5QzUrI
ZNiFPi8Su2/TxGqWTevwtWtZYcHGYLVUYWp1Brr2YwV3QDlj2gz+vO5JuZ46sQJnGDhxmqXPfW0/
ywDAccdVa7eN02b2nNUU4mZyY3nt+/VDaRY/hQt3ZUEpIGuJURnYB+PMHiyS262WxRAmOMInUC8u
pd6IBblpUOVnoa33dcWcVEvR4hZnud+gghYLtqr8EgVY56aMSVMYCv8BJJVb1tRl5vU4jVFdTecS
yAq/t+87a7oMgyZKgQW/dhFZIyurkktJSrhZjf3cOiA7EFM0gT3OZpvRm0VB4I9ckRBek4muawCP
4jrZxACDbaMRzsKIvFcqo+GhFLiy+MhfB3j7294aghQFvjtURYpoMf4FCWpQNViR5qlbEXsrq7LL
gNhIcsF655kQ1WUTFE+wZzbI3+dAD7u50430jdqBXkFCIdoEPpQrw9nA5Gr3mwHt2B2UVfc9UiIZ
SqJR0cPDcqCjiPv3ADuO0ti6h0M6Zl1p+nTxanC6hWtBqp+tZZw9yLtwkw3iSjO1RXifjj64xkvZ
/+n2IH7X1ryyOetWzhQPK1BLbYHQfgsXowtTJRt3Ma9cuzEScGVXgFXcXQGeUX0dUTdcmSF0VoK1
HfqyZDhsQkhTkFTay2vvgjc2qKYS1Jmevqi1DTqOBQ6bHmFWSyycx0SF373S7dcKtArpghQAPEgA
BGhnTzARi+h7uyvRQ+QlYr5RQ/cSKD6NuWyY8+oHbZQGdQm4gt9IsAHG04aGyxoO2FY76h6c95d1
PVuFP1B1zyG/UUTgYf9haNVmXRuIS6tJlmwgDs2bibRFLwmSD6xfNugMX0SqlfumKS9BBJp0/S4I
2908OD/72PvuLK3J0dpy0SMlWJbqNajb8raVTBZB20drnnjthgU/vRG3BjiCb+N4ftbEjjPQrPqb
oG2f+CE2CaG4nja9ABGZ0cOK+e63quebhEzLFZzEdQSfOqKQUSNzbVLwPF8Iy3aKPkg4xHMVTd3I
HrKhvg5HgeOGe29VF8Jp1/1m8utua8eWf2uZIK3Y7ZB41ZUF2d5CR4zuaaP9zK1g/8F8F9feg8Fy
XyEvhj/yNba/JrVO/cj8cIA1u2UGOAvVzE8L7b91Mb2DINW1o4iArTvTbRkpkYJ5DZeX7Oo8jASc
Dn8UWTkT4EnGxp0uIBAw7jx4MbdLbJYbIoalcDSpLgKSeBsawbeXUavyLub2NQTFVmpUP8uEZMwR
V3ypZRqD+5g0HTw13OfELGPud2gowhheQVjVXo2mHL+AXtrKWGUND4gbfdyvdZIhkDU/68iUD2VL
nLtgEOMPsEiyDNCK8dqVoM/DYRCyb6Qr3csK2CBZiNCUxaxqA89rkF/AmKTWtHS973UwdBfMQ48u
smEqH6S1l0y7W2TYVm3HkhUxNDWe/BlKYK9BeQ2RFLyCxmVPlW3V6wZ4FZwa8sV3gFGwwPEalGA1
a7tJgD1alvmQmMBK0Vq/9UgMEXBvSR2EJjlHJQp4W7rSc8M2sXGHy4bKrRmAY8OuM9eDTeTKH9HJ
RdSUlxSnpyjBJhnV/Xfto24vHJOj3X4Bxt6g6Ekfl9oZM+15UqWmH+2rZXCuWVtv52bs19Li4S4g
RKYu6jlu0sM1SYaCRErnQVf1VzIB6yBk5eLRzRJvnAtFlhex9OB9D6xQ3aAqlOz8cCwkqNKe45He
gyEGmp2m8RD3jc525PM3XmEfpqQXP5qyuw/UtAIZLi5rGqUEX00I4DOW1fjXNd0jMNhSs7FAtdg2
29BiV7WQ2xkg4q8jGp2LoHKeqy7eeNVwjRB1yRbWvXU8WU1QN4Y08CGwRCJALE46TRGagpy5GJ2I
ACdVhhdtS9wcIagCrKgD6qTpgfgxVVapJbgAFQG0edCfD4Y3O14FhmdsljetFiuG1byXIRIo3A03
JvbBtrbwrQj5hR3AixmXYNqVlRVknWWXz6jZWukAnvQ+ixR3itYLmnTQ4FEAQtwDxxOJd55GLheO
c3JFDSLNpvXUWpfzvo+88UcvaJirCKLNk0yc+0SEcAzGQ4wQEugorUa37QoiHTTEjby8TxIJeHbJ
IlYgezVcTsqVD1wbfWnPXdVl4JKsVw2PqjsX+uFFs1TjCtFkux6TRmxjBnGupl3K3AxOXKYo/5jv
fbUUsvPdtS2br8wCZ0LeEx9714nGIUWC+V52S3xBnLDbBraGk+KxlVtVbUFMwC7AcffsBcOtlmrO
mJmdK+6AW0tF8nLwKji92MNp0jkIOAABjwsrGpOLYFC7wRBQzAN6s22Ae1qD9xCVWaPpyp5ilZLR
qZ9K5HBzt20BwQrt4YdP4dMUksVpNHmvxMOtqhjWG04AIlencp9DxuBuqrCRuWSJDTiReJ1Ksk5K
P0Uv9gQn1OzQ8UAQkIPYcxkgRhv2Vrsyjikz5Vtkx8FjnhOfuWtr4fHTrObnaoKjxljYbkZ4YjnA
SzggjfU6gQ8JEhzuQzvrC+02Yo3+FzubO3Csz2V75S7YmeibgaQpMjpiohQhv4X9NETWapZh/djj
UIs75eJaFezKkB8DUvHoeRtE0ZpYbG0KrnsZIUviNO6jbaSfw65ZSuJgSpHCnLe2k1yNPS6CCvzG
mSVdINcOZaNUg4DbKfsG7psvLlun/QKgybCaK6DanMrYaeQob73M8tLFdePSZEiFz12cJsl1G9o8
62v+bWI2XwkkcwubwJGiUbOz+sRLa2NECvzWlRyt7wSl/NLq3wxrIFBFHiJJqyfgqprcUZaTBSEf
U1T33b09kVuGlvaneAhx3Y9sPGTBOGSQoTDSTpX1o3UsukZN5zGKJidtIfRWtKgIEhpfeDxcLbOT
5PDo53z2oaTAEp4lNYWvQ8i9M7g3vJ2ualZVhemdO/ipVSqdwL6QYfykQM2xmmqExR65LGmdg3u4
zmsZ30ZR+EX10x2d5i1u/mujQUjRh6sASl7S9TdQXPXQVNSmAHFn/tJsonB8KFlHqzQKJ/BXuPbd
Aa2LCSEDFgq0Rw+4KLDFK8SzHlw0MpHLRJHqa+lPSB1qOdFVzWryQtDVmI99NadIrZBV7/XwyTSH
ZxEGdcqWO6cn1teS0epqgYh3hb/s1GhHeVVaTw7yo2+yxb2jDYfKML4BIUEBlJ1XrcrmB5/EFmGg
k5N+RgQ2gJIdpICdYU9AkmyQkBFvfqXx80qioAvByIoJiBdpSzzUHRnQ5x1HB+ezLuoELRWz6+nr
KZiiTNWes+bR9AAa+xBxUTc8Y4rtFlJsX5Djxa8TINjmUEbLrLEV6xIi1Su3i6s3MY93AkkI0CTh
AosGCz1a0K5QSBikvYuEgl6Gh1EiUWV3CAcaEw15a6YRmTmkNmWNNapmcePhfSNDNd+5XojEYNUP
a9RP1o3ofiATUxUOmwGZDfRQJAhtskBAYXsZm+FV4ThMcdo8BJ2/DXtxRyO5Z2hq3yxzpPbgxUVE
NfvPfJ5urRK5mqGG0EU1euW6myAGYEYfWAJeu3c1RHARzdRrfyxfWkmuDOwXUDrrzpSVexH1S7WP
Fr3TUZCkFp234yKG7EAFkcxtl1EypegytZDz4v+Xui9pjhvnsv0rHW9d6McJHLYccpYyU7I8aIOw
JZsESXAAQALkr38nq7q/dukr29HevVq4IjxQTCYB3HvuGbqicueDnHVBsayfQJqMvsC+UQGkaoHz
+QBbgyk5hY6RZ9Ohal8RGz+Q4cu0sgxxJVu3n6LNynB+esnBtAgJGwR/Bn781Pn2G7b4JkWHNd73
3ZzHETRyQyBPmH5EOXUHC91XmyDBjo0g20YjTq+BjBkHjlLIOrE76FH0jgAL5onU6DAXcxlFf0QA
A/yaSyPQSRi9T8TQ7w3iWxt+oBWd4fBKlnRKkLLiRiuqImz2ackANjUMdkl+k0e0zihRaz674zMZ
u7EQ1O5R0hLQcLrggE843zN0z1QBrZYeu7VCBoz+di3RqfQPrYY83JqOoEIfzRNkFBPinddDObPm
2MeivEehqAAvN0+VAYxYUZhNJOCiv1MSrw1pyKlptNyoFXZHc/K8mra8IM1wy0Z6PyYBMvvG9bg0
3ucq0hdvWb4lqHItX5OiE+wwYkKTVh1gjBDw87eOuVcl3aMGpJk4Q5VRzTajKH0kvH8LpijJMXgd
M/TrKveV86AD79yvxtksiUbAXui2BaLegJiDxeYoyY6BM7bniBIoDUe/exUxphje8qDLEjoHs+RJ
7aJiX/Sg0oFWTc6d4C40zNkupTcWq8b2FDRdXPSjPMloCLa00djgDMEOoXqajczblfB0j1i/npsO
jx2HKt/0xsk0FJtRP5y60TCMzE3GrN20EbDzEHXoI1JthktZEb8YGRoYIarp3Ep+dILhBnShk8Es
GqgXLIxLMT22XnTPUGraHiA56qgJM5h2NzV9vx2YOnQRaL+RBXLXYGdypmsUnis3LAtXOeWmi2Bw
gswZmwYloohGKY7JlKybELE9xdhFBUdd7BEk0XjGWw+Bi0IMU41wQ3D9XEu1CfzpTiVkjx4VKAtd
vnZ+/dWXIWi+XnPFednuxVBuh17mvI3GXTzrzPjv48pzvgFXa9A2xE2B5o9/jSfyiaEMSuXoBntZ
hQ4CHt0pUzMqhoZvTUuuhJbD1q/HvW7cJR3Wud3OQ7S39bmOop0/9ac4VGFOgbFr7bhICkCojnB5
tx2qusy1y2F70HZn7OIlpm1OtfPozE4U4B90jSV3tskiFUCnj13tlYcJIA5eQ+s/Dejg08qvj2EP
I4gW9Po6HjGH0Ho8ob14CVv/seQYqOGxPs5IEUeR5kJR3SAEOcXMGAFBrp4zDNN4IZchZ7GUWVVV
KjcobKreoKSakG4l9BIWyzDbYkzwonmup3duwrHLGSvfT7ZtgYuZYHx0lml6hxHqCaTQswfFwle0
lw8j8o/uJo0Ag3s6aoVSjlZQCHl036N0srdp5tKXp64M2cOCBMwClaYCHkRXbFK2Q/YSX+SW3UYF
o2jJw1yOl0g5LwHckAtbCwGwf95hUgApwRg8DpDMAJ5csX1OW5pobKh9RD+TwLmHgXjmuKe4c/JA
xGSP3GR0J7LDAGhunAR9kv0yVMtaMLt+9NZu2cI95AHgLPaCCRguiIR+ALsl1/PVZhDikrT9zoeJ
MzN+lMU6dopm8HdJ88TrIQcy9oA9kWRqRBqogl9m52Ht2Nq2WQOdZ+HF+pXH8KrP4Y7znoYBGta5
3sxTg/gmr8T5KK5o+zImXYsRLxgNI6kvTU2nfCDz49wEYwp6YjEwsbFzvyODm2ROMp8X9EBofb2s
b8HBX2uGqUe5vsQo2w5l++JqWW6wD4KQ1VqD4Ykz3C+qIVtCBLlfNN3MK78bO5vsAoNhQkD6sk8B
lk1pPc3xvpHEz0O23nNnltveBvj9SrOUsyRJWxRRqcAuJ+h4z2L1wYE5deoiMC8jKn439Zg/Lsh+
T6OaL1euQljgC2ZSlUh6qOATKN0gee/4Y1lUONCyxp83fXQZJnlARPlVY+KLKFTuFeqm9XTXOc6W
KXLR/4u7hiX3Q+ydmwm4djXX+YqGaJjLPFAw9jc+1OLQFOxcg3CWeED+xCyZylZ466XI6QaSQHyS
YnTiPzLHC3Ork0NVLljsEYyJA4fnTeDeobtH2l8f7kL0MNhvpgm5XIt78jv/m1AeIAuLCqXtMBMJ
kw2behbkSbxWewgnWpRAiCWAhepUbXsUiUHKI+NtZNwEu0Rad98xFDoYPzFYiaOoL3NXtM1F38Il
4rH2njCAPZaNtwmR/gUbrQuOzJ2C2BAvibCnfiqXBnBJhNAsyKOw/BfibNGL4OMGXSE6Z/jk0cl7
pKX4OA+ruVDH8iEXQQxX817WZaaRVQvdzGzglTXEdYGYWpbWCAG6kpqfKwgA0TR4Oq9t4F2YGZZn
idTzz2pgzjEm4j0Q2yFHiUqyikT86PMKlm+hqfJ5rR6awNa5DdlnjwT3LooT033EN5slsN4wtKuK
2oCoBVQpJXx6qnG0Ga8unGgBIiPoDpXmaR1vI4HpQEKKOZDoU6Y64KPGngfWPizKDg8g9wLQEGiX
tN32DUCIloJwsKa1U38KcS457XxpV3tOlqZpsknbMVtM+TL5nxF9hrEyb+Yy9ZMa080XGvwZHDLT
aDMu6zUegA7UtX8QMll3iat4Wo3zXYy06IEfeBNtKl/dUaTM20kUYol0zoFwPfDee43d0dwRWzf5
n7fcLK/J2uYz+D2tRH+69hI70mQujLUVtvI5G+BTM5PqZTD9hzLcdcu8RaocTn90rsL1PrFkrPIh
MfsVCQIo+VyTbFo8BowfOvR5LhDAZMaAwiE6awKyT5p+3HY+trESdlw5WAefBDEPchwKpJ7ft9Y+
iyAAjg0mjRyaA9ddAaf5h9qw+BCwKUmD1T/QAeWlWZh/BLlzt/bjeVgxavwTahVDDLQyoZdgpBg3
TRD+dw4leQRL2zxxRmytCfdTwePp/dKZJA8NwnxTwbr3xuE6Y5RUGch2R071nZ26XRy2L4b610HD
d6EeO3JE1ipmU02Mzl5J/LDZLlBk8oNeASZGo5RpW3UoOCM0r/DOy0iNkLox0UUsezTcYx/dRVAN
Fo4DyVgadRxgHRR4r11TyVzJUm58kBTeraYSoNTIPtnDJ8Sv0wSGqXsuR/9DAC5miCjmudyWrgcb
pj+nES1twzqT0YIvbQKP61MNev8HO8EcsKz68F4GIHlsuTviRRLkfQAC3XVhUXdXK0CKmzpEa219
H29t7+n7jurqVE4huSSzpz61NTyyZG+TVwYTgjhdrWlOABucDVtjjCyWcWpuMvse9zVWYo/hIyto
VPlHxVnsY17Cgndqpv3WnW2E2W/UFNEygLZD2xVDkiXcLg5tXoNwNZnPIqA4o6e6bV/7CDdtk8ps
Jz6b+8mHZa+D127j+jw8t0Pnfyy929zWMcgrRrRLKiJJX6zlJ+u78wtA2yZbWLVpMR4SzrAbrXtP
+7E+4WkNJ931/rMDLfdlnfW00ci5gFJvRlnTgrpZwvqMzSBx8qZZt4hbgtXIuNAHP57cVxFSp3A7
qE6GhS0o9tQ2DgXQfjS3J9aGHxKq34Mx4GGMyjYBN+NmDObgyxD0+8i5cxJ7twQM84zIrZ9ruqCK
iC7UiseOQIl/C9G2tIq2dkDRnwTDbcAaPrAWkGON/5pUz63zrStNee7qER9ytuyUyLm5X5y4iFow
FDOMQaJxw9oJhbXzpIa4NLmyBC5rI68zkLZUZsissqUe4UsIqVy/G11E+ogQnUgr7LF2lyOsFMsM
k6Hk0pcqpz2OLv9mDNeb27JSmPmCu/UaeGObofcHP8YD0QAHQV5jVvkMFSvJZzsb9HFKF15T+9d4
Ad7A5SoyruvdxMsZ6BysMzA0DPeA6+MCVAcXpT/Ilu+qvp3TRQ64aezHmAZ4XNWYxsX8azUqfV6U
6+qdGXqg3J2sAdz8VVbTXLVV8Al6zxmskAGzAxq8zAIZl4KKXXyDWqp1htFcRLocwzX0w07cHhBy
arJIAtMVGgZqoKaR/dws8YdRzlPR0RFj6mghh6aJ4Ovmx6BIBoIs99JihWMa0N0w4yVdFSrmcg0X
iAXR46STlt2ShpPXvZTNIIqJjPMxMmrdDB5vt23nB0d3mHkRq8X5sK70FcfSc+Qn+5EbegL6gGN+
9En4eeFlfJRt1+FAW7o7gHsh5pstPxFb0rtpHu1jDzgaXy/cSK7g8z8R48EaEuDsfJqnoX+tl0Xt
4GkhfPQDocapLI/lOmG36Ujd3w1+JNKZsem11lXzSMNp+mi9kVZ5MEzLmgHcBF7vmZXNCFFn0Tvr
hWbHJ8l3gKvqPCr1Q9dCI38Tth1HLHywc5d+r7EtH5GOIk8JD0A2opQ1G18Je9c4HXmtkMJUyGYq
vzg8dnbcGwxmeo71cfxqDpsnw+xDV3ljjugiMRetsuxcBbDnF6TBaKKJoWPUoPWuoIug0WrPCEQ4
eHq481A8F2iuo/ezW96qwIjvTQOARoRQJsphBIMlBN8liEb3ERYP1Z5qoTGiQn8D//x1OHcATnbI
W1vBC5uNn3p++bkdIJpEhhjYco0Z9hQa3w/g341ZoCEOdiL6qgiXGR3G4c5xXUSgEr96CtrJRHlc
Eo5CrDqDmOXcar+lx6wzKud9V2rzJUI03TsXNMu7vl8MgrzuQFrD9+06JGOr317WhM+fyl7235xB
u6Db0Vbs/BEhTj7IOwAanGr+yFXcwSqIJIiCdStAyt30raLLdM/a1SkA4tqiliDMURHWDzCtm1O/
FSCJ2Lm+zi1FK6kbUe/qCU4RwMYbdvUMtiLlYGk7deeesL5UvsZOlDYrMK8Fkvy9P2l/yHjZ4htT
NsYnSMpPREfLXZdEoIUBI0llKPneqeS64dqX2Wq7aYPwqOkYG0lQEFZVXs0Mn7tVdT6SyF4HpN2+
J3CFveJKzRGdXfiFhkZCLA33NuhJpXCfwBKogTqKgJ6rOLxUkfoQ1JDnVmDb5m1YcRQ4cbKrJjd+
cICWyS1xvOZcrcl8J+plfdZiwsi3WcWnZEYecNn4yX3YgEcRuavOlQLNR4a1s/EbKe6Hvkd2Qy/L
bHZC4H8IqzkJ9BVp74uy4HXPwJRrqguyRRAHmQwV8n+8CCACLDwZI3ZrSlFvarfDBGHto3u3VfzY
Up0UZmS6qJWfwZAbnLcJ7h/KjfFe2ZlmtY2bg9tixgbrqaA8j3wwzyW1QAWXcZxTqXTyZWaWPSLv
Uz6ZEnaA/TgiwJtT+q1p2/lq/YWdFbWjgZ4/bHeYKCRIeSqHZAfs/1YMxXF7hflTxfO4G9pXsc78
PcGArqjIjU2YyOaeVOp9DXlCRpo2+lxPSO29NTQFk1A458zt7cl3RwHIewVCStvhvPh9kykh8XvO
EG4MwV6fuMR7t9KZOykkr4FMJxu6Hli4YFqhpx3iO772wa73fJOX/qy/dYEbbBanx27SA6PDFohb
iKBm3YmO8/M02zDvuFA581oApC6Ie0iMcM5oXiu+I0ChZApqZvRQuti9lPD0ptZJBHgNkQ/pTQG1
n6u+Gw5zqLFfB8p30f73+lXHM2w9Qqi/jtB5mWwGCr5fSTjlSQl6ni0hX8IkYU39jtIDNJt6o60s
90uyTqdgZjWYrxOdMazTQUHM4HxkQ7IUmJph9KauviwB5KOFJXh78pLb6xg/uotfnmlTr++WkKqT
qkxbZZoGNx4e/DeXNgBvc+7cY41JQ6EHsPECAmyeuy3Z9KVRR3c21aXjvp8nDIXdDOsP4GnduGta
OejUtbQ8CgpoHuNkkoMMh5TjqTcfuAfVxmAS5zbcA+OJO92rX4fxdVki8WIHMMGzqL1ttQGAFCWc
15oaD4CdgDYBZa7ckK77tpgJcgxVdxCMVG3Sv3hzSHKK8WwehD44KnRuPyo+dpeFTuMXNP9gyoBO
WA7e3uEvvUF2tA9O1GKb+pure5H3ZF7ubkFyKu1D+PDA1BtDVSHhseC2c3hfs4viEMGUsz88Irwa
lENMh52nGkNlfDWaJO8w1QO3dnBEsRiQaMKQUSfFecm/Ct9TqN1duj5yMDazZhH2dfBvunzYMnwB
9ls9YPQDYHhFFlqpe/KBT9hsW7ZUIJe0M5imCrUmjHDuYXaAcYC3yK+O8bynUphpU45tfFrEhKIC
LitHCnbBzlHQxZNegsnjYKiTmg5bCMbgyM+xdd9cCT7hAbwMD4ZGRF9ceDA/lCQON5NvnRvVa8Y+
IMWQe6SkeRn7U9Eu8CBwBbOFAWMtxOBN48WdbYBjhUj0QPXVWj8nvjM+LBxFMGhCNT4yqHX5ykc/
kwG44kdTygrAdzRcGNpf+FK2roJv8gRUFG9IlQIKnB49Dkw07Y2i15hgcKbkMj0RT4dPAdcNfMkH
zGdpBTODxQ7tmi6d3YHJrg7BILuXKUDpGS5aoGdU0xYpVg2OhTF5kmIKXwlDFczGZUv6yi1aXDAv
J6uOqO9A7yfKLdOQABZCl1A9OA0lRSkAyFQRx8NKFrzJIqYfwV0qT2hG+gcXJieAPutbwWnFmkJd
nVzLuCHXXnKEz0Wg55Vt3z44enyOFai2y4qyLipJW2DxJ1nPeotRiuYnRCdGj31wG21K5zbIR14f
aFrgwKOXqunGb039sVThwTW9vEOfUp/oQMJP8zDU+dzAFgIELxuAEVbq/WKj5bGWLgGTWLseJu9A
QC91B84TiAJQzLesBVDuq3rHue7v+xlklpQm8CrJTVjyOVWAw1AxK+9ToMPqpWKIS/d5VH4hiwVc
p9FGVS1nmzgGySjAUpOHwAOkCajXlB/9EYwo2sXiLu5juedsdLDkIr/a0bb0FXRbQOMt2r3UCIEO
KazC8wh3vTxmLaINhgWRU2sVO6C0cZx+kJE8mdUOzwQ43kOUVPIYKpCBRUMXsFk9N4YvE8oua8f4
HXxTFiAtLsYF+FMIBZKkPdesVRidSwxRYgDXMGApYbEYMDeaEbYoOpjtGe3nylhR1EsAwt5Ylt3W
5xq4JggLGLLUxm2fprL8FK1omDdrQu0n0GIB6/Q12u8VicY4vD0EXzbI2NuJqJFV1ocVPeFlT95T
ZaeLFYOLD49eMyW9QB8SaxeodVjHYCSzKS60J4PDPIfqieGjHyGImdJgbPVHgMkN2F0TiMY+OJp5
N1rAr9CrPPq8cdM4BknXTtICLIj4djTiMfb02aOEHSfD/cLGbD1GkSM+IP+YZZXu8UsEoFDVXpSb
Em0nmlXYXGGE8nmqx6nP9BLfZvhevYPrrypcy+tN34Gd1QD3edfSoMomStechRVsmgmjZ1cTDvtA
NR8Xjksv1eJtphVs7EpFLFujCr3hChKrAKxE7LsShfRxcBH8K5TvPQXJEEBAAaPzMh7ZaRqS/nEZ
qXjtZ6iRUuHMMLamLka9CgyiIoi78DaCgsV3tZbOsw+K0llItoDigRMjdCi91m4wZUDynedamfkU
BAKH4DI557ikZYZ3XJz9RHeXUdr6g1+XeqNAroF7heBng9rigPE9UGdPtiT10bHh7MBUvYwdXgAg
iIuuodE5MZHN68VDdBQKqw/DAAR78UN2msth2dRjGL8iqq3+FIBz/NV0McISwcDJwtXv0EAFYpO0
0BylsKQO7/1FRc+hbJcU9pwNxDELT2rwW/pqF9cRfF1KsRIgtcCFiQFDd4E6McPUwd8DEWafnKRu
r6Uf2+0ga/5xDRuRd320filHvwepIdDHmphop7ob2SpYywXQMuLDJwIg0eG4cUJJ/YK0XPsOMsrp
NA+uPCy9Pxx4t6IK8HEaEkugsYncIIeOw4IqD6NZtH/6q6lsfTTBVL+YuS0L20iQgAJKkwwFC8ee
rpIKvjdwZirTCZy8L0L6FH/Dc6ELSIAYDjjTPrttwl8lbx5QANqdMlSn8DbvX0BKV8dmqps941Go
QO3DOsUpGyOnWidz9Tke+3lbJdjIEhX3G0B0CHkEnJRhO8WEmkFQoCB7yToNWmMTWn9voFJ5Rilf
fU3Aany6+WVVW1gw0YMTlzigkhGThpsmKQGhT5Tvyhoq01S7JNn5kQ3yJcJP9OEBjsGgsQi1kf2d
9SC2sXI1aFoRlLFlYdSjHaJ7sjTSw2m16gKNSPTo3qxyfEjNSt+4n5WXBO8HN9Q7O7l+Voawj3J5
j/bfKgqY8ubjPPYVGGdDOeOBToG93KjeWPDz0oDuMNt0QibkmHZ4e+EOtBj0D+yAjd7DHN1jZw7y
4zcSj0BJtFu1mDYaCI3GkePddu2ql0zEc/XKaRfs/H6ONx6o0JjHJN3Orcsho1hCKLaT0B5GLFBU
QZNo9vLWYwFYWQ5UjvMLSzz2VFYUZkhBgomdjeLxVcI5aUMrMNQ8K/EwnMV9WFsLrMS74cHSyvMf
/Yz5KvKtk632RX020QwPcGhZ1nwEmvoumuo2rQB974Cdv3qV64sswkYGfAXuWj5jVZcyhydVsZJZ
7LzaQWKgB1oK+H8jGw84gLyrH1f4M+ry4Ckcp/Yj6pc4G51Y5n9gZp3I3qnK3cQSuRODr7/VK9g3
4DVjoxSw1Eox0gfVxIUpLwxOQNSa2FpMcO/LgKqQbVeVao+sAWDXyuuBba1fJcb792HSga5phME4
Z+pCVIOx62OsGoj23YQ5aFs0mEZAJdhhQix0MGDwi7GPlzJUQyeHTu1uaUhwkubWRzeNObTl0u1q
7XO02iWGL3Fk+Yc1GjC7xFuIiRXKoisqibtY8+kLTxq7gbBZFgsh1TuuQUouhgiTduuDzlj74wRn
KpDtY5DI8rnDAlG65I/Cko9hi0pSy9Y7RIlTHXou1ZNdKwvFhgiuJaRCh04GfR7BDHpT10t1/cPX
M3ryIOI7tbpN5o8k2QxIUtr4IRArPoDjW7tPOJ8wjUes7U2vAPlxKumKboOM+qUsGc9bWK3WiJcU
MMArO7xhUeTJZ+wOXYHWZd1AIAyftUV4Q/pHQHkMoaKfQBYzDRucXe7Vx8Ty5NEqvqsImz+A9T88
lSDK5H9wkG9s75hwi1jWeltXFcggCo3xH1pVYVz5bbWzoORdagb+MQmXpkAQptlyNDLbCcqivwTY
/6Ue/pss9l965N+TLZ+Hr92jll+/6rvPw/8X6mUYFfzf/xYI/5t6+f4mN/6PYy+/wkvoLzn0X5pn
/Ku/5MuQP/8nrAqRBhTCkN1PHLgv/CVfdr3gpkT+0y8LVmDQK38vX3Yc7Nawg8R2nSAH7P/8B87s
P+XL0X+G0ELHSEvAFSP8+r+RL9+U8f/jXUA895btgOiyN5YSyFwAOoIh50MSAchClehuq3h1fuH5
8KOrv3FEiEKGCQ4bybWr6SeBVxIxX79KYvnRtW9mFt9Z8ih3ggIbUMADdpYziE5xrmhEN999if/1
On+v6v7Rxd/4vPhACkYBdzHYL9fPQ+h5QB2hUvu9i99+6Hd37s8KgAvDnSuDQhCA8BEqNf+vlfg3
/4Dv7/zvVgj/84W+8VhI6BoA5WjLB+AcrJgM6T+3nQMmDMYl+9+7/zc6d4OfQNYVP8JdJnvsTbOJ
4OLyiwiDHz15vPDfP5x4wAYPYimDWQukVSwI3lvtYM39a2n+w7f6o2fzxuJKYS63Lpwn12juUWtJ
VKQ4PqssrpxfvDd/dx7519O/GRF8f/e6t3btQgziy2hY71ozDDtJlQv0mWscdze+szt9IU7UbH/+
kX7wuNw367eNMY3UwJSu9TTdr6AmAmsJfmWz+qOLv1m+NPG7rqNhdIVlJ/TvM3wcJf3w8xv/85H8
w87jvlm/DbwFYBs6zVc1uoU3Al5YkZ7O9p5+H69PvYQSGIV4c27GuoAiFbzLXTu9MLaP9Aa/9skL
6Ea/WDTe7Yf+0828We9o1lWwYnBxndgIJqbZrOWRQApd34VoVKn/BZgyTIzXdPb2c/wxQqvfYcm2
I2ox5yQSSJT++t8409vfERgRVnOEuctSkP7bTR//i8f2ozt9s3mgvGPCVvN8xYBx7/tfFsDeIZ6I
b4+QEboGmnnoNYmMQazZkGnIYJ2AoFiEA3UJJnLjLyx2/nSN/qcn9mafAcm7JtJbMOATN2lEAsLy
mMLia+uGeEIQfXnoR4DgXkEJA9SNcvbUL1nkwl0BDDYWMHjNgKIW7ptmA8lPiqrp508o+sEq/9Om
47vtFXyOBvzggV9HMUO+JaO9gfQYhrvgKYFUp1snQwqpB7Xp8OiSdkpbNYMqT+v38Ls4KWf8xofk
hEzyj4nPH7yF3E0J/2hV+UQUfFSgwIcO5GBQS8pqgbEtuYsmUENspfaa+U+YuXxphJMbAAkQrNpn
sFWKqh3zpKqOE8G0k7GdjGsQqdb7UNtH1AUHELC20xQdSVWCk+Mcbk8MyaI5MId7NU/bNXCvNVHP
vBvvusFFVjm89BMwuyokivAwweCTQDHTQi7etu8NMZvWNoWkNdBwDNW91h4oHw5QLm/VDDfedr73
3e6hbYdNOTcd6FnsAtD4N3fBN3u4a0QJuWEzXrwZB1xl4W9xE1tup9YTd47qAkyUfJUyiLh+/p3/
aKN6u7FbwFV0QTOPIfjG4xIwhSh+69LOmx29NtBYJqjML4HBC7HqECLM4dPvXfvN5h30oolhsTxe
RuiF0ipk93HMH35+7R+sAufN3j0TBaFbRMcLjHHg/rCAKHGtIY84A8GBHefPf8gPnvutpP3+uAOd
bomCclGXxSTXKWgPtdNcfu/Sb3bkSCo3gbZ7BLuYTOna9g8TGG75zy/+o4fzZhMl1Mak9ksFxWZs
MkIbYAaqcbYNqIu/+d682R8tjZNhDF15gfT3shICzhC8tn/zuXt/f+5TAiXcjLHhBcACTRNayp2R
za9y5X/0rb5ZvhhJ1yoOWnVpbXuDh1PY+X79+YP/0aXfLFSRVAt3qkleXLD2gUKtl8DBMPx3Lh68
TfWLYqQLzwbbTsvcAOnMK6ScIvqttYr02r8/8tonXX/DgC6NTV7WFuhEz51f1EL//FQQUPz3a7ce
gumCnuuLUPG2k+B0KwyGf7EZ/+ji/7ZGFzU2MS7uJWwDMGeF3uV/GX/83/VukLxZpYxaCaVpjF0G
Ybc7yORoXjN4PP38C73tsf9eY8Dg6+/PRcyYiBgQHS/AB+HYuPabuW0ex6Y+YlL1zQT80GnQRCkQ
2F8YgP/oYb1ZtSoMl9Vpbg9raL7hfcr8DlzOn3+aH137zaJN+qhsDJgvF08O2O0TuAr0QbD7+cV/
UI8hLe3vzwrC27jkAyQgs466z52g5NMarSptZxYX62idTYPXDJ44o3cfRwnMBEaIIbOGug8oGcYz
XP/ZZo0wnLRIgb5vYaOZdgPMZkjo0hTEHnPC5PK1waQKo1I3zH9+3z96KG82BNBnImuJoy9DHH8t
LaQX06x/ce3b0vyH1+dtnB+bBJMJaEoXL2oI/B5lBM149N6BTUFoWnmaIJEp2sFR+9/6LPGbLWLV
RiQdQL8L9JkpghYwcdcw+/i9i7/ZI5BGxW5uSzhqYdSYERnpFJnqvzJn/ucDMYjfbBKuD1EVVML6
AnUmBymPimNgtMjV5Lq/daAH8ZutYqopZpxhIxEC36NjsGEAqxewr37v8dzer++Kfjb6iBKwsbpE
evEwkVKv4QIB5c8v/iZR71/bXPxmW4AH3CI4xqQXRBsFe0f3UJQZ/hJ5EDP747AWtZ2hZYqr5m7B
6ANTSH8s2gqDlp/fwA9WSfxm6+ijFrtsKOVlFeqhH+Rx6pJvv3fpN/tGT+pASqH1pY+Cl8EJXjHv
fP35pcPb7f3TAnyzuMFG9Cd2czWr/x9n59UbuY6t0V8kQDm8SpVdtsvZ7hfB3e1WTpRIhV9/V80F
5h4U2se4fhqMp0eVJHKT3N9azST3Rje7bNDXAetVjUxPQpwVDxEHT0Xuvbhpaq/GzujCgsHqoIFI
hKZERCNYSHuRTpcPXlVr17Slx5uRUAGrm1kDJhVXETw+puO4ENvFdMt13erBtkydx07F1cpYxg44
uG+ulcZ5UuqnDh1I0BaUMVS7gd3yFW3j1saH5QVHpuvovXXafUpyKRwA/dxoAaclHID2q8pc/NeC
035WfrRLW6QQH5p5Gl7jYpwPRue0K04C5vXs67/k3OeRPnr5ai76NlxGo+JowyUt4QavnqroPSFb
BNxPgVic1E9cA13UVdk3Zxvv4oHoR62c56npTrRRFCtwALRzDNUXI90nE7N38TxwQu7bqlDtCdwS
oO0s8M79Tx+EV9lzgCZEDriNU5AarDyWJk22/35DfTJKeee384+HXInU7oEHtyeG8nRPgILEU1B1
+8lUX7zCJw/apQTdhGRZuL5OR4+Ij1pFJ0Zjiq9o8ufB9C+Pg3cxhBfm2MSKOOaJrXhJz6WgRy7w
QN6n2rw3Zq344tf57ENcDObTUlQtYo7+1LfdrRTxD71uHr/3C1wM4lNW0L7Wjd2J5IX15guruq/1
BbCPW+irf3+Jz979xVg3L11Re9ncngAYHsku/c4L/+XfL/3Z/XMx1ol2NvMxoUYSZWZeDZIO65lm
t2uHxfEX0/RnL3Ex5EnLLDyIh+7JzHSAWOCrOFsXLRobGn3//VN88gVdUrqlJr1ZzKZ7cjlgp7Fi
fsqD8f9lP/nvROdeljCe22Wq5dpaCXxV5uK67b+3s2+7l7c/vY4JzjP3lJeRcLbp9xbD9vn07J+j
glf42uxARDiVathXwfieWMH3apZLcYo5TW4net09eRkGS6y2RZiPwDu+90Oef+B/DGci0JZ4xpBx
ArpO8oqQZjQb6Rfw+8/ukosh2honBba2ck+O1uQrUQ438az9/1wv/3ebXDyjYuoGU9LRd6IRrr0Z
Yw5SkoBwgwwMYDeBTTDRI/ry71/TJ4/UpeyRAInwemU5J3/q6C7M6ev2faHd0LBZb/79JT77si6e
Wi0ICrrrDec0thlBte5ZM4OPb13auZizkow2qVbM/MidhuZMR/k8OXRhfe/qF8+r7xI/AQrLG59j
FRp+/aBS43vTiHP5vKZkAWnMFKc6b6D10oYNgP7139+3ef5m/zIXOhcPrUsPRZo7ZBCm/FgP3lb3
C4LOG7N+jFNIR+31lDkr3dhO1Ydp/SytF91eriyXnNhZjfWid4dsKcBrfDHu/ee87G/v53zz/eNZ
tNOpmYu88k4+OWd3miL8voByyNQEdFrHRw4qbHnrdfm+UDdox2h1ZXzs7C2ombw7H2J0bv29ccE5
36X/eC9jnjeL65bNieJg05QOrkyRy29e/GJcqO0ha1lKNqfYd66BwR1GtCJfXPuTYzTbuRgXUvB5
RET96uTDEvgFQkCeKQ7vbM5nG3pa2APtgCORZv6ZxurRNtpnuFn+/TQvVtQ6gKNA18ByK4AdKJdz
q0YZ2cpqzfFWGXZy1/T8u37wvV3TtG9ZTxduNZk/OGy4trqu/OJTfDIYOBdVwsThvyNjUZ+ICP0x
TZKbgU8/4b/f+Of7+2/32cVIs1SN2xF1qk7dVF4DqKIjgoUdeJvq3UzG7z259sWYM3KCRBB0LE9e
Mr1L4mLu+Pzvb/+T78a+GG/odgWTRkvaKZ6CdRXk9BW1X33v5icDvX0x4GRDunTQBcqT5MxynwK2
f2itJr82NZAyLWQmeDZ920aB34nVkGjTDR3g5T3kIjinY1tuRvrGVzDw3J9p1qijb9X6JsnYOhxY
CdILYTw65oSBfhg/JmEBYBgJUKwq4habKvveibxtX4xsSQlxVdaKL3+AeGCmW1YU3xvt7YtBivbp
2ipFUpx4irYQIJ+dofxiQP7shz3//R9jjuc7rFzLoTgVfv0RtMGr4X4xtH525YsBRx8nAzNok58S
4STISVxBRqrffu9+vBhwHE/4treM2YnMSLU2ks5YAZH86mG9MLv8t875z9//8a1Ytea0C53ip8rb
KAAhVDVsjt3Vcs+Re3VOxeSQCpp36zy1Z7TdQuCyiaeRZ2ZrrjAW4GDOipAs+wfPvp1uHIgHCQrJ
eKSZ3njgOSUY8FgQcfbbFxobqJHDwjIfYtWte3YneaXBfx35K+ja/31ZI/Gi7315F2PRqGsmHeVl
eZoW/Sf8w6g/t5l+69rWxRDEabSRW0VTnIRqOCufNsgav/ebWxdjEB2giasVdXGKu+TYmP1tK783
bloXAxBBrhxkdXUeN9nywSu4Tqby6XtfyMWwUDLApGQJq5Pj7mP7hM72e9e9GBOaqqyN0Z2Kk0XL
MRm2KtnTwOttvnf1i2GhiFFNsODk6k0HP1y+si/38r1LX4wLddNVRSWgmetLASZEFsAmSQ6svnf1
i4EhdRrfnZRZkAOmR7tvihs7NoNvXvyiQmgb04W9KvPTXCYvhpsSO5ngbXzvnV88lfEy+hbpoPo0
t3WxSWiwtrwvNcB/rz7Mi6eysHX636hqT0Ye9Gs1gmKsAohj33rnl72kC7tOiWtkFWARG+x//ROQ
7ldHgcZ/tiD+UjmZFw9nnLRFId06O+m4nxmIjzz2jvvMWOt0/l4vRZhV+x7JDGM0/f/rdHgByLY2
ZzOaE1R9NkvsSrtLoMVZ0toKCJdj/9sqHrlCycawVTpHk6u4RDEtV+7Y+w1xiewt40hMBfsMN2nz
0rD6dBnbrQKG6gBzbDkxgLe1s2vkXumb81Dde2PY6vmWvyzcFtqo75k/0CzDq/0xNY0XieGa/9Es
bAoECAP+/NOPf+v+kxEboW3fstg9MhlYi/9bTHvcDytGf40fyydQ3eXpeVpo5FlTYG959c4bgAV1
4cQHydr7vNoXfB4t/Yjnlt/3Vy+hIfE6XNJgL5hoU6jya/6Zr9sATfcOGFu/Ygu3+t+vsYcSIKzt
YFO/wP4j5VQpwMebPP6Qqt3whTCbKb09xKW9kpkOVDImjNYdBn0TxAn/dXOe42YiApUqbxsDLtfU
vcQBnZbti+nsizE5SpY1RnUOHrkvvIeE/ZWEhL5pvIqeBG7tvJGbvIpr2Au4y12dKERCrGC4Nt2j
xwESImvIL2Mk+zJK4N1Ni3kG7O/OX6GBNIRFmdQ3UrjERjfD8Ab8LtTH+Yo816pMaR9sV0VLbgEb
j3z1CxeWfgANWF9139xU+M8i6R/FQzpy3BvAUzz1eYLuJnZ+kHf8Yuo+3/R/exguRv0EuCYRcZYR
3jA+Ql0eOYGCJW/B3A0zkQ4gNUjCf++xvpgD/AYYgaIn5FSkyRE8zZOduF+IB8+X+NvHuJgDuqIj
oCf74uTK1N6TvQRtOnnjN9/4xRzQyilwwamxjtaaVyx718VQfbEHeyHQ/G9laF5MAR2H1o4zWtmp
5t5PpzTCMHDgAUulQ2J9c654+uIOxNqg0l26GDfG8MUS7LOf/mJ+KKehLqc8zk++Vf7hzEs7xUHf
PlauX/yxMie48UmSfDEXffYxL/uZxRzbbru42QlveXc1BoQQ6z6GVUTMJZT4gq9rP8+ihIQl8VMQ
kDyTRrBvUUZAfjDknoyt8cX08skHv2x19lyrxCtd1SedePM1eYjyBlJh+ZrpNtAre07QVpT99+6d
S7s4mWcwS3NeQxsa30mlv1Zz8v7vz9O5Tv3LTX/Z+FwO1lIJmlhORgKWsAq8BE4FIbhzBmqvFyLY
aUE5r0A4Nt9bghkXowWpzzn2p6I8mXWuIhpcOG0sv3nQaFwOD55jAqiay1MxNm81cVuUsl+ZNT/5
pi6GBysVvebbsjydtQiGq36w3/nFzfTJyHPZJDxLrRhy28xPg6c/x30Ou8j5ahvss2tfjA1N3otB
J/4NFkx/gc+/Kbvhi3rcPH/0v908F0+/EfuNLAM7OwnPrA7TrJO0dtD89WAn1mluZkmoEVSfwId1
5pkLfOfZHpnbwKnyVYp8bts0qYn5QKtW2typNZB8UNJJ0K3YVDB2AgB3aKvE3RR8iNVoGnUB17qL
v/gAny2pL/tpRT8jxmqD9CTBtRcOWU9GEpAAuAD8cMLRm6KZXNb8h47HsFCcJ1Bqje6LAzwhd07n
imohSMSs3i8nswB3fchx9JU5MAV9w6J6cKt14VWYehAV2Otz6aD8ODpXW5n1oyruZY/Uy+ZMvrd3
g/qty1clv5gXPvnp9fMz/4853608vXVyPh2FbzZvja8eMtP7T9fSX375y4ZeETRiZHc0P5VGmz7M
WSs3bJ4uT7Y7+jsFpWKNBVOsC6MCuQY0eVtrEC/OaB9ra/g6AUU4sVQ4uLkCKMhmRJtF9VyYKfsV
Wm+jNOmNapX1o7gZRcamd+O6ofJyIsEyxQcWjOpmapwCaI1vkM1w8AopsyH87g7GBiRYcTUOdR+J
pDIPumipROCaqE1KzyG/kK09+U1wr5f6ypmM23TA2mBNUD2BXzjhsMwluJRWhF7annGqtdeEda0g
tGaZddTSwKKSnwl9y8p6skd72cxmDQC41LI/mhzzdx+Qx4dqVPuRtnl/uxB3hxEZFOsAxPeGFm7I
rNKQL9j9kjVPCIbzyavZXAYfn+WTfoxp4t+47VTurVzzV40FhM1wfuapNa9jUv0RICBBUDWdDvTZ
eR1whBz7TZBsi657z3yhwMEo+9q3qw/bMpPndEnfAoQ1L/honCt8hfF2hEC/cfS2ivQK40lYW6O6
rfVy2I7DJHezK91VSYNKdBb1HGyCnCt6K6hUR1idVZM9E3xtb3INRoZWxt0zayIP6YHfuu828OPb
fBB3TNfRoKX2bu7sZM2169DQUYQVszT4B5xKw4sdscg0xbr0vOT27JW/zfBHsAgfNGLX+Y9xgr82
FwwjcwVCU1WzuRKaoaICGsuDdrbQL639h8YhVF1mUt9yWTo9hPYkSxqqi2SiS1DBIjlkKpv385LF
pPJzV/sJSshcWbXEn9Jnw84yOi1MFktussozV32Sql1S1MY+tw1+HfLVwOywBu/1uvS2rlVNbzqo
yVXQ2WhK6knfDgE9WKje4LGhoVnrQMRPmi/rn2fcPeFfGoI2BGnzQ+zmSUh/N1WZN8+PZV1CXda1
lP19WCiwAkrX70PB2Er7GPAeOQR0IMGKggthkH0PoQWOZQQfdjkGzKF3YrCTj8GNGwLwpfXTTmxR
sS6MUaEB1dwEGqx2VHz6tolNfzUHGqx3f4I4uOjWS+X0FvFzLR7e89Ly9vXYJut+LucoT3WcAaZU
/R/ddrhDG704+OTt3oFqq8ieWV3KM7xhNrRiKzugFMpNcmAGUFjYwSX67LT4/JScht0Cd2UvwNG/
xw7s3nb0gBU0ZTvxRAz2YfSAOQnFgleypLI6xGDmqwPgJjDTvRAQYavJHXdd5i1EZYIAoFJaH+pg
sd56PbOujUWe7YFzkB0kDyalZwnPCazJXdq3wTphNtnqo99363zwqmdD1dbR0WyAxPAjOTHDCBAG
Xml9OIVfuVFu6XJDg0l/JSTbNWycZsZNmgZFvFPGWcHS6lNxtVgO0AiyPMYegnZ963d6EazNwKR3
1HGq57F28m1FouZp6M/gVsfqGrLkqT8hHqgKACddRoJmaQhQLanJ2gx++fIAhsqNpm5cfvfOQmKF
FPbsrgZn0ucNSBRCCL5fGTS/+hrTj2k3IKncNpH0gU/Dr1yDj8SFHPksg4JNrUKMf1qoM6Ao5VmE
okxL3vlL766VaVbLugzKfiXtboRm3AHQnrBD4p1ciA7Gsr3pzEptl6Gx1k4rSVfZXl+tlsSsDzm+
XM4s+DR1ivlX9BZqEbSQa4HG6FghuL3qekNbV41gE7PxccMsIK4xRk3JOqhHeaezQbiacldf9wNd
bYUagyirLYR/AI1A3njNRz4My3tPb1zozEsMKzqLZNdFcUPqfamPLf6bBukOTWU1N/yEfkrzdnkv
zZWnAdCc3QBmQOaMdhgrnFWwl/T0p686kkyj7pysBHl5yFBhr8gWkKVrB4xnDmgoAH8Aw02kXNKR
YMBclEOlkS4Rzh7q1x6sYpsO2CqBI4iVnfeDe4Ox3jzzHIYfwzjIlxFt1TGhFXfXeXLCxRX7xQN0
ovguHTLFromAze7gq1lJM0ihtcSkskK71ifcUJzZIFoADxiUwL8y13i3Zmf4OUMhi2DVdzcDMBdK
9aQ62BMqDyud2EEwavwbDc8RJvYWXofl3rpz1k9h4TaUNzPn8jWi+0MqFNZIU9lrPajqJ8D59S4l
8X/TwlT8k6cuMb1puvX7mLol661bPpUFr2EaP+J4nu+U7QfRgGrwZ5XbPuIVpb3YADz2o2ytN4kT
lrsL9iA4TcY2gPthkus/jCz/pVfebZrj6s17w7orG3sJ7Vlh4TDkiPUkfhhNJoDKBiTq9zX6h8DJ
V3iuW+68SWJddt4Xe7ZDE7ZN5JtTiZaEMww/1RZMCPBbaJMbbvtq7MN+oaxUyoJ5aOEpzAzo76Vl
gpwhOhG2aYruxKK26woNDE5JiyZgcieSHmpQqtZwrvh7Yr23dQ6VooqwyVYR8rX2jnrml15jbcqd
M0S3CrRrkvNiX9Eduypbx6doneh1MTdBV+7nVGTbSpw/UTIkG5EaWDMTpGC67tf4MwfvRoBT2ARF
q9+PbmmsObgr1oUdW3T16oW1zaCz8foC0l4NlvsRyaNlbZreKKmzpAbM0/LMdIWrU9/Hi17TyDmL
jZTuGGHucTez5b8JJX81iN9A45rxuoQ7unWp3ddWlWmrEkouN/9UHUDb80TwjMZr05yGjVdIAPtx
Yw/rxnSCjaqTDwSEwBu9rLQBmtUqi7IKAi3JyUw8urMP6JyVwCo18JCCDyy2fdDMWwYj9vCQNm5F
jW8zP2czMyh8B8tQIMnbkdRoK5Jgr8rOOtK7dm9nqJzszOnCxdZQahNgptOh+zhXtjcEdWUIox/w
KP6NxMEMyEqiMRPoj6nAl6ij0suc1tlqFlTTtk5BxUJDWVcyhznCTHKoGhMiOED/q1ILXtMld/d1
ZmvHqh2fEl2B/6fbd686w3pzA+QLuV38ETMG4WJonr0WJ7NNIcfWaUF/iFgc7cmGufjODqgeidap
NzXlHLIY+E6OCEDszpvU8eVbzxuMetuobzLNMXZ+08VProS1ujB9rs75ThSIDwwm42rQJvXULXr6
ywdrjP1sWvZml3QbUJX9iie2CUHBTDwcfZBtrbIPtjWMv4iQvQYXfbLMYz2qZtPVHuAgS5EUDsSA
wM14AIFFoRiQjW17zz0iU0qu2twt2H+srUNObYIWUdQ+6CIxfQTIK71o7GfsyHENNCDUbJgoBgNE
2Nrl6FHRBKyhNH+O5OiUNx3CnqPbTVS/iaEkIsDJf2yEAI2bmJn1C3+GsXGVSK4gz91SM5qPuVLP
eGPiaKTtH6Jboq9QP1X3edFQadAvAvHdCm5FLOSHjh3zkATZHzdo9bXVZiZeapCDIdF2PFyJaexS
aLB09ufeddmAf0VGws47GKr5GHcsKaK6TLvznN2FjVRzyFgZ88UAGNbHTtegRXv1W1GjHIpcyO+I
vrOCsRB8bZoHqOaz/mbuEu8KnHr2A0pgviXk7IZLVZUrL0vn3eRXf9jDZ30j+/SqYNy9kiRMNtMA
3jyO64/S8QZIZuj7+MLSm9nC+BAbVHytqQRdp8a8Ebmz4CuzAgIQhQhtvIU7w7IYFu3U5tR2xEwr
5QJHbpmhaPn5FM1aFmTrAr0RA3Zgik0gdHuIUhs1DQfeUJ/S9rXSY/8IF5bqkCKGaG7xq+kUgOO5
wdmBA5Y7SgcaHCp7IVle61QXIjCvxjSpwtzHJ5acs72NN09rLSs+bMgvd5Yl5rVkg3Yz4WUZsAxq
1SPwsYoIRMXOOu/7t2wrBbcuwdZt5t5mEq27hRRR7bvSC6h3Zb2BVEqb+zC2b50L8LvNEMpa3oLW
jt1xGF0ZsKKi61eaGuUWBUt/HIHP7GD219dyMpqdGBQY3XhGtEVPfJS72L+lsuwngZH26AwCwhut
AGEwcEslBCqwTTK8wRIsWQygB2sapptcmxExqQZROCBz5vnYjzh18Pau1dbPPhoq6gZXP+q8BVA3
mUv7ORWxO4Onm+pS3BhpMrCC5eyss6Fp21OTrsD6IKXzZPGQz7wDds69PRGaNOO30wKYxODrQvyt
b1U/2NbabxL/uRu8IQ+nGby3j2DvWsTjcltSfERl69l/FvYVFphMIIhZx8b9o5oxGvj65P5O8BUD
ZPVEVLiQ//zJA36bpNMmc9zXRo5+pHT4E3ag/bEtXd8AhLFgScXwv0iFAakjNf0YJMx6ENarq8SW
7tXc6MaqbQKIZCVEfz7esgGPez4kGtyDXhu0tbS1+bOB/CZqIl+CFQPLm9y4HRdEO6Fj19ATs/6M
HH13Ckc14KLLdA2j6vcYp9m6QnodlqYhd33PjD20ICR12es3rIQX2uCJVBaiczZzwQjly36+VZLR
bW7h2o55Mt+zlAruZ1NDNJOn01pqY7aqdX4gUg8gZ4GDcgq1INKIPRIYtt9c1+c1iWPKYI2YU99r
uu+uLYjQh8b3lhBzpPNQ+izpGYVY5M2aqiOfu+++7Zt0HRNwoONHeTwJrvVQWx3kN5ac8LNEQ2LN
rLTIpylvMxgAcRXSwggvZ/ecTxN9GwzkSKqzP0kyD5EasFWno2+sSCmVGyMw621eS7VtlGusx5xk
cG1OqI3V1N4oU2Qw4fv2T9rE2SuG5OSKidJ7arqh2GuOeV6udza0VQRoSxLHEGcFq8dFNnsIYfNN
E5Q4lcvF3lqoAm9irrqddIUwuvC6leHTBhmf+WWtxHtG1Gi844yWL79JtV2vzOX33FnuCuoih7dt
sJyymeMfVVe/wGJpd26ptHUrGvfJX6p411J+X3Xs/ob+wmJiqqBJ+tNC1WH52cbOyUgRlnUeqxYY
8FLa8Z0StVgph/xDRXlClV+mGR41w7rHKQSkn/6mfdItgjigo57INLOqYKWxV7YSa7cbX0fbJVYH
1JBTRM/noNLrdwMTFG6vTF7FHCmE2ex5CHU5YZVd7V/3uqyPw4SNYnCDGe1hlajdbNByUFd2z31R
11sDbSzyTZW9mhVfU+05CGcKz4ZtIH/EGdhEpoHqDUdov6kxAgll35pqDrbTnALiHLL8pieOF3rN
aJ7QtJ9wkekucOzJPuhNKnvYkDrem8nT0s3Q+c9u4xngHbNXH3ikqecDwp/lgxXYa5nGb0VfVn8g
dWeRkN4q8yZ9JSeJFM4Fa4dMZfqhx2jnfWLg6wLsYWSB0kQDi8aP02iMUmzkbPqsLdZNOilCQSo7
zo5GDEnjUU7coVvzsL/PZlqE7Fk4PFPBRww3jK0yBI3GwDpWWn12YKPrrqAL7wzpq9fITdBpQZed
wpKqaC1TUBalLJ1HYQrz0NSMVnY97uapk/fGMmmbMvsJ6XdhzMP2WdjzieWRt2PhrSLvjCeSZfOS
p8mtXSnuZNGPrM7c6WXode83WmWTp0K2/n3ByfOVmWvmfWpn5CstWT0jTLFP8SCQWkJQDRUQxzU6
eLrcC+ybbJwYuOBYIDc6OM1eD157udxYqX0V25zjw05tsEabaJAad76K0yJbjWBaniq2G651StPf
uUThhIAi36lhDsIBX27R5E98ZzDX7PZ3ORgd20mBXI8VFui5GZ7nwX+gIDvBEmDZbJjvWVA+DlWd
72nm9SJUKzV2VQehxhIz1UwjuxCzdcNaZQh5WK6xpUbxmNeYC5dyD0q8wU+ie/m1zLT+qJHpYb+h
BmZY+vMP1G3nIkMY0YBICV+bWHWNg7olOAYyt8Oi1jykN7Hk/wM5cpEzngIX8jwkbja7A5k+G0EK
Sd4/DqVprYfBfXUd58m2nenZ4nbdZUYjjm6Vuo9s9WcgpdNh6w7gfUUV+/ycziqWctv0fvVbJhIF
svBGUKiW3hxStwQxXg/6zm4sN2IxgN51duEDjzXtJ6FT0ZI9ttbdWbik176/tuoMIDyAlINm9RAH
WM+vmirDUAn3caWngb2rUAUgSaqcDTxTfMBdla5L6qCVq2kebE17joxuql66NHAP0uS8V6ZYKPI6
v1nMfg49YHt72kgOenu2qfUp86gxbsC0zkdYmdodFP38ycr51vmlgyvfxFAog4EqQDNvPd9gpeg4
PF4+4Nq+ZgVJNfDLGQBjZ43dR2fJOeMWbl8mz+tusa9k3Bw9IzPQZXQ0V9RKIHWCTRhb8zsoyjSq
WooUx0MC3kxVudXsQlEBLL/c8y4U3X4PnpBBhPvGCz0fSjXnShm4DfHLEN2rlp7bEvXsRk20+nHc
sbBLatxNZXVlWjF8gsR6XioPbEsbYHPxjt1IWMjs5VEIgamG2ySEf33sGxD+mKExQCnjl8XU1k0t
oPMKE4muNNYG8odiN8WiBjWm+M52AhbtSzXv9EpkLwg8tLOZJ71tWVDsx7kxr4DKOdHg+W7kBsGZ
1p4evMU8uD1nuqax7VAuGux6ekb3lHamf0Le0jC06P4BUQ+8SJN13oQ2l1MGxbTs66vCdSXOxGCf
pc20TpGchF5x9ig44NtpMM1/GRLdUas/cUcwBWpZhkxo8ELD1HfjACULZg213s5V5XHRk/feQuhY
NjdYuvKw0iYAwnf94gJonLZZmnUcT4x0ezhasvIdV2xs29x1Js4UTwvCpavPdd8r7cFAhetgpWZG
+rm6V0t88H0NY2wK1L+jzLwri2XdWcHVwAQ3DP5mpjc4qRcF3bVGHlWJ2xwCo9Bq0JGVfOLw9ARb
58qIp7u+59evbYRORuHYUVUu406p8ZTQCgVKOZOr2cnqU1EEzWacFvXgJy474tnymtRmu8m0d9Hm
74vFvr4N7SBygenypuCtcqKXbXxP4HGolkMzK7VLAVeHWc6tklKmIXELyvZZyvyx5MxLDN5Tader
rgfpP2n1m1d0H0lf0knNZBHXpXFOZR4zJnqsX8a1Vif3HLFES7XcmUKv9qaJeWAwOUxbOoj2fpU+
T5r8kytrZ7l0v7bBxAJI3LNdUGxzd/RX/lKnYTKpI2u6YznqA0I9Y4dRx4iKIk4jrw+K63TStRsv
5e0b47K2c/2qo5OZoacqkMCmwcMy6Cl9RHxnEJfZCIXbsQx2GXWdswZt9ODIuY5kFoONCqpVINhJ
GtN2lxUJ3bFmhey2qMuwLuXw0uGGWdtpDN2gT49Fp++gw7+SqtLXo0GZRI0nAWL2QaTKmN2nebpu
W5p3jemnsIcdhaQGLb1CUJP/ckWgDsuQSvbBxM6f6m3dZm95lx1Zn185M3N/PKTtY2xYV53323HM
l0YXB0tPVmK6pTRYFRmbIW5QZFd5PtAVzNY865pRH3GO1H32Urv1rx6FJaVusRFW9jrGg3dlT746
+AN7fmbSWdeV2dyzl+uEtKw/Fuywh2JcDv0gBjpUiUFrxqhFpje+ZSajS2cN10XLcagznOy5OfRN
8sbeZ4Nq7j2oGzbAwFfTNt+FUFmPeseSWmSGsU+FeRZsoucTyUplhFuUNG8BhAL0FSg6GZvyfSfJ
agTLSxXoCALGdjvT2FLDtYokZ2mRZ7cd95lpHxZksMifgZqgdDmBeG/Dyf/BcH8dWx9jjwybtmqq
PbkM15MHHtoup4/EDiRGS4aI2db+FJa2M0y325NR2bPkqfd0euUctcjy5xg3pXZQxuw7W+IxORvZ
S+KJFX1hJSfayMcp5C0Zskx/arVgZl7xrYQh05sCetk88aM3cbxrHE1xymndpaZ6Qj7NDw2ZmUME
j+Wb0doUK5qis6cN2KBV6A8KAuxaJ29mwRK96qggWO4Xj+zvf2il1u40UqUdiPtVWbRotVn+ohMM
i4yYZqrrztpS7htb4+7KbI0/fRncu7QPGjVwuCQth4hNzW5txU217eKfGQTkWZPNSptEz/Zj8TIb
mR/ZZYUm5kj/uB7p+CmLnmcWP1USeki38KiFqmw/JPWfbsI482Kjo5Kt6ZGbdU5+dHuj0bKObQZr
neNelZjWm4TFFSq1kohOdaX4itSMpU3PwFPrCJj4p6R7sXeW+sN5OjO76Urqor6d3OmeqMw6tYat
Z8sXL8i8sPaG4Dekz63uMuHFLIQ4E/+VVAZY9nH+yIs+1PFp/NJ9XCeiJ7A2g0LTypMvknu9Y8nd
WrXHoSRmLTfeKL/J13Oc78AV41Wu6vTaycx8G5jD89gLL5rd+pozTuTrE8cklgJsEv8PZ2eyHDeS
pet36T3a4IA7hkX3IgbGyOBMkdzASErCPA8O4OnvF8zqKomZN9nVZlokJaUCATjcz/nPP1BQg868
lRlkuJ6zdT6nS4VE0sYieQbqAhtzohRnPAZtfV+vWoP4h5J0d8eJJvae/M4Y03tT2dyf9mQrCBJB
9dKxPpdt3d17BBiso6KfUZvOL7Xw34jyebH89o0Z47w2PKtaimIsVhwwDtl25V0/W8fE/C5k4wKT
qmQrYVUfe51miznsyFsqfPkwUqyv7TbaC9zxVoXHUCMx7PoW03i1qrpym8cdrVNENGBhgYsHBCAs
DFFn3+OxUcsqM79Vg9GtjATQoZ7yfKlmyGm1zQHlWkV120c0TiH+3/SSU/ONLvA2wEVqg7swFE93
TNmVJrn1AqNZxu5QLU0p0q3TD4+qNNqTGcTBevYEVFRVEEA4puNdJuv0kRRPgGEZtXeeCxQXRaG+
ZPLnrI3Rc+7cfnBvqrJ/riM5UX94RARQIMzXY9kFl7Q28i43YvOek8C+dUOSgn3ijEhbHXH8aTDZ
tnpKFCdyn8x5qDdu3hbca/bywNT2bV0Vev1RquJuTr45Sp/+WHEEHgnvhU3YTuW9PZVyrVRyW3qE
MhoY0i7oSorVLHr/Rjuzd7Dqgp0EJ6pFLONXpKzFJqdIxtReY2UgGGPBQLA2TBZIeK7J/J3r/J70
1o6d2x5uskaR1T4W6cLv8euLSsBvYoKNzmgvB0qDg1O5MTFA5EOWRpCuUtETfUTg/HbW5cUsWL1T
lBhrp7HDJ3Zsgi379oVsckVaBNk3yMMMjMZVSSKiE9YHkVZyZ4yWtSYqaVpixHDIcqtdYrHtn7LQ
t0ACgx7RCdK5+0jI4mhZc4w/Ca6UbjrdkO4DCyA1EdzZIsGlUSUclAGeeVliX0FMGG+i2jizb8yf
dsfzSgtl30u7yFbK6Bg8Nv28GnPjWz0yG9Bd1tBNMKTXfnDnOhLYbmDjrJa8HnbNK5hMK/AF4wHX
DIClEY0zC4gkbLdVRE5bfb0VA5gB6KKjVrHnzYcx4iYOk2p2YUCmxhKaTGitSAY7h0zJ+L5I22lf
KqNaZVrpa+2eIQepXZKfs4JCyogfdY8z5jy1Pplc+h50AVtuxuiS/Tzot+Q1+adx9sKj1ZGuEowZ
fAKtm80Q1ySIEltNUILCJ6uy4+By7MZk54yx/VrHcl7N+MIfY4KeG5JomWQRkcChoKJo08W0Iikz
tg1TX5tnVuXyEMsgBoYNvEWtnfx70EqsgYZcUCDCI7FgiM9m8EamVbpzfGXturqdd9rq5RE7adJz
IifJ3zWv1RV/uZLLqDbnR2focG/KOoLPnNa8dcsue5GpZe/JXqc7jYLqm/S0/caQzIEDQ/xwwiRv
Cb2LswLEVK7ieYouQT7D5RiG1qnwGn+hbDMHQXYAU2MUsEerGInh6kl9rWIX+Vzatrumz4DzpsHb
MIW2vzW5Ka4HHsrO6oru0FDd3KdU8rd+nTTfw8GayBPEfXxl5mZ3HrbBxxdQXOIO6ozQtbGajT66
HgHNfkojyjdiBm4lQq/Uw5LQeIDvLPCLVZmkGXYxtQGS3xEVHBPfdAm9moSwHlrCQhBbvJ+HNDkR
Bzl/t+ei4x1pcPMcqv61MWv6i7Lwt+lksjMS+rHBm13+YNWTCxGSWwF/0budh65deiSv4viPP9QE
Hq3Uc0jc9WXTeMVFOsy0+KLEbnfBhFYi0yq7MdpMbsQ16MhpVwThNUdtj9F1V4Ti6Lahscpjt1wn
xLYSb8vIDjDU29R8T7g5tgv/rR691146+Va0ANdx35/tBsjkNgCoLevFcUayqLyinH4EGdxQpoUM
S8MifB0MV+9M03bv3TpLWixmpF5ZVjsyr2HjZSANxgca4JgEYUkfGLD06p8JK1ckRXtKXB4mtDjp
vSpmrTcMRYtXK3b0z9IfvEWSBABslqeuu8Zlo6/H8OfoyPQ27nJ35fY2Y78g0HuyR90lcRFMcoSd
XOSSMjfkuD9mskWBM+lD5tjNLnMk1Ikxdepvc8nh42dvUeiG7Rm5ybaGVeulrhvsWX0ZbFPiTzUs
d4K+pxJUyUA3UGoPpbsXnZiLPaYVJycJb6wSM7jL/KR6mJuJ9MIQVKNc523uvMtQAy0Z/OuhHrO9
b7EPJ8RqX1giFUcCXM0liX0d1DNoPAFo96tp+OGpcgfGTCnZhIx93avellic1A0pfU3dkLE5x+yJ
0ax+EHswIG8DZ0kS4kF9j8BYgnXySzJHu3RRMTW5LqHlXRA9FN21bQVFIDYgC5DwAUJXsNWfidsX
LXFLF/bA5Rh9WO4q9KqryFPW2khrWnW3tA+FF0SvScoQ0oyyb2FZGIuCncBYYgqm4lUtivrFDZ3y
m+aerF01cjqgL8ZYDQrQNECrWcRGkW7qqH3VKaF8rWxeYs8dN2in2+u01i0B2r61tXCuPGXSsR/d
tGu3Mp5ypnA20NRYUem3aqK/acSFWRLC5w4ZTA+V6WU+V7DVSGbiUihm63J6sdR0zqzVwQVTHI/W
2XPXbkLWQZGIFDY+8+KZjIcL3zOYF2u/u2zn1GFgwmwoDLBgFtruFjWDm+8kxg9A0WRM9RB/FnGG
pmUm6mRjByNAlxmml6GryIXubDvcWLZkUcaFWjktWUWxx5vA+Zw9R3bTXJWj9+50ZnO0dMim0J6j
5gnDfGDPH9aRA+bZ3ZuYQN3JqQIqaEp7F/RkO8jITQ8TGNmxsJiad8VgkOnR/MxzJ8eIqsuPWic1
5W2CJ6fW3Z2Gn8lcXelHNQYJA06T+QYW4QiSU4Aauyjby9lKp5UICD3Fzyi9cDJs+Cycqa6UbJ5Z
/u6OhLBxRceWb8e8NZ9TLxj2U6QZJ7twl0i3MB+SxoDJmVa3lGMVOdnkr4dBZFxp1ZKJ63ruCoaa
oPHLUsaMkGHjoIsXGFrSV4ctXz+B0kmuyUsf6hlCkGPzWjTF2o3Kct15Df1aVfknSP/JRedSTRtM
t5eBk32PvMrbDD6gVRSZBGySarTlMG4PDsdQyaRNW4eh1KTRkkV+G1sTSaflGGxsI3gKgs7ajBFh
VGPUW69B3fBj3U3H1B3ULkKmvSHQPdqlpOVtqnIIb9MRXGAxaGWc4nrQSznYw3tHMmXJd5N3Phms
+A0PM/yaKK42bjAzxm+Gd0LfIBHT7V+TMDJVTJY9cVShmywnxUSqtoXcS8g+pKy3ffOalsHII+zp
I8gIfk97URwI3HKu8emEmJ8aT2S4Z8euZixpSStf1wGAk+EOHUk7tt6A+k2nOTH6VZgXxbKbu/nJ
DiN3FeWuvbTl1N4RTd7c1zpvLnRjyx2WnESVcTY8x7q4gPFG7H05AJ1ESxnDsjDM/hYgHRi8teWC
kLr6KhhFuo4txwoXDLT5t8uyWXZ5xHYoLHKomUMyr1vLIR4uqqiGCZzvGISvtDdFZCW1xZ7ocu6W
Nof7IZvqtTFM8X08QxpzQ6t/98CoAN3mZl9PlVq7U8CPYcwEghqiXKhRPvK/tnvFmUvwq/UewaLk
fnbDxgni7HXGF+9By7S7YGMIjk0/RIcC+ieGE7a/dmZkD5NIu1cBr+LFkK3n8Oa0wSofzMeeb7Xh
7srbgAjXO9/x6mhRNX28rsu5XgUjwcGjUa8n4mwOYsBqzOqs6Q6h5ISHnLRX7pQVN42ooEKlFZx4
q/aSq9D31BY7NGrvRvR7iAvj7XwOOU7GqVsNVu1ftgylvtEq02FGpMK8GyOx4Mugog+qEhdou7e6
YyKG6YoO+sG182mDmSrp5CLs62Mo9EM109da9VwvB9t7HWJlHRr8sM+ByYuJwWPKKBJWJGrDWzx0
XlRSvntBmAAFxOCrmDUAWziV/mlaM6OflLxVNtWiW9GrEj4c0WPg1me+WW5gb/JSJTtZ+RXSNkaG
wcIKQ5vE3dYaG2zg+W1SUI3tpMJ069mOSyRp8WLoCQ7ojEfd1vFjElnjCV6Uh9LRrQjQa4qqYP6q
CJ1x4msRlEy43Li5mdp5vI9dTOoqpnVI7piYR3mqN2livGSjlyxhYqmtqhidpGfvyA2uieEh8whF
Zihqr+yQzQHT0aE+wV9+mAyCzhtZZbsC38zlQPwkGfXqWUFdOcT5YD8pDzpKEg3RhT8Gj042vsWY
963SPJdrCBGIAUuWVBPYwW2ZeltTnTRJ05ETE6zn5PGp9priVjUOByWZSJBXxBwb6AajGY96WO8h
s4uFkxlXc1YRiS7tt4oNecnp/jMhPrJTm7C+Me22O1kkqZ4c1Ilz74TrgHCttRdG/qWZTW9Eaxcr
UQ2AvW3icXb1BactuF2Wu7Q4BFN6736NExsh5rCpopnwysk224sxrvHlA6dYdwoSaOvDxkNp9TS0
JRl9Vo/pjhm4xgrSr3NHxn1zRXRmdF3DgHhO4nL+aU1lcW+ZEDHcrhe3EDtSNqK+AG83XGIch+Sb
Mlpkn/D+iLuE5LiCdA9L07C2QW9Ue8OnAySv28puumyESwRmWzP2C9z6zbfQx0LXqdYVJKytYAQL
TzvGLJsoJujBmVjCg+X40KXcTGhTGXEZ1XUENLcbfSveTmRBMtwR7RFfcEpKAgmCVueHLNMWKYZ9
wNg9DPVdD/FuA9mLE0tnARnU03Bfm2W2oqqftlWQhEsB1n6MYjNcQpsA8RlocBzmKYsPk9rAAJYI
/dQHorXfvC4AaHOFAYyYzoZ/pUcKcR0m/saHbPe9ZsZKOz5DdLKGdN0OcfFYO7KEf9iAhSx7MudW
yqmtDSoC0ztEXsr4LqO3uEynlgAIBJcxbBtH3cRux1mJx0NHN/GzBcY/9TKJCWd1Bu+nW3hQ1Hp4
OwET0U2Qz86J4ESgnzgu7vQ5ux69HKhkl0xvPszUfWkgJ6xS4MNBIccJkiF5GCBOAUgN+tA1FUSI
wC+dC0IV9UIQDsQXgQFsTH5z2cJcBYpPoBuEmXvrmjmUEmOwFskIm49KxdxUVv0E+EiGW0lI7hxC
IZ+j4TueIvmbb47diR48eMjBtTZ+PZf7ck5HzrOYpqRigTaxM23piKylsPNm7/dFvOppjB7neCa+
oR06ziECUP3IITG+TNv90GjEAG4Cl2O01LDxiHw9FUHhvw4DqF7jtMHazcdmG6VUM+VQjoRXMOHY
z3qwtkg2BopXh3rGp0WLJjiUYxrOCfCwVz83Ss7rkb1w4STxeHRjhIpURA6ZnJQPBCYw3bQFqaXE
t3U/OssY46Vsy/IJuDq/HVtoH2VMnGSN/dHatZn1zoKcsK7o9XHsIVNiKopmJqcnOYeAMQPLnFtX
RHeRWQcbs0iYx+XiGSJNnyxTDkPPboItjNlyU+hA7LrKhcElQztZlKEj72xC5o4TjDnWfpMua94j
sB3CBDWZfiisHJB8g0hhjYXwN17y5BRIyKc0yflj5+M4sLC0M4HfeG209ntbX5FYH76E/Pky8Qa6
4oTDs6wCbDymuN+L3EvWLRbB68oPCb/V9PmZAtUIcWbD0Yo9F7z+TkFtX+GfyRwxjOu3lsgM+oFE
b0OI20thTP1hEOTd1bFOd4XvtRfx7I8/XRXwLvicoBuOn2pJRGjKcFWTpmG0A5qUNpnDNXIc9uU2
zoBqwukbMYbuEnz4fTb7fj3YMCtNO5yiJb7txlY69QvR9YwtIRitIe4QiQApRaMRIX8DnBSJh1uP
37WayRhNGX/27hCtEh1Hm5o38GQmM2qj3uyeGBln6zJFETrTrO7MyXP2WeUlMAmC4iVNs+dBmACd
EXuIdBF1BOX0bBjljDRGKrjhrbGs4PPepigYkNBnvMqTclUKe4SwGifseR0k0YMfgtB/Kzztvsz5
9TkPjdSnf8at/ffmR3l6zX+0n//S+XP++bcIZfvH556jyn77YV2AQk03RJVMtz/aPut+DTX73/7h
PzLO7qfqx3/9BwTmojv/a2FcFr/HnyGM+2cy059C0+7OSWZ/FZrG//Wv0DTfMsk5I6bCJoWeP/lX
aBoTaulJ6NrAf+fsCbLkP5LRvP8kAt0GK7NdG+bEWWH7P6Fp9n9aoCHAI8pGQeRjnvk/3/76D5Hd
H2l24Y/yHz//mrH1yS2OoRGX5nN10rV9lAjmJzWmgscSku0QXpPNMl1HinTdQeXNQvXaOJGZWDJr
ZF9sPPKlCd2umJZXXbYlFag7Om0WkW+VSW+BiltfViz+FeUyEU6B7xLcaeEz/ZWO+3xB/xIPflww
qWhSuqYyHdf8LHttqoiAuq4JrxGRGDdQSADarLS/yBorXDp9/lSPEqS38FE9GYAJmxqvnS/E/r/r
t8/XAGPf4o7xi8f3YQn4i0aygyDVSRfbISNx5FUwu9ZrPoh6B9GXOWVrpu1K1l307ZeV9VfP6ixy
/v2r84AsX/DNz/9xXkm/SjOjeGxJ/23L66gtYueqQwr1rHLHOk1WGW9wkXKPc1WF91jcnsUTQyms
hV/NngfRPUjji3wsvBur0wEJ7GlYrOF3ii9i8n5XhJ/vDIbhwrNc0yFKAazl90vMA7ud+qrIrjt/
Ko5aIlaJ/JaMTQcmW701a1fsEAqqkz1E41dOTR/P/tMN8j3XtRzJu+ZK/5PaujWbxHb9triO4uaU
mFV0T2YvNQ12dZcGY+89noTAomQJECEqRbNroUys/CxO9ukUidUXz+v8PH67HNt0pYkRpOs6lo3U
7febMScufU1Xxtf0CLxSQ2Xr9xnm/8n0xza/iEhzf52pQR9Kv7aYaKHOW1iqmo6hURbhZUp2NayC
YeoezK+flPjTiwQkAP/bNi2OdNfxPq0mYoVVjOOGd1VXZslooJxPnrbaZyGGePMBpXs9WBoCmO6Q
JYmxL0WZfnGLPpbs77eIbCjHITny/NSsz86oUdIhhAVYvB6hZGwc1VcPgsJipyFb3bQF0XYL5Xco
ytKoq5d5pFJQvyGCj+d35fUURVTdRpK5WC6G2eMk5R1lyLioVNQS3tqjWjXaTh3oivR7oIV7M0oy
2cjpQNqSjvf12Gso4xjHw6yFVxEkWESYoppXPSLkeKHDIn8sgokXaTo/KNOcO1QV03ygeOgWYQcH
MZr98hn6MZdKGjH2Y1UyidWcxta2KePpyg8L/f73K+tscvTprrFnMzrBXpR1ZX56dPlACIEcu+Ra
xto5qsJM0WCNw1MkLQF/B3/PqIwE4qoqZ37YFl84DvzVxyvFBuhYlmMrxeH06z4U+tkMOqnj69aI
jD1jiXQlcAY7sEqbbaVL2FywAeoLjO3eK7zgrv/+23+YP/7+9X0TEhbno215pv05pWIaAh9ALsyu
zalhVQwRZMbaV+fdTs36XXgSBcB5UWMuIE6Q5IufovHguhd15uOHjrHzTcUUElkrnK5VByW+WVR9
K+gfMLZYTCSmgZUGEUxCCu56Z8SjOHW1GW9CSJLZQqD76Ak55p1ZKOU3d4ExTt9m/ISRWKIfFpC5
yAlaxWrkooy8ECcCw/loHY+hXpA4Tf2cN4M44W1ujsuC4uRB+fxsCF+/o3NWB/Cu/Ckyh/qhY/a1
dwA9DtHHxu40pnuDa1z1nMcV//7f392/eriexT1yLBxxvc976KBau9CNSq8NjniIzOxx15Www52l
YoE30Ty9YXgK2mBP0dqYQvnF4jovnt8fLjuS5dlC+Sxu+3NBkkN6B44K2ivmD9Xz5GfnN+r8MBkp
Vc+yaNUXh7k4m1l8+sTzFkgFRKit/MOu4NfT3BV5nxlKX1Hf8BKn2NrvM4JjEJmRkFeS3LhScYzm
zHQHePxevRoR2BgoBP6onv+/gacfRiOfroQDVJIsIlxUTJ9TlAJmaHi7e+NVRPD1sfNaopp7NGFD
EEb2olFmfMmELFjrNE+PXcFqWiDfxx+qdJl7o2Ga52R48uKvsoT+dKrblJqOIqeXypPHc/7zX+4Q
gRBhRdFjXrmOjjdiHJq9tOwIIL50nkUJ8VP6k1iE5Rx/sRo+jF0+3RLpKBt9CmeEsD6fUkL1oYeE
UKIordyHahgyes6iLBYNlvHvIJ7iJGnXrm0YYcsQO6/FTBiapodjnpdGZrWaCq23YzSVWy90u/Hf
fl1YMmxEwnYc8/zG/H5rarNlclhb8sq0dffQdzb9Yd33L2AZzTE6Z6a6cxoNiBWEgsaTOW9//7r+
ueax7fO9sV3BAMumlfj9AkwHc1Z4VZShpW98a6cc9JS4vJWwQiwrmy7euLWIL8PGiGBlJlP4OIRB
gv8RO80Djhz/XugBFeCn6/lkHQNlIR9SHckrZkpPsMD3wk9+fvGd/1QInz+DT6IJEJR7nxeFJ4ak
8UIPunQzxebSm7ueQNWx3BWIvI59mIXHJMV5ujAxWQY+V9sQ4s3OHYp0F8HU6pdCiu57ieJxLfze
/2LR/vl18cmWogj2HF5m58OK6pfXJaQFz6TE/TocA+soU9kRlhWjTqIFN+MM0M9nlOkW0tuTbGJ/
sZ/9eQP1hWN6kDURJfnWZwdrp8sIQqLavW40iTSLLHK6By/zzJOLuH3pdgSqf1HFfbLy4ZlD17dt
x3PPFT/l3Kf9IUpxssq9PrlRcdYs+yiUNvBJiRSkLFF0nLdR+qEK/xbRXWZu1ywz0jWvm6I31m6V
V89z4cPKa1wivlofgvUIvzJy5/KyI2PshtpvPGgEIkEYz48fXUta9ub936+qj/imX7caqaTr0s45
SlCN/qkWdSF3wgWc+it8Paqj31j1QckaTnYr76Yu4xgKRYrcdUAGxrA7fe/T+qERM6dUWIdoMag0
d04skxUDciaMjOCi1aAd5v1+flkmxVOCNZa3GEQ6v5hjX24A/xp04l5970W2/pGiF7v+qADKxCl3
vhPPtyN16HfkVvg7m2fBZzqq8SWfLetbCngEnyCguo1RNppewxV6tb21phriKUj4Ra0HzKE18zgo
o/5VAI0ViiaG0d2kvPXgGJVgYfr5ptR4Bnr+FL+iCZYNbiRZh+wPFcomHhM+ITH1tedCO5zn6tFg
lzsmHajjoPr+LpcUXrO6suScMBqa/QXMQeM1h7t300JLWTv5rA5e14l+kzZmBPs9go5qdenPyDeK
B1fa5S7sKosB+DiUDxD9zEPCiOnY9cn87kWWeI7zwN15UtXYM1KsFbWy4i9W8ef3RipKAEHTyhhJ
EIL1aSNVvi6mBOnQFUw6CrGxp1lQ58pNqnztD8n4RRH/V5sYB5pJF0Z/aH5+aQjYmv3Bga3GUdo9
NLqpNxPmBfkib0aMov5+cX/KqP5jWwZ+YlXzy4MX+vsxYahutAoPRRmSNyqquGqHR8D76ODl7fie
02ThFINUfGEbjNpoOoe1JLPiSB394DG1wr455O6HWCusoAiRICLCBocCM2w3Z+Xy1pyi4av4gA8j
uV9fSQ4TcDMpbLa0v+hRZ+UrraxWXNV9deYxMjZeNlTuRygIXFLhO2gaq8buDi7k53tXyu/+uSTu
oa797LSj9xYbBa6pabFwWiO7H3hJH764tWdU4fNFWiwewDN0Jlzt77d29mYBvMJFtrU54IACu+NU
uGlxIUXWb8Ks8neT7wf3pI+LE4xNDfcvXuUlTn9qiH8o0vy+Mtn6yxvHfkb5rDiFxMef/3IE8ZkI
Omum6O2s1KFtRfeAiTk7aFy6d4QzxAeiE8ddZiUzUpOsfBm6gdrXgBLnmYl9Z3S9fUzKjraECci7
jKL/0237gD9tafGKfzYaw5WGBGgkHeBYWpwYtWfXKgm++bqCnN22EP2SKttiGlMeTN9EslFR782O
t6M9766MMPrC8OxPoB5rjUoOcE3aZxjrE3QVogbB6U6LK7/S6iCLuHoegooNOosgO06u1TAB4WZ+
sXr+DMPwsR7JLCBFji8/g3p+L/rsLMu5Cgs/fLN6lOqqJ6eeYrNdG9asbxJYtIfGr9wb25pR4H40
gf+Hq/Bs5fhcjJSE7/6+hv1Uj6ExIrVOoX5nWBp4LawsJ1onjggXDA/fzHoOXtEFYsBx/v2i775y
wP8LRApAWwiKWEBxX3zGFcgg7117tOYrkIfoUJac/2L25HsaS3FyA11CwclOsyYjHIkc2BlxjJu/
vxEfrczvLzPXIDn9JSU9xdsnf2lXiwoCoTSvRhoP1MaOSZt9fnFDJpDZIoDBjkNYmjoXxTRHJxnV
4m4s6vJH2cfRvHKkqp4JWQKWwIaue0ihQe+MQVo3Ln5zB3VuX8N4KHeNcFomlRqmXDYxDEWMk8UX
yP9MiwYnpkzwXJreD5yWeIAv23xu6/mZfvqqfE2euGDp2c5nFDsrBvjmvf7HHpExADtJt4o3sALd
G+TN4tCQHrAqw/o1gTx2y6nu3RD9qw74qdMYh0puYtOajk1h3YWxI9ejgflN6WO6lik1Y4kg9Q/0
tvaJMeFTYw+gGuOskcGQUoPYtH3kYDybZDBU+wMiHUfbvqpnCD6rwUejCkG1ZhIaSXyUrHG6xemi
xlPLwrsimXGbEWc0dUwViLZR2upABZMibx8Yvs3GYeiSet+3qEL9tFPr1NTFU52H4BleVKxRZ5eY
KDfpjZJjyMIXrK0UdnMnfAErn7tv8Kh2DkqzPb419f3kV/3PucOVEooMZKzBCi8jzp2Nn1kzBEgD
c5fBMN6Yu5pEDZ3LXpuf6ViRpYEwlWrA4KOwNwkyhssg88YNPRtLha7Muxl0Ue485go3tY/tR15h
4jGnwV6G7jcTWTz2EHITmiG+KEbVx++lg6j2o3Ae5o4yRVTeHp+wZE/WVLxRIMpjnkQXKcyqPSLs
ET8Fq95YwTAeZm1BWjnDYEk/aEif9fSjcKP0FCdgv3kRUGfmmT7Udt2SdSONb16hfxRz6p/Igkoq
BvYB7moBxoORnb/mae/v6cmMi75L8SpKRHTl+chDcig9UH76eEKhq65FlgwrmAvHODUw29O9KHdQ
zruHvLaHW5yrOIGYRj26Iquh3bRiJKUSR5TFx1+SZoZtV9Sou0akOIv06AXdhMgiqfEvaEY/++Os
wgDRQiIB6tt0iLsM+K/PUVKrXU5RfU0wj7mxFfyeRa1QaYAo9/nCPzePcWSVGDGBGdd9zW34eGgw
S61lwITuLUlTeQka426KljF/P/gF3ARK/+2kkdnr9tBVYfliB8NlNggXmqWHIEoVwZIDzqGLUBAp
sPddZWYQbpScuvsKlza48EodY9V6+ybNxmWH88EiteoWtorM08PHaYSwN4akX89gmEZh39NeVpdi
SrFnl56xr7IyW0OIl6fYisvlBBb8psu6vC7wjd6FyhhW8QjZYSgErpOxrlbuEHYbSLku9js+dgt2
3vqXdeHfDrgrHQu/HrcNzLdVbBC7HLCSEWOFECYrGYlneNUoPM0JK5U+h4K36hBwLqU0I/hkLtjC
FBvRSsDFWFpVI7+1dcy8nZm9QW4T/sA+pBSnwogB2soSPdajaF2LrTR4zcMsve1G133VffQUtKFY
e4XMNyHeidcZ/IVl1aD9/9gVI16zB46hC8YoXFhc9CsI0vmSl/F1ZnM+1SZ7adsOL3YTQT4Yi3J4
b7wWicK54Ug6dMWIYgYEz91gvyLCaB8oe7sHecZX/4DyxzpjEZpSIpSayug1bdj9jATeCd+TYc3g
ehtRI8SaAxqoaWrCY4BgbOPQBj3UOD2vfdi2F+PZeaDtzfY60Xg5TbILr4y8C3fwDLDjUEV+MASj
TvjxBo4ZnoTIsXDlPK0hqiQkKHj1Ny8xg1NQORGgjcv2EidqXLvddEsoBBFYplM9w5FkI+xGxhJk
UaU9Cn+HAZytOGXaJqmfoxrey+IDKfm4e9nkONjRon1J5vw9qOMS0h2ZVxs0wLjy0v9dYpmZvaNK
Vk+2avX3PBzLy9GIvSsnL407hC/TvtWWumjG1t6Zbqt3Qs7wL4OuXc9xXl1gnoGHG9GguNQlFUYl
Tb10kqx7cL0JKDybKZnnCJzmYyubRqt7gKiLZhkTL2sbkSd/YyXI6ep+VHuOHOvRydnVfbu8t2Lz
ch45ZeeCsKtFZXRqYcWIhPsSj1dDzPt8qssN5hXpsfVwYorDiU+bJlE9SgPV3AhlT/M9S3w7+w4b
gtF/yjtZ/ai6gFmcW8FCRl9sPpdOfFtoa4LijdIGRt/BC+1w66SZvGiy2bvsbM/eSWGprYcZ4dIa
oIKefUTLuOruJgsttN94am3BabnMo/zacXRyGPpO3XjnatPvXZ7cB8KN1b6ollSE7gYplNb5cGeZ
NmDC7K8pSucf2KnOl8OUlX9Ajsm5OEpiQ8LZTdxlzKPaZIMNwGeHhl5C+EacGyKRcIzIPAKBZdBT
/Ban4RLRbZ2EnG1G9IRP3tExVIIlT6gPpobEmevSvM+Z0268rp7eC+q+FchM6K6SGbu1xex17QPa
QEbPvV/H/4+681qOW9my7RfhRMJlAq9lWUVTJEUj6gUhkRS8Tfiv74FS9w2JW1eKHdEv/dQntNWq
KpjMlWvNOeamCsw3R4z62SkrA8dGgtjXDkxrDTeU1pxOpqPlO8TGNirHGdUwUwvq9LqJIT3OeEUB
l6Y35tjZOHBTsg8Ylewh4qD3zYf3kkS7axMB3DFlJLW1a87omXLiT1YqJNbybsHp9sEOr0lwnxlj
e2mptjxlxUSLzwnqBfPGW4/8VzzSo8lOwEYInIgms/8CG0tDGKNVei73gEfFd7Wd5u9zYDPOX7Ly
Cp2GK21IuSldJ1h5KWc8c+DrrKwEpaoz1eqkmD+vCgddYesP01M2GcZxrgq96BObG9KD4j3HmvKg
ROGsbVF7eBy5kGA7KDU3lq1p+fCCPwcdHEumpv51f94h62QmFcSpYdLbRcMEwsL0r7uEt3zufHaz
cgYAbFcDvrflXbYo2sK6tO+7pXlW+Di6wb1t6Sn14SbNuFKd59EiTzgC2rxmnv9psgd52eEj31MG
mY/CAGiXIlPisXM9xguxQv3RJ95dEZZLVbyoB4ZQyi8iGw1+fhp5d6Nl8s74mbBeKsoKDhFNw95d
Y4JKoDRoVh4QQfzJMNScKJc6Ej5B9YLynv+EZz7hDZBed59o/nRGBHkZqkl/DnXIE+h7OLABDDpH
OjjRMU5M+eqDGbxp/BSetodM7IAGS1+iQbaQcM26/uY4NR+XMZul5TrjoENi8xBWnnHyyljuanse
4T6Yc3EozyNey1BQfXs4N3iLejk5tw5GAmM71UAEbpIAiV8cp+P9UMSnNLDred33i+Q5dlX/iQGT
fhOd0X9umZRdQfKF3yFrqglPjLM6nLs8oPCsN+IHjM+Cqhd5bG3rO7ur6veysZhEwxDLAAdXnMfx
w3cYAXQbwwyyYjTG1g47yAy0qB5fWHlwz/fSpaEN4ggOiEfMTlOJL6jvQxubcTRcjrP1qL3KuUce
fDsl7qPKpP842aN3YB3tsQcMfHlTGFRdBW9ZyWw0YLZuUWhsJ5kYG551FLLUK6GxljnJqFVpYQXD
wb6yVXXvBiI9MLeZtrXG3p8Z0n2JVDVcmann7CK7H3a2CuQlAdpHJ3ELiogYGpGKvqLfoHKLoDqd
JqxBawt5O4J4xDxpO9V7J4Krl5EAorCc2c3r6FUL9ieUMwrgwmi+ofOuUUpnbXBTEGJRbNrRdt54
9gL/ACGqS67LKPWatSTc/ELlmFILWbk3eHuq74VfyWFnTHEE19p3kudsEssOQOcTD95oN5+9PtLG
FcjqHvZhYuX1lcIr+gXfstpUpvbD1ThO+0xn3jrAfbjCAXbKPfs4DXl3tLxhvBkkhDwryerrJBDv
dQyQF39VnN1lhcfmzT6QfmVFtCe89aOfr2XMYraVnWtdTTB6/dVQ+eqr7qnlQTHpSB/TonCespCE
BYDa3Xjqtfa7W9zPUe0jjc7qdE+apXgy8Q3w73kjXX+FkgpD5BzvwSQX2ww+0B1EmGCNOcthWphx
ApiFXbjr8/D5R/2QyVp7K4JeglMV293pPKc+92hrA/Mrk+/yUEvOsdY0UkXngcH7beU9r46Vl7w6
57+WCDOeNgDFyoMIE85AdmQiRDrXHtWy1CY5p5TzX9UB9Va2zLxDuuXexgfUtHMamLuRtNtbkoC8
DXAP84ZNk+mjpCmV53H9EifN8Mp6PuDC4CjHNswnBsupOcwrigJg7c8ChzYZABLf7ZrkweoFaSYJ
Sf4Yy+/wOgjNPteSWbEcCIqwSy5tWbqXUnbpJgNQkyB/j8undjnwhvlAXxYNClKS2GOtcyaTczrI
AMYsHdBG1ual99emDsvOWMm24qWq/BaRb5tiNvTGO6zU+mQ4qn20XYyJ0g95DaPA+vE1ykrzDxph
dV4lHa7asGgbsE+B60Qg7h0hnWBbwxBygz+jDFDkF/RFTSNaOmj88ijE6R15db3T/jxeTHn0ves9
xM31OB3YDm6HGvJObzbFIY/84ILVQT2GAylEUdyxSfETV5S74YWRBtnR6P0EMAq1leFl4Sdd5tY1
7yzxNr7fj+vEac37su3aR247149qE4bzGIXbNgUbB64zv8udYJ7X9myLYxUZu6FzIVC1GsxnYfA/
wuzruRNiDi6HcY29whJpsPFnThGemYZvvuHN15NXm5BiQhF9K2L8VCuNkZ9BynJxlLc8YoXub+kF
25ejYQP2nVBN/7ix+McezdGkdahSeZGzo3M6yfoNPSj3Pq1yuG7c2jkRghNMKoJsWzic7Qfd5t8U
hfcngN/lNh7yZyOLOK6i+AfQlJj51jET+ZCL1Dxw/gNXNQuaHymE6hJZ5A0MdCwqVAifjLhls2Ud
5PkIgxhne8qpIR+YgZyf4CSlqReCRYF/AcZ/dd4ofuyoNpyudc3k/VAvHYsI+seBTvmEQ7p8jIz4
m7Id95TUIF7YAZ1p41kcyZGed1eDhkxlMkO966amecWO6t3rqE5tlgYumFP7xrtWdFjX2YCaB/YE
4qjBSaubcMIUacg5mlZzAm8VWIXAmKBbiNLL9LLK6/GbCYmSvpagTJy6INthToIlQzLZhRNl4uAZ
KtsO3pie5iZpQiiO8ZdzgybMYCyuSPWCEzLXanr6IZxSEv9h0Gf2I22sZydb0Jopkugvhk6hYLU2
YpqzxCgLveItG4Pg9vy41yFM7JLaIqTc5e1Os9Rf0w2x79oxe0iX/rWQJYFellnjikS0xSoS0i2p
B4PViGxo/VhLA1+SYYNi/rEcmRYucoWzbM372KrV0MZzucpQfsmlb7wXidUs5m6SkcAY0AEpmrvY
mSjgXWNoANBnGWOKmWN3jumxhTzahLgzxqCm2BFg5nYt8bY86YGVf4G72cOHtqPTeXVzUFNcWK77
KW5i76bXlHy7c5fwfESi01HHWN8z8zawK/exWcrJ8/GO/YhmIWI6DqXoZu5Ak4CCYJcMroDve3cD
SoTH+bwQN4IfXQTRZdKWEL2iEZVThxrg6IAMvoRrVd2MFrwzDPD8ERDXGsDrN7eRwdaOa3ErRBOR
6WykL248NYd4dLYkFrg3NMeMe6KwOLwsnb7KRorVmgVQMZ61/Hpwq+Ylcxok+Uj9sFp34/25s+0D
0LqU+cChZsx3Q+06hxa20Kk466OW1ta5IYn8rnzOSLk+Sh2CpxgmY91UQbg1yqVFpPtS36dg2G4y
dDV3vd/D7R+7/qZDLbL3wDh5q0q5X21LZZdi2fiwUXU3kY/ddRYJbrU+EbRFcEGJZnR2ro3/coV5
P4DPQAU95gIkPiivi7ydImYQtv+q5omeDdrSvlAdgHVBEN1U3pj2bOIsb4nI8EVAVWR6O0OjZ1SJ
y0Pn1lTlvTdVAIgcN7pxYybIzqh5RNoQYoqG/cApvs3ircsiNW3okEGMTv2sezOxwjvHboIjzI6T
DK+dy2g1PcsOz/s88Hn2KDUvjQBVC541qTLuwzIAKv04WJe+qxYFfXgHg33c0z1SNC9gZp+fJdTD
5q70HZoGwGSOcFeafUEP9tAVlXfh1W51qKH8H/x62FZFIK5M0UcPfVp9xbARXVHQUJS5SXoFaPIC
X7v1TVdO+5gtOgyvUg6uDdAe0PWia5PTAYTRcXpILX98AB2b3vg+hYGE67l3E7Id8r63dqXj3SgO
1Vd+aVhvPE/xS4+s9vL8xP+5+f8bsRFzKOV5rscygxz+wwgYdI9Xglhk3Kja7IHm+Zs3xxCoBjyL
vekWx6YU3n7IgXPGUf/c9z1jUMvw7HXsF8H7DwVvjU5rn8khuP3zt/unqoThkCfwAyySEvVxRNON
IEuyKp1PpG/g10Fdk55lBo4TWbgPyzS57MBcQKGu6sD/S+7Wb2RGKC2FQ0EjPdRY9ofpWJC5hRxU
TbJjGGMKxEFTvZxXZLpUpPXEaX0tIvE0FFnCKaKt7Fu7KqP3VGQlio883v35Ynwc1tvouIVH30lB
YvunSjFuyPLpAsM7VYp6DIoscwuxHBmFoiuYOizef/7A31wA5XumRN5uk8diqQ9CL8rtPqny0DhN
BntXRk8xXY2x8N9MaxKnqSqde6Nc7Nah518DH13wVXy51VC3zVHG0n/68xc6P4y/jm/4QkwNl/Eu
XhHrgwjYih1qgnbG/Inz+E4Fkf/azPR3BZjnXav196zv/X1oe9hi55G4jiG8m1qv+u47hIYjNBcd
6KkKEK0hku2om+BSFBEVbxx7jw4v/EU3dPFf5mu/0SEQyWkKZdpobNQ/VBaix3jZepZ9wqaWbmdd
tRdGHdE3SmEY1EPwBd1zexsWCZRfaCL9NigK40olQbbuSma+S3LLDDkT8E8I9e22EW1zMYRgDc77
hYfT6e7PF9pcLuSvF5qvjCZT+Az5ff8cZ/XTLL100gLDXeSeVKoy8gW0vesjJ93HWBp2NJTdy3ag
uvbCyX0ZQZ3t0nB4IWGKU/F/95RIdZim6G+v5D8H1nwvdgxT4YTh2314JTGpVDiDG+c0RDp5IpQ1
2CdO3D1qBWYGRqJ1l4/JJmlIgikD6R8VYx4yghDuXJvdLI/eUgjZKEY3gS31a4d3Y0MOULH9y/X7
p77WE5w8Jd8Rsbj6qEVYxLVDCFjulJ4nPOceWDyl1UtMmb/imwGhIIzlYDfZ1yJO0g1+Qjqtyzzv
z9/kn4uGx4Va3hUeQVt9lEpSc7HpCAae54GugLLw5mOeR4EV5jfBMjH68+f9RkqNrAcBOCJFrELe
B2EIMA4sSn1mnewySASNxFfGMcW+rBIHcZ7nXg5kKhzApfYMYSgK/vzpv9nNPMEYnafDEj6Ohg+7
WYxRfc4KXrUxMOHJt5KO9iS9m87PaGK3/ZEJQ3rl5U4MthR1XurW9Z0b+bimi9x4HcvqwcP3f4ca
6W9X5jd3wkSawk2wkduBkP9VbtCUUemKQctTnKGaPQsEzzozBsbVC8xU/ReNzm/uBGuOQtSx7BfI
O379vInC10Fq6Z6IvUouXAKp2M/j8lOelYxxchuzZENWT4ZZ5eg6rlr95Vb8UyJE29REs7qsIrbt
fbgVRmMSjlJ57ik13O6AQyW8KLyseK2XrAEzcTfmtEiIGfE+9bNXXFuT96B9EkmTdJAXIflWf/Fp
/e7h4AvRZJUmIlFTfrgDNm7Fyq6kPNGzk49NUoaI+Owk3FUIimhkSPXdcZgnRA0vSDAZF12dtnsz
igpiBixM9SbRVt8GEQ6v47zIHf58xX5zw7hKXGpE1SwaHze3CnKFEdrKOzlmuvS8G4cRVpcPr8ky
pE3NdHw9F8vn9WocZ0YTf/4CvxGjsLniBnBNxPi0Qz8IQdqxdPyYLNyT1yfTvQ6X5KAkxSY8pZel
27aXeQjwyCQ44SIex2yfStq2f3lufrPHe+gsWEEcyyHl8KNGCsdDKWcW9Vvf7Y5IygvmcWO7h//L
ONSY58/eOMBka2j7MIx0xp0V36Uy7S7tMiIRJmtS6F6W/tqFIB7gOsQAx83uJA3aKTU57eQLKlqE
f750v9mXqMgwczm8LmhoPjxawII4SUKTvtXLGkfHSt11loWkqpLLqWQZ+3Xu/2zT/9vW4+v4tSl1
+b396D3+2Xr8f8ugzPX//xuUL7/OX9NIt18/uJr5f/rhT/bUf7Ae4MBjOSZxAI/F//iTHfkf1EEW
cijpIRpFG/v//Mmu+x9qb2wHFCByeTn45/7bn+yI/7iSQwIdYWZUyKmdf+NP/vAsLSYgy0WfRKua
R4my+9eFu4jAjLYt+TIlwW7Ah8cgfTcr+PQQCw3rEny4e4MJLo7/8gx/0Eb9+NzlyyusHQo366+f
G+PpCIZAoOqRgHIFuoUdcClaM0Mmjz/dj9sfheTPFuwPe+H5o0imwffDiAg58IcqIZ8ZvnctEX19
NahjZndPPrilnTXPuEYs49+dIn98Gv4An2Mc3q2PReNQc7hJ2hH/kuopS5UJK5l2yAYieryrhmFY
A1HARCjLT//6Z1IBsutzfsJL6S5X/KcqOh5Me8kg5E56BKNGWorvncynbZzM5lZnuvyLCeM3lxUU
CLvH4hC0MGz/+nkN2oYoSBl25lGWj3BFyPzchM3c30l4NP4O7l37t5DxZWX76aTAxeV4gLba4oHl
xfm4Z2jZoska3GbXg9CHL46KwSvNv2kUP36KpHISDgYxJIq8Gx/1xlT8AAwbNexcb4nMrdrook4S
+Zcd+OMbwKcoix+Er0hSoH00sUSONgqO/OMCeyro4Gdj/JxUUGBXOHbF4c8Px+8+DDc9B0M6DP88
yrQR/bRAYlgSAQd5GY2PoQWyw46tlz9/0G+uHZZshzY4QlfOYB+ewspOiiKG2LIzfHXCGNQAE/TH
vzx6v/0Qx13WLRolLFu/Pno80fSYdEsIju282g4c6HAOvL8sG7+7ZJxKuVqsiug3P3yIHQWZDInJ
3pme7PfVPIOm88urDCHm7s/XbHlTfnqqUZcsBSJHYAlvge38wxosrWmAbpjRNt0ywf3LQvvhH8fH
tewsgo4btRb3/sM/PnAII6wiT3fYfUjcnWMRNPe2TMz2rswJx7oYW9oo62IOEhcHPVFKT/Seg/H+
z7/xwz6zfA1KkOUwshQsaK1+vWUGlClvBke3a8WQUlaVQQ01IQa2QERE6lUXqojsL2MPfeLfPfrn
T2bZt8BvmGA4Ph5N3Hmys2bush0zxWw/MeLfTQlZeA0P18O//5EsG+zyizPNPPuqf1qCGaoXNnIQ
YsUiwp6MUDevFJ/dgWHwvJ+tvLtPa6/7y0njd1d2eaUl6zB2beeDNyxILAGJuyHCODahXnWqbZ97
GLqHQrakyYyh1RFh0Zf2+7/8say/Epc8/VzuJ0XEr3c0sERZpKLKd/CF2k+GVDSxo6J40dlQ7wfd
IY60Muf5zx/64c23XTQunLY5VNk2Rzp7+e8/X+HBclThm/munkyGLq03ZBt7iO3+L2/Nh5f/x+dQ
ZSHf5s2n1Pr1c6I48AdNSB5h4mFw7aa9c1tZymWmQcD4n3/Sx/sHgkbSvcEQzrXkCV322Z9/UkQS
FDJx8hXadfslPv35X196L/wDPy0vJIRxVGAxRh0n0d77H5Zku3MIqaW9ue/biNmEmObi2EepQOSP
9xt2ctpDDmZmAFFMlYnFYL7w0MawwJrFajBDcpEy+PdwHBySNFU1xf5qTEL/s9O6DsPuSM9LapDG
U9h7bhgSPUysE+nJtXrBqdkdM2Dy4dr2xhHAnq3JULP7+KnCUazWlVHkF8lACuZap4197OZGu9fo
vQ2gFChDUMTGzCtyQw7PKlTg+OPKiu6L1Kc/r13jJRgn58ZMWveVeAP1JnpR3GHP7CA8Mlx8iVM3
bJEn2XBhQYO5DYNkUkrWkQ4BfVcIo+ONbMvpoo1KTRZSiAx6m9Nk+8RLHNx0upn1Rrte26MOSiFG
ytleWIS946+13YcHt9UuejmzjYHSmIQSXIAXhD9rpL7CkoQndDt69SjXrhly+TkjjM5FcYZcK9+Y
vjF6tT5HmQ3UZyrMPFthpiIJygmt+piwtC/R8q2Le6zryor4phAsq4Kb8TmMA52TcSeyu1rJCu1U
TcwIJjIECxnplMFF0MrQXtXeAj1sSHympUu7rLugEQXfkTqnJMZtUPohSDHTFjFTm40/YSFYZQ3h
tiCwZTJeBPwHmmt+6+8zG6o99UmeHVRogKGrZWukuyHzqrcAP+KJWZsgpnnCMXYw0iq7rgCo2bew
hIdbdDPguoeQqfFVF8/FyMqPXGE1TE1RXDheZ77NsSw10FswvONk2V8sMx6AWke0yWDWMeJDSVxE
QIjxRlYb4GaEOcFlB6acuqRModboByKqPJtgVclU775P04YMO8KqvuMwrDzEal5RrCPqx5dAxaV1
UGVYJbdoKcfL2sl8Y88Ak1rPcsf8haLPtPcl4ch6hxrX0BdZ6EB7m4YoRxYvNd9wtAdsmnomi6Rd
ECebTk8TkuKuJoOmnUkyLlOZ1ZumrA1BDqFroevI6+4VvK0Jx5omYrEe7d66rKQVqV1ldqkJsKIT
d3ydhOG20B3O3qCjiTbo2gSVLmfiOJqaYSIg64quyKjkcJoLWjlrgCLTF0j4Fe2UUI166wRFq6/S
YGqrvRHX5FIYZJ3u8ZUovclNV5fbkMFLvrMRPwUHIOVti35q1uEd2SKBs5loRRy5ElOyTalSL8ko
W6K7y47oVi9ys0cz8F1YUIUWxTEwJx65RTbprueSVjjgPH9gSbEjBQiVWB+YoOSi9SuD2Sfu2FbX
yL3Q1AWcIRwbK6ijGbKisa/IoZlFG35rGnC+m7zOXGcH8cMitzUj3mdP8HxbPPhO2SGhrNLW2zpz
jxpJtJ45bKIG7PwqytTwGeOpmteuHXXPJopQ95FZuXqKY8weu9ROpzfDb12LLGPROgcNfUZj9B1L
vSIVRB/HWrkuodigGALIsO0hFBkD9lLJ5pmU7Czd9MAQ3uLALezN5GaS5Pk4lR0rFwrVtao7ByZk
VzE18rJ5fnao/K+KWhDJ6hZW5EHfQ/UJb1eEzm4QedmuC1ln+2aajGjr9uWE8k8aTrjzq6j7PvSj
Ya7BFqY3geUiAHd1Nr9XdcFfc6zOfarM3OzWXlnwCFTaJu5DqTb62vtRed+rGJ61CS0f210JQucy
lQvsoSRgbEJbKxsidyrMn3uE8BCWw8A3euSocc5ZmbhQfyVNQn5Xc4Wt/KhhAl/k3mgGW3plKFIZ
PotsnVqyOLTD+VHTec2EeUYRE6Zdb20scPHgIcHsd5ssygNra0VOcCsdnb326UjawKT4a7VIGFrU
c4qHE+l1a7NLte57J6ShrjAJ8uTDEff9LUHs0geTPlf9lnsR8edTEZM63vQk1mVDJ8E7xj2sZpN9
QF6YtZ+6e7SXJv6iElEU7hlNXNQ8sR7lLaTkQUNBTfMEVK4a3QAFfVF8rhq3gQCCdn/tdq0BeMan
Vdi38TegsG+cFQbiUAJxyrH5rQoMIHt7zojUKqkwgAHW94z7CSIsM0FWFKULs92lyULScQDxVXGo
5cpizb/WlAp8J8IXLxFZ9dXeBze92OH7Y4D27aqjHGNhKLed638tCLTD9eJvizx/w7eCNahELckt
f3M7PX8arPS75aldJMBMxd6nrO5KJmXiMz6KDabLz3CxLxjl3rthWa5FrTUUpiS5JtMX5fZMiqCX
4UhHhwjlub6qo2a6nJbUpTLm1ZrY5dbKNUCFDO3RWSxZkuhyxv7lGpt1c9UQo/SEQCfaOGl+ixko
3KJiClapbvCT9DHjUfJKYAcTUUdSgT4mE/epK8KdUc3TwUTFcAKH3V8NUzXrrY5Y+NY6WcJHhcs7
T/5N/W7XZvUmdd6N2wQO+0MD0eeYq8lb6ZzTHYLabNpraaJyx+z8qufSmvntPGsrqNLWpxnO+b2T
29SxsT89xISIQpKsaHgl/JA99i2xN/0iOTk1zilHm1/8NFBXTJz6ExziOFzTX4k/h1WIss9k6HCq
gTUb1FNDHq+HtnXeapnTIAGCE4iHBusZAAMnRSg89NPXwIUcP7n3sgN6kGKOga6iycexPrWeIL1D
j9Y9qBwXEE0w1QfZ2+pexYON6lDLDYO1aSugfYIxFZt5ZFfC+lyCTjLJK9wyjGu+BZSyyZomdTCt
vXRRAM99I7ZuauOcKvg/xgYZnPXF1ra4Qn1M6CQDjfyiVpq3oRz0LQNyC1x2W9+gWrO/Jai8hqc2
nwZ7CzaAcNegK7NkXQlcbrOlx+M0zu+lq7ptORjtdUAHAIl77j73oYjfUB2777r3WoIuUwqLLiqf
RuYnd6NHO2R5RXjcEoG1vA8h3dF8txG8i747+IMjvnth/GUkB/3OIngPbMR0QXmUbU3DNL4bsLCv
Sj+ol/jQz5FXN8+Yykll7NqjWTNKWaX4Llimwrm5GdLikBButkYDX9/V7QDL3OvA3Q+hn8PC9r73
I2OseiJRPUCkvE1bNW+R9OkNQizsOzg70db4DmG+WEG2tgPWPUbishboNt6hGhCIWBEAaYra4oPN
4l7Gw4Uv5pNnEB63wgmgjrVbgj0OAynfdTQVbKPwkLAywlD5Ckcw65eo4mFLVSpWEpTtbpK9vx0G
wQTasndDwCzNsWKLAPY8IwWrIefBg4hzAKBiE3ftjtUxmHNeWbMadzVxHJu+k/4m7QIXtbkWFir+
QK79aHwKOpl+qkqNpSms/OlYC7SufiDQaA9B8WIDuX9o0XBceQlRquDd5G3SYZYryG65R7RH9CRH
eUjrcWuS8011e4pnKK/IVXiocm9Irxz2tJVqqu5YAaXbw7UfNnImKGWcbJYUt+WVAxLhXhhwd1Pi
RrZe309rfnO0G8keJtVBa+qVFpSsVvkane1EQFfeFUdACfpEEdis3TzXANldyY3LYVNSXBt6PRFx
e5sgfX5yKj3aKzuNa5KNZQbtuELxjwYRT/DUT9U2z9jQd/NshSe6uTNpZ/aUq5Wf9IjwrXJi1Wi9
+Thwl3aRb0bGmiKw4j2a1K7tqQJXTZHBoh1mK8rWrjSCGYrxEHEOGVANJC4F+QW+Vvc1N8s+vsxJ
YrUPtmQ7vcYy0rZEtNX9cGXnnkTWDsmEisUs7C3t31pvvbqk/vBStry4NMwHJzIIo/IobFe1isJw
jT56HjBeiDnfzXGNGw7XmTUtYGHImvyGLpFJeyJGpGy2Uy4J1h4Yhi6qc7I1fK+JHiSi2O6uFk4F
GMp4ryoBXWmCbGtrX6x15xo72y5zvkbYPvrUOO916XfE0uHAuA+p6rZlrMVpcJKXzjYd4kDSU4wl
DCF+ZLJJU5atVeiRzjYQJdOtGq8iZQQ5boeMP8L8FHYUXKsp9MeXOe2QSyILKfbjMKW7kU02W6O6
LThvEkGe15xfi9gw8F8uC62k4RGFpjoUkXldzMlzaCDqi0Jk+YWdbCXFzzGLKnWtRB1e9UbRfcK7
5RV7Z5478H55BNoYXWifNgXZVLKK14gFY32Lk7y6ijsn3fLyWLd4jkkjlxUmlF0jQmS3zKCvYkfL
G3ckKMJwm4veoLSbk1DADY/D8JYTFWhiYmtXtGfqCxK6JoyAQ5acEsKymkqXe1tN5iu08+nJtdOI
U4nF6chF5bzw+nF8sT6pDX2gascVeGLWIGrI+SB3YHgDB9zNfpo7qwEagb0KM8BhW96F4kBpqPZ2
U5MSW7olLMgkumoS79WaQ5+MTP/aKabcWo1ZH6bkfsT9hYqN52JC6R+bRn/jBZ64xS5YbDXaV+S6
4zc51vmpMt38xBB7fOPJeqLThkGB9KYSd5+KrvqBFF/sx1Avov6e6chBDTH571MZcm3JEhEHswin
dVyULwxZl32T5FYz8zCGRaY53wWK9hKUvBlkDcqvCzvs5BrLSrkuitx6pniIH9qsg+DfIPAdV5HR
htU2aYJs2Pt6DB+8nIDQ5cUOyT0LwFsulf0XdkbyqwocBB5rKZVUToGhwKdnZngaRREcvEbWn4eq
FtE6GdviEYiH4LKSIrGGJhh8Ihmqx/UoA1SoKldyW5lAxiObtENk+sajWUxiXKF49+J1n+fNZujE
50UB/ykrZTOuh6z/Omm8YB1lf5gSnYFdLMFNgok9LrBgAzMcqp2HJCruyaODixRQW5ZqrBfrI/uP
zMUD7vbhPe7j+AJPxrNeqMJQ9wNCd0XVs5GmCmlrQc3xXvnN4lWNYNRfN/lYjY+iaUhncTEK0wcu
XojHdJ7b0McAY+OCQVwVed/UOAWEuUli51ZzK8wWGow77cJeIFtQRS5IQWZN3nhx+S4TwmYqMzSu
CRP28iN2OOOuzpazA4r56YWwopxqnCLiJiCvvt/TVyvybT5M7mMcGZpjBdXdF+GFzibJp+zd0tgX
Saafnga3F59ss1oi3A3i/BAI+BmBjKiw0OSX/V4YJhbMOSk8wpsTImer1iYQ3CZFL4pmYstUYcEc
7zx0bVUyG5uqMLBP+3OkKD65HIjXdTthWB615WNC4e6v8xi8P5Jba9w57mxbm7TvwdtOnWyfOi+k
1EfDI49aK/nsRCnBUVFXy54V2+uaLX5kl/sZjkWx6WeABAqbSrjjAckGmLh5fm0RmmmsADUV5FzC
t/ja2VSU67hqytsAIvnIVMgyBcWTaSabfJ6mfjOYs3iNNYv6BomoROI70EbBy9XlD4kvMorQSlgd
1ltS1jYSFXe4ZfXA6K1qT98PYwJBzMJ9QRhr1SNshRxrfjc8ASZ/1i2+aFerWq5A+EYE/KaZwKIz
9ommvqP+2tS1U+5pKaRLEGUixTZTqvoeMCceNkGfZ4TB0m+6RlXsXSXTxDE4SRSruof1+9a359Tc
oMkxbw2sL8Q3EmBOaFPdcJSglhvbK38Mwf0TJshMjF4vp0Ir4XASBb1DBk3KEQWd/2yvG+Tk5O85
3fyZhk1P6N+gW7w0dkcOXOCO/U6lsAf4ey6heGzg874cEQBxkhkjKvfGV2SXDXPE6AN1/hKJkDFN
xGbQrR0Yy7B62tpeIO5TWBzwnUGLmclO6KgeTfeqRKTs04dS3V3IVmXQiBk54DkstSMBpypLqUEz
ZVzW2aSSrWraqlo1Udk8ZJkmelWOBp0qRabgt34BNK06J+bgQeuvp6NtZ7G78UtZnUQi2DRRtLEi
SdsnUaWO6VZsUqSUhCf7ff4FD1nNAjr2eb8e+879bleh+7n2HfIldeUTGmlmbq/wJ5edu7ZtMV07
eEJN0Kt2DT1RkYZN3GT4jX9Rfi8ji1Iz6HX44lqt913b47zE7hTjzjYItF0nQHam/eSnEQe/SUsH
0iEDQVw/Vl1tSznQs8VI1BIyAO4n3mG9tj+DDcE0WUlDuBey/i/mzms3dmW7ol/EC6ZieG2ycytL
W+GF0FYgWcVczF/v0fA1jGvAsP1mnJdzcHaQ1Ayr5ppzzKpjRsTmS2jbdNEdlDksF9G3Vn8VwVA3
kmZNxy3K1niXLsscREYQzvSzh4YRxC3+E/RqUc7E1piKuO0rAtB7+LJhe6yGNqVanlnxIaOexjni
zyrWTTpm1V7gEiQMP7dgZK3aUP69L6TTRQbiVrElrsFOiqD1tTDCzjxzUzje8uH7uXjhew6f8mAB
c9XaTupFcx523akaRr4tjKkLL06/Ue6ZviYF9kn17pvZZpzqe46xb8CfDGJmiWdT7DsP3lMg7YU/
KsVaQSzH6hfoRJJ2lyK0hz+52ZFs8cK+cv8uAQaK28Ag8HzD1Ou0GwmU9me2BiungGAkGDVBO3Qv
fYNETt5c1MG8cZC+3Jh+a1NT5dHaZ1LYDn8FwHIoHSsA91+mVEMHkQnmQNM1ncy+1d6nyoOScw5J
M5S8M3FdTvWWBifKmjajYI1I/7Xix+pFIGxqIz3UtSjwFY8AMpZoUtgO7wNexpilkN05TTeKI7tt
wgWOi6tTbruEqyK+NNBQRqKI2T6uTJo14qYzHUKJtS7LVwKTZG/ra+vTPlXt6EdDOBdJzMpQW5GH
rtfQ82YGY6xUOzBx87DmO+/JvBKKL3L/pDEfWtGoruV5BdtimZxLHMLtNmmLdH4bm9Za6aJUgUR5
5KgZk/xCobaNSWZbCq1GkCVd0nRh7Lqjt8+cyalfe1dOzB+YonMuf1nZJIPNOqNmZMpWcj1kRLdt
YzX1J++RwTkDb62/RyttqSMJcs5py2SwdEESxsDg6JTj/dww1eJs0wEUx0456SvaQZfcqiEoGXbr
JaRJ1TEpwBSceyg+V+zxkQnGtP1RriZO7tM4KbbNXDrhO+wTFqmqtTTzlXAripD4jrKTV8nhVUrk
kYhkpAuem9diHhuG7OFiLMvqnMYycSHG+NfT1t2aXYmDQZoEPdqVcJ8d0ZDooxRj/ulHYT42pIzq
zZgvIGiSIplfbTjR7pnEgJnvE2umfdqVCDc81DL/ZAhn9rf5OPpjpEfolveDqtNHdF/iTZts1oax
M5vEpjAsDdKQawpmOJ0sdWhjIsUy85bgoE8vrhjd4d5FU1B7z08MGCGGS+FGU3nLJ/AMmMlcSqaH
ZIZDYOum0v+V02ChOKNthGBWAl4XGzJLnhuPXCfmCTp0Cw7I8xV9v1oxYk+Wxzbc7CVcndqpAsLp
qZNXUZGkc3louCV7mmDLpjoQ1ph/Gbtzl3cMPT0P+TQ780depQ1lQ41lzjG+jqreKmAJDjl9Ap9Q
x6h3K75tQLoLg85CzRlapnEtvL4mskn6TlXE/jx7CtYrTQCTO4ls2MldRw6ubbIf/EXXcr3a0U+Q
GjFNuotvPa0ujCeqR0CGrClp3X1deQRIewrs9N5eS5+2RR+geWzVpIU3VJrJ/OhNvYopYw/bs7ao
vd1oc3XuS7dxn6jh9FVkmeXwHaaYmM4rm7N8s9Ctet8448T7F/zsk8th+FPYWS1vlmxNfx0TiNcG
hnxjPFLn6D3SJmnx23odhu+LA9D7Hjl1elpCu/VOTeC16zmEiZUexoUz5GUwMlftit6swz0JlaHm
tVKsE0VApF7EXavy4mlO/dHaaWcxyefbGHrDqyTEYRo4SSiT4RuNjBP42mVrsJ87BBL4OtTz3SbZ
kHKU50obI1Gs1Llm1SrcSHN136066W6Zwwg6QkSh3JnW6IAIgrl402Wg6MmI8AqJ99zJjYaTK0fZ
rUXg0NwEHGW5J1uZfDG6DOcS5FUDu6NIl1PQddm4m1M3e0rbkDdzWJnMj0ZfopK3hlvHemU63VZt
ql5aLempAc/WMaQMJuU5c5UVqDkWvC+Ft+27SWe9RGlGzXaEKV7kdex6iVGdeaYq+5ZTMVsRE6m2
50a3nB1MyvLXpLs9i4M+FAWXJVVOu842xzKG1lhaR7XIotiJAUhs5JG2bNINv7wcD+AC+VK9JqVe
+OJUkqFf9qM/47AmkhbNdQv7ys/ztn6qBquYth0sKvYfS+IMhOCmbo1au0rfyiq4ll6XLKnpqPat
8Yz5nWO2jwLhwmESquBYPuiCTjohP8J5bay4g5T0UZYDs4tJ3Um2BWpjcv1BcS0Lbrokn25TcrrM
wCQ7zXOPQZogvrt6P2I1BWVD/LeME7MbekpEh9nfOKvTmnQ++uWpX9iZxo7pzH/dcpVnFnmKHZpW
5rmEDcEtP83tO7lWnwP0iG7NWDhlLxYpxuo2zNhbsx9Qy56PhO1NwkXrbS2UQz8ODb0e8r7wWOUn
tVhgT62hsR3K0k8vHd8I07XjarlhGO7oTxBZk51oyHbK/UrvkAQZQvx+PwMdAH21Wqj+k9lwgta8
E3H1wkL4sKeSDTC7D2R21B50FFacBn77oVhfamoBzFMo3WA6uQkH0OMa+EyHKYmxbktidgi2OiCE
dLruvzF9SuRR16tR+2bTJ11satBE26yn22Mr3Elbm5FE+GEqpurH1DZuxgw7J71ObSZJ1jcNTR9A
burDJFIm5I4i0kvC+ZkC6WXgExuBV9QHijBcpFTBkL2r2d1SV4706sOhcRe1LWjQNCIecuZb0iZX
5L+q1vRUsur+u4TprLaEKmsELd1f5y9UmHILmN+zbnJejs0OBytEpI5376PtTVUAWIfJLTaWtvJI
pjpZuMlDHua8/Rtnui/GhiuSOGprvbOrtZ87gk+PjklB58FbRaAiTbuCwRtrFXXcS1X2jx0TDnuz
pDR+1sWr3ANRRHEsqtb+w1CiRFzwWi9jUL7Ji1vbi4r5WV8PpKvi4XDFhw9R7yTusg2UvSSHYR5J
kxfUHpRHVPoasTCgi0MfFNfbq8/2nVppjYi0xdQBuqc3C3LOZWFl6iknh8GKn/arCVSFJ9Zut06e
KD5JoCT9g6BG4ZJQKN5cBiIzaQQaQHCeM+x8vkLvxEelZquPr8NkcmwblxVCyww57mwYct6TkF14
N1DGNm0L29WPoHgWovNN0ZCfLRoYJewbG4fNtTc9K8tcpn1m9kKcOsMNkoOBOzAkzDDxJTLeLHD6
HDgfO4K0DkE5a52aO9USzN+tKSf527GgczWGj0lOlgWJIymeBXq2HYzZQnJdRFAT9a7gIRdJ5+/9
IdHtR9MqWleiskKRAGCCoPOGJUB/zNnoDxE/Rxb20q+vGfihpZYvke4XCGn5vPLpUYujFttwL8Lj
nt3CRvNvlyIlgh56S42iC2gbs4xIymGfw3J3jjTV+R6bfYECtHWWCcozA7b/tw1cJdmXgmwCWFIC
1BCFrD9TqkrrQ4XjJ4yWohnkfuRN2p7swkAWX+nfFac1zVzzI7EybV2MTAxiQbFLgNu7Ddi3P/5q
IxJfMBjPc+w2sJr/+FnJJEJrcDr3xYY+N+1Gk19y/rLsvJzO2bqU4WaE0DbsQIIBFmzm2h5Ps+KY
t/WHNZsOHu+0scRo49o/CeFn+BmZo5qNAMApj/QET5RdB4H8coqJBSk5coFVefY67zwxrH0rMRVd
nLegLTcFOVz/YaDaTzyBJZuKzUJBKfUOs6d+RiwSDusIzmEnsH72T98ZzjcLTjSYDjxRe8ClMlC/
O7fdAK5s9b0oF2I6dXNnD4+TPc7vrP6yYgtVipZIPY4tEr6Zub9aKcO45ZYqXvQ8mi+Z8KYPv88p
IOfsxVgLKOUvZiZoR5PjA96YhCgfRvKkV3poO7EfgD2QxT41Mgu8FFZnm9y25l+vk1duIP2R+ihT
YU/bamYvfiM5r/ML64KIJJsN94MxDL2hhipXXpA6GZyw28AN4GYu36g24V8NTn1Yr7uArlVYGXPG
KqJrBzNSEIHzrcUP3LssviGDHbA5i3JGJ8jApggHahf5erRRZ85JZ2OI1mlEAb3m+deqFUK0PciB
9J5wi22D6k8fl2NjUYJj3kfB5KQy8gzbqZipfR7DVPik/sFMU9qNOYLxosuzdg4vuLY9K04VgOAD
Q3PyhtCgmQoUWLeth6Hw2xOE1DSPFmrpe2pUthC7NHl3bF2furRa2szI6rQbAwJkB8NxEu1yKKi/
Xc86qxXF30HPOGFQTMqSdBnhjS82jUts630qn9cicVHsp6Y+p0js1wLx0X0MDSJ3UemG1ZlPX4aR
kaW8txVsqO9caUhhtcVMu5nbam2iIg8hjPio1UZU5ciDUT4yhUdr0ZZ81UxzSFgrn9NZuhZzb2Xn
CVb8gd99zADjUSlescyMCnto7rzeXL3Ix38Y8MerwootCVoL/KVq/cjoAvb5ZKbbywRVvY3NoMi+
Ap9adsbpQb36emHK7wpNbamWbDUj2Un7BnyQ8UVNWvuCNwLgV+Kq4tdyccvs+jZAqJtmwUemxbLc
Ev4K7TssuOjQfFmw4cHaqA2OAJ1vbGF49/PIBBhTmz19DMgRdhQwOT32zVSITe0HVDgvtWM3QOhL
ARKIA8/9mFbebc/u8g+XMb6YSU60QBvp3Kb0pmccspCynGfX7WqLNTGXJI/2fuKI7dXVvRP2M8JV
EVxHmgLT4Kb1zPEt4fRfwytpUn3dl+q7DNbejD9McYHZNCTscs9dvoitigffUc57KwrWNdJIGH5C
NNY7tc6Nu03T6hNF0z+qaZiX1zELxOfkuemPjwZabUTdu5dkMEGMN0VhP5qzX2R3VdMaSIcDN1cs
Edy+yB4qhxbcNefImZbelwAmadx3odNbG2Xhhjq4MvF+Awil1LDD4tyR3m0wQa1jzRi22PmNN+cI
9ZpHAzWwpWElpyGnf+DD0w4d9GYiyeWljSJbJWvN5rxUiZ42VgtN66FdDdO/m0GW8Ws0X+MmEQkx
zxIknH1hceKvsaU0lNCGsB33qgsZmDm+ETeBEq6JQwXM0AZXMUNGt/b5r80tPFKe7BMZxiXTNzt8
XYFx7Gj55DPWOfIMHdtjEMNyMQ+S4/cYNSXK1o2AXUOmoMrDyJa+fckkRS67Jczs+7q0zN/QUn3I
A3WhPdhOdX1DSg+eRkqE/VeUSr3AP+XxDktLf/M6G3BTGEQYNr07Tdci4tWqsBv0snsGf+fWkEFE
6nx3biHby3pVoH/zXJr5Vxu0udqWZaboHHfrWUVFGeZ/WY9SGzxMA3T0OmUC3vjFiPkqC+eF/tyl
7eNymORNi/lJYjM16/zFHryM6UBnYt37TZbaX7gLxmGbo8+tr/yJC7Roc+aYk9Q+qieLEQDf61Rh
y6nroMSvAi1kB9wxELFRFP1Ca2qpF/fA94EWOFJJDbow9GeUfw0i8FSKlKMGsMuudQBThfyz0S5N
w1ujy7gh0PfYv7G1yYZImGj32BQS75UAXineQzD/60UryoLwWvh0DUt8PhRZVRNVVACrcrqecF89
abvqzzqBnBQrMKxIxs1wLfEbDJkeWPsJFZu+t6jDynUGvSOfjSImyIVx1fWgcW0IhI8JpSepWTD0
V/CfWoc5lJOatNMsmhb06QbJFykNTkrKwPfRFv66HsYwNbs/owlu7o4JhxyW5E1WfskVkuGp7CzR
3RgUPmf5zVLkNRtQS9Vzk3Ayq4M1FumYst9URWNvA87swaUEjJweMOrV1cUAzIuUIjQFzwTejR7M
+NBjG2RUCgjTNJ5pwAwLAzMFEcTgByCKDrGUlyRduTz3duzppBuN/bTkginCqGpMFh4f2VfmtrI/
wb7RGkbjPEF+Sru5+mIWGbtdNwv53oJZV7sB9m93mLlAQGxiFYl7VlAo9sbcfZprlRYUl1OiuZ0w
65TnkPKeEkfcNKH+e+4MyaGeuukth9433CyVXQ8H/H4gY6ppTXCaznlt2vtFmeJN0qj+q7mKy6gF
OjbHaW0X16XkSDknn6tmx2PyPux4WBlt8dhwKwJ0w1U7xfNKOPdCxa185fKdu33CkuWnoJs8OdOk
MOLNXHSF9Ftw4Dsm0gMNxPfoBdxSWGoiCZMYdr7LKfOznNPAjaE3+EGUYYDOTF4iJkt/o2x4f+Qj
18mtCydLcqpN+leMbBjfHKlYh9Nrl6cHeEkBsiy94JjIAlkOf8UA4hrr0tp4eCkykIIIHdV4Avbn
BWlEss3Xh9VurnXiM0XZ/gOulBJZYnWdrwTdV25N6bom+k7FDxgpI823SVZpXLBmpQQW0gJXVxPD
Mm3WneuP/luWO1gUZIkZYNcqWEEI0V4znkQRVsvOS2u/3vVIJeUJkKusDonLtxM3pSp42RtKTrE1
LzpEoBskfRvpvIR6G4rFGPZ+T2DgjK2wMaNs7cEal95SYRCyB1aXfdpN4T4JsVe9EwNmguH8s3QH
eynN7Iw5u7LjDBBpw+Ykp7uY/RLdybgdS2ajBcVzU2Yc1O8Gs/ccGnga08To1Xf6BmYsvkg+alOe
Z3ui+qXFIstjhpzn9MTdoKxn056vC0rQVibDBtWrid003sUyEhMoTLe25FADXmbH1ugGa+PxRjfg
xAQkoeDbBtx6OYJW6VRvidel7bnmdIqAA45OPTR2suSc5Bw0oNpujPJV6xWdHv97qj8NyZbwXjVJ
rf/QqJhal9CWC+HFsJnhl1k1CNPvHPbJQENIhiBuMY+VyNT25NKxnE5VVT3oqbaG1yF1fLsi/uGC
f9yQou7XrUVHqH73kBUZ8ljaQ/MhFVsAn18Zcrj6J8vy3yZcJx5DYFMnOoYx2wzPXP/mCPXMLMJ+
hM802+WtS3qhAG5bYAgysmFJMQ0hP45xmBtdd5QQ59LTUvi4OZam6dAo2OMH33UOkfQV7rlpHKmT
N8aHlbZi7CttojLrbp1oDcEhotfhve6VZd80Zh5QR7/mPhRS7OK45K8UeXbAhZJrv5xp7E6VOrt1
qumWGMMCrgDOeCPpYjjumdo3Ll2Vt6hsXX1hZSnyV8/HRnPO60wvd5OucexVZViH11effSlXE5Cw
Bjp5zCE0tRsPkRQTYigl9CPYTgcOwCwOc6Y4nCAdZsUrdNUQG5NT0VfRN/gGAUW1iG1ovxCPXQ7B
/cj/OA/0XvuGf2A0TH0cTAJrQLLvAQm68z6ZmFabp1DmSE9HOchKVAcWIXbZfQZmXnNHqgLX4nIO
GotowCrGbngYTXOw0ZJEWfj9nxGtxWFFVCrZLF+lrjn97Xi0eWZ/gpWetcFumntkMl5gwk1jx1pB
BO9Ad2QWtod80cV2LBcPI2jTJCFjbNYK/ACUk6ctT0+bfSBv47QDFlvIrFx0XM+0Fiz7rB/TMN9O
pqO9xyRJMtltWHEGjj5iEBPzfeHYJq+Kka8tfHK8PJkOHYsVyhP8NkUXBebZQczVwb6vHfmnVQNr
4NxMzYfJWcvfnFQM1TxyEj+81kaXkbQNXn2A2B8hJt1h02ArfpZDEO5n01q7Q2kb6sPqWvFKt0P4
RpNwNhKIKanr2nVUVCKJ9ZRAb0kSWaRY8hrIcMV2+9/Tpf+ntP7/Lop/1/xUT33389PffDb/NbR/
/fu+6mbpcFP3/18Kw0m4/fd5/Mtnrf+1X5xf/s+mcNP/h0eznWdacGo8Sjn+I4lPavofJiQK3kQu
/WqBT0bqn03htv0PQaSa9nCqhzBbhETO/pnEt5x/hOzmiaHBeb2G+4P/SxL/X6NtBnFB//qP9V+i
Zk1t5CEgpvDorncYX7T5P+TLSJL+awLsP/9o+1+jZSpLaRodjAIlqCLSYA+YGOl7CYj0qHXbOZn9
WIeFuLW0Gd5YUpL3zyv4yfbKMFDma47ggdrbs/PGML1xGnoj4rVzlp0P7nZHVUC7bsxZuKeFtOwP
Z8XlXlsFsopeguy1T8JgazrheLf2fXMflOn04rQr9WqT171TF13/aQGePAVt0P+sZAHiiVhByrLf
aR6k0YdPQb+CBjHL6Q2/5XzHOxYO5zok7y27RiCYAvlt5qlssn3P1a+GpviYe4YT1dpynoQY2r8h
omlc5/2kcVCZFiA5djp0VemqP9gtDL61ZBdPY4jojiUmXc77aGjbVSRJVDAGq7iESvXam/iETE0i
KF5UGe4gniI4YZ74WzXhsA15S0PiH/L2KA0r32pvKWnZIdOiOdl/z2up4iGZc6YI3h1uWKPv0hzl
HghSe4fW0C0RiNBCxencm9KW8hxSSpTGxeykP+RIp083XcssGsOQbZHy59srNoLlNpaUW4myDK+O
Kjq8w/Y27NvkBoMQ2HCw4ndey2aTWNAyf03oxu9D7rIB7+V6X5WJ2nLGFI/Y5/2Yj4/9VpPbT77M
woH1jQgO4TImnNXZ0C+8hEvUSx+gumEu2zk3FE2CVcvB0wrKI1+QoJbAtqKZn+0Jy7B/yHHBgk+x
ev1rG0uDPEJT1jOGk+AFfDEGGLvQCEJ8gunTMIhkn9jKO4zKRqsyXYO+g1GNu5Ib5Blfj0fzRjk6
95Aphpu8mZk5V4fHakDN5JPKfWNTz0F+4FuQ585R5mXgyFjEqyhKNxoadkYgdcw7AavoetQKFNXW
xpT84t/oaVK0zL07siDb5XQZHIYgQxcP+ukBk2cXp2EG9L3yho03BdqMALsmL2u9tNFUcXAl4lkd
MFG4f6BCpff1YOcf0lqzG0GF0p1N2YZGZNXqMBeDvUsIfKMEYS1/8bw5+DtpPVSbnrE4hsna3KSL
yn5HkbtxDTiIPWCzmuSz2tq/X4bZOC49u/1kSPE/gXbCZ1N436V2s4ehg5zeZGW+R52ETReU7V/t
Z+5ZyibBsyEw2nZF+zCGfOGlEUgyM6oHlx0aIbbQJul21LvTQszJkSMA39934Hb6WBostzfEAPt2
09m+FTcsiLALVMyidNX4DShNOGcyJrqHq7MsJFWs+fSxMCa/mUSfLkwcAGqgDL/kJutJ1vflnQxI
0tQ4L197u3JfQr2kFC2sw+eI8dXiyODpncdP5jSuqfkkuB7vW5smEWf0S4P9Uk7KqB0bJGLQ4DVr
nm1Lr/VT2vCa9qvZunOX0mnPDUR+vig6Fh4Nsk07UQzGDfY9IP+jWY7MX9UYuuy2RU1uiCPtPUVB
/plLgXNUw/3lLc78YGPnIVOiQufdKn18c3g2bP6GEeNoIZLhyJ/ILcUm691bjPklMThvzM4wPw+N
z4eHZhypsZi9zTCs89WIAoU9XwLkYXMAREs4sFXKeTMBr76lrrL2eTfrcjN2nTgO6FK72cuImvml
Prtz6e9EMwkMj1lx8qXBMjqX01uIpyKmMNPaoSNY3mZcjem8MNPzaJTD+NiT8qfjq594ygENeFpn
03xeHA+VCfJLi6feYorEYuofiwyhYROY/nwvcWFcdNbx1bDVSn+yxZC/Dmj5Pi4g4G6NBCISnaKz
tU/plHuY8xVzprkG3SPmFBG3uZ3ux1TqO2kZ+oFc7Hjsh6U/VMMKbHgw8jvyTeKGcvBw5xnj+IpD
Mtgsa9osD46V0oW4kmEkDTjbtYm/EFmPgV8nyY4VndtFZZ3QeJo2dbMJRC0/hWWPHYpFgl2SZoG7
vHNxR5eVtNmsoxn9GHnt4fpPl2a/5qrhTF3I7gHmZndsZ1c8zXIeD6NrBJfOLBawtK796rbjkkdq
LouXSZnjZcWJ8kGP+bpj9USFtLU4d2hQrAqmMV0vIQ+CB7pgr37FvNvx0WKpnNQjw8dHni/O7eKr
Ba4IEUOMtaP49Qw57wjfqp0ly/A5qTw4Aq4Mr/4WdTY9DMtxOPCYacZOfjVNNh17FEBAc7J8zzgQ
vdiTp08g1k2iUFgbnjOlpvuszfRx1Mv6F7umEQ9A22+GucIvjBWhIvGSEvLglTedLVaae9dxZh7A
ecjNmq441OYOnGyQv1oMTtux7dqnSfjh38y2eZhwOWUvpavs2GoNxHMeZumlX+rxYrbl+jO62g83
Zpqs1CP7YQz0zIjNKRnf69kxINTTTGsE/bKdsJ8S/8zpFDMkyzcwIpQ1dMLEh0XEqsR8Xk13KFwJ
Y8zUhLcQqCiV8kbzcnUAHkeOBPxCAhG2Hh20HyjxjkkDjBFm3jv2R9I24YptLwQIt/HMhYiUSy4V
cryzzvuwLYOHJshzXmKKBWszZMdg6uyjY3TF09TMzo3n1u6JdapPumRpUQB48ZALy3psB4Q0tn5a
WcB/nYRoZ+llb3rslkdnomKX8w2RZx4ylTpb1eQkpGOb8FH0jnxwR6t65tnc7rELYCyfKTIg2rkQ
bk6sEFMhSwrA9qKuzXPCTutGgK89aUKZF39hLZ0YbJSZh3AYJ30f3iRgRSNs+/AQfFEnd3Yi5Elo
2X/h+cCZEOTbFkZjTqhRkeoJB+81m+X4BS7cuUm0615WplyiYAUH7nK0nJUZKJkPWC3YidnlD65s
tiXJQHOiUpye+C2PoZJjGqF+1ygZQfhIiF1ez+YUwjVAIchNl3dtV/qnhaY4ojGCLSfZW+/DTenE
GeaeBRQYf7aySEoAAXT3CnxXwjHyzDM37rqvUkmfQbZkp16G1m8N6QizWB3CyqEZ1MdG1w2X0fPJ
q3m4CN4pUZSQB+pgh7mFYpZ0SW+Kwk8OfsHWne2DczNboT722agLWi98GcFsnVj8ewu4aqTc4kTB
nsH9NmAMx+AOl8DtrD/UjAYXp7Pmx1ZOzlE12n0VlF/hJ7abB7xG4hDWRKf3ojGNV3TanpHDGNY9
Vqtwn/HsuJ+JoD2WYaF22EnGbMM13T6JzEvj2s3IjjWaLJloWjclnCeLOGncniIlb/zsJwuQRzne
dowYe55gyXHFrTwxSDruDmuCdeQRnbzOljn9AUUXPJs6TJ+nZMov0KX7D5Tfdjt5lThiYyaXqxrv
JwlGhhJXv0IJ2K4N4a0avSVu8iIREYOm/5hrCo9GLtRTkPcomnhqqE2iLAtq4WDcBoLbYZva4MBH
LZKIfMbwIlcgBpHOSqpYwTk95E6ivoSy00/8JS22H3r3kInt9YGoabmdsPLeBnYV/qq1bIH8o+7O
OL9KFD3h9XQAOQZanT/xtt/UWemd+gQz3QaeA7KAV03LDpv9+Ie6sPqPWePDhGKIkZ4jHTnnNZDN
V2d4yU3RLjQsd53HfkMn9nKw0STu16otL5AlC1xNI9u8utdjtS2tvopCQrWHKmd5EiXlQtwRN+dh
HYYuHioZ3LJSnM6s4z00Fyxh+8xOrITEHKHshP2Eg/Keec9BHYznphLBuemu35Hfln5kLRx3sKmn
f7FbdfegDQnFzLP3LYvBfcqg1h/mktXgRjlZbWwhspcPoBPyW+WufoShgcsJ1safZUm5VZ2p8p+Z
q4j9kcu5qTIbtlmBJ/IyDWzZqtFGcSamMlLARKUL8coak7fDSLy1A7an/C3a/IZeEUStMbbmxget
tVumtbw0bIH3hlVRCYQh2YuqZPW24eCsz1aYp0dNG829WHBKhbldP3TlBIwjDBD3JnMCz590QC3H
FoV3HHR7AuriH4ysz89UHsHy8O3aOCSdVT8Xq0FokmNaVAuZXkKDJKY9GvavP+R6X3tO+5Y3AvdY
D4+jUYn9TfEH96Fbidspzeiq5LG5rNtxbsqLr+ZpT7hreM2CbOZV3aWk9Wz/vht080SaJcdN2rfA
ox1BFaMLL5bnYvpt19L5Y6+WhJuz2IvFKWTO6F6gJiejr5G4cwBSp8JX1EObTcKt7gSwX80CcUNJ
O61l0nZuBqnDvQtGISIxvlSRXsN0N0jBEdQxret6vnfeLKul9Yrq6y5ii7bgOfJJkSWjemcPW/9h
688LTrqms7FcgnC1J/AdMtQJ0kVmQHCl9H+wa9Pc1JgqQlSsbtfUWs+Erk0+5RkrvrQnJGkiHM+4
EQmkcG4V+xU222+D06ffzFenYcjS4NUm30mnU9ixW15E9dxRDnocwiR8SWrb51Qq+yVqA5xHPB6u
LgEsgAkStBjYVJKNwOHkWfeLNv0vVsrEx5RFcFww6d7CAiDaNHlNeV9o9rwpMb0Ji/KyEVxJDNxz
2f9xyjz4m7L26s79QhlTNOIpQ9ROvU+YoAU9VZZ9D43bf656yf4C42sQK76KazSXR7pek+GS20ph
1ugZLGja5QPp1/TGpg4DuL4nLmLwGaR5l8dKhvktRCjvHSSB/LTqgmSsEt4jaKw0nkqa6dlwpeLo
6KC4p5zB3Ct2UN+BVTq7xmbM2ATV+DawAiuddUCa7nqHLikoE7gQ7IQCwbS9oUrLv8GxZ942KIM7
Pa3+nS0MrgpFEdvd4gwscjuQJlSdWi9Aabv9zH4aWMygn+iGMi/4e2dc57VsI4MSo5vJ7qp/o+48
miPX0u36VxQaCx3wZqCB4NInmfTkBEEL7z1+vVZWt96ryioV1RpJEYzue7uLhUTi4Jjv23vtrWwg
Q1YJt8jGlOiDBO6TzDhNNlqJpUNrJuvTQM/4gk8f4fPSLiF6z0G5C6y2JSkoT2+BqeAN0Cy8LZo0
+Au9qQcFx/0XWJx21YVGdJyJuHAgOqGHNrX8ZSRGgaWHvb8ttFW+01nhXZPiuMN+INvT40ogH0Qj
6qTFAhE/5AusHfKVJg4BA0fvmWI11qJ0J/NRVuok9r4VW8oDNSaSwOJQWLNxvqMLsdyaRa0Crulb
vxiK+lAw/50X9d5vGvaLrD5GtRkskhtDtpXevCiDEyKAOiLlZikEqoGPJWmeDQ0whKc2cv8cUZe1
Y+grT1QbOK4W3XnsmxMghtoonvo2uCVDccAfJc0Hwog49bHmJey9inLd6gKOOsICqaHoBFPQbpSE
5c0w0vtWTEtPUCYp8ju9F06AW4RDWbbV46BI7WciFOpHlJ4/dD20eK5KMfBF1ipvxsLmiPgXKHYD
opyreeFwYm0nqY3QgTJlsCs437eaD9Xu3KFiLbCyNW4q4aChFCBNprDgKCxIQGe51F/ozQToD3AG
gionCHJo8lVJp9MPycw9drWerZKk7w9tPmTHgYr25CqjiEczEMvFX/B0tTYaMlrdplhX1y0tUHRL
udmu2ZlIW87jbLhwSue3nZKGz1FaUuCpu8HlpSpussGwPgzcHXQ1EbTuMc/QQGwq+MVU5RRCZofM
5Pdrjl8G3e4rOoTyij0eYoXUqD2xkh7Ds1JQa6oC/VY3gNct0MeitJhCf6IEJbGczPJWmlW2TGmJ
M58NclnfKHmlrfCSYO1v2fRpTtvxtUoT9kO/pt8t27kqkwjKKYe5UFZZDt1uNJJ1m4BGgMo1rcTC
YGJOOKADPghlluYONt50hkec57k2sGPMbNecXK2d1UQFohaxqHxK/M1R6QR939F8ENl6KaMHPaN3
2TRlNK+Rmei2WcWQ50j11vMteAbpq4rT7BEeCtaWOEyFzm6gOH3qBr1bG4BWfSBi1bxW+jaW3Cnq
8uXDCJb5ekgMvfSZANBEEhDCeWaIR3JsFUNnLCWxFt70hkQNR140UhBhjRTUBkv1Qc2qcVOgBDsL
nGFk6KR7PYYBvUqJjtBOk9J8CwQrIpYywg1T1dZwrGq8UhapxGDTl1gb/IL1A1kaIsbHeECjgSKJ
kCIn1IrOL+pAk2yrLfR7RWWKuA5o4a9ymNt7Kg5G7nUKfe4cHewpHej69vrYfqhLO+6QvJ0NrW1D
kJPRaYWv68N4P2m94HCMVO9HQRc+TLyvK51O3kHPyXSz2YAR60sk2MpQ8/KqI7X8ucDbCz5FFM4K
83w5VZI6nDRhCLfi2afD/t0kjYtIl8lRC3W4qcMy/sxlzOzpYqSyLetkflnVortNKtBmj8H5viKS
hkVE9I1R4+Mo8W0G+GdwlS+3UdV2SA1igpayQhC+aia4DP2xVWy1yUh9K+fNz1O63t3MhhY3HKdA
mfTyXSmWwjFFn7ABBlAi02xpC8+htryYU8R7Z1DsQ+UsnAnxOJVlyrCIPGaiF8FJBbd0z8rnHtzD
JyVK40lXh3DdZUXzsfSCehAR6r4s4UJEEeG/K0McnzRpQSY7JEq9JxhdfSnldr6hJQBUzOhzZZs1
QvYI8KhfgcVK6aGjXYsTReLUXbVhex8kNZ3sIqvLK9T6zbuqIx9F5yh3V1g6MlcM2JPayxCr0KPK
kilUNh/w4wIxSw31MAqy5g1iCoJhjtdpG14FiDCIYstc8pHWEp2JLgqe5C6Gm12SaGiM5nAboH0i
oBA7nV0OIkWuCmemF7co0MQqMx+pnYcqM1dO79A0UTujPCjNJwIel69hlKb7OS/6rT5pFV3CpuhW
oVUyfDUWta0sjiQpU+9bXvsmZMpRc3SeFhmKjMxEzQ7USbV34rPZVJf9GLh4GLHOS1KAD9iwVok+
LfVKQn06Ozn34eH0S8pzch1hwCozgSOIEIFsAkEyOBLEgewEXBnMrjjp/HpQw2fIiPlzY4TLrUwZ
5sZitFGcKMJDHFlIbygNrcZOEFYVJ5/eTiTOBJycOMzUM6SjPpqizF50o7/rDTHBiyToW6JFBspl
4DJQ6yPYmjHi3mkLs18Y6rjqKkIRYnWYvUwkEqCtp+40Y6h3iIJDfjXUsVM0hUyzODG8jGDeE4gE
KBvRIpD8oRKQ1UicfYKh3+ZpUR5HqqKPidj17Id7odikCYpDNqnRA05+5SrHad34XSk1vo7Kq7Wz
uVRf0WLUa7jIs5eqHTldkWK6WtQ2GDx+uPQK4Ou22ie1yxeWr6VlwHGmBrguxzg7ilmAcjHsUcLL
qn6kE9ysw3aMPRYEdY9StsFEOosPmSbSDDZDeroBsiC/oXWyy6Y8P2Vlh40hSkPOwgp+GsksE/g5
gvmWzZxGHUk323oFBTtZkRbbfSLLNQ9d1BuJi0orxMDMHPc6RhmZm0WRSE+ZNJh3RQPJZVuUdJQ3
ONZ00dEzI0ZiLJr6w2wY4z7HrbeRonHYC62aCY6KLEp9aosR8X49QLLxJbkciw1lpeF+GQSRQEu9
vRtEEj1gcKckJKO2p881oM6JPHb3+oDLUZFecdD2D1QqYfjFc7BPwFU8JnqgHZpBjahE46XwRJAC
1OkXhG+2oZjYJ+coMUy/M0nbO5+YOgt3WZytsdqzZWbZEVrXws96m/QSWBhV6gLB1dtuvAOJKR2B
zQsvhaqgPKm7hUKjXqujRX9NKdfMyn3P/L40j82UayOOBpk/gdJQUokKo/jhCVqV3pVqE0iOykz7
3gXzINodivGIg0tbaqAJAbAwfynQigb6fcwk+KBzZ9LhxUC1DqxTAcgs8+eyUYY1c1mwKgmlC3f8
2Wp8nVUpD140aHfDum2RXqNYERZOuIwsiyS4GKsU03amN42n5+fZWh21/DUmo685RoIWRavIWmQ0
tVFHn2MpdIMACUMihRZIx/QpNALGIk5wbeVpZsMhTbUWxdqgtyUYXkiFGvls1Y7TpovNXHHqkvnF
kEhQ8018fje5yTbV468uaxQihkqV0wwbaUXEcOL3In0kJywEaSWKvCSLADKL5L45WifofCcfDnsD
hmtQsjX1wvymTKzGCbJIuI9jWbiSUnwUDlvu8rEwzGTZYRWqbpoqSz4WTC4rrLDNNYnUZBBxElgR
PgiHD0EYHL55NKadJsgNEp0yWb7yhLAlG9JVR6W4j3DKKFh37YoEc/ATestBKcMgda+FRW54zbQY
IvGe0ETnZbknty3DqJNUBiZw/A9rY8TRRccq7neZPA138TkSNRIbfSPCZ9H8Nhw6W8nYXM2ixv47
6rqVSfDlAZ2FTCIQ/lU0N42fyAABMehZyQ6PTv2IE2rZ8N4Wx8oIozUopexEwzXcRlZNUQa9u3pX
ZYX61Yt5/tyNwzlLVtewYSmUpJxzTnfNjFLLoBhqnB/ZlCQYG+Tms2OWJG/QspCLzVJ7G0ty4uG5
yu1q0SCDZ1p3m2N7wBPUq4IN/6O/beY+vgF1NDuUfcsbOZqkHa8VRnYzyg+hXueOQizMXQZ4AXJV
qu9bRZ43k7bQoJsG2UnTJfPFCHPNUFXal4Yj4miFxUyvY1Hov8UhrYpkMeuHGcQI9O463Q6iIsMR
mKnvdCnR73FajA9dnJudHQ91skG0dIZGFPorqkEDLV3WSv4E2+A6Vtpa93hThMcuDZA3B3UfwX0L
w8FXRABIQ6km1D1G9SHsGvJaW7B5V3ApooMpnxlFhJgrNBD1+gg8ghMELgXBK4wMphb2sFCxO0Wj
py+SQYzhp9/PPbppo0C4a+aQSmzUbKI3jP3iIEWI3LMA+xlHN8LptsyGFxKqUtOj/WNuJf66Bklg
n9Hp16RZv0JPKkG9EGrpoymk0gV2tdyh/R0E74d65N8S0tyVOT+X2pifpTH/XwVanFHN/3sBzeH1
/bX8L7f/A8D3JzmF3bz5+O//FW/rf6hokL3ooKYhTiuSohpnYPH42Xb8If4fDVuubhiiCGpc4Xf+
U0Ujo5ShZSgqlP9kFSnKv1Q0CGwkUYd+LCmKruu8Q/+OiuaHXAaEX1gW58/5L60Lip0LrUuYEmFd
W/WwMwbVC6xjWir39G3G8Gzq5lDiUeN67Ad/3HXF/tzF/ek7uv7nBX4OmfiBEf/TdS8w2Gjv2g6K
+bAjq2wBdSzdimN5LMJ7KTLXYi07V1rXvAZZ5eqh7rYGadnllmZvr97U3Zq5xgHm4+jLJwG5qD8L
z5qxr+pXIzTlEamOYZGumRKr7LBP2p1RovP09vfPLv+IR/rTh79g3BtWP+RJGA27NN5M4meivWXx
C3s9dc6cpHjWqItV74X0hd5keJf0dRS6y3gtJjMBz0drvh5ZfozsKDzHb/zbuXBRLsiB95K8P3TC
ts5vqZOkFhuW3JehDAT2SFujpfW0LV/qr5TS3blQt6HOsi4OxUtLP8RWfSgzfrOC7OdpbuW2Xu9N
7uJiLN9TyLFDD46kGzuCk7ipV1wJ9hvNXbv1gtSO9slenhFHe2XwSOqPY8i+nN3J43FiDa03gfSs
V8csuy+mLapdQ7lPkTCNojdmj2RWg6ZkWiqwsuHo7J12uMJeaob+gLE527601GG3OJ60s8jCRk6g
OMifdWpbJT+AWGEMBMduBq83EZ5s18opna9gX5TMe/o6a+644IDSo8Fb1OoO5KUE7TWOIoSt3UNd
bGkJK9paqtY6xyN1PQ3XdX9lhkyAK3HYKMOHXs6uLNj9sM5BeZ5pnrj35ptopO+QOCW1nzUexeot
cvt70BJaehMtB3jaIFEohXiZ5aL2IYOktCsP7W73wMFRbznoz67aXFnnZq8vbcuIhi5WHwpK8fOo
67Y82sOr+i6+98zqHKBQKpOAbtNRBreG4J1mjSPdTAacYghRUN7e6T6ab2QVPxerli+21TfCtB5v
46dJ7vzakh5HnRUkPLbBam7v6Ao5GEvAJNZuANgm5bELh7iHVwC5I0Ak8Uq8MGbWZpVpLt9T5E0G
O1cgnWxg3ChbK8aOLqjysPAflsdmKofFu4nnhx4hspKSbb7trId28Gtf9gev3SgeTb57ay1vNd/y
NV/0LPcM81JX6VsRfwPpl84U99/eMJV+068SvIlSadSZVr8TbrPrYFtvpXV0pRy1g7ItjtOx2BYH
6Tr/JhdPOjP//3S1iywAzgKEZaRcrdj3D/WxuZ5uyxfYAyvNS47NMX+ebwuvOZjH8v/2ime6/U/0
eiDS8BlwzO6kK3EbbPWHZVOvoqv0oO/NK23LyW2vr+VH86jc/X3SAt7ya7TF/5I1Wtb5u/7pmgNU
X2mStH6nXNW1gxkeCQVcKOnROsbbaaNvs7uJhjsd7Id5K23qte4tfrrmFdg2fr/lf/MbV9m022Jv
vYP52zfX3VXlx7viOgasQLx5u46CAy6pCYw7xBaIfS6da3X0ZWxbshemVISdWMRH7JzJGrkHCp2G
CHUP+YCsqH+TwIie4sml7gB8rp5dqg6JJ3k4wg1cE87+WPon0ByoPfoZhLyjPVV7eYWavZ723XAS
G877ftWtNJDFiDqO1rgL2j3SZDptWW3PXzOVUm77ASHh/DUhzKNWQI31C5Ecdal8lZ9EKkL2WeLx
Wt/UR2t3166wNHHKxtNL4Tg9dGtONVCb+ycSxOdryJyBfxZWaVittuGGC1xRuKK459GBMF0qrZBr
oTOpTCX4kLp1H/qmvKrzbV9/Wsy+ZfVlAeV/Jyi8o49WfIXURY21maynd/kw7oTnVHA0ICTw3VZ0
ceF+9IDMP8U3mMMbREoQrDO3eQ/flufRsNGTTWyt36Zr8YSujklrN6UvQ0+5xW0UqE0w71xwrg2t
6GwtgkoPwL55DIiWrqG9vMdHPLjrcF0/KPXJUs/rCNJQjpTrdjfvYAmMjzR9bsRTtonulKfeS208
FLyS2aFc907DS9S5H5TuXd3H0X9lXfPtSyPTo291Tlg7A2NFdivmXtwjG8XN/HRVrDmBe4utOosv
n0bKXY7pIf7x0iNab9Gp9hBBfOtK/Iqud6Gb2I0Tuzwoe+TyiYPy6qn2cOA/6BmDz5bcRLFVbzyw
6G0ML/ChYGy5xWqDcA0nIIPfZeWGavc4X0nH8KVNV511CuEnzg8t70F4V3DeKTM697ozF2/ip7Wr
b6rn5plBUPOTemqyaha3addYb1UKdo7mNbnNSfRLpNbhxffZTgfSYw4bbBXdHekOTnSFAdgu78Ea
8av8BXrh0H+RbsT51qTifRKvTSoAxY1m+sqNuBFOzWty1E71k3Sar8y94DFDe8pe9moHMabb2Ym7
2He6A1PqRnhC3rY/f5mCQ+d9+9JtLP40diCncAs/8tMDOhH7GRiU39/pfreKPLRU/vPkvE+e6c/7
9IOyR/zcvcbX2TG47Z/Qg9Ha1xCIXKdbnK/nvw3n/HbZsma5WOUIC39NlVUXuwn5ALVLqbodPekN
4iGJz16q26q+I1fFrmaVrg+vp6MubC9sfb5h3E2swZjDVHZztmVbfuHTxKA48IEfoXwSz/zBnamP
DjtFRwJth9xF99vb6qBjkZtX1OFyV1iVe95Eque4s70q4vy9h9Z/DE+x8FC+wJbdDxQ7QZTm7vg1
Eo1hbWYGvgyJfEVorkiiguJPlo8xQ2ud9AV/7RrVkp+wW9I30qP0qKxVr9uomm2usnaDTPBIaflY
H7EiPQi75Xo8De+yZuOcayOnqV3eSDq1ESOZHiSm0HcYd/lJ1ikswiCyi2hVQy/ONrHoQIWPIVda
ezPd9TSieredTpqybtrd0l3LhAKISIpbG0yPkbnyAuHwOKFeWk2SN07b6rG4TXfhrsM4uS2rB1l6
row3K33RhUfjKVzSZ7rLazqSQQyRE0Z6exfOX3Aui8RL7rNTNnV3bZG90enwOuj8iEYQEfM51slh
InP5zYrsSTc9uhcUPaAVRB/C03AHk/BxyKrcKev6XB7fG0gQKxlvo3zmzfHgU7v+zD/NZ+NGvhav
56t8meye/R4m3/fuNXzuboZT+FTDFRm7FcU5T55qFElwUtgTyl5f1+usc4L4JcxWWkEji21+hdjX
wdiqNpsoBSPixmyhmhucd053a352H/ht2TVTSCSXvT92V+qzfssmp5+fVEHfgPOn3SVDSIetxBwB
3mZ+jeOrYViFw8aSianw1ZvyA+zZgCyZts6t+SAOb2n7MUsb4Sl/6J7Uk8iIGzS7JueAzS2WQusN
O7pCi5/v5xxwkDtVBKf9Yen9AFV0hduZ75DdJz5QY5j2FVthXFAHq/1QLAezKijsasRBiw9yE91X
GUh+xD7do+oaB/CQy2zHTNtMsppTk0Jm3eSSXwQ7pbuuJb/COIfSRPSaHbtnupj6HszKVX0b+KiS
ogfQ++huMnTLvVPMTjW7tCK6iq0evB6YnpQI3RDW5bAjgAms6Kh6ExXVnBFG8fyZ1Y1bC/aqa52C
9/DjLMiGPkYKzfWcP+v0oKLez2ZHmDeD6oPuAefDLnMMV6JCGRSEGJo/GwUchwz0XdLNYp20boct
jHmOZ5p8we9Kr+U9tXXGXrWOmldF2WXBPlffkBcHHAC1DbUMznZScx83mO8ADVrjOkUnAmAfD+RE
qoarSTsFl2D2JuF/1mWWZz0HFuxE6UNOMV2fSJq4Y9k02MB0PnHpD8yNJ0waLW+9sFP6o9Yf05Pq
xTfpq3ZVPSnlSwbyzi4f49vySrkPltCWugdagOWmdacb6eWaOcnrnOo+dsvaq2pOWnCrIyyaYExS
j0aMFjp4P7FdwXYxxw6hI+yekSSDR/xiu1CSbHEYHHEzs+qt8EReg/jJ5vX8FpYn+VbDVg35BCgE
uL27/paUBgQ05qN0EO/qa7Qz1eLQ0efUMQHbne3pNL4rM9OEzaCrY2/INmgNGqf3GZDpe+mde4uO
+mjcmX57nRHOscJpjGEDZ1x6272Y9GxFny6SVe0M9a6pdkDaUILRjaQ9266Tde7WbyqG33vwSeau
vy1O2acAj+/ACKcTe+a+o4R7i7+SPSASBC30hu+jffoYHMESCApVKEcK1zRcl4/60WJPhpijOm9s
ZBlyPtorMkpsquSNL97wmM1zs8X5b+i9YSUF6bCLg2REOT/bYq+sdTM5CU9U2++RmLMCpKB00R7C
Xzsm7UEgfynYNhyX2vZBnlwyKSp/FAZsiQX5F64ojqsKJ68qPEv1a59l3tjnhwxlKMdpS3qCHedN
5deP7fe/VRb7P/OXHV/x/X6Vl9Wz/xedZTq2r78VxrKPePj81V12/pV/ussMymKagXWMwD1RgQX3
H3UxQ/4HZS1sWTLkFlnXdGpT/6qLGf84x1VzLqT2RVFMN/ilf9XFBPEflNE0NIo4efhFQhesf6cy
9uuZEGeZYSHe1nHVW4ZJfDAf/OdTUzxPc0wjR3Tj4cbSb8o0RITSMUqljNFqNE28k6z9T1/QH6pi
v3rauKYpKZJ8juokXZYbvKgvBdYUFSWoAberaS9LwGHYgcrdP0u01FfDz/IPVzH+eBkV9zTxaTJK
swsLnRRUuYL+SHSRYtuyoXhKsEbpQ/gR3WY1fi7TxzRDNeW02bZecImAWHbE1IWaNoeb+p4zjWBs
9exYCRAkHCRacEP4EUPHBG8rO8gXa/aDwFpwjJNuIvHjcVQy99KRoodReiMSzxmzBvk4MLY5oTjJ
a/qhvFK90xZHgGMno1LzE6oS7/N7TcrO6BIGTmQgc7wbLzvD2hfh7YLEahq980KaesawThc3cP7+
TH4bBzwT2dApuVKoJUr14vQ8NnEtSgPjoJYXBFMYAcHUhjiEhpsU3oejLeHkzIt++vtl//SM8JRY
ksXFiWG8uGxWVBrMdy6L7IgY0gULe2G11Td1FuXXmsA/R5why9wYxWSG3kUZeGgJq6nVgIgXYzM0
bm24arGK2sNolexrEDDYFdIuvXnNi4c2O0raVY6ToEp8k+E/OxA7JpDPG+mOk5E5XTfWY8oSUYhX
BuojYxc3V4QJEewQbKbxeVbu9RyK8/Ac9scpfRuKb96fP96OSa9Y5asjY/dHCeSnUkczRwZen0R0
Q5MO9VVJUdLIEj8KycQR2UFyjE/ORYLMYUPmTpjJtfE60fhXRrK4Ls0VYKNc9CPihJZXLf4Sos1Q
q25moMpq7/VwnzWth0SIHHOSiYzkaKmupqBIaCZ3TE967wNdto1+8/fRcBF6+GNiMHVDZC5kEGLH
/XUywmgfTCNsYBf2CyqmevFjFHlQUM7izn7gbYE0/fdLSudK/H8Wxf45NCzJJOWHSRqVwEUpTtEw
UBayhvNbpUoTv2ZxGhwjTd2PWoUTsKb4F6f9GkesgmRRiVbmYrh//wznQX7xEejp0uXQSKXivi8m
KuwhldEU+uQim2OnJO8VBBA5+BL8duLq37+WadAxFvXz635ZeVTBqogFEBrQ/MFMNr0twnP2zaDk
aDmKg//3q/3hvWMVY+mzGKgiwO9fH+hcKXSwabu7cqfsUaxy6qURaueyRrEqax4QxTlJSnYJsvm/
X/kPEwtXNnDH6hqL7GXu9TTB6qo7jVvE9ETLhGDoedDDb9aYP1yFhd0Ce4vMTdIuB6zai1gUuUc3
ghJCRlVN6pGqzN+MD+lXp/aPMYqFx7JYyxTJEH+sdD+97yk6ikLpxcW1BtB3c8ouuifdqZcoIAwY
IcgJKYRUc9B2cgDHnPr37/IPawMRMgbR87To2K5c1I8Xa8w6VR8WN84XHpX4WnfW5IrzQFUFVOY2
JF2IEfzNVf8wGWgSuwOAiCJXvdyZWFmrGhoARrcsphQThUTKlwU4hpo/bHTogEFl//0+/3hFZlVD
lGXRpFn562hNpTqF14+pOSl73G8STmQjCjgeLrnkVAIgDkhW4TcP9w8v/4/uqKacB5Klnz/UT88W
iCPc+mGaCV280hoqq6FOm2mwyq/ZVL4Zrn+8lmrwPkAtEJlxfr1WoI4RBi2uFVScFeZY8MqJJhWg
xYqKgfTNK/inq3El8UdWNrPNxdcZdMRwZAwQUqXuh5lekYrixpGRZdoLR6K/P7s/vYk6HjFWDn6Y
SH+9NUUMJ7oOEjNNPI6OTI4CJXu0u3+/yu+3JIsKMAaN+RoFhXUxU/fhMoaixVU4rKmelr0MQ/o2
axT9ZCX+ZmX6be6kk66pqqWaGsJqVqdf7yiuLaUfW0N0LQhj1BLMcd33Z3xXKj4AMkLUDq2+RQ/a
6tE3IefSeT/0y4rEtfVzPLaBQJuJ++JUAMGx6pVRPm8w4velKe7bBDb1pJKrDMXFScnYAI/n9dGY
+wMgArdZ2vs6huHy9+/7tzeSz2GJmiFjHiVx5LcBO4V60Y4NWLCl+5B5O7yKTtwcpKtUBmkTC0v/
zbf+x1tnO8pGgPQGTVMvHnFSm0tOXoboEmwWYIQN3LG2TjrsQ7u2VISRsXyK+3KEykkuRG+pX+hG
va6e0+8+yflKFw8B+YPG6Y+McjgPF7shXJMQkAx4QHDjoNrlXWeHsrAVoa0/1HDP5xAtEpFIpg9e
726aRoEivbnVrOgoIIj/ZtP52yLAgZNDoqwxUQFEkS8WAbr7pPNKyZn4AIwjjaLzbOyQL+oCTyWS
S462eRV9/f35q7+91pYBGFjGz8nhgNPuxUCUQ32CmmbOriiVEAS+Bg4IYfhUVp+8M5TJNFuhEEjB
IwKu4VvLQ64f1fQoti/Z8ND3G1l4iej/na25lX2Kz73HcR2iTcSIaBSrs0tH+5RVl+KsSiMluw0i
yldeJUMhfEjm5yH6wgQ8pgfYlH+/NdSAvz1fdrrnjZ+CKxrK18VIW8gXSSZSh9ykWaviVuD0aWgf
s3mdj7hz2ue6oCmoI626K7NdYHJqvaOITvgTMUQ4dY7N+CDhcAjrk0plPe6e9H7VGU+EPRQca8sV
sY+z5df1StuA22jATGaOQPWWVBqv1q9D4Ozdpmx9hGtBsskUrFKnoj8JGN6yA8nDSvVaFgfam89T
ulaQRehYtXHeU45zlafpOZP9vgPOeZtlR7lba/2ewpcOcfRNi56m+GkgQET4CiNiCDYKfZXYoemZ
09EKvPlmJlsHSsy4LpDuzdp11+xAW0r1fWmtMXXWxd34niRkLd0UgReHK3jwAZrbe8y9hXgdLUe2
4xDga9oli2dVLgV6jtmasqvCk4nho6BFRUFzvDeC25rcW2OPzZHti2BuzltRSuS1sTMbSnDr4bmt
PQgMZ5Brh2rBRdSyx7Oq91ekVucp5Ut4TiQEbRPrmMzveNqiIPXjbrMMb3n0NhXeTMpadcBLrYLK
IIekpPQrocs2lVdRP9SblNovkZKDF0w79D0SieLqZkJgbX6zwv8+YTKmDN55SkuiyJH310XDZHXK
CU1nQ1oqpk0+1I4tYUK6Vv5ItgVGHub1b9bEP72iOvtfzaSko5rSxQEqxXHTNNN5j88/OPkwnNWE
Yv7dbPijKvTrdMjOV2RjJousTJJ4MRXU8aRB/zRmdxyuUEHhdtTlE755irDLOxocU3ypmru5v5nU
D0X9RGJpD/QuUbXK4iZqXXQkBIDphDAM8A48oVp38Ems1SitDDlypNbVzacEDkvRe8PwFJ2U1A5u
hF0OXIAmvhfBULdV2cZ7sdCPCrcGSB470v1o1x06DXI6nW57AZexotV7rG9lmqCZo9MziF1MP+WJ
kkJpOTU8DPjm+6pfYxxE1rihI0hII5lW3Z0Z3xbUjecv+BEiARAuvRehhIDkV5zi55r0SPBLovZY
Le8dBP1g11JyHlxzPsbtRmh9K3xqmmMVrWXJsxR3QlIqMvrtLvW6adUv7jAeFJqq+E8LO6p91dy2
7bNGjfwULI9lBrdhggICj0x6MQkM7PJx2+GUww5g68Ir0jOyH5WWcpheuE19PeTbMwTzLGn6+PsE
+dteizOjyFJDiVLVz//961Duyi4zsKDxvHXk/1o8vGsNnVpBU3dLMAfuv381qF2KhRbR5MxxMbrw
o6pDq444XUkxSVSqeGNNl8VoA4lE4eSbq/1+oqPkSy3KhO6MLJJUjl9vrklbQSGld3YhNdIjyIcC
1wH+CCzwB7Vn5OnQnHzQ3k7QSrdWo2rfLD/nb+/ibWKbzF5Wk9D36j/KIj8dOxKjKqM+5X4nbMjw
x+PEJfKl/eat/dNVTMrYOuhGDuOXJ6pGbBczNWu6EyWsyPGcGG0N3x3C/zBQ+MsVWRcNSuLm5Toq
Z9ZAekbICcrQ/GwhPLTHI0qlFh+ZYS7yN8/u943Q+VoUi1RN1ChsXGzLEhJN835AvNOQJLBOhK0l
UkbjtEMPGzV7Qc6IgU3sm4n98iZxRcArkin7U/WX+KdfB4xZBUutTbhfSPx4rqDQOhhR5OWtxpvx
zQ1eHjy4FJeR2XcrbLsV6+JVSIapCPWxpKwtWZhDFzp9pmLrtXUPt8CWg+0QN66hxLP/91fwcu06
dwVMbo3ewJmm/mNn/tOQxECryMCEW4C4zLTIxhM7l1BYGIVGKuzogrU0vrnkb++hKbFaWhqnHbbZ
HP0v3kNSYqQeHz+Fda3St73QHMQhdo1xJhhYSL0FQB4+JnnV9zVS2EX65v34/alqFkcsk7oOu1sO
er8+1TgjB1ZIrZLgx5oy60wGb8m2qZmpNXSLdfP3L/hy5HKzvIss0hSr2Etfbg4oL+kB3vDKFacr
wKyBK2I0Ab5yjsU0Ir83zZeu+Pr7NX97qDKH2DN/hucp07a6uMNKH7qFjSxiGXNqUHogsjECAlRq
Aa1DU/VfaV7G3wzgH6Whnyc3U1bY+pD1wSHAoAB48bLEWitIZR/kbmleL2QNphaWp73Z3Bs1cgKa
omLFjpEokqbwTQvVQLUR8z3/MgjXy/iSpj4eN4IXFvF/Undmy3EjWZp+IpQBcDgWs7G5iD1IiqQk
UmLpBqYtse+AY3n6+cCs7mYgOBGmNJuL6a7OtqqslIc73I8fP+dfvoXqOTbKnVbsUP9cSZRpkEYv
78Yi3vYeT14kdYC4zCYN5WNnPPNnAILlD5AzWxNB+WT+RzXY3oZ/NxXPlxf3bPswT0QmBYkXlTla
gafbB0aPBQ00yTdjWX/2+1pbY9zSrXH4UCtpQxi5PNxZYKCGw86Z2yieR2Vi/tZvDujQl9ikICO3
ISHYjB2mWGHlrdCRNjHrSf+a0CRZN3r0qHLr8R+MbDA8ya2Yy2WnI09GZBv4MEYblFp+Q6CBPNVL
4CIq1PZwC3YwYeCob83JuzLw+QozZQqCVMxJDtC7Ph0Ywb4En5QY+bRU34/6TPiD+gtFrvUAaly7
yc6aES5ry7qiOErthZrr4rSkGKmUsp0G/O4bGlXNBlUa+5A1w1H29oi+1bDLPZXf0ygLNnbaFBs3
uFZzeS2Nn54eKs70Q6k281toxpzOWZQI5GY1DjOIrAHpPFa6hjT4s6HIRk1A5la01ftnEOVG8KQ0
uqd0WKOjBf4lT/G43E0FyCA9uW2xzEq+Z8WdhpsE2vAAH0Bq8zD7HNKZctudbj961ZGHPe/QDMgr
UlllUeGttPOr7zRfgIVxmPgrh9BQuOtQ4CiD45R+QdS6xZqIjAe5Gga7w5V2DS/+pvjj/hCfRM5f
nzhCk5JewulqqNiANwp7nTL0fWQMiInLrL1NeYgAMzLQedRXRVfITR3Ij2gEIV4JW/BKQDsL3HOz
HBjBLDlLruYuay++jNpq4ilgqFRbTZGOHAh4K/UFST5c02vwcoG2u3zkznc+N7HEfPm1L0wcPZ13
6qZI6tdVt5naadN1YNumOArWgUVZxNJXlwejicEfd7Lp0LjhepghEgzLLXU6XJ939dRrPYbuH8XP
4hOxRf8iBa+nbRLg9o078JZ/q/3MszVdD1lvCrS9KPogpIeMabJqrJX+PN0GxyHfGNkm8x8q+Yu/
dsPXznsAwRVXe9cA/dMSsOELi+9Dd++whbS1iamudYS6EclVio4q8rfjvwdQZuG4CjxK5Gy8daav
eRjxV+RUMDq1kaFA3LBaI3sTo8BXUZCh+rCVeBZUGzffON0BIcQGzoc4aGgvUMoId6l2qOTej9ei
QmEHvSb0UFa4qTxMjy0MTUiGT85XoKUgEELgr9rBwOM93nvW3gp+5e5uKPfUnqd7jyedwg53LmqZ
n2eRMPtQ43vj3ZdyV2N4EK9biHH6sUTr29jn+mGc7kFTtSM1zH0T7PkPrXHn5fvJ3I/tMclRylrb
/S7+1sQPIrgBZYltZrgO7/APfOn/Qtzlm7lHxO53RZ0lkXjGPQCI6se7QrTQTnYJALLxZ109l8nP
KPuYaWvKAMZjCSvHuNE9QOkbWNDer/DDdCVCn11K88YxaU95OmkrXbjTjaOlqH9kmAxu9GZkG3il
uxYORR2BhpsxiBAlX3Q3IlTgNjrd3OOVjfvuvjXBl8zkMsA0899/cydGEnFZs8M4DfmPLbqsmLry
Yh3VXmtil68l6eWoBE6Aj1Rqj+P7n74LmL4NFICaj2O5FOtPxzeYMPYPAVtNa24yKLIbu+o+pxMI
yykfrgx2FofIyyn0SO4mfQ5Hi5jgRqHTOo1oNzHSWYdm9D/4KLFgHge6ZUy/By2bIR4rdSU6mIJJ
LIID4wIWcrkXXVoBp5PEv6uq697GAyZGDdhQiE9ZuWmiV4gqJFE7u40k/pIOCBzwA8MDVosgpBVm
v/RIp01GmrYt0vAWTkqzyTvzdzbl7g15G4KtCNej1BNp1Bej1segEQDj5T1yvmqkEGzOOcO3UIyb
d/CbLTLRbVQ4NVcbpVW3tewOtODWUU/OCHsbPFJffO3jK8/7+UucrhhjmvgozVAK6bmLW8vOSrfx
GiQCx64CeimHvW13NwrPZxo5GmE1uwa3OrsvBBgKatmeaTgmr9TFLLEO8SihAImi8NHepNqPVEN3
tUcLsB+rpz9d0bkXBIxs3oaGpy/2YVQUqkFPodho3EX7Sqca5wx0RjDVjJ1ukweed0NanF+5Es8X
lb2n42oEgsim1Ll4GHtR62EkWeSkQapaNRhbArfR9ymagdvU0F+SGKmNyzM9zwgFG2auedIKp/Xo
zkfjzebJJdq7aKdBZR4UQOOWKmOvqGna6HsecxN5wNZO+xsMLmDrdWa1y90eQXAj+eMw63E1k/vz
VvUQdV1kpl2ZCDupBFYcSOMMrURCycNA3YqytV/ByqnYwkgRb6Ctf7y8BOcb63TkxarH/dRh0DKP
7GycwfW3CpGwtd1IZxvEV5b7/DI5HWtxbErqzw7hDCm7SvuGwI6xDjsBDBJlgPZ+au8sM652hqQN
eHmO8+qdHlfGJawSCqiSgfg8/cpZlEsPeVmKgIFRrrux6dYIhQVX3m/vrSRpPU8MLgpQkYsjGkxI
KGrh7EeZwUSLdETrBQpZdRCtXYkx4+U5vbN1PcwUQF7ySkXmfXk1xWMjvQm/GRDs6c/ITv4qNMwa
leF/6Lk5Cr/aFuTUYeo4RzqPwYFW6PHyTzDPb+f5J0gCoLA8CbLxdF2DmmYll2O+KdS3MpzL6bkT
0reP8zu/hBin1wrNSQ3eR2sZ361Rg+xGIyANJ3TUWqO/qylsrBmi3iJEj0x6TM6JbEOJlRKeAE2Y
X1m087uCH+yYMwSFpxfLdvqDOyHRcAEWuwlj7aFUFXByq9zZ+A2k9rijXNVDM4YnfHmdzjaGRX+Z
khBgXEru0l7kUK7mZ6BQ4mTT2pHaFWX8TcOTDAvuryJL3H8ymCDRNykw8qxZRJLCd61WNYiWe1Ed
cHsn9DQS499dWe4b+rZ/OjPwkR71dZtCt3kGNQa3pPd1SMNjCOofddWgk40nC44Xm9xA5uLPB5sR
Z+SiOIPQpjr9eH7Tha2Wuojwy+rg2vZe+haSjOSnqyGy/7o82NllZBEr6CKQj3HfWsvThZg8oDaD
1hLavxSdsDAkt3e/5xDMUaJXxyzs7StRyrg25uIy0jKaNSqiGuL6YB+UneyLEspGknc6gomQRaaB
NjasncRAOcsIUWMKTe8mIXVHLuzrNPE4swfNunV8N13lwrmCWzk7PawJYAHqNDSMbH0JVBvGzif+
WdGGVwCi5qlIH8z2R1WgFVd06KUk4aOb9uWVKDN/1pPgDbjHmuvyDDu/YZfZKUa4IsC5imqj5h9T
dCBRAL9W/39to/7PKC7VIGE7IPWpV88beYmmcsEeBRhgQQpNw3KHAxPAXqwhVtigfGz4j37krf3R
SwLjMGpjvOk841eTdC+YwN2G4QjYvJ/KoxmG3wm85bHX4YCWuKE0tYivHIPTS/TvX4o/CUkC5Tq2
+SKadCg59T42jVQl7Q/Cy1Ca9LEwa4L4WPLGRWQjjIK7yB6tK5/fOP0SjGxSQqeiTg9IuOfldMwC
rY52EGciag/xYMNfHsZDXeFljzCUuddBRTcSRLFvYDg3DuE2Gm+z4pjLuv4W9NOXy0d00V14/T22
R/1kvtbBTsrFhTvEWu/odQLR0pL2RlRQxlyEzJx66zVQ0YKi2E+t9wLyRl9lCfXly+OfHtf/DE/R
yILdQZa8RFDimA39KmZ4hVD0ZhyHJ21oIBPoj1UD77FR+KVeHvH0AP7XiLzSJE1blO8WR6EcOnuk
qcBRyLEowNjWQU9oPWG2iarbKA6Vco7Cd+TfO+7/Ae3o/ztbqzlluUg++o6t6/cTUZ75H/mPtZXh
/YtWJb1KQsZrDfu/RHk871/c+OREgrIFFKIZ9v7f5KM5DQA7Tf2PqMN/5b/JR/q/Xj8sehUuSHXL
nXut//t/nTBycAM7+fdv1XHkaeCc33DoBc3pDv+f47pIdtAsV2iul83e6qby4ErKi7gxRDgJ+PHh
zbI8/h0nrw3FCgC3Al9vAo85vZpRD855McTNHklmC2vo6MXA5GQ7msN4Jck+jX4wvZgUPS/yG5SO
IHAtCkJhkhYDYbjZ69aEVKzWjntXReUWXdVmV1C7+ARosbpLVV2+IOqePF+e6DLr/nt8og1dVMua
r6PTmU5oaJkg+Zu9gx3y58lDMhmpvXjnJMJ/llEe7ye/in/iphTfOF2T3Fb6KFamORWbK7/kNBj8
ZyVIUSie07E2lpXzSnVlp5l8Xm5NiLvtVLYfXTuk3YalI1iVDLDzaJfhbegbNVIWefYB/c/wk9/r
KAaqEYe8svXbp8RGwiWMW/qWbV98GVEHPuAo6324/HvnLfA/F+zrz3Ucut3kVPzgMxyTHCI8HIep
3XtjjWGBqYpu1bqwvux4cG4KfFmeLg/4zvZ3HG4q2rF0W8zloy9KTG9oAwbsJs/f5aZLsdRHTgBr
3GsJvnl6M/49OWr5ngvFCoOM5f4fPcAdelezK3QfunDW5vERsX8M61tRZC+O4+RbO3ateCU8fF2h
+k/u51S0Ef/dSeQPiekq5Ki9rIV8Drv7K/YIiGYb+JFsZahSir2itW7sOKGtI8Qktvo4dPk2HiKf
MnKMKPVKAXDJrmyy8zWknGTR4bUALLgkYae7PU8jFYxoJe+TJvJXAouTtRVTFPEnFJovf67T23Re
QoayqR3ToXNda5Y+e1uJwafbAzFTsD8ipd131sClTf6tVj6quw8h+oEQQJS8Ek7emaCk58N3gx9w
/ogOxzaSSDC3e3OaknWc2tCxnKZZW0YX7S5P8GyPzPhaRKlJMB0IArNO29sJ5jVG2G2r6v046P1N
M0hvg8mAuPLF3huFThp1NNOhBrGsIZd5Y2E05Fb7PCrNJ8/HTc7vmeaVr7XIBflcACs4xPNrFmwF
havT2dRGn8VxpdP1aaCPHUWtJb+w/EUUIBS1+iZHVf7yk7G1Nj0rX68RU7XVilQF8YgRLA6mAV1A
ocdKZQdethnAEF9e71cU/UnEma9RB2aUy951wZqf/kRM9LBDKgxgyBpmKTAA8mPZN9aPOEDydJoU
RnYh8gXC1oJNpmg4sqrOIXHNfmN3nXGTGYN1gxx9ddsWgXtFu2kZDuG/2CRwYNOsuWa0JFAZGULi
Wtjne81CoiOum0+FKu8wSgYTOJnalW1+dm3Nw7kkJLTZTYAiyzqn17VGVmM9te+LCGXUUq6V6J4t
lX2pkxGQBibDiQVSJTNpb00GsFb58fLnWJ60119ACQQRXspFPLFOv4YtIzzoKjvfq7bItg2a4eiv
oP5NDDT2l4d6Z225ZDhj1MoB6i6bRk1aYVpiutk+QtgV7oe2Cs20XKNXfGtWlXNlbZf3MMk/QEPk
FWfsPh9y/jVvSshFrXInNsd0bzgxYFZLQ/Km7Qz66uTl1WPrjkgSNlikblFs/o/j7P81x3tvcLq6
fFFJIx0q4OngrguXonXLdC+sRONdVo7mJnaUeWNiubYFEoazC/2z7709efqVULOM2EwcGNBMMGdv
8ThchIBgpPyiG1W6nypXfjDsMNkpV1MPZQDqFi7S+CXC++3KNjoblEYP9SbP5KKFZSkW2yg3FObE
gr5q3BvqoNjUs5MCumd9/ttPULTDelyO28sb6myVGRTlaYCc0PlnOeDTVfbT1jOSEOv5oY3duxpn
tgONJvMwSkwNxsw19nGaJz/7XMuu0ELm6byNYYSu15YPYcwhzVuiIfsq9qayQe8rGdCTyjjBd7Kt
zSvtrHdGsSgZ8sdDDHYphZzOz8wUr1c3FHs3QK2Z68NAbGmorqzi6x+zmAylcf6H1w9p6xL52LgT
RQMjFjRv/WrXo5WML4hBSyso0nptoeR406XjgOVGXh4ROUfI14R7rU/QdDO9Te8dx0d57PK3PYtL
UJNNqGCkOTAEOcGnc9cg5mU5dfZ9nVUN4bEINiXq3gMkrOPlkc5Wec59Cfbc/XNP3Zl32ZtAUY92
Z7dTaEK2dAokmfUQ3sZ4jRN8Fvxg45L0innfUDBbcsvgkCq7ihhFVKgLN7Npg46G8b7uTOvQKkDQ
fzgr23CAyVnEPx7B1IdOZ0W+U0XTZKX70jGSg21A/h/xc/3TIMsoM1sLJUUa8byOT0eJVR50gIfS
fTsVw69iMuy7qslQjIldO7qxmwBFz8DUI0pPSCJdnuHyyUk3BwzpKwpwxpMvS8Gk1arv7QEhqUb5
eJq2DmLksQHiyi8EJP4skMgTzaD9yEwDADAoY1xpD55/1PkmmwMfIVu6S4RSazUTQcdI9wmZyEe3
RYiv9NtsXWPFgOhXb14p9Z1FWaYMTI7ZIpzChpq38putGpW2q2Vuke6zCOV97IUL/IRD+zPi0Yjv
xYl3GOqwPVxe57OT+DrozESb6xWQ4E4HtZx6GoXWpvvRbeRGF6WaXUw7lIZEoVVXVnRRPESMZTHa
Ih2fYZC2KJp0X/keEoHD1Bi/OqNO1q1Wll8K28mMmyYcxn+TANfjure7Mj7iD5RcmfX5pzV5fcC/
sAFlw6mf//6bpcZE09RIGVATmpn7CWKAcrQF/JAmxO6xuBKDz2IQwg88DWwaKDy3uNAWowl9HPu2
7Pd+1Dm73EkcujXGtR7U2esAwIzFgQXpTp0Shqt5OkyOf5gWY2Wzb2FpoJlkGN7OKkf1A58tDWxX
6SSUIGRcHtIud6NNT1f9e4Lu/K3VWNqzaUQOzshicmZMWMLz4fJOO18FHrNkh9AMIKGi9HP68+ou
rcMwbLK9mbLULiyKnYp77crNcnaIeMsKnjIw3SkJwEc5HcWqXJTTS0ZpXUrlXQEELp5MJH9HBwHV
2v5iaNAt/3Bm4GlfEQQGWiwSUOXpmNhD5X2O/dHeJZN/iXyZ38Nxvvb6O1u/eRRArDNqcy5FL9YP
DzgeL+ZsYFN23lE6eAJD8LGv5D7n6wcBlycm1Dd6y4a1uC+JBKE+VHq3tzX8TzWBd3OnjeZ9LQn5
ZBftw1Ql14hw70zN1KH2MS8qfLTWTxfQ534ptYKqUYtczyZLZx8AzEU3f/yZeDWbQDENWqe8Gk5H
Se1I0/hXuy91e0LaWneA2Rqx8+nyMGcRlayRPhHdOi5NMOyLiIolchvWhcrJBWjYjTHg9cqT3SbD
Km93eajzdaMhazIjrGqhPixbExi7DanpOxW60hJcfogPnF1oP//BIJ5DQR2CIvfEYj4K3xcXO/hq
3yvhotQR+nde4KsrT/P3pkJ4IOX3qOB7S1Z8L/MQE56+2mde7B1Cl2LvwHvzykPm/NvQQ5Pzyw1I
gOQUnW6BMJaq6hsKABj7urcU1RO8kBx136m6urINzif0inKaKfdAf+nUnw5laGIMAxxH95FRj7dp
nQxPmP7pV9LbObScZPf05udnGe97i+VbXi0hXXkKadCA02DASsh0tZ9Jl/k3NAP7T5iBjVfCw3z8
T8fjWBBbUTAQEPiXKaET+E5nIpHAGVLZvvZr5xPuyxZiYAXizdrgejcYhMTrPsy6K+nR+bc7Gfrs
VWZi1znGaY/GVYkIburXmxYPnG3YDOmVSHG+qvAUQOKh5kbZ/Gwz2jLJZRbMkQIvujuzyQwkTbvh
N3K21gEJMZx8Lp+x86grDcQQkEmiwQ8dZN5Mb/IRrS/MscJGleLJZN/YtRG7K7RznK3A1OE2jmDy
pDKLtpdHXUKJQOHNHVS4YvQIYBkug33l1/6I93B9wF8Fsf6mz9KXNMnVbZ0o/A7iIAlfcI3PXQSV
iWugv0Uy7OjEDE+dyCtchL1g+iQ1WXWrfNJzPFYitwgOIoMd9DhW2ujurLSom3VcKPk9D0eQHJfn
cJ71zAXCWegP8CJgBZQDT5auEEqL5RDjuKXJ+rM1lgEqQinmSgTcDMV71wRRl3ghDYA+AcC8C1Gm
+SJjNbs9KdD5a4RxTCTzpxgWdJXF0AOu/MTFdgIyQLlmFvwg+SPpXMIc0G0pbfy9xNEG5djszTgd
n/BfLX7bnQh+iQCDMcTKYxPEsemVyWbqEgNU+1BiddMacV9hbVtoBlJhpv/RCoMIlUyrgY7eJBLn
9Mu/Fojr+RmHOziHYeoGLtiS0xWNfCtHAsrM9+B0bAQpktrNtpaZtL8qICMg+cuixIfXh6i1jbXB
fKmiYPhtlSL6keWtgD3W1ihH53oPFc/P47zaWlgxUXAlfsVwtNV4T1EFgedsbJx2q6chhle+jU/W
Ouhlmqyl3fm3pSChRbfRAvKM8Q0qdZ2bFMdkkMk26QwrWJWZ5nyJOxTBzUB+1f3GGddek6pd1rja
DiQWnlWulVLskBE6YOs60bV06ylLPCVuOWF6VExgPQPfBNYblZStV2Nsmx07wsn9lS2n3robZ8bs
oSpIn9E9NaNHVr771FkC/2ZNn/KfTV71R09RlVpPXt2gTqBkl32sghxLsNzuwcjnJMWPBS/6blMU
Mni0jCzKtlqnd+IWsydke5MEl3pDldlLj3e8v6rV6Bmw+lU97Iq4CO9TQGV44kHoynZ+Gvl71SQC
/npoDBATchj02ibXrRTGv4PB1t1cIK0RVDdw1EqbMSxnrzSMzokqyUw5q9zvXVnruCY7aQtiWwWl
DLdWU6EZGNSta617K0ixYMzbWwzTKcNZyClOh2By6ocJOk+z63opgp1nTtaTE5oNsiXugL9u3Gnf
tSoVvwXlrWxv8GY/jj4uSvspFUO3remU9isnyMvnFE8W1MYrmadbM2qhpPs4iqKpbof2i+YPY/aX
o3Jh+Wszmjp970SBXMu26KvveulNerUSneb+tGEzvqQD0J9d56RZtW8H1Bru7FG5wDCzAAX7kQpG
u85q5c3SfyoxOO+R5x5CZG/qX/44Vbg+43Fq7YMht/Aq7e1UbDA8bx/qrME7OMkS88OUCHQzEvwR
Uag1KvgC+hRm/p1q+xQyVYQ/9cZouxgDK7riLnRtYK84a+uwcAZ7FJ/1WEZYSBfC+KgH0P9WZpxF
GKhU0fhijgla34EXDvdW5+ufRwPI5jYyIUOz/zP1OeD2QOwhSwZcALq27Xc2HHc0+8toXtyIFGqt
XBDrMMyC+lfge9q3EhvOX2GaO+bK9595OSItMbjxuqYeubUtlWAP34fTxw5TTG9VydgtVpZe2HfY
/WFTajlJvzGzAuVeP5XVs1H3Ey6jnWwy+IKR/amDnmtT8DL8vSWdYdppeu95ONG5PKzJRBARETRQ
P9eJUbus2VjeTSL2km1fhPG4JZEERjXkQOc2fdTBeDT0dDgmZLX2qtUDDILGbgw0evnFNCELE6a3
TSziJ3Za/IjDdoEoNcl1typVQSGq4Gn5PaljH2uUhl2FvaphfBuK3vFWmI2Pj4C88YTAvju214bT
R4SmQIa3ADgxNQqiFNsfK6lRth8MNyxWKISi8dUgZVzuvDCRz6FptmKjl4b20vhm+bPBmBiSho6Q
phVkXbXuZWFlSKtmCL503J8zNcvCotT1Hcz40JfDK8c2x4d2MONor/GcHDaAL5NDhW5s/jm1px4h
HDOy2Caqhaplggy398quwesaWTba27goovwzZuQo4CSOQBjFwQoTcYepNp6xceUy1npRilVgZd42
zaWpdp7CLG01AY9pcGaiesjqDpPOM7ybqLsGg/rA9oWDkgi9L1eUgH15w3kd+9uBBvlXzOvbn4Lb
zQEgLJ3Z7dhDLmqwp8/ooiDh4cWqxu3XkliVVYD04CkNWFooW2S/dQQETI5EEGO6w9fU1qmE3JSU
Is7otMv6Z8QsnJU+xdjqdU1Gla8bR5luE6/SEhTU46ZaDUJNT9gc4idgsvXyjQr1ato0IquRoA07
vYRZmuPQDkhFf0lb1YuZ3JgEGw0/VAuZVGU7W+59E7WfruGH+gb+tjS4RfpYhioz15gtR/ftpJX2
Bo+tGIfYuiqgfVG1uu3dnNQs97XZ+9nFLfbDEBkdEtlB3Jq7cAptJuBGFTYAQej7D8WQZPnW7HMH
oRKfQLwWZU/x3cmaiiPUCvPGK3Xjk22Mzs8p9QRSvLEJFUIneUl2fRPCbOtzw2meMzsT4xMmy/ia
uiJgT3VG4/6VCS/4QmQX+lrHEhygUTSoTw31F1K3tvFREmp8oTYxHDOBFkxo3FmNW6t1n4X4utQD
oWUdBC4XbhIMxLgsas2/rKBCFVEEXoIQG5ca6mRlimmwMTU13q4KDngQNBgsJQO96rVnh8WvJqW0
tG1KjGxurRblz/UwgJZcVVNo/ShlnKOChD149Ki3uv6Vhkju7Lw0RYx4SIpM3BYAZbBONGSO7jm3
PGI2qhH6B4FUGQ70gdZZd2EusukAHlE3r7yhXjUC3jxqXvMzCpPCoARKz3rZJe1Gp811H0Wnke3z
geiWObTy6hCt/cqCwJtUVGRXtLnwyWl1oJdkHgU6XDibPjUt5YyNNZTkGphPk7dFoC6MLfQO98NY
RoG3QenSMtaJSJ0fteba+Q6D5uEhH8syW5uxxy12OYOb87Oz6czdHo/uM9DhRUbsDXFU5FVhHVvp
dyjm1gCY215cqT0sssTXRaMBS+oN5g6t70WhTeaeDK2qxNcyJUWwevSiHZWER9fDRf7yhN4ZiveY
pH3NSxqO1OLVDqQTy84osI9+T9tjhdwGhcrGdcnuLRL6fzAY1VMAqjzHzlB1qlJGVeLYfuT1bK7j
DiklbawJFhIuwT8YilmBvrFB+S67RqNOL3csWvvomuhI9Nagb1IJg4PwEl5ZwneeIBBKKb+zzSl5
LxF0ZSVqc6oc6wiaPHmeEOA5GJGpQQbWgnCnzWyCy3NbFArm7SHNGTQIWY9/LZUeuQYTB7y0PA7p
+ELytG2T5lmjkdu08V/9wJvMG6NrVKf3B0XgZRYFAUG1qLn0teemwPLk0dfd8LaaGrUNWzzSYngD
2y7Azxa3BPTZOt+6hml659BJNikVEfh7oN8WdVNvMpoRmRx57BP2id02s32bM1052ucnYa5eomIJ
JpwyzJnmt9JQXsnVdMz9OdtxKv3fczVmHXJ/XDkH5xOCzcJjlZQAcB0f8fQVCEUnT/pIGwA18miy
YMfu3FZ9vbxL3pkPCozUYh000CjHmaeDjFOUlmZjtcc2KaFNlZ5JFbP0HppWVFegkMtGODsSqiEN
WmAMNNkY8nQsX7eScizd7qjiNrzxg8K4we7d+lYX+DcOjTY8OmPgrE1HFVvXC7xDanndk5cl3RHb
5vZA60/+8SFhbV0gvEA6oF8uS8UB+DdljH59zGzswjKhGS+5rXUfSombWjo50w3N6/Q2TVz5xxuJ
jhR1fkwS+AFi2UAOjDwQ7ViqI4nlsJrGCrM4sPsbd9LL/eVvfL6RwOwyyGt3ERjqHJre1LbKvJBY
kHfWUR9M8n4gCnDRgmuxdMmn5vNa1KYloZQuPE2gxQFsvNZPyoqz76UAY4KgxAgK8+oV5dFhR5nL
PFKwdxEYcMyfdq38ree3NfK9XXGje3iO9gbMLR7uxioeQm0Tyj56HnqB3uM4hjspcG+cSqPEnwZ/
Ns2W2tbQoTP++XdBAdoE2k5ZF9zGYhYUo6NQF5F1bGpbfy6NjqdoG0NsyGdm6uUPM2/4N3nCDKGf
AUzEZpq/EDUXh88QFQoAg6qAYWKlJ93A+Fxhf75K6XLvLWvCRy1M+/6KgvJiO1BzBF5DP52GOpQK
e4kTGyDlyVzz4gN3n7Pt6IavpedfEzV+Z5RXhgDhi54rypGnm86R4TAkptMc9Lw3wDzzqjoADjHz
K2u4LD++bjvQhPAM8eSghLpIg/oqbRwvlrhAAdSP9rLy9WY91cJsb3xThTjGdDPr1vEx0RJF+iB4
4+AriG04nmKOwixxpDhJgZXr+S86RAiCXv7Ki5WYfyCF+rlfSDGbx+3iKw+BG8cTpYOjhS/8phRo
jOajlR/+fBR3Ju7xVQFYLnHfZUaV0p2vvyRsAhxkfQEht7uGMTyfi0RsACriTH+ckSmnXxVlWbcG
JCyOtXK/gSCgw5vnAiDI5cmc30qkfnDiQQ1TuQWDcjrMVHuGsqdAHIu40Z94vyBeWcroUHW4nF0e
6r0Z0dblf3FJAG2yCI6Wlg4UP3nSgA9QRxkbWCtTY7iyB96bkAQuDD0VkrT7GjvfhOC6VG6kMmUe
MyOT97HhD49yREsE0FJ3BeIxr82boMJ2A9NF3gxoj3YGw52uXRuZWT96vgFCB7PUTe0Wzs4axHCw
rLC9T0p/LKkflRVahk3e/vk8Iaiw18HPk4UtGQHgdFozLHj5oGpQ3eUKATqo/+ON3SGsdfnDvbOk
5Cvu/GSk6HGWUOtJY0F0sZjnRDlNGBgjqtCi3JkUxp/vkVkqnNHm/6NxebqkTmX29VQG5hEIenww
FIZ1pRb8gz2C4i1UfU4X0mvLuJz6lSX8wRLHIO/SHZPz14PSFdrz6IJfXrt3Nj1DIQBO8gHEYNnr
NbXOdTrSteNo5pQvHRcZ1sIfriSw73whbhfQslQp6W6JxbJZWVDWXp6y6eE43FONmnAiKrtPxPJr
/cLFTTpveoZ6dXaYm8vL11UeYqjdJK157Ow+/hhRME5Woy57cRzsDO80qx6eo0Jp+pVN+O64Myhk
xuchfjgv9JtzradTQmeoNo95Gf67pjq+0hTSSoP3w7LGeqUr9+nyl3t3TWfZrjku8sJaDDhIq/Mc
Pza5TDwaWV5EmwosOzYryZ+PxG6c31Lzvkcm9HRqqu/SJk4jAb23Mz5W0kOcpHC6B6qCfwjP8njs
w2ilgwhkyPHkK0P8zSo6ve+CSuGGNPtgAFQ8NR8ab9KuBMazbzWPAtCXs8U4ILBOJ+TWWtWOKZse
Zx7Mxp2xKh9bB7ssaeXCXqU0OySvcWzEL3+yJQuBXItDQPF9fvzzJNYXK2mYqZPBoC+OrVIO2vBg
xp9cmatnzSprjIBl41JuVUZ8aHUZ2JtMR//q1g1VQOEyr+ENXP5B8x45uSEoQEAohCnDs4PK0eJc
FgQ53Zu6HHemdMKMNI+e+kHoV9AC83IuRwG0AhUUlAg9zPlzvPmo2uBLOxj7Ag14z99qlDYP41D4
OyPAQjUe9CvB5p1JcQ3ASZ2964gFiyzLHQc1SWvKjm0bwpAsBQ6blX9NWvVsDwHRJJEDkWBRBhDi
9FNe/gxoJ53d1ZQ7yaSQv5yxV9ybp2vk2pkR+50f4jUrxZfGz+iShLre/e5UUv2mmD4hWu/ZUBrp
lDTtKrM81awzGgKPTdBrLz2ZzXMPG/QvOeD+vtbjIalRBu8Hf8tVhel3KDS5KfMctYgwtwz0MaSi
D1SGRofmz6SLD81Y4O+dRHnzyVM0qtZVn4b5evJ1lM/0Ki9vRGHDEitLi9I+8nVmsEqjsOYfH2D+
o1OYUIP3gjDT94FdFP62nirTx/plGL8PDsJe66jRYn1b5J1fres+rWlU0n38Xrbl6KPaMPli6xmW
QvouC0E9eJpv/JJoLiVbxC/KL0EKtWUdx7T4V8pPxUvR9nsVRaO+ymvRursoddGA6PtRfioBYKZr
iFUt8hiJLsEjGFqKnAUaaX0spvHTAMoDLKbr4uPSjWmQrMwuoIGhHEt9hlTrhuggOAjvgTjMxHoE
cnicLCoW+zGsw095B2RhQ6IX3g92VKTbtG/IpUyaGD8zTO1WiXL52x10mCBpsNzzUx9iY0thej0l
Y/V5MmALr8KoRGGVtr1Di7qrxIfK0dCfN8D2VSs9rsvPTZND4dFwc/g6hcX/Ye9MeiRF0m79V656
fWkBZkyL3gA+hUd4zBnDBsXIPA8G/Pr7eLd01ZmVqtS3/xYtlbqyEhwMG97zvOcMt1aiSWejZRn2
Yl28WJ7fSLv5rGO53iYRhnF4pqYjUYHOjG7SWRUOuFRcwCsQH6mNr8taRP4w5cteSww1+ckgvWCw
4iJIE23Gv31NiQgfuenQZYvfcVyynBcvdohAmOjymbHcKMm2LjtYgpCtRXGp5QsGhE0TOfezo5mP
onEp0eT9MD6RorFkG3dQ5ksus+IrGiAdwj614tdYzoWNuJ8RhB3nkc0AnRzt3PFQc7cTzcZcmxkz
8xM1OAfa2AyNx0oobTytBjkSihMekJorN6Ae0zUnlYExaTOkg2bI2H3SFFx/1jUpXWGmpxkvgZPe
HgcL98MS63hMTECQcBbjivU0xykvMBNPKpJOVB4R2GyM5c7uXKJy84YQAjRhLaYs4ekro0q2C0aj
WWe+c4ye002H6tzzH5FvGaSLMRlIeE17MUSrvRJC0ZTHWXS1GdSGcN/ctW9vBw8lpp6KVFHMmHOL
ggd9ypt+AT8PK1ElT3rsrZeGWaF9JFo83C520j7BE0AxqiIF1ojHceaOqhmzxng1li8nW73kuDR1
L9HO4/yAKDbh60NlCFltErMXYOoR45KhWx/kZLqIjqauvo06IeK7HxDnUJET3CRKW+uh8lixnjXP
W9/NLGo/qz7tblMzmx5L1nE8HbWsesnrfLiaW9qeCaVvSTuJ09l58ugJt8NkAjgKCq0rO1xZk+zL
yeNY7mqpl+YR3/H1KS4S8qTdWAKZ1HMFCREPnvtR4thZbuy1cQ92jUy8X7HI/kiLDjFZb2dyfQXl
mRtSI+dPVQmkfqii9mPMB6p4iZK5L420JTrXWkmbF51+vWDskmwQRdd7K23xndVN5KSNoTqj8Nt4
rT57ehuSwLG0vNlZKkZ3rgYgoaCxKTsChpFQr3cqsXyth08i0cWlV7GO7U6Ecigd7jxaBtI1J3wT
/UH2DVLimFamT6qag9xHu+fMPy/utcmI7pg/rb4LEFCGFTRFLtdLZdR7sXpDcW5RL6xwpkf2FnHX
SGjga1ML72h+zzF2UvfDrHXWAuQ5ygmLdEts1PWCkWJaLanDUzy2BFFPa33w1EKKXK7lrbGvbcmv
WNc2+YwFDda+jOjKDQyLPUdAtb5tArdMaKg2RWX+MJuWvzwaLPfW8mrJFD528TnXJOL7TpJqxZuz
Zaq22jl5wy1e/1Bu3pj+6qVkdMe6RTCepp3fjaaWM8cmexG2a+zNQd33bYQImxHB0kBwmj/iJu+Z
veRqP7UKQGGPLNPqvqdP9pPm8mn4HjUk9OfVrb67vojmjcWSRqr52FnpdlkNyASU7OrFpX3r2JYY
2oa457IZkMuaEyRd2SuJF0ZTVPuu7uqPwnRShh6mCy+1qshTtscepDAzvMHaOWVhWD50x3rK7MV5
W6auTnfTbEgMqb0xDSdrRZlMkL1tEuG1/q0DOSHys7csnEot7TWjdZCk9Niy93YMLBYsKsu+Bl3j
I0QtiKtQ6nnr7CFz4q95TNvnuV8rC0diLUPEw0RBEGlYI4XmedFpwaJX0wtEAT9iAFiLQwqXhhGk
ralNx8mZLRaOZOqbh6JNbHNPvVVooWy0cgr7hRsMTMzIikBWXefstHmi1RcmZAW8c2V7Td2sMOjC
t4n/ijEZ1Q/n5JUiDepJ5gS/WxJbattpXRHUizHqD7Yy0mlP3GOeh7mM3c/ZgOb10yrhxeqxmDiJ
D5r2lJVZL3Z6MWF3gIFnTtXWxUOdsVRHd6kFvrDMg/Mlp2r+iqw4BukhjQALp8LpCZVBFI78FWiH
8BPeF7FYkIVPFDXMW7Nx5mdugoj6Xi53uWzzb4AC72tSBQNtQKg/4ovJjWi1W29GeybRaCySFw1g
4ttQLmm0Q3/WlFWaak6ozVn0paI+f8xrYd1CL7q36zjH7G6yWsd4spFq74wdmAVlSCoNXoe3RXh2
2UfQSgRRhRCXwHaD1ukueS6WeG2rcUmvcPru7pmldGdTT/YIl9Qg1G7InRnysJ/G9ROPuJGQd1ef
ajr/u8rzy76Cxolk3ka70SY2JMhU0oxbo/UqeyeX3DzxCUcqRF/Isg2i7/KJf7ed7JRB+0mw0lfz
qA9xhj2Gu5JqmEmnuWmtIn3Nopi7LAwRAeoRdtb5DcLLSLuwSonbYvH/oXlggKE7U3izx9yrgjkm
8JjODRAeYtnG4i7rS3VJQuX40Q3AgPyMxUt9VXY8zy7tyzkQ3jzjfFy6kc46j3muUuYqgkhVfcY+
8Py1IOSxVawoE5MSmPZ4TrlFH9+2rTWBl+C1euMy9hPCYTEOIHWPbDCO0zBmIVtC/OTMUXhTuDhj
xjDqz1TPmb65H5TKaSOyiQbxoYjS75Ejg35g66qObpu0896d+g99jj/STMapzyaFs99IENmuZ8P5
0Jc2breRBbTjz65Vn3KRwiYyzJyr1pIxDykzUyek9qaPoXQHuw1oJBVRsBpzesIrQlBAHEdy79Xq
NCTHm22kftD7mLzqXaFfrXpWv0+aNp00tq2fBgmwxn6asZYIixpEKKgLY8b4f1lJh7b5bLMgMzTe
alqWRReKDLvhfV+Y3LvjNfLTjlbzIYYV77atbKaLLFvs08Q6t2yctXVPczQacIx5tsQ+tOvA/h5S
J9qOaTKWMCCZ97waRZledHnN2xIuK2g4jRq+7NShDHX0Vrxmw87smWSVlmifS6ziwHMo+lp1WYiL
loPvFLZZ1ahHzY7XezHGA4SGNAnnSoxVupiL2mw68sGhXzLuMbvuhck7xEurv051MX1EJDVj7Np4
PfrOOjRXciDMPJBT69jB0FrAmiNhhXUwtx17vSHLGljMTGbtpimy1QXx8JL9bETZJeiiCfiXQi0H
paNnH7llai8SoIotL/s6RiUJZMb9WHlOUCzmUSuGl1aofZstGDMQg+zHzRzGi8ZwT6Let5zuprHW
rSXdjQ1uvwzadqHD6TFqBX3n67gkGJy0HWtyW6g3mlKuOk+NL/nYdZsEtpZNIP9U9N69xU7gOtMz
8wVElSS1NUb33Y5Z7d5qAEp+3cbuCacAa9NN/SZ36nDNh1uhWAIBUS1QqSkzNlQrINay9qJRzn0q
CzvEWn+rPIzDy4hvLoAE5xClWZeAPxdzh7N+NQACR+VJOHQ6dxG5ZxZQrgQNDwyVen7kyGuzb4FA
c3t6NSJz3TgEtjyUWuJwZHPURZV2+k2GB+6NMTrklbtmerF49UXmDP1GS6VzM2rjSL6hqP20K70n
V8JDNdGDoBAQpm20XnpelN8tpLSHevuGd3c6zOpWmfYpAwJr13Q/MT+e+83RQHFB0d8UU6IVj9dq
zd8iEyiUBpgNdGvQ2lrgtN0GENF3E/uA/+h+LNW146whpnx3enwFQxpmWfwec0rM84NujC3dnOqh
wPB1WosGIGoibN156NgmaiZWdjkeqdgkKOrj8VIFiRA+pAYl5TCz0+eV2HSCcjipkMilFfFWg2vw
OX6EybxuiuSSJF0vHERabZBHiVL36FFteAXURif2AvNw4zozVUkjdrYLGV9irfKjJsp+MxjNp7Nw
tNAQjy4d/G+eWPH5EgCy8d41soZzs20ky84q5nC1bcyfomFfJWsoWdNIdWURaIubLG/eO5Fv3Ggk
FW8a5E3aWpdlsnymRUm2hkZUnE1r184b2rvSjdMHvUnN4zT2+vvY4tgOJOeG9poMQU6YYTUb9SZ1
3CGwlHVr0+oUlhrdJVlxl9hCO3ZZUwWiFC8GG9Yggcz2m7rufA4BVzSX99d623kfjlO/CYp5oWEX
1mblTB5YXXGFv+TOZZ0l3H5d/LFLX89+qMe4ncugdLu9rdf3psjuFmYGYEXlz7isYyX0vpjpg2h/
lEb76Y7rdhDGRePqIJ1D6C0Y0KfuHXjnrtDjR91dIzA++iAmm1MMs4KHwUfYaB7hF/yrBi6g8YfF
fc0T8UI2yWtSiCdB1RMf4nM6uJ3E+AKMnB+BMh+XmXY8hGGrbB5NGX84fRN/xdm2YOo17Zz1K4/C
QuHyvxbVLcIi6Hv9HGvNcgLXnu9llThHI7cq3+6NgO93l9sOpWkCgSarP3RGwzau7Bc/mpr2TtRg
yaZTDheNU+2ZoCEQilxfAyuWGgdG94sjHfOLZYbYGGPWnw1bi42PLxucx4dmWyfDa5Z6TXCG5ixO
jtElO+X6U6a29zlFbnbPl08ikg6tStffc8QRfDt74qoQ8X1uYnykEX97iuz6nES75noRUBzdpBnw
P9v846w5p9mUgQAlnJ36tZI9+RlJ2ZLf6a43LGtbUbonmap9x5Z+BNpL+3j2raoyD04yt6Hnzsb3
7K0pkZseHS/tNlHqmrHyvtRk3lAHabWHJi7Y+XfyEbfm61iLHNipZta5ueYo58OcyYjVUkdgGI3R
vjBELS48+co4X0OweVEFNBtOrNSUceieuG2LrMx9Um5Jf/MG48Jse9sLmzTzgsgVwFEtVghRGS9T
6JVi3HlFHQs0mKydtyZOr1nZVQ4rjeGxA9YH6i06NYdAFiPVsXhiC7VlqS0ODsZ4dtC2mq4f3Ig5
GKurJLvz9Lkor/Q+M7V7WXR0ifmgsLb+wrTWO4HROUI7dAVJLddJ0Q5PNSguD3RuevtEuTDTtqqs
zP5hqZKa+sjatIeRCkaxoWGIjuI6gv7fIc/FsLj8HzVdpE6iPjrEE9oKep2BWXgWjHXVNJjINVHh
Vo+KN9G9C7dZBAssnqNyVOm7NJtF2/KfM5FTLou2nL9KvNBzwIxNkvVw4241KRjNcVbJrk9EU23z
vKu/aI/FBBJOytzD8hhUUWDsvypls+QNAzYOu6lqhh8mFvrvXiXSJ1Flo+Nn7aSovlCdfl5j5dyx
DNAvoSZZv1FXMQU2+utMoibl/YdBB9wnJ6WNp0seVMN6gTGrDKS0qhuVCN4ZWJVcDoVJe1Woj3UW
X1MMjQrmtry7TxJ3wNckSTac/FVxMHtv5Hzb1hiQzZRLpwATuVxtTeaej8jpW/7qddZo7jBmgglk
0zf3pirT02iTChDrDZNYmc2nlnLG1tOb9sWkkanZS0WzwzbpNfBwqH7q+trAPtOfVr7AQFjLeuwS
eChKu+ukbuoxST8gsekoWVI955TpGknPip/2bHbHsXrR+phd+yrP38Cyus0z79HGY3kYPdoORDpB
yK6ifXe6SBf0J7lOzqsp2cN6baFTTu41uFjEBspOjH9WydwYmx8sCcWXs6Qwwx1xWt7GKMz8anUw
+SOGvhD9l5w7m8KZJbQgMWlhoVNunD+KIU8MP18KSikxAQGEqEYENmVd1YysX5XHCu510UPRFerF
WKooCs3JNj9LSZkiyCKxtMFSF6oMiwrv3X2qD66iR6fI7/rVuYopub5lY6XGa0H8xAWha9HMOuku
zFy9k1OnTimlMvulKQXpSGhfA8HyLyJfxKWRiFnb6LPO/szt8sbYdE1k9/RD2OtdWi7a/dSlXhmM
SjZU2A1MQ/zGSY0ne1ydey+q2mprGsV0W0Swz36ZGf2LmdjNY9Ot5b0V2engU6dncyaGuDlnCq1n
qjIqaLHQ6eDakS2lij/IKn/VOVwJKH1utDPRVX6VbvEzsvo2j4aDnLUI+9VqvF6l3f/hKn/VrDgV
wenhlUCLIhEkPwsd/7dIFxLV9U4/LFpjTDu27vgAZ/VzB7pAMm5uYHRrR3uz8cQ9rF9xoajEbUVl
RX/Qdf4ieNIrDj0k0NAg19DRfpZIssqt2RkXILpdktv+lM0UDSutUZerlfzJ6vmvmhW27md/YVBI
z3R/lZHnpDDyHPe9Q0M5bzdwjHtULCGbxbb48hvLfviDBHRu3f5ZJONt8jJh5s7Gnr/yssbI+OI4
Ox7c3Iv6D6OX9huGeeBvVVMMlCFHgxy/MpULheEps9TO48vx4xq7xN3f38tfBhZ6Fh59Zx4Nd00E
158f9NiqyWkJSTyYk2y4zNzvarP6k9v3b65Cpg0VYTJfXIS08xv4L1XQ6Mi2WSwy5puln3ZelReX
XoUs9fe/5S8yHTwPCBRHPOyrbKw4fr6KImZKZGm0HqLWNk4Ox759a4vp0QYn4rgVj1tB+lXw9xf9
zUilExFgF5tAfHN+Nb4A7MKZvXLWQ58SSU1sB+2KBoYfoCPrHz6K3z1FOCxSFyFFzuzSz78vT7Wu
E6O7HmazXL+MoRGn2JX9H0bE754iZq8YvPHpnbmyn6/iRhTLulVfD7bMxTU9lcQcFxPBNuPQ1dtS
cJTUSZr8w2P8N4760zfBDzo7iMDzkUyGePzzZa2kXTqts9cDilWCkWK0sMO0h9z8pBqrOEFhgjGe
5az50RJqeVqomtrnY5GXUzrrxYwkoc7baD2Xl2YXaxRzWx2NsjfObVd//9J/84wAaIAxcITkuPAr
JTG7Tqd7s4IHV1S85DljgYjhsFs1sqPSGYCzAYH9+2v+ZZZC5D67osGO8vr1Xxs/0oJOwBpV+JCg
sPWECYalyNDlkuy5Qv79+4v97geyUTpbNzND2e4vQ611W5Wy49IPlVgwuKvjCUe2VkuHjXIS/a6i
8+5hXVLj7e8v+5uPCYgf+0q6oLEB+JXqTKQ3003sULkbivwYWdATVcnpoCZY6Q+P8zeXAnTBcQ7j
njPaeH4C/zUl2UsBtNma80F6VbdpvYm+aBE746GsqvwPLMjvrsU3S2QTDd7wLud//1/XcrErd2n0
XQ/eIJsX01oQUgXFJL8oFu8PnO9vhgkGwPj8APhjtPRrjid7+ET21sgkWNt2zEG7wD/XLfOLmNfp
somjjPf3L+030xIt1PgysqCdrWV/mXZ7lulZP8+AeVSTGSTJcETNFXd/f5XfTRDYZYFSmsx88CW/
0KGTVoOZG/wwQnS7j5XRe02XFFL7kNTmk2ZP+lWZ0iYMEVvdeiymR8Rd+20uoRB9U6TzZRSl82ZM
I2AKSobxDt15+cOb/t2zwPeO3T9dOOAvv9xkn1Z100ltPUjAtLBfSdUcxmH8w9j93VXOxro8hDMm
+6s1jIoXb546bzlEq2vuyhSVpDXiP7HFvxu15Icy6fBzMIX7heVOSmOIpqhbD4tDhK1ZSrVdUGQ4
9gOX/Pvl/q/p/j+Yr/9rnIdvw9v/+aqGdFhOb+XXv/5x+mreip8c989//j+O+677Twa7YBd+9n7/
T46l+uqHf/3D1f/J/P8fUyVS5umf+P+O+0L/J3sRunrobvs3Tc380NfjkPzrH6b9T7w6YI+ss6s8
X6v5PzHc51Z+XiRoKpXQj3gEnqeg/5rOMq1c4kFl3d4prO6W/szxOkmi8gC/vW4sV9NudbMuqO8M
E20dqUbT2M7sem2XMb/e1Tl+E6zM7SbqymifJku6IfJ9/C7L1A5x1sjflRinvZs759Nllk1fRZJa
G30oi6BWo3m20FRboClCOGyZ3MPu96eknkAAiGXKsbMWNYKrmq/cMorvKcutG2AJ/SvH6J24waXr
EIlyZ0+xLb/1dFSQelL6w0qKE3BFGrl34J3GwfYG93miP/JAzl3xvuJ28kKHNa43rda2W7umIK+G
0j1qhpHpfqznpKi3EYXTvspDwMPqQs0EUklU50NbJs7ducB0Eolqn1qzjs5cLO7+FC+MysG/QIrt
3Lb1VwrfcduaiaSTfUy0F0dBaPhTFzUn/AraK1ufMABJS+tmcJ3ArfX42Ke5caJPat4jOy13U9YU
z6VpxY9p3trMfpmH0OHp+JrIRKyvUz0Mx7LU8EAuqDFSBMzbeUNDg7vLCzlcjqnZvM4WRR7s+fpv
QZf7CUFy/MxxJ73Mem/uAywhUO9nlA5/zCfj0KLHPM12boRdv4qLhc7cFD4qiQt/wTJYhm0iu6cI
4Rhhmt60j6Zdyo/aLKvDOvTNZ27RUO1nGsl0lEQyGgz0JezhwLe9kN1ZGbk3KnwtxEBx0EMpB4Hy
27x+mgtjb6MvYKsQe36aUzVfmzG7i6l6NdJDyX6oGraKHKOcDYaA5c6hzdTX6BC2Cddu40TuE2M4
CSPzx5WSdcxR6Q5HX2MfZUqEWv0dkzO/S0VaBOjwra+JcVNl67u99HvDK3eakRNibxHYORGuZ5IA
No3yrq/k2demWPdRrm0SL94gubyBBGDI4t6YHC6/swpd3CFZdPYhYfVPZY5RiCHtd9NM6gdGxP2m
pe8jaAs68yX/o3T6JmaV7r0ieVIe2kcvuvyIM2Y49++2SU1U0mg+aN7OUY4WIPOCvbxaBreV5+sm
SrRDmmc7R/OqV3OZra1b3sHgNdtKQwWnilToDyNNqXWZXNERbpPBTHpZ6uAeg7DhVNMtfQ7seEt1
o0RERXUYd3Ff7M2k+oAodWkSLjclUoZdzQcCyPDrT1f73PnCOu3CGOjttWQfeZE4aRjX1oubxp/o
2SSpd1imm9ZX6tg3eRopv1QEqxvOQF2Sopwv5wRvJupnoFAa5bT4slwRh3sMLigk3ziJt0kcRb6a
CcPXEW0sy/RuTZzbMnK6x9bTSKEd0nzXjdmuRwk/YYQTzEYVlnaThQP2GrPjqbDAc1fR7+YPjpvt
G4ORaEtZ4dxdPuln6x9Rttt6hDEgXVseSlncm231PRaP4AV6gC8YyW7smX3B94njIn4dlNs2OpHj
FzgTmL62iINnDLrf8dU9OJPp3gBkMkDmL5sd9QUtS4+4AVY346zx093Zb1Bjth6M2MAcm5MzjMcX
7e6juK9aeKQuvnUdKv/0jOq3Sxc739VA5FyyRJtxKufQ6nJxcuT6hlWrntGIhxKKXROkZFJ7HYRl
Qp4QHQjlrd1149sseWnGXHXXSlrxThua7KRT8EnRR9fh2HAsCqfGiC7yGvnc19YV84sJE4iEKfYI
SnaNF0XzsahVvGm1Sj/WxKu+RKmLm7jraRFpW0xWPVKuC1dSwlPqhzVoVB3syNpbmvGjqNEMPKNh
uGUc4lxrVL7tqe5ipZbHOXCukcVyaX+7szji5iSDro9lsLp6DTg6vBYwbgOmyiHbsPlooJJcVGg+
m2IGaDKG/oSVQxMM5SQfGoISb005H6sKVCKdp7cxM/KbSiA5O5PeJ75TR9eRY5cfUR05HwVC6+KL
sZInL+NTzf/tYITtoFsFRrrMGxeS53Zequy8cC0jcQ4PmpoWYArjtoyNj1WuwzaxUmNrgew8TFpz
tssySGuip2BmOsvny8KkhzpKVud5mNv7ttSV4ddAMW9n3SpoIAEC/Dt3tHJfYlBE6Zzlgyk1Lq0t
3p6sOZ5R7DGrWfyz0SrHeREacS9VmM69ZYQL4I8dRIndvTc2mgZcvzoOk+QsW7jq5NTnMEIWd8ng
W5XRbJjGilCmCOd+rkZRhznjrOuujHQY+IumgzQLyiuTF4de1lo+tclg4gwuysE+jcNz0XTle901
IshybOOA+aIN5wVrM+AlYiB1gaSS9M6rKFmMQSEyzaERJtP2vERePW0OdWJq193MD/V16E0fLNUH
TKpeIwMfVXhXHVJ5Vt5TluTC9d3VYWnwzpylq7ld0HlEewuQ+kAOkxeuTUfmdHITW7HAxeYsGpPV
GxcVDnfaGE6DhY9GBjFh99vV7Z67fAjVLL9dfcZqpJ2xvrP7iKczPaoa+4WRBv+rlLiQ1udTclEG
SX4su4tGaDk54LY40m86+QtORkSNrguULgsHEn8I8ghN2Ubb2vzUnGHa4JkEPM192pV1qKXNOxzV
e5m3l/RzOedO5SKcC/U1zQrxvNOUxfSicDth9puknvprMZl74O/az2cacZ3lws0VqnAcjI4BHdba
QW+b2JxEjRcIAdynWTqGM16YpAXtLNMPfdFeZ7utUC8di2DPJTsuE15aySq+qdpcr7BA0KrqQmhy
7+XZVZYj78wYEzUr/RWU8z+cHBU1XVY8eDzisvGc8Q0l2o0j+u9Ft+kJurat7mUqxc0s42VXC629
wF3fj1xAeKctv6D5QTTdkLkIIC1uX9nkDMdxIOic9Nh057mNEa5CXY2Tld/G41FfIs0v29nEAqk5
Ovi85WcnMYPwU7u9IpBgek6ncS/mOyBfPRijD6g18zI27A2mVeGAoBESwxnIfjhVWrKdaI+NcTTr
h+opqUZIyKr8YVhEPFOcWMwb+qqvimE56Ih4F1kLWMlrIZcsecMzEPlT2kE9oM/mYr2lIeJySesT
bi0304DfX1LK/cQcvbdMggyhybbuPBysvL9yUxujf2ylnAs5TX4rx+QwlUCF7AAunCr50ReavK9W
99usFwLm7xM3aYNqyJ+bGUEVA5wPz1nXDb6FuZqzYC6md3tNYUkiyjclg1VDXRpl+eqqNLsEuwpy
nToELCU0uXVyitzwp1RgaTY/4/WfXjej7MLzY7IgY7d2abVXUmrylNv3SIY/IPAPlqY2bZsWd2Kc
v5EH0MnqWvennmOwcmX3qaXWkcQ+4Y9R9Til+oPCt5mwwf6SMZuz6SqfXS9FQGuUGyyFu/KV5VuZ
14olby0DDOFu8G8xII8sKCASV31Py92gK4sXp8AnCqI1tmW/NSxl+sbCl+aXlRbtrDKRAZ5rzSav
shNxy5clHJ5PZszdGNv7ZsBJUXMfxKjYadCfcz/i6g51N7PHqKDWa77oegnG9DNzrZtR6DtFo05y
Bi+VKlEuF+/SaFaatlsUwvHGjotj7llXCLS0HU/A415aTfsmH9w6xO4OKR7TPHrkcS8yMdbTAFro
cCVUT2lyY8059jzTBzZd2dZymtU35yrZYcp36Nwm4VyzfDHxa2V8XNiLHrBqujBjgz3Vui/Zm6Ys
K70Ja4vW0dxTZIKWyXX7UcvFBTaJ1qXe1EfPaVe/yO5ovFpCQxb7wmuB6NxjpukPHVsesxXv7dRx
Uhis66lnEm0mEZircR1ZOTvcrL5kTbrUo/qHNq9tgOvJRcwk7rr1rkbKS4oigZMfrnXjOnXNQ28v
t2dcljdig1WNJh+rSXSjszZH4IN7qQ/epu+TV0K8rrKVXg8VM28MvqWlzNNd82D3qmwhsb3qhFJs
v0Swg1amcwyb1DsDlnV46ZIdkVu+lhBRxgL6bVn0FLA8XmYLcl1sxidtxkPL1Z/ZTEUJd2uFWTqy
8fF0tXG66t5JHehx02BarfMfE16kfCcwdAi2DIeVqBq7puEPu7K60tqD1312NjDmAl4MC7reO6wt
QRT90IzpwrELuS8LICjgDllo4FY6K4vd9AEQFn0JuZmEKrbWoHJN96PK0/l1tL1Tql2k2jCD6cYb
KmiXps7tDMMEK4nDLOfelg3QIAsSzIDxnaHbeXn9qM32XiGu5iOeXdWAS4nIZaC1clc18WPVn7ch
Xrslwn04uLWFt6XAp63vhvtSiYRPjPxVKxvNbWbbt1UOXIUn4HXdpx/OoN06xrqfHIvOCFPAtHkX
RmfGu3bUcYnH8xvLMyPZJukUTIIHUU4nMzOese9qA2HWl/ApX7OzpicYv8yXZvW+8EeGyCzCidrS
NtfMneYZz5OpE4UeG/0daZrwHXrJn+45I6SFnflMka+4sZmbeo6nm9It11vqe71vpHpgdxYKeLZ2
vtNUN3U73KWGlIFX0uLfTNWlaOzuMDVjF2qV9l6OyScw/Jsjc2wkiSVCngfUgqN8dqjcPVfKuS7d
OQ05RzQhnQn8jCbf2UZxqTsqYyo6i/aldO8sT3totWLZZ1Fj4eDnHpXXfBEUoGg+6eajEA5x5qI/
GwAa8e7Ms1jNfCGUfsebp9XBstLNOaaw6DEco4LjhnoPlM/wLK+GgdJHbqoN9Yw4GBLqA3ZqHgqc
M6qphf0po/tezlvVNdgkaQNpXsP/4+zMmuPGsXz/VW7M82UPCe4Rc+chM5kpKbWvll8Ysmxz33d+
+vlldU23jbZbtxBRLy7bMATiAAfn/Jfx2ITFmZNGj0Zb1IcZ39JDJwp9hzr+HS39i3S03rsEuIp/
k0beNhq89yjliPP79FsJ1GMjWiswBEUBnVri5Ivbwp8wECeldsm8FguZEh8sZlQ9jRVoTljahyhO
jk2aR5s2RueOXrkHe9kA+ItxvEAmcDMtAPj6VCdQhRvU6QJIoNkssb/uEvhSu1VvjbNVa/lJXZ6d
DQhoZwFLOPZtsGgWoN4xMS5rzQHSqx8Lex0DbYxu0Ercr920QlvDfJWvummbl5ZT+nwykKCNHSfd
RXX4ylF7bfnhQ47A66ZJqR1lXBiinZCAbOObKhSfoIXe0gbNAmeauss49C7qWv+STN63oUpOBCoj
3Q66VgByme+M0hBbN/VINmiib7hX99rYD3el2bwYo/nkxdy6ztxjtDAE8WAfdIPcqke3tc/B3c7W
Y9EPgajFNpm6niCNz7UEbVPRfemL7CkFLW+l1S3VsmEbZV63WaFp5kt+BzzjexhGp50CiBvOVMUh
m2w1VP32GkY5TZx9z1BN3kamdm9q6a1er+z0wtg2doV65UmtdeXuy9g9VowqhgbgCppGxA+Yoo63
5pDYhql774wp3BW2tY9ETD5q+3t9ta6qBVW7qN2HVvw9NZL91Nsb3ZjHp6gFJqCRjNaUV9D953VS
L82zmYgvucdNMNYdf7LL0yDVxU2Bh9mhbugr5XMoTpKBWnzn5DAcFp/8gYfTDrLXJ2a8Ncfiviga
9KusQGuK9iaM6/ICF8HmZTRtcJydRxGoT15piN4uS9UFrek8VBGLuIp5tyQkASK2n+t55uGxuGD0
KPoMWfOQxnkQhwmSP+l8gM3x2BruVblOV2ky8jgornL7CbEYb4eQ4EsCyzvTlm/QDC47rb2J+yyA
i93sTU+DxeMNfaBp1mtRWjsNOlGQsB70m3EsySAJshXdooYDUJ0LWzvzU1Nno5tBYZsx+WVUb6Yo
vHBobICM98DzgFx+aU+HCwLAoW2/JMiVGMi77V2tPu/K9bJz1j3uKPejBwxzCePnbIj3BbjgPbII
x6YZr43B2MObuRuiAcRZDJY9ooHmrbw4pnBbW1F2SV2AdS2PrZV3ez9z4ehMez33b8cToIe7c+sK
DURUDZXH1qtrxF5vfBRqyZ+zm9BCbwWw21lYlvvcoljL/ZTp8X2+li/WDMXXGU/Sv25KwQVZmyUz
sq1X6neoF8LXafstzO/pgPFAQ3BH+sPcvQxOeZaY+5OgzHawI7qa1H5ocujwC95PDk1dqvfBEBvu
7WRnC4Zb9sGIwkMqQm/vtSQqbPXz0QRGmB41y7t0/eqGh+dF0dtf8W3YxJnxOI95h+ix9hxXlLBg
tZPULy9DlKBuKMgB6gfH1ZqdW734GZk2DMJN1y7m2TQ/6BA+xpa3/xAmKL6iFpLqQ/c5R+RU07uj
BqAMkFl7QfUUDzLdAbo4mDt+cdsDu9uu8fIIRPQGSswFIXVprtnTOCLgCsT6Ge9CXALbBDhVdbRL
77pavYPjnKDba23cLdUgeF8tW3vsjwTFDkWRrWGYzyFvgo2laWdmWt+mU/sprcnaDLcdDmAkaNea
YX0UbXPMYsp8tnWT2AjhivzcG7wb/FxBfGW7GY6mC8Ye81Q72xrUyPKGp504vZXbz3UNQX5wKMuK
6VBEB10s1/ZScgp05QVIPLCW4PO8VpDaR3Z7giM3O51E33JIPtcpuXZN3n4Fmgi06LdxA/Zryi68
0qJPb+Yoghnveqw9w0/Qtw3sTYxw/G9QFKpN67O/9ZGzbszy5X7ohiTQqr5+obZoplW4iydeMhHZ
Oai/XbPYr+7YvyJsnOxy6JyX4YkOq69tdO357ZmdTRdOs6Z7ZFJ2S1uRZo3r1io686xCvNzuL4wk
/z6Bw3tydIC9lu22uCbyUcbMH+/KFe7lksCMbjvw5w5gNaAyPFa9dDjSDkSbO88u4dedle4nyLFZ
sHRdxWMcuskQrBbFs4JG5TyPB/qU27Gtnzw7fM0L39hRf0Ec783Po0d9nC+9MdwX630uSBwbjIFG
73tEpm7RmfBc87PI2/dSr9E9TYLZhixgay926547wgnWKT/DIu95RQ1yLdOviPZ/W2zSlT5+0MQd
0FlyR/eoO/mdQO130zvm5eBFl2FaBzWSTanuxGCCtTTwhVNtupRyauKMy1FPIusqcZJp28Z8BZ/C
1PKcikZsKVhP3Lz+bbWmj2ub39IfIb31aAqElI5anneYzYCJnqfo0WkpQ3s+ZwoVI847vKsaSxyG
Mn7r9Yw0Nty78GL2jmk9OWE70UcxbrNZQ1bXqk1Akd20B1m3Qrkbqv1CSTNolisBNXKu79vBil2K
oihcL+U7tzdPQrhQKCywdUUcXfc9bGLbfesnA5rmZO9dHVU0g+KI25GX9LDlivgAXtjcxpV+3bGz
Omd+4AF3g9Pxwm87zqXtQa8UTeAn5K42eNtLeEvurp21z0ObXY0JpW4t+UpK+ezRkAqymj2Tkb+d
a4vhbpB+DYNM6BdxcaqBQiRMTqTZCGDbxqBBkPjfBAz1jRunZ3OcnND3w1aMhg3nTEdHaw0pE7ff
e2odcIPi3Wgl5bGk5TLnwy4pKnGHsHpyxou/PvoJKRqFaDJc7ksYcX4djMLHRctPth0KQgd6dhXU
EnhFkN8rXbutB51qC3Z1ZDD6WRwKZ582kMoT8dkcCJwVfmFcp0e7QdZn1pOCtkVP9OWiIm9ZHE2/
Gm27Oysg6FyM6eo8lo3f4xQGYPV2NisbPXLP/4yc1XLVhmX1ZncU0TjcIiAmnWEM+8EpYOn7HQCg
Lpu9jVkh625Fd9My4eg40KWeKfbPzmNe6zjWaGFRX01DCsux0sOx38Oqbc45dygeiGEvEpTxFx0i
od3d+kMVw0ZI3/Ulv6wM0OtpcRILWK/gWXUnhYFd5zn19Uq54EtTh+XtnEN4t/PUu4uskcL9sFBK
y70GUYUxytND3ed8q0i0b6k+loQ4ObBAErjosLdJxA431vUCqfzU5QEzk4DUmLmM+MCiQTvoYJFB
RDvNou/RezAgE6em/7U2Uo3WDYVr5Oe8Y4UPRZDz8Arw/2j2J+3qU5phBCtE48sMRaHrGGndXT0N
sCYtGzX1sKzbbwvat1v4R33gDswxKwckzud16s+wExIXE/oH+Asm+j0wZRcNPs8GL7JCWNyQ2YfJ
Nhs64UDpGPrzcXWGL5HT5OeOm/Fo9psV/FcXhHbN418jpawh8WyrYpkuWdF+73Efi72WruW8nfm2
Zz15jtiGooXaT7m+mPerC0F2W+btfNAhed0s5uxdhtqJdBLVRvt9RnAczmVNyPggqZ/WsSuSrTWM
VIt0Q3NfkFSbgi6rq7NWLDyv18w3zwtAPMeuJbfap6HGTWTHZQLbqrOMyyaayJvGAkX6MMqhEXrJ
52wttK8azON1E7eDszdbIzoPjaLe2/xzJZk24jcmO/YtmuEtUP1Yr+06Xvd0at0SrngGoQvf3Dtr
rcUuHP123xMi2SYNMZFenL4+RhSCzrK5eAVPtT4ahlYdTJ9XBvdVeIn643ztkc/cUsNYztMKOpeJ
GiIgbIsqg11b5445xPfIRls38TBngQ4h5TDmPOI3EAGs6Ya3Dm05D7kYkne4+us5yoURFXWi/0sb
p+51twyIjlWaf++ZPNi3mIVoVya1naCek2XcaKmfvPZ+3F5ZsZffTEZlHY3Jb1+hbbXLRdbZcPEr
suJLauz4YOtuonWvWKn123WcySorvS6+Q3cx4fhhHbCPwE8nZ14UGTO9pnSkKBIttB/LY14O9Jzy
EQ5YkfUQn9ZpgDJvi9m+5QBxqNFkUBfFydER6ktfRzu3pps9jRV0OUH94rBaWniv19o9KD8+geZx
LIZGWVysvT8/r9rYvXjUcoMGLYdt7o7ROZrC8xVqaOZBeJ8Lr7EP0HBiH6qy4T8kq1mgh2DWwYoe
IrbJfRLfddnYcAZVPRoLVVtkh4EjHiP52LzFQNupDkR7GF1a48RTcEpmau3eNDk1BILRR/YmXI+N
GTuUGWEOG1vHoyKz97r+Vjg5JL10iK88npHIRGnaEowF5DMzTP38K/+vNt9RroCzjW5Qe2iLEhsD
LoZ+BtWUA3DQp/4xMoVr0pOd7OeBx9VL47hI12vuMl0M1jBfUmVD17Wy9ctqmcPPEExsSiLUz7dV
uS47LzbCqxYFn6DKqOJTqSaL0NPorbCG7N53ECc9Zd/eMfJz61Mzw88erQIaQ1kOd43bWGemt9r7
rJzn566JH0CVxXdpNEZ7A+cPOKdp474CGIim/WQ5Fh1BcJzW6JT6rdaug/aAqLN77U7uq5U3+reB
WjEMoYlOnw3vE352zXutxSRlO7mFj+2IU4e3BjSBx9WM16eCS8nBeYia2/JEv9J/GBML3iBo0HJT
o2yJoBM0oWTmVJjLdEKofgYMgReqBYWz0l4AVVvBlFcwPL3+VKVKsaYoTGd5YbmLy8nyKehpWpgd
dR6+UEUp4+DC1W5HOA+XCwwykLCWZb7qsee/rLQZDrZV7GMMTIJodCMA2679MviFiyCZrbvnfsya
bnQwEgH07+kRyUb7YgTxEmROxVtmsNcc/oCVPprVQGW7oWebmDAMXaSg9viOh/uu6FNgB+6MiQYu
cDsQL9zhOE/f5GLsjkuWh3edmOAHxRHV0LwvrsJ40enjiYw37YzFCrUjoDEOppu8qTJaBClGGdd1
JiCqzmVlZpsa/ui4XfPBnzcR++Wqtdq+PVvoMWZITRTj7bo4lE5Dt7aultUMyXrLZUK3yl1hp9Y1
rw3gjx2Phdm65J3XBxFIPErbfr7Jfaqv/iBgUZohlcBuCU3OPjoobttMX0KN1BB22HhTLZa9cUKn
vrHxcttqpW3nO07mBbKvUbuPY5XTpcd9PtHBrkT1mwPhugpMi9yoKjrqrVqU9wnpBGr/k859ZKIZ
lMDoqbKXxWv9CDpwNl4t7Ti+2Zkh7tAFpW+FVK6Fr186fYJvTKvNRJc1iLyMFz+t3+JGWIPTnQm/
1XcmWwxNWjACQvPja7fTzB1F4vJi6af2u0ODajNV7norbL27RIMxOtfJTgOoAMiB/HXc3GNV8N9/
nbB271XNQxEjgv/+r59+dfhWneBmnfyHfvo73X//8dvRt+qEUvvpF8EfiLW74Vu73H/rhvzv4//5
J/9/f/NP3NvjUoN7e2cr96fRIjTxf8K/nQQQ//OP+f85/k94udu3LOn6t3/9K3+HzLnu3xChR9CT
r4Xepm6CW/47ZM7R/waUHVwcUnMG3BYDNCNcvBMuznT/pvNXqKmgFHcC2gG3/F/InPm3E7AVSgFg
Wn6f3/rfqd3+HbzOqv3Wv/xn2OafeDlBq+VnvJyRrnBYVly6Kpol29yPobut+f6HdfjzH/s/3JC3
mIz03f/7j98NLoHxHAeDtCxkcEMrnoVvQVJtD2pDS7DlvsJnPfULO4BdN2wQy9A2Plm94uinH+gH
FGFGjsyDu8K43ZlvAGodYbt95Hf9u0WRyATLQsed0xPx+VH7XMz2NtKB0Kmtivh53vGUdlk4aHZQ
Ceshn7O3bhoUv6WEuo8smjbIeDhoONDZoFxn7/DlKhQnfmIl/bDgJg3ZiQ4MZnG8XLaRW53zOHJ2
Sqsim1+Yte0uYxXa1NGKaDsN9vfGHOq/hDT/RwDJqGrfn6Yhy1lycCzUlQpt3g2lprbosmKhK9qh
8frQCnghandjr3sn3RB6MmoLI8VnF8XOiGGoHdjF8BqizeXU5pPa0FJ8VkifdEXN0G6xpBu7by4L
nr9qY0vRCXGzzFfR8UyoqVKvIrQ3bdt/UxtcCs8wHWYsENG7QA//a5o3l0nRfCD7+ZvIt6ToZJdg
Cno6s6IFgHHu7aYu/MAy9bSs/2Qq/XMXStEJ+dbpBE5i6E9QS+rJRm+iJGqPHL8feCb8bvJShMZm
rKFEDdZZIF7j6toxmr4qrbgpYflXq/XXSY9t5M+ci9Ye3+qoVzvHT1j0H48VmGENaoKRHfhA1c5R
UMiOgyFu1OYtXZ0O4I0w1yGfjqZ16azFGWZAgdrQUmDSDKO1cYp73NgCtL8vMhxK1IaWAtNAiUMX
mmcHjeaAjnC17jveCemT2uhSaEKRAW5JqzMQ4fJiDe21Y1uKayIFpnBAluJwsgSaLr6uOK6CwjBe
1aYtRWac4dMyD9ESTN687O2x9nfCtP6aCdM/gvOU+P24C0uP4lo0djM9N+c29G26NM2j2sSlqNSA
0yL5M1tBUounyba+whD4a24B/5i27KKaW5kZDckwB2i2HNELvMYZ8ANS928OE1lNv6Bup6E1ucB4
ys1N2KfX+eSrHSd/MEN+SCUWs/Dx/ZswG+U1svHG8WCbw5vScgspLgVdiMZJZvjmBc20xvW/a8Wq
uCZSYHbtVNVVj51bq0/faq17jszParOWgrKwZmP1U1a7NYrroRqudRye1FIIIUWlkZpWjRvsHDRZ
XxxLFBgeB1FFaue3bEfitIsmsrqeg8n03nPbeihy/4Mb83dbUArKFg0ZaubDEghnoYIU4/wTxp5a
UiiksBxX41QlqeYgHKaD0QkIF/NO6WOe3oo/HiZZOHva4NcLTV1xZ1JAp+6htrtlvyrsHdemRe8o
GN0TiN9OLmM4Morzlm7LNGqR1a1bdOGTDHhDfsTvVu1mkDlfETjp3DvtkqwEg+xDW6Cnb7dqO1w2
GAm9OuxCdmLgRXRahpgmH7wvtdD8w0rmh8MKYdPCyxo2yjjAfinNT1GqmEMYUmRGWjZamsEGzyx9
DNpyBreSZ2qprCxngFQL/A6z50qr+0+oyNgIFuof+Mr/JjL/EAL5YU1yHCJby+VIqdqZToxr7vAb
V7zUDCkym8rVjabmUqPwed9H8achc9S2oSzVkRo4SMWsc2CSzN5rXTK+pHmrdlzJDOPGBDfp9cUC
Oqh8tGcH+lCudljpUmTOaeV2yHGf7vmswGHW+2bZap9Sl+5Lq8QkrevyOXAn86JADgjG96PSOSjz
1mPT8XRqtnOAdRTCmHXxGGer4tinnfnDDozg+2kGLeSg8hKU9Hpjm+dVsVebuBSXZIKWZ/swR4bW
/Z7OCBfiS1sqDi4lslNPyzSCTx6YYow2DpL2TbncqU1cujFj0cAO1VlxGIlXJno7dpeo5d+6FJX+
oJt5TJ06SFbtG2SZd1gzKoFDdVW6L+PK7lxUB5YghTWFlzh4IDh+9wpLwuDy+5IGbW/zegi8Es1f
nwqKm2UfiCb88hhkbCks27zAxNvgasDFi/a67Uznopg+0jb53ehSZLp6DyI1ZIv3se4H0QRxZtHK
ROV6YO5SLutmqWbWabMGoAX019zo/TfUgadztVWXwjN1ZqPwOnsOgNo96U567/Yq4cO8pdhEuhGj
9simqqz14HkSE74khqhq05Zis2vpKWJEsQKxte7KhU5zW37wdjh9tX8p/zBvKTQxMR1pOiGwqwNF
q0cdQvr0BTPwnZEkO7XZSyEK0S6jX1+twdzEkFmiPYJNKhcQLg1SiDp26GPEyuwjAftEq4eniYqK
0rQ9KUKjWUSwVSqkh4daC6xsnTejrX1TG1wK0UxvFyer2jXAHec5bafPzV8zyvzz7c2SSOEZunks
RmFyjk/51xxJct6yHznj/ib0PSk4AeVAB59XSPVF9VqJ8FaPv6ithxSYMIhmbHxCrra0v+1S6Gnr
XxN0+eeCSJGZ623SlCvnVRch8jT7nQ1WUqkmxmpLkWmuZr4gzbIGa7I8RGX9gOSfSlLI0FJkunHj
jW4NmKKsizNU/6FG1GqHlSdHZFE7HieKCJpeI8MKHciWqvN2pZg8qeWH9khMNo240EP90V+UUvCT
x9bP2VW8Am9pseALIEy8kDRfOL2ldpK4UkBWue4Bxqv5kIX7kEbO21q5iqeUK4Wkk1BncxNnDlpt
xhfIcVtwHtaTUuS4UkxGa2plmV4LbCTm4+zpd6s/qBTuWW45KJO2TuAyLEFh1o9a02VBBDNVccGl
sEzhv1r1LJZgqRKgQ+IMa5h7tSWRghIgc1LhzLIERik+Jdb84FmFvlEbW4rKBPWlTNiEziwSOJzU
H11veFEbWwpLqPmmYy0Q7pHpeM/r9dU74f2UxpYtbDEBS7o5o07tL9lNFRUwt3n4qI0thWWO+Wkp
QtxMXbweyxBqqBl/cFKdwu8X6YkjhSXskXKtUZAI9DQ3vyQjUDOYVUjlbFxCH6UqxTCSpUhFu+Ra
V1HpdM38FQD4Lu/Dr2rLI0Vo2Aukrle2o87D25mtp9XxPqkNLUWoq3fzCTFO/hP399kMsqjyFYeW
4jNyhhHzZaqFkT7cRMhK52WjOLQUn6mVQCRImHWd1HhEnPRUzEqlLIbGlxSfbe/CugXTirY3xgdp
vsznZaUtH2TLp3X91XaUIhRTj9HL3ZYTUVv613Ruu6siTLoPNvtvRrelm3NePOwkIx6cpWO8R30K
EWZ03pR2ii3FqFUgX9KfMuW6KO4wdANF1/pq55aMBJot350dn3YmdU60l7Jm3Ogow6tNXLo8ux67
vYoDEWsY90oA40S2SO1+s6XANHMROmhr0bvL0ZMfAbu2XfaoNm0pMqfcAQfsxyS0+QMiQ29F77+q
jSwFJvd9F7pmtAb9VHqHYijTY+j06wdrcvrZf7HDbSk2hTWVulmz3ICGkfmL4ny+ydG6uO9iP453
Sj+C3LdPJxfBXJsfwfaaY714L0btHdSGlvZ5XJuoJHUxq7MYb1qLwtci1MoqslAtdnSl23s0Y8MG
4vCoV++YIqkdibZ0sPS6U0BRoyou9P4A33iPc9kHp8pvvqiMYSpjWzfWipvf69LqHH72doxPgvZa
qHYoyjimAW8AJLZTCsxV9oCmzdO6eF+Vvua/oJjcDKeyuKRlVQ72uWWi+KLhM6m2VyzpaME5yIrq
nMp4Hnff/MRut5A9lVr3hm9Jh4uFeZcWYh3ArY/oEzSUp0hPPwjS0yHyiyC1pMOlSz1zyZfTTkz8
OzxIDyHixmrnrSUdL7MWldUCgSfAdKfAis15nxxoKmrfUz5dUuyDPZuJY+QCVXhO98VJBVBtcOnq
74ehMqKFsjvWL7CzgQI1XWEpDi4FaKwh+xhn7JWyn8ZtV+D+MJqa2kY0Xb7zD12DrkNHbXSI/klf
ziLcM4t2vFVaFFPa4xPWLEvh8jmFjnuKP1yMWfqsNrS0wx1EmZIEQlyAPnS8RREq3cEoVSu+m9IW
72FxzCYt6wCDpxsXfbPWVjyvJN/j/4tVJ45oJavdOOkXg0QFEf07tSWR9jdIOi/xG2Zdx+Fh5mPm
nnauNrS0u42sXKrKnebAWEBDL8MRhIPaAS4L7zrOOLtpabC3rXWPceD1kPofXD6/OalkJFAVIs3h
LUiVupqJV1BiYvH411wk/lHYk6FAWlsBikzshboy5J4Z7ZC4elBabBkJFBYdgoAGWUQIcPYMV+cY
fvmkdgjKUKAK76q+9n0OQVs71It/Bq0oUJu3FJJNXeGjhDZlMFlzja7QSV2lmdWOEiGFJFJpqWEB
cg2GBWeVrlhi5EwrtXiX0UA8IFANcT3S/Ma40tvyGFat4qJIQYmY6yCa1iQBMmdMTiLnu1sqvk6E
FJUehotp37AH68m+7pPu6ANo+Pff8g/Izy9ueRkKhORxDNuSsqHtZNEKz+gPEw0j8S90y+oeRiTJ
r9x1xm4PO26U36crAxexl9gS07EZog5pntyBYzjOpjUcZmyKriboVDem7sDMbns9PKc4Ht8tk65V
KsjWk67/zzcZCrwddlKntXbNF0uER8xtz/79evzmKJGxOiIcUfKcqhGOV/4sWhzeMpwZ1caW4mZB
hKXOzWIMVv9L3Th3/ar4DpRhOpNBf7dH5B05H5hyEMsEamRqk5YytXxu4Q8Ycx24ZXZZo79i147a
1S6DdLQxQdZspvI7aU6xEw0Gw5k7qR2uMkondjEPrrq1hv3dIQwUejmSV5MSAYcdKCVqSTxFfdaz
Ko1eFPs1jHa6l4kPErVT1vSLkJSBOiIPdSMs+JozCO57vxoh5i5bNKD2+Jn6ao1HGbDTuWFTAV2E
vjv1iR5MYe9fU0BsbbXzUMYB+viO1GtMP9aZwkvEfC4i3/hg6FO8/GJ9ZBwgKI+6wYOb8Ne69LnV
SFk2XeMhvyOwEPjgH/nNQSCjjkIMestOIH+IW9iCyCCy1/7JfEIpqmTgUeWnnZXZbR10YYZujNsf
EH1/VBv7tGw/5PnLiluQyJi5PmiHTBf7Mm3U6p76abF+GBpxcSOZm45NAy+1GroLranV6h66dM4U
WpQYDRCVIM075LTc1rdg1wKrVVsU6XoOWxvNpK62ABq6OORQyd4WmjDVElBduqCbJHL6wgHTbS7T
i0ClJW5RRFebuXTUrKj05h2V1QC5NwzaWm+z6pbS98S37OfvuUS17ZVeBlMpG9JgjJNum8+24uBS
kQz9GhxSW8SKUfY96YevV61dKb1TUOH7eeKRa82j67EoU7u+d2N5jtu50sXhyX5bjWUiJQ1NP0Ae
rtvkUzdt8EZSIhIa3r8gjwozb5OO0ROBie6SXiTm9MG18esTyztRcX8Mzgr3LjcdFhtSqPeCit+l
NysRZZm1FJwGvkKzhSkOUvxDt4kj/1vokmmobHBPdt1JYbMZXsu89SE6d3v3ajTV4tKTcUeYhXaZ
mUHbNFuhBQ3+l7FbeDu1eUuBiQRDPxRj7QT4fHtneiIeJmvJ1RZFxhxl6PABy0gZvK6fh9F4WRHD
VZq3DDlCAzOtpxoQGWI/j7i9bbGEUCoZep4UlgmSV7qZsE+cEjGxZbRQA0P9VW3ep3Tph8vHQvlG
FB3cLTjE69bssidROa3ax5RBR/Ya4Q8YumzCSL9GcW+/arrip5TicuJysO1mdYKZMtZ53/bIFXex
UDtlZTs1PqY+WhETn8PxmRr5S906T2oLLt2Z8WgvmGUJhp7cETn/dpu0rtJ97Mm4I8/L63nBiD1I
qhoF8uaYN67iektxOS1emnbpBIHdNaJgbLO7PheG2iaUcUdRhlzYWLEm2aodE3dEvNPSlZ61WJ79
vMFj3QaKPjBxbLiznU7teqk0JR44fmpSaLpJhF8uiju4kKLr7pbXdlHdKu0TGXnUD7ZTRAnGOtpU
XYarFmSuGoDZk3FHsZaFzgqGGQFVJzycDpQIORO1jSIjj7AtyFFLY0nsqX0OB/0g2kKpREsZ4udP
6dQIjFvmZAfQc5D411D2xTBXbbmlsHQHXWQTTguBtwDULVL9eYyL+pPa4FImG04I2iH+ZAftjMyh
neWYrdS94gaXItMztHKcM0j3WuNdFYv/OKkpEZzsb39ecB0CXlUUoxMUAypTaXKbeJ5Sck/y9PPQ
WuLqGijrk1QAxvIbrCZ96KZVfKG04jL4KIrioU9PWxy1570963mgRYheqw0u3ZmzZrioMTJ3S3sW
fRkj/o9pt9rY9s/rYgCgT/qcgsESWm9zRnl5RPRaLcF3pEsTfSl98k9bZdBQf0uwAjnoOhbtalOX
w1OwzjbiXoFhzNemlV+tag0Uz5GC05jBYxBETqC1w8W6TGdhX6vlbTLoqMP3rcOr3gmsXFyNIgrA
pSmuhxSYyJqOiXeq/biWU50Js0v27dyo7UEZcFTNosfnO3YQY4yO4ZA+4n2utiQy3qiIygSXq4T8
3tZuzAxFsDSLuq3SJpEBR8aJ+BiWpChusiYHv4vOl7Z11VbclgJzrNxZEzUrXjpzvi2qOfmClbyv
ll3JmCME8DjGLURf6jp2t7bZFbf03kLFDyrFZl0ZcxzprLqRLvY+pFx5M2SV/UVt2aXYDIfRmgYQ
AUgGmGLbeRlqvkundqzIwKNwmeO5Gxg8q8L32TWGTYEQvtrEpauzFvSpkognm6jw/Jn0rIRWaH/0
ajudqv9a9PRk7M5safgGxxyIhWXGV2uSRpB9C9NEGtkZa7VMTkbxNDV2zBg7sjxhfB037aZHoVtp
dWT8jpNmBZfF6RRobWNbtNG4nZxlVUvlZAiPEBW165otmcekh/gYYjc4r5ZaBiBDeOqSwXvDIelv
7Yukdx7n0n1VWxbpEs2KyF1aDM0Cc3Ss69gp6uc+m+IHtdGlSEX4ffLzjC1pevbrWK6HuuyU6rX4
qP58+6daTtJSIhPWt0O1zRNBtlhXakVPxOd+Ht2dazdin2OdhPDJNuyzYTM5q+KaS4HaVvnYz3DC
gyEc7F0tZiCw3hqrnY6WdJdqbYnRr0Z5JU5tRK/7M3xP1MorMqIxnxJtMnMmjrAjXOU46+jsoxWu
tFlkMaJpxmPQr6mpOhgoJNaKH9gchWrJogw+svIVV7GIRNSPrGgXCuMtr9T6iJ6MPkpnJ16dmTd5
uIxHA222cPmIuHgKlF+cuqYUnrFmD39uFb/Yz6P5XR/He7XllmIzn300fwWzzpyw2Ltx8l56qaO4
3FJ0NpFZj3ZuslN6nNMToJiGVX3/9xM//ey/WhMpNm1tKQogzWgozXH8XK9leMntlOyrcVTSJzE8
WZFoFjz3vZK16SzI8wLF5Av/JKj673+A331UKUI9f3YSLHJZ+SG8zpB9mx1PLb+QkUhxkwlTWxna
wzWz6b0vaTGqBb8MRDJwQh4TlzWxO7TiKfThSZqppS4yEkm3amTOXboSWrdkOC+v3t7OSiX9E8OT
oUgxShwxAqF2kGve81xSCPF1V0ngh8GlCC3xg7Kh7tBQwernHE9kkMeJ16ltFRmN5KehVYjT0eIn
5luUTS0URtEoDi4F6YRqeJX0DB57/S7p8brMPoKW/SZGZWGiOhmiCGlWK4gyzLQ2JSZJ73OpedXG
xB9L8VCXcUlIZGME2fGvTFiNX7alNm6tGQlxpTCVkUlVhdtVKtiUs7lgJDg60y4S9geZ7m8WSIYn
IFOc6UXLATlpY/k/nJ1bk504tq3/yo56p7eEAEkndvcDsFaulfeb03a9ELYrzUUgAULcfv0Zq7vP
3tt0uX2CqIqqsDOTZIEuU3OOOb7npfjGgbmubRT84vo/WWO2GoWaA7IQZJebz90LIEVnQve1Zoit
+ikIMmAMx0tusQW02nRgrAtp920cW/0TXMizZaA5CLOtvpNmPRVM7MuJbo2KIJdu2jnCfZcamBvb
gVaBPOC+1OJWAdUZSB0XjVxuBsHaodHkWnvrPlGY2FoVVbQDjMngZTpj7gaqH6Ja7mv1RAvqj5Eu
8YPRM6CCHrQs74FhP/FdRnNUbBVQa21XMpDLoi6CZxc2d0JztXOYbLZQnwJFHwRIE89Fy+PKdR/n
BaiaXRN/q3+avb5Hqz4eyTgtL8VQnCXwgjuvLX583GHgtd3i4cbtvMZZ37x4Ru0b31vFEKUBrDkm
rIZc+xdt7Hr0YCO4b4feCoZYkGk45EfBQQiYTkWAngNgsO58KJs9lBbdLDKNkdJnxdPYuIe2oB/2
vctNlIuTc2DCHvMSYoTnhRB7qNBsk/77i/9kEd9qhpRqIEeAYAVJYv9jBs4UeuFApVv37c/E/3Gs
QJ1djH0Pg9CoGBZ4LujhGSwltS9U3GqGhq4b22zAGx1AV0/HHIwhUvjNvnTL1rHIi4hWAFUhXaS6
55Cxc0T2FSz4VjTkaTt1KsMUUqrNwIwOH/NRil1DkW8di2SOABp4jvAwdvV1peu3tdgnXuNbzZA3
Q7MMwnBwcA2AluU6tcnMx12Tn29VQzoY6x50V2RcJy/tBnOzaLbrVfKtZCjyDE5zHKEKM6uOma1A
LA2X938/hf48TgFT/McxXlcZJ+Bp4DAn1V3efdIBe9l35U10qyIyrtXlDCfKAWDAEOhkPu1TxPOt
ZogI5nGKPMWhpd5do9/moH3dd9ub5BDWWBJxznBlGX2tev4ORsbXfZfebJoj2ERTD0NSYOAGGTMF
aD0g0buSWnwrGKoFcwyEqEsszp9RhToCabSv541vFUNuHKPCWB8L4agJtD3KjyHu3SVg4VvNUCHH
cY4cnkoekiTQw4N20a4FnG9digYfVB1/ocFhBdYNLLn+yc7DrrIt+gl/nDikKHomGJ53OVRL3LYs
Xphpdu32XGxmZSCcAlbksvOorn+qFKtfxTJkey+/mZreqOiQtXguVcOSUvl3jdyXiOdbq6J+zF0D
inyA9WQBd9ED0uBGTJAN7tsftrohKz1YwQUkOCzrdB/YIpWF2LfObv2KaB+sSrAeJTkH+LJZi28F
W952Tf2tbGgNJeqpDE+88Yv7kUTkRlAT7RuKW93Q2FEiyYwbdxG/HzzxAvPxw7775j+O8rDOfAB4
IGwGwWkk8ZB37lzxufpV+9FPtp+tdCiMljyMMki/uB3far8pUIFudo6VrXhojSCdbgqoEedMHDqW
32fTPts2vpUOwfjV00GH2nDbjf515DKS0KBZfjH9/zyuxW7z41MfvEgNUwuieOgXwLFXLXvP/dKU
wI2DlrvvzW6C2wLMTQUWYYB++knEHZ+AAePmFx/gZ691s4mSYllx1oQKgtQdANgePInRMLOv3ZPz
zT5qxAKfEYfHg/QZAF7sK7hfet+db3VEFpTLsrSogHZhD+KfEue+MmO665lvlUQE9c9G1ghuFxul
Y5FVSaCicd/KuNURhcBpiIJcOhwULdu4skB3AS087Vsdt9ZFYBADt+d3QD648kjy5mVd97UigSb1
43BvR+pNcNNBKTETCuTMxsTZss9fFSfkHy+umjqnWHQhyJHLkIh6tWCVAuy2741uZipYr/M4cYAw
Ip4nspcPJNpXMIe2+ccbpx3Sw0pRpMsiwKoxMP+Yhp1DZTM9m25SAJtDHtIASQrUcqUOde7tK4Ai
Xv7xxhcAT+UsOFaWYCpiRsobb3D7DC/4Vkyka8WXHATeg4bR9H2gc3foI0DPd73OrZ6I+tYBNEdx
dX8AZLIc703XP++79mYrBdK1auGkHEElt8zXfB1EXM5lvy8G2OqJurBgFWsuIXr/za/kp1rsYo9Q
vtUSdbOO8q67qJKX7EsdFRaps2KfGRUPN7MTZ8+mW02NnBlwrzrm5dLfetEsP+x75pvpKVuvUYDa
RmhvhJiFDOEJrkDtvlm01RK1EfhuOusuJQR2BcPSg/tlB+jl4/9riZVvTYCyVugaVTMcQl2Y3a3N
8FWwTO07FW2VRAOCC0UdYlEG1OiBGPfdmmHdpX7g/6IgGm0+ZL1CksXJ8lBFXQX1BqjZu97nVkSk
uln1UuDqurGpqoIFtMid7dn8XzREQ2EW/IPU00qHuKLsMyvGXWoZqCh/XBONcUpGDge6diA3qvO/
iFztfOKb3ZMCCSTDSx6RZtnj5dJROO3SPfGtA5DMpSZDh5V8mGUq2uouD9pd2U++lQ/VDCzlcBI4
moM9nswIhWRNup3DZLN1Gtu4bu3QZ6NV9Zjp7m761Tnu8lD/ZGIGm50zz62M1mpFZF4ycgCeLvzq
rIdszlpM8nXfIN/unyYD3RhHrAMkD+fMAi9bIg+669pbBZFHpqZVYGLDVl0NT7Va6RXkUPoX0dCl
iPInT2erINJNF7JM43BeZ3N1C5h69hr2IwSWaLTw6ljWPr+teUC/z23EdiantsqiocnGqgMa/tDY
5na95GAyuJz9Yo2XP/lEm3nbRwyMthLbKpqHyWvTh41/qKTo0RM6w5ft0E1z6MW6X61JsowHMDxk
nt03ELbiI7M00pbCY3ALznkCyOpbN4TsF+8q+Mknu/z9/+qmIyVaiscG76r1o4+AvaqE0myf9TPf
mh8x19eBzDN2mO2k4pUHflpLx/dNb7aZ3iise+WyYBCHFXkI2tU/RUsX7FuYttIjuDPPmRxw693S
n8cWes+M7tt4tw5I86wD7dHqUvFBggnDdXqCXrj+haHDTybfVnoUAcMr28qKw4zGBn0oBRUfiDIo
+Y5DCSQntkzSHbmuF9Q9XCP6fVvbVpdErJnBikQKR7ogBCwk8OQtuPKW7Buo/6JNQj0SIA/Mgqga
21i3dIo9qvath1tp0irtQHhW8wNrG/91DFz1UI59Ve0bqVtxEitJrrwSg4lHRWJzsca2pTtLZVtt
kt8O/pTneDD1NFXpUrDrNi92ZhO2TklRBPK4WHBxKqvuSLzmy7Au+3RDfKtOwhnL60fvsrAVIruq
9ZtlRu8Lh7aapBGykrZYsB1k0j4Z1TQPVBG6S4PHt5Ike1ncy7wGxpSMiD0j8fulD+ffb80/CS22
iqTZ0KVWRELfV3TuK0BEFYkRmHcsHdp6efn3v+Qnq/5WlmRVWyji4ekob35DAD3EVNPnfdfeHHCJ
RRvRMmJZJlGvkgbI+YOuw52jfStMikgjzWyxeEYhy2MDB8lj7zfVLx7+z57L5aX8r91wZk0ZDUBY
IXKZvvqZuoVL+r71a2sVBEcp5gnYJxzGmSZwX743ebDv0L8VynCKmrNheCbrSpAcLnMfVkR2X4sS
3zoEDYE13NTIbdUrm2KBkzlddtF6Kd9qZcxKSEMqaGW8wb7Cz/DBcK/8Rcz2k3e5lco0oMX3nWsu
6WHloRdUHMrM/Sph8XdB2Z/EuFuu11oOQ1WOAdQPTS+ak8vJxGNPFl5w1dS2ftQka5bYSKygiShK
/sGDgnRMaQgnhLhrVOFSBxHc5edBUDpObeb/ysOA0r8vFn9yd1sZXC7FSvIRJQ/0IInsNreRHeJS
VL4Xu8HlPC77Jnouc6eKhEYmNCdt2GzaK38c3LjG7bLCDRfCqGqh+LsZXR1VQItz6fjyfSk1lzHU
0yrNc+nOoxn85ViEnhrSdtFQIy9A3DvYrDvYxYWTp+Gx40oeZ1HbvJm1isRBTuXcpNU6Zirxnc6+
huPS6rRUavowk1bld5Afchdnoiu6ZFlG9zwt48q/+6rJChhgVaq/1qaZHhZg/YL7qlAiuoUZ15rf
riGgDDfK00UOjO3a6zdUH/l0s0yVMU080XDI1lj0fTsDhE4ABOTz0MA2EgAoMR+B1l4V9LGGQkDI
6mw4AdOqyiszIQH20S7+Iq+WRdR+0ts+yz+A49g9NgYHv4dVhHUdKxbp8lqSoCL3uuopS2SLbPat
Z4pmegz7Ts8sLmCLE2IBo0YiKVqD1toktarZeOt6OZe/T9Sn7TlfVOQomsiivnzyGCg7t4W/Orgu
UUe4eXKBy1uUbSlk2rHvppE+9Y5oe0ZEn4u4mY2wIP7Uy3oEXRbQ7TTss9oegiI34e+D9qaOx33l
/HpJLeFWCDieKzuBeOAaJb9NbZfR7yAt9N0r41A+3bZ1OOkHL+CevOknTzYPTqwjXoAYVeZiUJtH
HSZo11/Wy02ijNckHF0NxetYudA85FUoqiAJOiC32rgZqBluwRKIxJvyexSenFVrVpwqgqeMHpEy
P4pizUwbR1B5PecupNPD0DRIQnBdjFUyNZO2f0gzZb07DJ2Gtz/rO3sDpbMYGKLrUEQE7c7z+KKz
CnUFmDTV9LXOCuanrclF2tuWVKm3NhRvPQwIKH06MEVC1qlaUZ5phvuO+919PpaBiXXeyM9ZINr8
OhK8x0nPZnm/4gN5VY2zXxeYJBLN5eG0VwZPgaaMTr1NBxWWH8lqjL1isvGukZHsPaRpi4Yclr4N
HmnX0PMgRtYlujGVH9OlcfxoWK5ELAPgpGPR1WBkwv45M/E41shN18A7fG5KPS2xyEVO48ZDvUpZ
0l8JQDKOsJDjn9H6jZpt268m0cVQ1mmQTf0SU9G0V307sU9THy1hbMO2VRAql2JKwTrO3VUbBuyP
chg9kFCr6IX30hhQoas1S0Me5OZkuhZVmrFf85iMoXxlS2hTLaNpPlrYnRT3cy69oweygz5DXmg/
dx3Nr0tXFF98RXFXSsGuMKmnaGLnQWaleW49ILySgsJTJ13rppMxbRvZP3WLUE+1QZ983E8ZfZwz
JYrUVoSINKpFBXJbY85Gru1T1no4rC2hl43poO1zbbvotHAQttKZ8ak/eo1e2uPQ02U6IHoOVQyr
Dffe55qRO1IoU8RQoHTVTd441NAMGsSms66USfrMq/WJrZm2B+y5i72DKvisxdS/0zXH02nyKrXe
mOdYZzp2VoYOb7oI8O2oWHRDUqFO9FSgG1/EPlnCx3nsuLoGfymEFiCvbHhkwSxeVEeVuwlsi1ag
wrSTOjq3lt6tqStnT+DNzDe6Bi45Fi1cmZIxZ/706LMKHoesW+tj0y/zDPIzWdYPrRbzFUeN5LYM
ikqnlKHBOAyQ1LiVa1STZI4Wg25Jo+xtHU2R/t5PtebHPHR8jqUSvR97RpfzUycL1EJytjb4b4CO
ZVQAlaAHOoWZSpdGj1AEzbJcn01YTCyFjTA664jr1+cgxJIBxIRs1WcnB1hlg4g3srTUxXSXQd2L
ArcY5vowLT5bElHCCipWLlLuqqxrsG3jkI11zNDpfUNZwY5jU/VvcgHLcFp60Z86BUXvdb8sS/84
NbrNUHOCyDd6as1SuTvsRVl4Zwe5fFhkS8ujt6Lx+qoSHjwXEtUxYNEAqYm+5zyy6B+XhGVoByyV
vK4dzPnOGu68SsVV3rE2dQNcsO6GsZQlsFCUVDcYUd1dIcoSbe1Tk6P6ClTPYekKOj3pCyXtgYWV
YYlTLf094HCeQzqvyWExf/FN+SBa3hX1DcvhfZLCBpNkJVw3BpqWgSCHweTfq9Yb3pCwX1M0o2Cg
F1J2icfhZYfjQcCfatSsPkbWjN/kWs9dTCvHZZLJLDy3JWvhwT/Nd4El7rmsAhElpoclYKsqdmPH
cdRxMJnmBhmbPBnQRpfQtibnwGp5M5t1IOkkIpAMBb6p+tzaov09QP/uozJtMVdxkLWRSQODcf8M
gZgNTj1biY5nbklxrGolq6Sa6jFMO99Fn2kmI2TWvWFeE8zqwIuN7zr6hknlsnSWyutu83otYKFX
reaobFYGV5BZVW2MoWdv6sDCEZ2stDoXDADhxBMu6GJY7/GTKap1SGBF0RcnoSS/A0Wuc7EpvXq+
CouqDK5ZOdLWJf3cL8MU92Sx7KFVBQ+SSQNYlEpV509110Zd2lpSvuZ+b+uYZBMbElvVQ6wdcGBx
H0VquvcqyV1SWqnORtdNczNzvtZXA1eeffZ9uroEchyU+1iOECQXS8mOQrSeOZVVxZH5cUETw+fn
j4aOWh/7MKxsKsOcXqvZVOWVAL+mO5iJlGkdCZuwYEQ4ZVVoPo6gG4/xYLEHxAutP9eilzclOsJj
eOE+VqoDyLZklY+VHi00Ki1mKuzRR8QRz5iMWcwWik16JKK6n+uiiUuiJgIW+HgaFM4QfKI8Zoay
GL/JpL3MHmZXflpaYIPZHLLTXI4CWZg2Qs2bDdjHXFDB3dOboUt/GohrwuvMFWGejHNr3d2w9tmY
RDYHUKntCi86srZDe2mOFj/fxQhi8ulMieZdUg9NpeLZX2d1bEU0dPdsLJxLhqFh+cmsCp7CcykL
fj1wxCNx17Wj+774dSjjYK2B9hsRhE+pzSZRp12X+yQpKWIH+K/PpP8oisyzaUdF5lKTA9SJG5rt
K/JkbZmsMJ++RVCPnn0WZuMfkxPwpzFBRspkUhhNNxHv5D0ysmt25YUIrq5qY8PlVfZ9HWIs+xNJ
dD4szWNXjOxTG7Y+5sjiGUQoMvO6RMCCtkFd3Ddlai0s3q6YBxeCI8tkQM9gQdYyZYLk+XOO3idy
38hw5THCgfzUaOr5eAKNP9wLH4eMtJimTCZtLelHx71ZIfdWRkqfPAfKZqxLxK2JDMuG3ddQKBSJ
Ki36bsbZqofRH1AGLQKYOMTRCqneKZSFqm+6QtBX5OZHnmDd1Ffcp+KhmhcypFXUlvZ5pf30jPsm
X5nIYIpoYHpQnskKFkoMk1oxflvHRfgH0LyRp5ubYVrSipeWv6G5OOpPEd6+4knPqcy/umYAGXUt
UaWN81nL11CYuYKpcxGRgwcobpks3kD0Mddw101dP7jlBh5Trk+CXPtdWjs42SUI+sltmet5RPRr
a33TwOfqI5xSBIlN6+A92bXDDGNR3s5fpK9nWkBkMk36ZEcs0CdbD9ocbK/QHYd7HSX48lVYQByJ
rffgWOfVD1jH1fxiHHqMbtalwFnVnxfVnOc5lH7aczCb0mymq0jp4AdBstKoC07l5AusN6NfwLJ7
GJbhRNcIx8CpAv34De+chTcgiTf9e6uxhV6FUbB2X5SP9qKERTSfH5ewWOgTGz1XHGATlIlUV6Q5
RgGnn4xPh/uCYe9Pfdq5EKeFZkD/A0NTcVoHXbamUhvnTq2dK5aKoNLeWRZQ2z0hEGUuAWiz7D+I
Zm3bOwW3N0Rco56R+iiG/khw5XudrQgwm6Zg9YfKDxt3W+mQy09eHQbm0+g3JHqg8zCJ04Iu3teR
hazFOKvbBzP2YXnqwfcJU4TVVCUd/P71YXZS+wmaH4h8ZwzaQhOXdJ0g+1ucd+vxKBuugxZlj2St
u7rFjGnNGndVKKHg5ZDc8WuMeonnDwMf76EkWeY9gguFcKDKPMwgvOyqiGq0U+E9HdlClgmlE5if
xTQaHEG/QtC/BkMdYdChb3w2n1vjqumbhAll9m1QGV3/kCNGrv3u+5io5MJqrHscUUFBzRJX+8TF
CzczO9jugogrSzndOGX7Kq1n7F6x6nMcbvNyKL8ETRR9mgHwumTl25xEwMVzzABUiab86BrsmUvK
PPw/AwRAuWm+yYKpM8sjBeGyWBI5MjW2KdaCQuOlOgFLlAqHJpP6lcXpZSgWH7Z8qEHKA2x+rUpZ
qRabgIPgkxhKnLzFqjDDJWTEYfttVGg6RxIarYkNTxE2ksHEEc8gBo7FWC/BJ+pXjCPSMNRLgqIu
84eRTix/xzLb6XSSGEvHwnVcnEU4tqAthHLu5WdZ9L59dgUyBM/a8LZObBjpHKeM3AEkXDMsfhzr
aHYIKc1LCYHXwNY7vNaovFnBPXnxdVRWV3RkY/fgWUb9dMQKU10b000vAKCC2NpqVwRPbalGRKfI
FZB3F7KAHjhBa+EJoqZxTXqE3OOLXSwZ43Btmvp6sVM2XhWWMpS5Vv87lD0TiSeTz18ImghehMsd
2kG81vZwNnVMp7VxQXvDp6l813rJbBtbH95iCOGNwiikQByq41QTXuFTCnj92/a+aYU5YRK6TwWp
MxGz0YmTH63ie0U4jqsRqXmYLCiW2ANTJa/vBryVtopV55CljpehMXW8VhPDm3Br+Aj6NZreljWY
Y4LXm052CMbUDzv/MZKDr28YynUMsQ+2tzivddhDwFk7H9bDFpseyJeSHf0OnqoH2fpMfZtprt0B
vqI2AN6woBJzCwF20rY96iqDR9BcMod1+OBL4O0eQxCzTMKQhtbJikNynZbrYIubdS5Di/WtLlgM
sTSaxEucP4czgwH93eJcXsWgSk3i1gZLjzOUZ1hpY1Blo49hbcUfbPbI8JlQa+eHgqMT74ikLkxl
fRNm+AizDkECgzqtSCKA6J9wiS68HYUnBqxDlDo8crjIwU+46Sp1ItHUAJjuhIlYAu8K+kYJMk/x
DKuJF0U5sjJAumQ4ac6REWfsN2gnDCCWOiOzbiKAzRSTyOfAgiEhXteXkApgmYPRyzjjGBC1JEi7
zEDH5pq8y256qleQyCnP/ARHPPE8FZ3kMZGT0EkrbPkpginaeTBZ7ye534gPmRNQS3etLF67vIs+
KsdVmFCiyi9o/1pfBDARuMkJGzpOPoGMx4LJx2jMyt85cTVNvUnpM37J8sgW5h2wsKonlVeDj2Bp
nprEZcJehfk8kHNTLVBQB/BTyJJWhQCWVKMI7XFFGJAfYabd5tjnHOhTU4Yl89rrJ1O85Bfh7++t
ahHm+KjEBN/RlpsXLw3k9SjRUOxSyNcIHB3KDIm2eyWH+tYuITlUzoONT4nH0R36vlLiGaa4ZEq4
52PVzbBraZeifB5mae8Q3HcYYB5FKs2r+zickUVK1rloYDqN7EgclvNBSXPvh3z5MPnKnfJakOVm
yI3uv9mZZNgsmmHIr73FNuiCJKJkcowrtNQ8zoSxOpGqa7o44MzzHlm3FHcDKwRJ8qHl51XMXna2
eob/t1FZXn5octDzHjNRBj5iVDrOiSvz/IlwHwQmaV1zH9qRAUBSZ2a5m3GoPrNu6m6WzA9cgrMT
XIbCDBvpgCOZetRBIL7Spq7LVHFEJrEJS/nCQBe9Rim8hY2VG3tEmWM5vyFHoxFBe2h0xdGmMsON
1/MIhdl+Wj4SM03nzOtXFtcyq+7b0TTfa8p5p5GHoFgtsqVem5tmxIHvZuyFrGK3Ujcni5pxzg91
7cEcKsQ7uxJVPdoiho1Omb3wMG/FjVd55XXdqnpK+kDN3rWfOdfiafLhHRBBlcehGwoe0zVYuqsA
JlOfnZjnMUEclz2U/uTfBpl8cq6AeBSGd2JOsWyud5aVrX9bo8j9jkZ6/gQjCPl5EThcXOuC1tmp
pzUJr0gQLe4KmJd+iIduKp9DtCc+BUNWdHGf8eUz2hb5J19P+loNTB+IHo9LgVxLqL9NDFMiDqyd
PqF+EMRQxyBaQ7UeK6ch9znOlw8M+W+wsywkAocR4dNbQdf53GHvfEIPjfXOTTQjRVpH2fQUSH+9
Hi0Py3jJZH2dt1ff2nWKhwWkszkgU8qvBglriSS6ZIILWuUvfp0Xn6jA4CpFqaFdCkJ3BXYk2vJ6
yBfbZGgUXkUFDNH9ktf+fZSvy5cMSb4PTZjZh6WVAz1JTd8kWeJl6r+H+fi61jVFYnnI8+sqXOF5
JiDpvAm7ojjjxXhxawFZgY5mapZ0sP3UxHj84YfMW+cxjRA894nz6hJaIeTYvrMVBnOYDQw5aJAc
5bPEofmhlE48eKxqLHadJbcxxbDFPLVL/VSRaR6Pa8sCdSjKBXnXkQTdZ1BciI+dmzFk5xvviUpv
OFNGBqBdskl/C8J1eRfL2BIkIJeww5bQiO8aTmh/BOFY4UejblRJhnU3Q94DqXlkIgv/xc+RoEaL
3eQ+d75u/HjSDGYGdd8PWWokr/rYz8NsRnC4zLdunssqCZGff4UKhs1w4vF0jkOpnX5HirDVxzHq
xDsmln+KovVee6y5lxVVd2ztRxVHLXMPXSTzOyzX/KtqACP/heriJ8WmrTUAfJ0H24YlZPF89M/o
XV0SxuQ+Hxy+NQeoCVIbvtJQjGCIeyPCrdr39jUMbu0B8rItu7G6FA9pdapGLEfUn/ahbvgWFNGN
QWksoMGHeb6Mnxbk8HJ13r5ehG3fN2VmKTJsowd4bVJxKiOyXvsWldB9usdt4zfU6hUS3pBUTlP0
TLJbX1afdtXIt03fy1Ih1VKsUF0FNl7z6NGL/H0jcdvxjeISGj40xkqeZ1/bqflMe/ErYd+fj/Jo
2/LtNK8zVuDaYZ59tGJNKr4PwRdtG75LW9ZhNaNaW3j697BBHSsff9/zsKNtwzfD+srgDABDMw2S
QzhFDEXQ933X3ggD2dAVEqdCNGU3/vuKAovs6LyrgA3h1o9iBJSO0BDTXdozufcVkLghpXkd7BKh
wQLox4vjZDM3LESDJtxvqrTCAfoNJbRulyIhkuzHq7NgQQLRXgaho9ktRaqiZevei290fwVW8alR
BmJMZ++jpUr81u6yj4m2oAh4RSLxHqF5KhjmN6QWQVAvPu4bKRs5rxhQK/PQzXPI+oU9lqoI4mnN
3a4FJdq2faMsGsm1KNBl76GUM3XemVfFPgemaNv3HU6EyIi0MO5iyM2idgHpAs7Vu57Ltu97zOeM
r7DvgvROvo0dalJI0O289mZ2NjOc+ZHphryk9081d4da0117T7Tt+x6jtcu4wG0jl3ucdPW7VObL
vieymZo97DOj8GKsx5lbk4mp5VRau6b7rr6ZmmKBsCDPYO9YOWkBDO9TCijFL3bMi8brX3Un0bbt
O0QeB5a96IWpJ4fYMWcZQKo9mSG7YC3qwkhrVao9NRGd/4nQ+s9v8//J383jP65u//Zf+PM30yJn
ADbT5o9/ezUN/v2vy8/89/f8+BN/u3o391+ad7v9ph9+Btf95+9NvwxffvgDkLtQyT6hGLw8v1tQ
EP9+fdzh5Tv/f7/4H+9/v8rr0r7/9bdvxunhcrW8NPq3f37p/Mdff/Mv1lj/+b+v/88vXj7AX397
KXX+pTU9dqp/XO6/f+b9ix3++hslwV8CEgUUvgFRBCsSiNmn9398hf0F9hUhzpxR6LPgItDX0HYX
+KG/BBFMXKVkUcRgwnCxHLAG57zLl+CkweDz4otQ4JjP/d/+37398Hb+5239h3bNo8Hhx/71t7+3
uvzPEIF5BGSTPAolCyTH9bayMkQpAUq1nr7qdKa+FZCmgEOMjHm5QmtE/ej/Mncmy3EjSRp+IrRF
YI8rgMxkkuKihRKlC4xiSdj3HU8/H1htNmKSwzTd5tLW1lVNJIBAhPu/+VfdXlCb4opOYWONxfWY
bIIhB90EkF7X9YzccMKSJthdoiOjG2IGwsD+E+YyzAzXXhzXH5tROvvQGW5nvbZSr2UqdiDyTQbV
1htmkelaedvm7XpX12FKWY205mM3JNq9Tgf/OTEcM/FWmbkL2M56K6qwH6FapL1JPdaDFGMGlGwn
9rd8MCmzaOGiDYdSmp9NDnQxhTtjwKQhgZ6yZj2OYyPOFHrPyuqXT9JQtmngydN1pWiTXx62+Uhb
5dp5dZhX68IORXVFWlFydLui9QtGK3o4DQuYRejgATz0Mp/S6zCdv5tFrntFND3OvRZBdanypjWN
K6B3VEZr/quKLLXrlPERnsv6GYE4wd/X6/U6UjE4aTIsnpm3jD5R2RR6obmeKR5YhX9sItsK4b5A
bsGpLKHM0xViI0wD7ZmqQzlpP7eBU5qTG9e5VZa+jLUvaZndxGHW3P3xEf13of65MLcz4dXT3Na5
BOCx1Ol5ZMVxmqfmXB00gxxTGGhjn2Sh5qliBGhYhTwjUH65Vf57l46QyJD47wSFnFR5bTEChWpW
dVhMfbmDQRcfQHebQCIRAIBf22sH+d2ZR7v90dOb/POiJwdjBe9jt7NbHUgSEOjyGtdnmpIkTSN1
zhwFz4rcV9cydXwGsFG6ceoDLsVYRzDTNa/xWYbW7lrduOyM6HKlNw+WKIoCAM8IeDK/ycD1/Lgc
0yenhsUo4g3BKorqulybxLMbmJu/f90IptB1qS0I89Qu30ZRjh6yqA6D+81uu+Sqb9f1SKc3XbTt
3+Ug/PuulaWbUsf3TNLpybuuI3jNOuVLdbchz6zACP7grEnprRWl4Btd04XiU6fC1xaqwmyHrjqM
yCDILYh6f7Xr5ZAX2ehbzBNjR0vn3fvPcStKTt+ycgzBnUlM6qcWB9tOKmA6bg0TQurPJWFPlUiH
M4vp2df98jKmENLUbUG4iyDNkJ/xh0Cb+MXMrBe7OsTOMRo+ue0xbAXti9pVlbzKmaQ5FZ+gdDXt
29AsgVk7fl+ngdJ+C20vW4X0q/P78H4pkHFUxn7Nd7P8ZwJzCivTQ6niJ6Y/LOleTDV87iE0bLQs
2OK7q0b8Yw4EzkBPRN1jEa7HSbt0c+dgmj/6hpF4xzC/Zp6aZzEjlELzUIUfjYipP+NCJiogpz75
RYHWaK1JwRg8p592VpXswdI9s03ORak8mxBePirORkM38FVguDFPTeytIiRnTbLmkCaati8irCcT
H8LHMrXTXVo7i98gFUNfyOaPa1x6qNiGC0h0h1zxoj2KKU9ukrFvDqG2iEOTktWrRc1jk8SuV+pL
tkdi2p1z2L35s20OMYvyw6IsONma7Nwcl0S27WFxfYUsKYbo9PIn5974XXywUY7sbB9af4GMQ/Lo
2Qf700f7Xw/TX9WSt/Wv8nPf/vrVXz/Wp9XiiwLzOnlqq6763Z/+W/8Pa8ptWsz/XVIGv8risc3+
LCi3/8N/60nrP3Ir4CnhqdiE2kaH/VtPuv8RJDwZymQTlRSaW4P433rScv6zlSWG0nVHV+DoNOv/
rSct8z/8OSoWKk7+Q2Ki/Yt68uWJBhTlcmSz7xi6SbiHc+poqUqcLClhfv5UtYanGpWgYa2b3ZI0
1cUfz+SNCuGlCfT5Ui46fa4imC5unDY5sLbhClU5+7rBaHoup++Tpcs+kCJYfoiZTnSY2gKhRN26
hzoZ4zOOROPlVvvv9cn5M3QbKx/zPbd//sceOEzxEsJZ9WxVWRTfST12yWBHMblPDcgoT0u2UkXB
e6V+JO3G8eM4kp8d5DxPUeqEd7qpGGCDKlwUDMqxkNii53GafZhphdzra1og+ZHp9BuWy0mD0o6b
2G9cHmmr5QUfJJPvJgjmpvw9hxUSskJPHelFUxN/Yf24EYRSE/6MnGX8No6Wfi86jRThERXPbkIM
ef/++5DPUcf/u9X994mYlm2w0fFGTpNjllqEKJjT3p8SJeBohak/lqPlQOfUVlF4DNA0vwmm/z3C
SOlG4GwCLK+uasEGshrNP2sx6cw5iENrr8V5ZAfYu+qnjnnnjqfGugh9q0xdx8ujyEo5SAfjSRIH
Lg8RIs0vIVt7HFA35j+tIW7yvTa67Xzh9nX1MKPVqPzEDpdPVlO0mUc6zzwwrAW5eICDuH9iVuv8
pcucrgCmsJfpRi4D4WBz1+iX8OWxdRszLSnbi8IpuqNoNtGfBlS6euRX2kMw20gZdtmk7MVrWzNu
g7hI5o32KftHkYsi80p7kdWxG3THvl5dPDaozgz3RygbN7uonHiqd0ScynWftMgXA/SZiROU69B/
ti0ziu6MMp11P2zc+NFpHd2+0Bl9OB8mZ0YOYbcOW3HXUaHtMgiKGpLK6vpArInZ+HEL8RekVuKa
3mpizfAa7ALDgJIXo6i/jLNogn6dMuPDqIXKuerCEBFzaNr5p8RWjCRnQlIpA50IoyEw3bx1LhI5
K/2JG7YtSFigKZ8Uhyj5mIWug5g40lSInMytk32Skra4z1kVhZ+JUs+PUFh5HoRj1ulkW+uqvE1l
it8DXauOOyKeciPIU9ne6na5VoFBWKXyJ6srbQ8tYBf+HFYzTvZmb5D0w0uCuE21BqnoSuRvHDgZ
raonygINvcpS6hFzyKc98wtn4pIWV5xLHHprM2I4MfHfVNZSnEaEdKm1ZKMYej+qHHWwY0J1Mfs0
t5nU8fEMUz/vVpKl96OAiXaRMv9+/+PbjuOTT0+ZDjgDECDV8+k8yV4ysDt3c7riNCoZAlOZV6Tn
JJe6WVAB4Ro90+0+x4OfXtBicKXu2jonx2m3a6OorsgsHBDrYlPpTbtHyVu2V0lbuY9DM7cXob6a
QW/NmGGbURxR8ho/qymrlv28SNsr0jDfr5ZmXBlaihXq/efxzMW9/H0mRbCpLOEooZun7m60cGpu
mrz3Gy0E1lKLdRg2bx6DoNCvR3Mi/TSa44tyLHBRMRVN+kZPSHRVaP2hGzRx5rR6fVpwVtNqmJbi
3DZOu2goj1JIYxB+V5iN7o/pFCnPWZiBfObGX7Yd2yZsUR+YnEfKMV3rtLmRKE0m4S7CJ0luvItz
hq/u2M6Ab1CQOL+0uVoSjzwL7DhMsGqlty4JR7VJpujmFJrSJcjaZXporNWQ+wHzngjAbvNDoXWo
YoaqQHD0/m9+vXjBxeFhHapkQ1CEvDxJXcuxnDHcfvK41j/hE7tDODOFJcFb9DlZ8fK9f71nk+f/
Lg5HCMpw3daFbunC5Zs5aV80J6uGSEOXhUbL/NqEprKx4tnT4LvRagR2M5UoN2Ue3aYqy75OU2vY
3tR02v79H/JyUVC3ULkIQ0oG7loCRmx7l3+UEPFq1bKWaeObrjZ9zF1Xx7+TLV/ev8qJOfLfy8gN
kqKMd0EON4Tnj8vIaarNdEwav2LjR3odl+pz0WzOwyFfnuCgwj0ihvW+qPPxQ4iWV/dngbLVM1Mb
bZ0m3UpeVHPzGA1rec4X+nLn3H6cqQRlo6nrLp3GKUdV44bsTNQmPiqK8NhYrrabcxkfymy8xxiJ
ANkcZRA2Wcxg4rH7/P6zeevqkvZGWDZQLMkXLx9Ngk4yMgekPiSAMZ64z6vJq7IEVeYSR12AIFW7
zkZ9KgJZC8LNnHU6Q4e+/F7/vX9d1wVLn43bOo04dB0RU+SxBsYyLVfa5BCpdp82811V27kXpnly
oS/deAYoONkgt+taaHso/C12SZMv7OWdG+jtdFxntW+mRpXsSBYV93nUUBqNWN2uqdUc5s9U8pY+
OrV8JOS4yRIryfKgsvK13gOsxHPw/ut4uRM8/yiH04uDFOTE1NUJO8caEWgctcFfw5wZ1yZKxkHM
w1czN9erMW7db+9fb1v5f24EPARm1KDVeq7hgf1OHsK86quWcYrJ0lBBBgC4y2SWe7j3+s/Ml3Vx
l8XLPsRAfOb5v/70tysbdElb96A7J1sQis0ydzPUak1KqYi4JtuFDrMn37+/k2P6+YFCO5hscorn
ap3a3Sdl2bnVtKOf13GBgi8Jr43W2OTfsvwy5E67nXWEJoHPm0WneViko3vVR+LaXKS67IoqO6at
WT5ao+We+fbwbL5+/FJaNhsAKLJCOfXy8Q/VoHeLshu/q6c7HF3ux0SbEfiWIkfVPfBgnLzuPX0l
m9scbqyh2KmsCKxUO7hxNme+nabZVdU6yG0jWkThGUbL8QZSbiOGy3v7qdCrPvEZLK1VQR1tauo4
k/EDvJ5Kd3lH+VyHdX5g4a93ZqS+pZGIPpCiKENCGVxUtYNIHI5RC8MRZe/w24pV/GBqc5t6ZR8n
605YdRfhBRJtuS/nennSEPXHO2T4+nEarGIOSIwb5yDMdISXJfPnmBqx1N/NZhK3GgEkhVcQXYVx
quTiV9noroVvKjk6gejD5FbXpjT2SCrRj6KqVXekZmZokw6QSg5AVlufp0pNaOGnBvSoNUM98kus
2poH8TMy9RKFQXvAsNd3l8sy9/siqSTm0zhxf6+RK1Zvnnp1b8tBTV5D44aAsMtmJBp90/7Sw9gp
fBTd1hrUOVLFMu2opgncXYN8HPovOJCqhzxMul9uBJDlz1aBNt5CgP8rlrQAR9amiQK7W0bLW9qZ
QAfMVK23UhF9wR5dzHsbyLm94MMn+jYVYRbtU1cH65eEcJA/nstfm+Lxpyvj+IbmeDS+cDOw1F2Z
0QIknXk9aLKkLa70OMEBUFVoKWfdKDbDO+aEEA0g/vZZ9BnJoFWJzQjfNcaPeuWXcTI07k1eG8lD
kdtqwb6x8EJ7DKgIscOhbYJZj9VhZUx74ld1rYJZlsvqh9IyjmWbO6vXLgPa5ok+7p9lyNavZsh+
6o34MY9z08nU0yaM9H5WL2PrN5ameH95l351q2V4TMdemT7qf/Fdpy79hzZiaYJBFutv3DnRQ5zF
fRlkYpbzcckXC9e6VhpfWi1rvlfDJD5iPVEftXwSOWPqjfQS23JUe1nJM/d1NakZ7GCdb/pxrfAi
1MbiHLkv50nikydBoHAyvrHKNC4t3PvhgZ6F7r2tcCHu4Oui8SoyR9pDze5c/dCR9RHtRzqhDl6A
aXkBYdTZ6C1WUtF4ZvPMAKS4trycvBpuA99PcmnYWZsFyZgNrE3M2UDhYUxbCrfUPNpF1ne+xQA1
vCEy0VmQdSWkP9Zz89vM5/jRrYy6BTNfB9dfkswdd4V4JraRFUieJOnJu6yLBvdyaW0z9xv8zMdx
0WP4vzhfUq/nnP8ZaiakprM2dn3JndfzzbDg8DtkDCmF3jCEBRpTz6kI+lCG0htXg97d4zxIuwMu
GISaVN618LPeNruAlOmlPCRYKzMPl2Fk7HO9UizsvtIfaNinFPtsaNxkLNYZf2NvF1gQRsxbbY99
aweJFeqBWeLUUXivIs+JMnVT8Y7cgD5aoPnk4655g0n/oWEwThdEdjnCa2Ic5Q8Wkf6ASTzDUGWp
uqGXSu2vU5cTb4G1Bqgox2n/YEIGLJ6juYN2zCzl/KirXgsDFHXyabb7+qM2NqSlDdri2AeNmce8
8yUsr/CSxwVmgtr5VJF6kGPuZCSSl/eG+q5rhvsblXX4UFjlihQgH7bnOm+fnaG6L8uy6vzuldzM
nZw1BRafRJwwneNq37EXUm6R7kJ6Qhhbxl0kk7XYcwxaPbOuJeJvcg3dnb3yaHZWnTv+VI8NIEI9
mp+UxRSVwGldhBhUpE3MOMJh+gwXobCXjbJbdiY+Y+FBjbQoH9ax+JDgyahZsX1MDrOqxJUhmvVu
nJP8sxBTybiA3AjJi+hbCxgnJ5PhQqXID/xB6AZmW6vWLoy+HMmMmm15gy4EzSsoUIR/bFv5ZZdG
/wD9R7k/Z7O4TFgRKihIgzGv5WLSVmG0VgO6XVKW9m5vU2h1uUkXmnXrR23Sy18CAfY3/oL5u9Mw
uQfp3JTf3aKdFNECWZIESZhg5I3QdMfB4ppVIGIbUsOIhcGO15XWJ0iF2LiaR6EHA3REeevqdR/6
VWMAFYpW2Z+YD7d8TTHmOT5t/fxtzKu5xpDDYrkwu2HJdhY2sdF3exr/oKuXPL/ARGeDx5hmNXj0
Eetvdk6JmDekg286d4q8YYyjJFgJtWi9oRb2cZig/n3ZYtQoPFHl67CfuiqrEbJHdabfDpM5TB/i
2O7u8jgkenslex+JeJp3hd+2c5N6dVkXP8p1dSZWXK4sx1/mVUuDkakAyyFposK4lk2pJJbaKrWC
KEFetDP0FdPAElvu7LtM8wn3lRiIszRrGbNvyLi73CzXRlAoe/zIiOxhL7PE/troi/ZpreTaH0k6
yK7x5HASxnoswFiNYRgO2kok81RpH6YhrJMLE7obs1H7KQltRMDEHRb+2nQEgJTdLxwH9TfZTHft
SK9FTUMOWFGdi1w9iZTZCjtbMldFSBzwEvHGVkn/0dORwAC82GIasEhwyClFqjryseDXlW9ZbfaU
oM+2N958vU31WRbejEkm8gnj0hFvaPrQEedSLgTRxNOQ+qsTDz/aOq87XACaiYRCiaT0O7GkCVa+
PB/OVPpv9B804NtPB+UViF9OCuBmJk8CG9CMVFN0HsM70kNNxKIKhlr2/win+WwmFhaTWGbtEVBJ
PBGDMX9JjBm0eBSlMZ+rlZ+Fyi+7AVAICE3LYMTx9ohfPtM+plUos2zwlWJXvhxFu30BU2U8ouAB
eVV1ouoAzXfylXymKPHrNoOyl1OSfi2EMeBLduX4EZsnRdUUCfBSPmTb9cBkEvcWG138y9LtuAgU
0dOtx7AM0hVC7KdYC1W5UO5qWkywOJEMuzCezJJQHp3vgYlD+c8G57e8XEvVTH5iOdrFIHhfHnHt
Wk8MyRJ+ZtbHWMG8LNGXkOX+2IlwJq8sGozfoLTie76S5OJlqhkKqoOwrHwxmdUcoIDuY98MXZV5
4cSKu1gnRyZXdlTY9/gVh9iPQ6P9HsMefTZwvFgIWsamBZtOykPuRjr1Xd9jOzIB17Uro0rNFRHO
wJQh3PmRl+PO/Y3fubE9QhA2wyX1hBWYBtoXgluE/QFpo/PDJcHkcUyXNN+1VUuiidMpoQW62UfA
vtR2xa42HOa7DHVL+UbtU+2tssBMWiAJgh1m8N2gWokw0nJqwy+2KRl+2an8R6QNEYWgVeU7JMij
PLhOl/22qdPMi5wZ9/ueopGtaDVqAiu4du1jIalDP7eX/latDt45YKH8A0cY9v9G1HUXzFmMv442
tr6mPmWOelhpmeZNKsbb/34j97oxtm3TtIlz4fFbNMcvlyaDIN1BdPj259at9kTS1EGYGpwFJXqq
umztM9d73ZmBRYCe6hCJum6fTrUsKHPQcrlsy3pp4ZbWkm/V1Bd75haz579/b68xGAsSjWuAVupk
D598dkOlqQRPV+9nsst33OkM/rFSgdeOdgWmXTLlNRcETGPBt8tePwPCvX60KPBgUgEc4EfN03RU
SVwB/n2tw6yqlps1DuuDtrRmYA+D2COoSM8gwa8BHzh1VEaGQBeAuunkdut5daeso7wo5yZ6cOsF
A6gc5j0JGfW9atOJyjDMP/79M2YUNxCgTmiheZrXBy3Ujulod36nkvpDrmbtG47l8XJNRI+iTxuO
WjyE97ibSQug9f/7ezZdqXQDwgB5z6kBRSsTF+gh5vJVqgGB9zbRY9N4QXLb4jsxsjyxZOL4/j0/
xye/3M83IFx/BpOQsZ2SMpk5OrlTjqR15N34T8kSMH05tpwxU1KX/b7X+iz1NSiL8FDac295oYqX
x7jXQwNcpk/KYGWoKzb5fo32jbQSyw/zYbgmtgDpoe60dCXm5E79njgZ7bswOupivc6/rEtNKltM
whYhZguZPsq4VtZYyaDE9Fp6hdNWto+fsRph4FwiuJbCzHdrqZdRQMBKO/tds4R2EMEcdgelVR00
nNBmjwSSOdxVPSawM5/hG4iUY+jChn10Bd/hCUrMaOxY0E5M/tCW4TfOfYyxeV4u53wUb2BuDmAr
M9EgRAS458utTOPKfVqHpLX00gBndU36CGnLbZzrR/z2bL2U8S2ZAu107h5ff+s2lQQaPygAFzXu
SdGxRkq38BLAluqxPChMr7vITF2/Vu5ySYbMdKbKeeN6JroLZHdUFCilTp6pGNtqNdui98NIrSQ2
1U0C9T6Htz1ffOIXcDHaX79GCEDFEzagvnAhnpwUzlDxv9c9JLxttH7cu0gRWM/OOYXQ610b2MbZ
Cia56TxOA1LlUHVda7JrO0uX3PHNp/uBCBn271Z7GIgH9SwK8SO45IgrR0vv3v+43zigiKpC4gaC
CQV5Wj4KEcYrIw17yN/e3Q8DLm05kCRIkGD18P6l3niJFpg0BAqnFJjt9s//KLWF20U52zJ36qzL
53iI9NCrIqfauYqex4qz7uvfX9CFVeXmYKlQ57y8YI77X2tJLPPdzEr3LsTIBaNJiy+NYy8fGntK
z1xP346clxslCnBbh46CHuL7O/kkq3KxO1uwZtqCpooYrtLY/P1FGTQIDQ+yk2o9ZNOwkEZjYd7K
yTT6qmXpknmW0wjyFLI0rvehNQ433awQNjhpZLa+a83Dp7TXLOTe9QKuvlSqJsQq6uQ5PuON5Wip
jftmp2BO6emyLwYiJRYDYCkCAb5shzm7LYoEHKCxROthtY4u54mM445p18dcR6N95rt7fayzqaEb
RsoPoQCx8PKlRUBpQ2mGrJIujH1yi4zDLJb6dx9mNvBBNHu2QI7x/kp5vWdvOynhKgZaGhStJ/tL
TQ7B0LUK27POolxhri4Nkrf+Kl/5ude0t0RUiYsB1/ypkhVJQy/1nKvYlbN+bKmQCDRz6jMWnmdz
7skqdJThMBiSSgU918nmzHflAKoUkw988QMoub2qyXQJBL3GMal7IvWk5tyB/wKY982yS5NYvxnL
Ytlnwg4jL2Lo6zld8iuqmD7bldg2FB0duqbTsTLj2qomyWZSBSItvHXNsr5wl7T62st6GXxbMInH
rcNCeHWapN9ZBGSw6ERkvf+e3+qWN/vIVswI9DSnQwXLPjLI/CtoTYfGdDyM4fp9lxX65805TuJt
22nfnSxxQxCXef7ltqNa7vIklk/UzjryuMx1z0Vjv7HiXShlNPNbkfVq6ms3dm7hGB0SEC18LM1o
ORqdbVyKkeE7CvPrYULzcOZBvC4eNq0JVBH4HdTZ6aASN9dcYn3igdGka3qMwigPpJkp4itWLHGc
Bbs1HcWHeBy7p/dfwRt3q/C7cOBRuvMLTjblaGZPTpUa6a8zcRfDrt5qOplbEXm0hFy2/c+8TM95
z57j9F9+E9gvHMmduts5d/rpVUkRbRgZn55dkSiqWQOBY9Q1SR10nK+h12U97jRiTyBsSPSZB8LQ
u1V+wMfff8OykI5QFmZc+gvjrFu0wqZrot8a8pmRt+VEnAUynhtkZ5itMtf8FfcW2xeRJYAykTVb
+7UxC81bqHjtQzwlRBBXUbdcF0RbnzlnXx/pCBw41FGWG3zqp/CLluduXblgh9owWgfCMPIdhRW+
FvJIj++/zFeXem43HWoz5aB4PbVSZmFapHGFc5r8ti9ro82HsJ0s0LHY+tsFyynODrox19Am7ulo
5MTF9CMnYC4Q/SSYZBMeS7Ae4m0kMaidDIPGqLtPhl7+ZSY2F2WxunJTgyHjRqW/HR5/1C3gA+Tm
hdHqK9JFP5cyJrdzAQ9vXbu6WJfVvstLFIDaCpUHkWLcdGlXfSQf1sSYHTnHjASrm67ato/3n/6r
U8vml4Gd8w1vwuPT4YVMGTMIXpL41mc7JK1zsK+sKDPOmGv0U8vL9gDwLoGNonoG/z8dIWVlg140
lT77c4Xmb58QlxH7RO3l+g7Vv/vQO3n1IGZrU2VZc4sesUwnqFKjiib6EntmqAA0JUE2MdCMh3Ov
/aHmzP1ZpdUsdzGhKO61Trde7qZMiM+a1oy3hdv1zd5KBAGQVEjNGoR6WoXAhoJMYtloNpFHU6MP
Hhhu35IdChGE9HI1YuazFE27l4RVXTPnISTqiZAZ5YksBlBczISss25qaU6ztQMsTLLheyclsk+9
aFEzmU4xtB6c4vpraIaEcNE4j8VVGw9mdRk1GXj81A7dSJsrRHecmHZJ4KDK0+VYKy2EsmOv1wKi
iAm3HaBFnU8FQfNhgEG6j36TtmPdq2Ye/yEZcC0v4oKBhR77V43OsG1J5mH/qY09jSuEWYsmuQyK
cex/hsyt/QGT1BGnpEVYPophBpdn4E1z1xcMKPN4USFiZ0eLfllOtGzAMwHRULON+ZQ05L6RyNUM
37MqNH9DOOvkXumoRbU2q9XOrhRetGLJy2sIIJlermmGIdFGe4WCx4j6zxB/VkwJSmacry/M/eR3
pPZA9u2SG8hEO7ojJyEjPpgnw+HqZt1+Lq2oFYe6QngcWGOPjHXqy/VrWZfivupNNyV7fRMbkHUz
ux6szoJNYsibMCAIpb6NzHl6csk3FITftcuPfg0TfUvILO61obGtHSOfXM2P7cxovIyWrvD4WkSI
CG4qgY9R+MYXDqbH7DDoUXkhECC1F4AHbr7PmlqKgGDzpofao+AOkIYjSGiyZSYc2e3132bSt50f
0sqTjcThqHkzeoaWY0C2XllaWeypSa+uEeUVyrMpbgitLrIJ2xfZltAFRaXVx6avCalCwDYt6ISG
wQzCmIlSngwjxzjE+TT/rGF7DeLQQ7UXg80E22Fpm/RDpdmj45Hz2j607HJ3lR0TYJbHzXCN4Kj8
lsaN/mWAnSfrMZ/J/xwI4iOtWW+Jx2FC6JdUzcom6LMOfwroxJ/dOk46OLSyHwpqNbJWG7kinEdc
il4nmRblNaT0WIEL5Rh7cxdqQSuBfVGaavq9YUG5tu3aPNEADMciM4zC64plJJA1HtQTiCoxkh0D
S/aluZYw/5bJgxm7Hpl4Ozlus49hg3nFBIjmfgmciCadtLrJKzM+SS8mI/sfq7Kbh3wF7vb62DBR
shAffyWXXv1apjFiL7DjkQ+6s+MsINOTSNyR6GXoZcLNtMBAEVUGPVl+guBu1NpXOcXnDeV/2Hut
RqSpDzYc6WfOqNf78Vbj6whUMbSbWC5fHhRJz/CDZALsNaNmDDLW9qHW6nX//q7/7P14UcsAu2BB
USAviDzRnL28TB8io4K1hCQeCAeEER/sH4RnS48UWBc77Nzd6bk7XtXm5pKLq+Y7WgPWTJW7fi42
UdiqNxfM7CiI+2xJJ7Qi0iI17b7iNbRnzqjXokkODwJVsbO4MEKvmvAO3G2E3RXkMJsOoad66dwT
9QhhkUKzXUH8pavn2PP8iY0n/NRALx/LJks+TmVEZvime7KhKGT7DRokPTdE+40ChiZXODhjoQA5
518+S2rQvMQUMvkMXTF+9lDzfkW6+feqih/PvLZX4ACvjYIX3TLK4o10fHkpVBRVroXd5MfQvYEe
Itqn6nTTX6Ai9u0wq+ZQDbjEYIui6ziZq6sRhvdMc7hhLKdrB9gYEJdShkSrkyVq1ZXBoQndWRS6
dpjIfCOSa/5uWL15Mw613L1/029eDvoDMkKyYk/vmSnCVe06YKEjycE3kSiKnzPz6I+YEbA2qSQ8
8228Qi94xnAtmHIo1/D9nHACGaeMJhLgK12rGkRdBWGTWzr+dSniiNlJoXMxhav7qYOJ2rXYVrMz
y/1Vd7P9APAtlKi64vme1IqVGy3TOmOmEkyZCZKhcC6NdnUerTT9NabF9DDHpvXt/Yf8eg1zTcoy
8BpTR11zctNCI+yanKjZD5MshUFL6uOMLAQpKvP1zlzqjRcqpc75btG8Ofrp8PlQLSQYQ7r6kFpJ
4ieIV2aPoeX292lSznDlxGP3Hdwhjw5maoHS2iJJPqxhyNHOl21+qgkj/ZZoqf4Zlz6qIBwn63AY
rVre25oMyVJMrBvsT+FHAdNOFLOF1TMwqhZAQFtr8XMtDTPxbTSGB4LE+vuSDMrHUOgR6iz65Ktp
LNX1SpR3vNfN0UJQ1afFnRumy+jZc1c6QU1CyGG2FImGaU5E/a5p0/JxcWSc7ArNqH9aWE2JR5wn
otwXE4VMr6XYTRKtIPVrElpsHRzy+H6DPZMjrHfrljI/qTa6HlHwNB/HInYJ3ux6R0F8karvNZgJ
z8EGb70KVhnefqnzMk7bEqiHnriBho5ozr8XJKp9mAvuThsnpFgoPMozS/uN67FnAGzS6EFCnQ7Z
dA0GIaBNooBRsseKZoaMAkqcuvA1draAhS3ObZlvrGwDWwwYFn8dh8zJboVvi2BNvidUt+t6M3Og
eVFtVDcoZbrHimGf+7jqZODYctkDibWojBGbO5n9UCuxXKBbc3djKowg1RivcGZve/PHcdDjRabb
dk8zirRmclVp0hU1ck6+GTGkf9qP/8Pcme3YiWTh+oloQTAE3LLHnGdnpm+QnbaZIYIZnv58VKmP
nNs+Trmvjkp9UWpVsoEgYq1//YMEwcKs74M++zfbCqxbvm1oHsxWT5UHXV+OiWFLrhVkQ5hqrS9V
v5gXsEw1/1onhwh+9Qc3+E9M4MlhYdNp28z8qDOkf7Kx9HWWpIbLHQ64gg0bPXtedFHlXuLslSMG
jwIdw1GM9QvxnGgD+WQQKTO0SAvoMEhNUYrzRXLMzRmAFnYlZf6m/MhGpA4x/xmKVvfgAsHhb9w6
etovpfZv+JsOwYWO6HeDi+v/Qams/gE1mBlhbwzdRyaEv0KCa32C4zuyL8ezeZXvz+WBD3eKQPg2
vtc3n1IQqT0AbjmEyqqCXRw1JP44trGJyUzdJAW5F9AUOwdpjddeNjpojn/eY39TRfJ78B0I6LlN
81TM0lgqCiBPw9skeyqlimU+g/krQTMfXGf9et6/3lXRRe3D1Aet8+kQj8AUB+PrcdyY8Zwee8us
u90MUfZultVohV4FiZPpV5Z8IerUxa7Nm0YNnbyMv2QTBAYMZG0ytJrIxQS29sp7k9pCnmuH8pum
vLX0ppfzdAdyND2nhWE22OGME3kOLVbzEK6SKN5EDBkv8jhfnI1RefU3Ol/rey4mSTNuutU9Et7s
Us5BcpsXUIlDz+jaaO+bJhztjPzzZ2tR8LZyCY9tA43I+1FEulhWb9WYT0NkBNn++bn9g5+/e26w
+hhFcsYzycKUwn6/YOJO+lmUKncDm9mqt56BLtZYInuEErMMMA+l9Qw4J+59ww0g/eVDU57DJy4f
s0h69/lAds0dpUfrkGdEUPmlEU3lF7JlUN2qXAJUBPz6fidbHdQPUmakkHKips2/2sO/sgX4f4r9
31kC/NE84P9DWwBwqp/e6Wpl9c5q6jH5khZfqm8/GwP885/812nK/Y+3GkbxbkHYgL/+6wwQyP+s
9lIAHjbiQEaK/9cYQJg4TUHJQMBOpQtwTGX6X2OA/3gc0KgILWR51qqX+9+NAZjpgLQyeKbeg+UT
0G2/X3xuW+is9LP2OCCwvMrwdSKjaAFVg8UEQfWnx3L775r+k3kQF2OIxM8PcLTilDtZ6Tjbpuyc
tj6WSdJtjYi20UixOlvgcRypjgjk+PsLIlNcPbngUDCXfn93GdNw22/S5igCw6qJCUuNa1MELTO/
oiIQ4UMiw9p0/fQtr49z3WR9a60y8Oc42fzJq0sQgxfcIaddHC45u5GZ+NVtO8Tzpo4S8gxEr74h
jB8+eLgn+zwEWRbDenlUO5iNnxoJka0YVZapeaSZTZ6QR0RNYUCp+PMTPalS/rkKN8bTBLulhjh5
oqWN1f7ichXwxu48ldr9VCLZ3DeakcgHb++kSvn3WitATCsNLeWXck3V0Ni7UR/HscaKj0lKh9Cw
t6MsTPIIH5voA1/L390cwJpl4bfBkzzt3u2xMZYlLvVRBgbhikmSHE2m04dZum9/foyMaU/691Xy
SdcjUBZS4PLPyVJJCQqIvaAeDrk/DlciL4zXPpNIDZGVLHe6xJI8xLvM3tXO5GfMQOJth8mCCIPM
Mb4ZQWB8rpCtfGsIgcLPgpR60rIahvwroJ7ibZYs/bh3yxyLfoNaEHAVrc9DIoiJ3kwkEyw7x9LW
Q6zb6VoswqzDXqfzy4jklzSF2kZZtdS2dZfrFpykI1z6wexSxyUKo7DbcI61kCGqnZKgwhTYYysx
vAOnCpwquswTq42PBcIuWMFdu+AeNC6CKUYsiFJqpNfUxDv+ewaL1HBWE+uh9BOItPB4gfD4rYDH
meW/iDVa4GiYWk57esgufxaJyGe4WUyrSJ2wl2QotoSp1121yeiekhstjWAuccpy1fjcj1guuiGq
kWi8GDBDooLsIh+67+B4JdmGOUkpW1tX+tWXacqoEnMAgGpb6yDZFmPeF69VVsSZERLmodv9XMFj
gMNdSnk5mk5r3JjZbA6XtR0kLSlFiUzPeyGMR00urI2vdtkvISQz6eyrpO5vBc+SmdMSxx2Ss85P
iGhXKjl3VdZ81pGJSwbUYrIQK55JIfCd6ApnZiLQVuXFOtwc97aZLSlW84rY6Zlmt72IxpwRvZXL
DghvwqNta5oV2KrlCu1tIhvh/SY1gc4f4GjLjLjTmaBtN4iFHTKazfsX6OjpUx20sv8UV0C7e5nY
k6ZDmnULKsi4/yLRpetf9SWVJvIcjbaraoxudX8bK7zNvSRu9jKOzfmrk+S6ILCjMrz0nD/s3DJi
SAg5IZxv3tZlCiO6yZNpuQv8OnKf5rhRw7ZK0mLY5SLOywvLXWa5YyJqFWMI818Gn61kFJCqdWMP
wWUyorHYEsEAG3hxHU3Xr2USnJsRjL4woXeIr9vS9vtQRbbLACaZElCDpAB832aJNRUtYoJKZJuK
SclqNxL7oglNXRJyJYxh4Yl7aRvc5Uwk+0sMl0fzU+VaPQI++u/rvisYrQhjXpr7Apl3e0vyhCTw
Inarp0al8NARc9tq36fjaCNhVv2znS+Bt7UqQenvgE8nRG05+ZXCzQS6cBHJ6ujoykjuB8aSC6KX
DmcO3PxH58wpbfuKuRGeGXbZtBoVvimKrT95hX5ktQdPcWfQFRH40j3VaWySNJYsAtn0SqcjrLaK
Wy9GaINC7FDQ6H3TfgWn3szZEK/bRsoC+1GZ1RuHPRf3lAIrlTvPU/YYxlrRFncTWSqhOQtnSULL
VtZ0tIdylNwncW52OE9IocQAYXLv9NFANE3szNddm2dqm4kc3VXTVVjyu7llZEfk1Lkg4tbNjU0G
pynaVW7JkNku27G/tnHfcUI3G8vvc5dMh6EcYALj1Z19rUzN7NSJZYPtTFNG+sDX3t+qJlb1HqPs
7q2yPYYTmdH724mpW7ExRRnboUQnSPqk9Ds2NjqOfJuLtr9TBrGSG4Rlxne3jogl7e1keVYJwVbn
sKqWPiRFT1Tb2JrT8zkfkS/VbEhNmC7Z0u47xjd3fjklOMCwKeWbwqn629boGsj8eYxdmG0u4xCi
X1I+STUu6GXRRvYZ2vs0CkfbyKvNZMDy3KR2RKqww9lkE9+qk27TVUn0hO5welDQe8TalTfFHmlP
ZVxXKeGgm2UImpsk6JjHe6BnEL9AfseNqiQYQk9426YWqfXmgcR/gTRDnpJZz7LZY4KnH3pKJicc
ZEIg1EJQV7WtOJLUVdx2DD1FmROCZyR2AoNjbh3mOI46S93C7A/JQqTfFrANVx25ePYZ1ufcRz10
PThpJ50v2kQKzHKoBLSF1hyxKVWp6kPCE4gSZP7iXDVirIbNIIrlslq8SqI9NaYnwLzyO8O74mtN
MBxTn256DbxJIQ0Q5Ytbt8uLhXQAgUIwZVEoC6xseGcjh1aJ38t0Zte4pKFk64mcFobF27baJdkP
WWQPR92Nxo/JbP0bau+43aRySl/duvRfC7tpHjtrwMw0r3XWbGojjQiXjxhJHUQ6d29jacDBQHwR
K7jSaYYquogyHmXNqLBEEPJdWBUJDsqPe55c3apPZMG4ZugnvvuwMH38PJvxzk67eturzsd6JorX
+EG7+Vqkdn4Jp2efBxZMv6huSe4kLol4Up0/kiRGYNs4bZCnky857WEP4eBVJrgydcIm4lYbzyZi
suducS+9UvVXhsogIDlQ2i+71i3Dwc+mbS9I4No01VLhsURqxmVnqHHXGH15r3NjuSid5UqIut+W
LTNIOAxoBINGLLep9roj9gJFKCPyaHCDlfsAk5hnUVq70U7ula/kLVPpwN/ZSAF/6FlkN+g1y3Oz
tiaEKUGRMJNeum2/BOUW14UaTmiODVhq4TJll/6jTXgLQln3riTw4tyxBsfZ4Ix1kdXeBbcQg3yn
6467yFeQW/eqRqWSYCFbOeeG/EdEWCdkVDXITr/ryRdvBhYC30UvrGiP15bPeQZuMMofWT0M506w
2LdtVZjHEmOyrcMJ8t2dE8JMxjabA6zNwZdWLjkueqpnNO1WTKZJ77PWaXlnPaNPN68zVSSERrvd
ueEvzDTTcYHP1eP7cywC2e4W21Ugva45P9rofJNDwpf4PS1IszqQv+ndSZ7Ldc0E4N6ckrcyM102
FvwVLhBhxVdKyHi5hc4eXDrkjO6ZwyGVTTXJVgjwZvtaNytjkh1xTdTOGUmkVlQdob4TkIWcaPH3
GFrXUdhoAcshIxyvv3DMGtVg72hlHroxKyg/lKv4gn3wqDHpxW6EenKnhpQPlQEkpmcFCdwWbdo8
Q6HsZ49cTUvEDeFOHYGKuEC6Hn5O8sZt0rzcUGK5L0r4AbktVT1cOtXUv5Cl2vqvFEHNs4+mp3rI
y9z6WmIC1hyRtY/jHkLcpK4TK64h2A7NcBd72vA35bIU2Y3UslkOC5yy9Mxwhn54tRpgqG84oLb2
2azs6aXJMSp9qeegP5809AuEHIZFHF5uJnW4BB24rxpiEoMjKuy9wtDqgVGTDGMjQ/c+2CKXh5yQ
pwoyf5m++JZCtpgLt7U3rm2g1sYxT+B5O6Xla6QYw4TjmjxVYqOMnVEt9A/UwsNVltj2ObWOurdx
SrDuAW043FPbKX5MMePe0LcTAnuID3PkpqoZJpiYLbwIQufiLTbg6nmNaiY2z0vWPFynf2pcevGN
wDSOOG1YOqinid6j9h67pgg9gv5icukWyGQYDnt86lGWvjmkgN3pthqOWDNwuMz4LezJ1ykvolbA
OKLHQ/Id5Xz+pR4+5U42v7WjL4ewLmRxyVw3ukFlkbMD4j7bbCzolNNF6UeUhFafRtkXWJGq26Zu
g3AsmK3sxs8y49Fr5njaUNSyJzJv19VNESEkP2APEL/wxVLtQrzvn3FV9rdJIfIvOjJoEuDLwkaI
kCOTwvPgJhIJRpP29qUOYI+sLmLBfe0jAQ1zFOlPs08kLtYMQ7XPI8aandcEG8vpVLtx8nE8zrU1
HlI7mc6gTpd3C107n7QXn5dYX21No0JIhu3cBQzpZxLpaaBENn/SKfI/ds/8EpPrLqwNOFZNvHZi
IzOxJzKh4EqDWn+Fck4KtoVDzW5KiL8dxOh9asrgruQ428PgILZHNvoH1ls4Xkz0PwCilLwYUeiw
t5LuuUxU8mSThVsFlT5bmvoVb4sLu3VQCJfiDERwjxltyT5eQagJiJanOdwi27uII8v5USDLsVI0
jIALB9Id92mxYHznZ4ScWTfEr7HtBBypsoqf86qIN3UnrDBXZFYmkbkPZg1DvpbXwJ/7aALKhkCR
IWSPyRqT/cET5ScqdWc7GLj4mXayJ5u33cR+tDcz83bp2YDcGMwWT8nsiw4Ih7dkeeHmzqPVy+QJ
xyhU+Yr0JMOxsPEIqP4puvRZKvzb2WS/BtEl5HvxDYyPnCr41A+zS3w81XW0qJukyS84J1ry6Nvp
qHGbg0as5VUFiLZD+obWcCRvuODhAKRP433ewcvPdHIkHMs9Mxp3PBh9/qApu8KySs79JuG99Bms
m3EUR6cFela2/kQC5N7P+G8hQ7Uh7J5q3ylImHNuP7QJH3bWU+WF5FItr4HU15ajad2KMX7jz887
q2jr7UzwZ+g06vuadA3Bpb9d2hZatiXzy4aZXWnjMaFFjTFK0QbnecA1YbJG4VQnX72FRCTpajdM
zTndV8XIDD3x050914SDq/bOrMaHODWaPeaDV7NvdVcdsYIPXTFN2EYEtXHmKBHtMFswHwtQDcZT
BI/iK6bqkWyH3j4j3rD3ttjJJ12Y047wjZuOOiRpNz6n5YJaP/Hb5JlU9IIdBhdHmGgYJIxd8WhX
ctiOlEUpf2/B6yP/buJdB9TQtjHJ7hZfDmU/3pVe6CPtbgeHZrH19ec+cPOribZ6y/S03fd2voM7
5+6LDue/TW5gPxx8ypfxhT2qD510CnZOKtSuA50/Z0DtbcpG3ywVLNfeM/0rWRjlZWQJgmRBGHba
GI3vNodDOHqjul5k+YNP7bIu53uMk2Cx1eWVVVHGEkDfefIMcPCB7vtREzF5GdTlU94z+uptNezz
jpEqqliLFgRUUBnPRDjuiJLvP5W9WWc7As7VWWEQAmYr+zkj8HzDbvaDPMlpW/vBnh4Do4rJD26I
L64frFEU5/kqtSnh5/KXIbNh2p3vvQgbJztv7j0teAcWkZuhVY71tzWj4Fb2A5VcbDwPThJdFFgL
P5LeZCLfiY9p3rIxYhiEs37sVHeT6ByYHfhjwMt7yNv6QSe5/ckIkieyQsm/HSz7XOrpwu05rKHC
kg9Qtf6dJPjzFcSoeqvyBJ52o64LjcMyo3JBW2NexEZ83xfxZ0Kki21h1SiPMbs5M2RvfbaiMiBP
dzUzNeyp+Mw1zpoqj7dD25tvLfT4/UjRS2g4JPwjK7Y95OQV0CJZOTI9ywGCIif8KceB9QxtZfU1
N10sA7yOSIIdyzXCnsHEpXJbQHfe2N5i7XMALEGel7Z2uQk+nNI/3Vhd3t6RrjfmW+WRJRf5fvnZ
zfhTU6/dYx4T/thDj7ii7vc3XVc89OSo8hKsuvtqpaZ3bQWdx0PNqseiDhDkj6opDlhjAhLPFPw3
Co481C6w8YSuQnBPsAfmHZi8tY+DsT12nj29yRGDzm0f86Yr6Z1XsC2PCQPlQ1qYy2qdsFr7FIM5
bzGVGZ+RZkPTpk5zb7XbVQQp9kl5myNeigHhwnH2yss+p5BABmfFC+bnhjWErVGmh7nH7j6ZVz4R
n2daYhIQCLkz0WNvdVUS4Yti9K6ryYmENJiVT+Bs7mtpdf11XC6mhj+SzD8syCTbdpn7ByAWeNWe
V2lO9gDHBU42jaBSaaKYsVnSxEp2whwuHKW7L5pu4LU0OwigA5LdO9uZOov1u5T5hiz0Hs23iDJj
uwRtcinrmOhpZUCAD4dZm/fDEuTRxgHNXc4hfgdUNR6k652ZkSHRVrEzhj16BcnhNgX1xsCNXW7c
pXUEG7bvDCFUlQAAjeKVoNQqLghJI+0thLkp5N5VoPph0hMBE9KIMcZjEJBBEUEKusOMtAu2cw4R
6wJddbF+E2V5NratM+xdV5L56Ki0+TF1QcYXko6td6hc8q7DNh4FPexEAKzh4bampsplWFlDAt0U
U9C+iLZJPuvYop60splwUhGVE+AszVdMFyPK+7QeYNqKYczH1buN4Ctmry5AaA+dKtSmNvAfUpHT
bjxi/cTWNdvgFaPVBsKvGKdnI/L64uh06XLXKpYVB25Q1GHrDp0Me+EazdmAzDzAdogs533uFy7T
hZGqf2+nfe5tvcEscMBoCqqUtk/qW3T9y5ulPDVsiKn3i7N0VI65xzAuPxRymu1w8qH8zHlE2AHZ
Xe5nN8lGRtX46xVnwLhjF6ZkGOuw0i2kZ9aTSbinn8lh55uDbfP/SvV1bl115bQTAQExT1puFpWw
x9gqyhnytqr7muPQQc2K/cITklwv2DpeT3UzmUO1Pg3XYdtZQHEYCbNX4DsEg2Q7lvUiaDyiWW+I
xh7u8C72RypvDUbDj8iWDdQBeVNb4KS7SsctVSV4KzWIDW74BJTY3I12bxmsCBBrlm6qIHosWXqI
ANEVGDAABARlu3/WQ+PhEBaYU7eWHzUOpF1DmmpaapI2e3xD06PPbODJmyv0yNhRQjus23J5Ichq
qkK6eHs8M9nA3xZ/Sopd0XTiRoEHfOejgwhkDIpogwVrrPO8h6W9lShel41fOp2/7camezQixzmv
xWBdlrIl2BeMDanAgn3Ps24aeVG1Dm4LQVuPZ8or68+4AQD0qvZ5nNMW7rKWUbMZwUVkGAk1v3qj
q46x1zETGjwnsbZNVBfwdXlzMKkTCd6EG2V/vTiiM67hNy4KC7IVkqr6GGI0VRsQrVvUqYMdZuoJ
Jvj+8tW2RXIFHhZ9U60SHjVcDTVX6BgbmMLq6FzmaQbeFyRnv0IDG77aPYGmW2uqkKXqdtG8VMyQ
XeaOU2oiCsAeGpruajs8mAZamoGj1dwP42RZhGEW8o0K0etCs5PlHarDnFCbVmO9llfBeO+ZNcnG
mLnCoWdSNuwHWw71cWbqx6IcyZfATDTIqE5jx/Ru8ThrYbvkuFNvkhQie6gTLHA39oR7SDgEZO5t
WgzPOGgnL/d3rWlkz32TifLcAyN8wVWmv9eeQ4qCo11xg/eiD5E/VgOfjYmoH1h3aahUkbAH+zTB
to4STKYFzVHXvhHTaZ7VEUKEUBc831D6PZ9hNGNBGwqoz/Wx9rLK2gU2LmGbNvLSS450qsi+17lD
g835Ehp5uXxvXdn120ZYBf1h6tXqOA6ZdbagQ/ghVedUobDGvv8u+8hzz5pkcqfz1cn6aGCOvWxZ
9S6tfDb1P5qi1f0eusiUbKZ5YfsqsGa6bRptvoAE91/5shEH+HPufuvIkwdMkE2f0RnNJKHTVqVX
2eTreBNwALFt5Vb16FdG/ZKwj1gYwZUTvoDKLL8BZ0fzxs0VKAJ3lV/kZWNUG/xFKZTAXoiKiCvJ
AhlIgb+BcGwXW4FTGj+0R9+MIaGavnpyclE04EO1hB2TdrWJHWu5hwrOcEcUU1Vjqm0TzYZ4ipQU
i6b0R25n3Sf4Is0T4qoSqy4zccEPReI91mnEoZjymT83WWrVGwxI0jSMheGITTcA5YUS9v1rISTn
HCbJQAgaLpk4dISx3rhZzMpTTdayk+HABX+pWfxXh8Htm6FhJ28De2Wr1hVwVMgpnsmwWeak3xbB
0NoHOedeuXedaKRJc+IvqEDcZl8tpnXpMTWLDjJT/hk3hPWtcu3huz0W+iHORxbcyHz7OzUd7Gjk
FClsx9n3v4DtB5dYDVcVjiSkxm7dYZrNEMNiszpSiMSA+nghFTB3A70vfPh+kqDuLhwtwxYUqDVy
Bl2bxvMyceBtGXy44Mzr/OcgCpduosIpiknC0M8WRyTWZ1sPRN/eGl3Ph5tWqm3xVC6YyNm+kZL1
YddV8bSMiBAGJ3bfWF3VjBNU1zxX9DL3WNFx0owpIv1N66vxYkLBgnG7ZKa4K+N88s5dbVOKlVFc
3jSdz4aTux0O7biqAjhNcccKC8bSLG5Tf1pxlaGL31SX6Jdh7NbCfBLjsvdgboIyJLUygHim7tnJ
pAluYdH03cZMg8cvudLxJ2BBHoTXJ4QlT1Az3uKCtuChdVo/42StgYxHhD7jboCszXCptRqxrys1
tAcSBZxkL9vCRoAzRJpk6zUWHT/IgYO1rmz86Xzoaq+0h5OxrfJ58K4SnVrY2AfplLa7hvGm2pe5
NBSGJMVMpeGBUFJ0Z9xkU+B+c0Fi6mCH1kB3dBNoq/06oCpz94Gs6hfGCbreN10/R7uYyZkGeuIs
O+OQmCXrvBDeOX0x5pBJwWVpFjhDmHbYS7nrWB2fdSIUnNXSXnuWNmZEqUVL+ZRqMV7JxF3iLSVx
jGN1AthKueyK+nb2eu4gHa2o2+ElWTyO2pIvZSdHb4+hMB0f82CmEzxNXR17vCeeA2Qu9WUuxt7f
VaK2KLdUXZWYsDZDFQJpDi5+ZmykZ3SieHYuuEnj5DQ3GASX5GvXN5E/Vt86exjG+9IzlgBnu6FN
97WXGq84S/jT3hEOpRqYa5aHADezsYdQPH1Nitp5xo8Yc862brz4ngEA33mb4Rr/CBOU8O4ezWZ6
SM1kuSkxPAbM9iOZsHHYSMYQS7n1ZnCBpLcOHo5U8GbjnMERTM+zurFg9bK6z6MkWL7GQnT2luGI
+9T4OlN7TNVmpFZZAzREc2gWyPyCCtWQOxZOyPQV8ZEdk3PdqKTNbni8WBqhXF9ux5qpaIi5lfW5
1Imfb5ZqAo+op8b+QvGJsNHH4pRHHWNUsjGnIbtFKwZCuNpeYOfYzzEzbd+Z1SYrRMSGwpz1jBqg
RZyIOVsB2ayNsLOLvQJv9MYTFxmKj2nLHalL8tO1z2LM8oeYMwRVUTkCzDAttvxQA5Rb+yawogOt
AT7eyZx693ZA2NWujIrmCaWXg8hyacUbUtoiottfqv2fWRYnFGPfg1ZBG4RWxIEkSATKe/qPaxmu
16uabq0f3VfP7OfnXHfTM1nwDDhXKeAH7JgTvQAXFCvl06KhXh2TTjkdJQOrBq+wDis6q/+SwCdP
mF2j4lJbo4EVdTn4+BvybGl9DinMc8xq+6L8yL/8Fx4LPwMCJgQyBD2QrE/u214jFRm290dTWcMj
qxzxIKKmHThe9XceBNwxXkmrlJO+byWZrj/lJzEr8bjeTHXRHaVTeUiTuyi7A/srPiCx/vomsWO3
IMogh8L041Rn4mn8/0fL7I6D4IzSGZ4VMaolWjZsoYY0Tf6NOIKF+Pv8xV+fINfD0QuyHoUuXJ33
t8U22zFITbuj2VXVltErsv60avAai5xPf16k/0SIv+OM8QgFxRWPEqaTOL03EmakTMXcHfMgdw/p
QpoUmqt2T0LCesUxiHYgaNWFnDFlQgy04IQ7tOeNUPLhzz/ld08ZBipCE34P1e/JyywUVAGmwP0R
BemZ6dbfk3p8jYo03ivzf1g3Nt8n2QKQuyDAvn/AzE2XWMY+1qJxlB2nSLlHo3StD+IwfuHE8Wjh
TuKP4blYf5zGHjUOFVmXNR1gFPQpvjQUJZXVfHAvv3tsxDfB43LJRCR76P29JFlG4dMn3XGeIjs6
NHlgtLdzAEB7EQPP1VvDHZn2/vldna5QWJuo1+FpozJzXdbq+4t6yqQHVZN5oKfpfkhUbWiocYPP
d2o2otc/X+zUAwRAYuXgwVNFHriK7taN76fPHCFf3vh+Ox2Y+sEtbtuUw12a2a6DOn0WmCOFEdLy
J9G27puKkaXOpWcfo4qgACwh1aWgfrz/4EedEM7//VGUqWy2qwHQqYrBx8jRBI+ZDvGMgLgtmubB
HnJgfrHMGzoJtVOJM9zgkepjWM5svat0tO/n9KNP+DfvAmnWutWy4zJ1PNlv3YVcSDdtl4M7tfHB
SqP6R5ll4x3ewt7tn2/6dEXzIlbZxirSweGJW3//IqaVSw/HbTn4jDg2dduLswLbsA+4/L+7IV40
HgBsgOYvSo2xY0TjLMF0SD0TOHIYUp/aqwzmmNy50frIeOB3l1svtoaKOtAvT9ZyLhb4iNYwH9Bi
Q9Sb0aJSfl75sdSHv358nodRiMDJhgV9SneeAqMy5GJ2B+EPEFps3DQsC6vzP1/lN/fj4YcCcAr3
GOL3yeZWWtT+tKPdwemK8UfjZf4RCcb0zauZH/75Ur9ZD2tACVxqdgEpTy2ibGRyZeswXzUdE9uM
enmxy7re/fVFkG7jZ4TXEDTxUyJuh6sAJUzQHvSivmcpMpbZ6fq/fzUoN/jjLDibJXeyxbgdmYnJ
JNvDYoByVo6TnFfF36ph1j0DPhtBTHw7sKTFupf/vJEBERF47AwHyHHZdvHz6twCHPn7BYDGLJCB
a6PnYpb+/iqrZloZTTIf2rkWd6lVNmQdCM+4zCAPfBQNf3r8cEurdx4KEA8/OxzD3l/Mrjqzt9Nm
OlDND+BIkBDNrahmYnHjfh4ect1U4wdH3m+WHc0Lpw4fkYNB6ImSjtWdN3BPpkOWefO1lZTjIZsd
FOB/vfB83BUs5M1rFPape9iS1iXIL7PcAda7vlNMoLz90JqV+ZfM7/UZ8j+BkQbHGyKN98+wLgPQ
iyAaDyjHh8+j6Xbf8KWe39JBLh9Ipn/dHCwXATOqDvS8BImfvC4QbpBAENFDiaPSwbbJVxqqTh1q
BUT1t4+PTgS1HXUC+mx88t/flUZMOzARCw4BsquC3Ingc4EJ7vc/X+XXGyKDxv0n6xElOAfG+6uk
ASwTLWfrEPVmdijraroQ2vM2Ocklz//Lpdgk2PJ8WpyTjRXPhwXjCYIFHUP12yAtGRLjWbCVNqaY
f77UqZKDdgax3LrfMWzzgH3e3xXoRZ+YTkZKWwD42w+Ic7eBLMSXJoGIvhvq7rFaIC9EDCs+2D1+
/bhoAviaSR5aG4NT51sI9F4Wicg6NHZWPARLNINfmeKDluo3V2FrEjgI0LcBlp2sQ8aepjtZsTyU
IEHHapHRpRDNR5Kf312FDX3VxfzTH55cxZk8qBNFwlXIB9yKPO92JkqCv66KOP6ovh0KQSpU8+Tz
hV/K65pMyRNLI/i+IwpeVKZotD9YFb+udRSsfLREn7EmfrHcg9RbtIxlzUPSBtm2mZ1860y2RI+S
V3/9fjg4AC7IMcXgDlec9wtQjfUgsfx119lvvG2ctNqbvTn/9Q7rwLdFY8MGgUz09Iti/K5wmGjc
g7OOJuOZfHEYv3/pZMLWihyKpCM8q9eVJk/ej2WW0O2Cjqw/clOJr1LfooQ8jz9/sb++GxAXE6Hd
6lyAwOzk0DVyJuNxULkHWKvdTWxX/qUd1D2dSDGov39s2F6swj3LZunZJy+nwhSBiYx0DuZKA8Vn
M5nIubHt4a8XtoP9C8uA3ou9wD/dW4eIwPBidA6inOdwwS9zgz3aRzaGv1YQFHZwTEByJOM67+Sc
sGMSWy1LcTez7160joGrMq7DGwZ61bE2p4/cAn/dFNC4czSZ3lpO0rm9X9p20zgIVUznYHBKotLx
lyNT/OiDd/TrXeE4ReotEDKmBuJUbs62xvkXZJA6m6pOz8Y6Qh8EAycyN9Dt52EH9bTLP+ic1p/+
M5hDd0zjhPJ7rf3hUK6L9Kf6shT94DOBdw9iwmPmniSRHiC/72V5dDL4JoRyN2TPI3VG0+YDqju3
5VIP7Qf3vr6x059BgYYcmykOcsSTN9oXng9lR7mH0mvac/ha1o1r1NF+JgfozrGG6Ub/H/bOYzlu
Zk3T93L26IA3i94AhUIZFo1oZDYISpTgXcIlcPXz4J+JmZ+UQgz2eiJOn82JVhKoRObn3uc1uo/f
WxQiUJ3wkXvE8G+Dwq5w6asWpRXlyBADi3l0/NvmMfz7Z/6PHvr1s7nQHvku/nHu/M0cbq17Je8y
8NuZmBncFI7Vyj0jxJvEp3bjaxdXE5CMmRmbuwzXqTViyKH4sQhX0Y62MzFDY9ctTjhWak1i16hN
t+zawZHmcank8DQMmZTBCvsrCS1jE814yVzrgXByBBuTtdrTUaMA+x476PffDEUglxf/oZ5KJvx6
6xRD31n5ZA4IAqHIoS04JxURtXQW9Ujq7QYjuvp3gtHfvxHWBNxJJL8JVk399ZpLhg9Gi5Iz8qp8
/UQsrwS1unjPWuVOL64YjXfyhj+s51IpwdZxkzyrv63XrHmKrUsfjeT8uxF52H5qYiVcoOCcXGYo
7/++WX6/E7gIeEIebgOTOtvf86/PMZNmVZSl2Uf4nlVHJsYX/K9Au3Bsv1eQ+/3RkBlz/xDaO5DX
3mJyCemRiSol27ITw6+yTjA+GurkGksedZcltvnh+IDiJlEVF51mm9QzXj/a6Ew0gWNVRFmj2ic0
L3Zkg1N+rzbz+1ntQZ+Ht8TtrdLUeHPTldTy1ywDv2gNsvwsEdUEhZvk7xybv61i6/gAahqhCFc3
2//1w+CCKAudwe1I7ZvkTMhCxURo9vGDu4FVCHkpM0Bs3RAVr1dBkbM1f/spootaHhDJpQcP5My5
Lic7+vtSf3og2hWcAySvNvqH10th6SJsLdWnSMaW/liAxjsqXdXsPr6KbRL3gnDZYvm3e6BnTBaV
5xTh1dKilZzMJ9lVYnjnNvnTw5APUdzUyBQ4m14/DBMto9NiVRYxBmSGElsnZuDi+oPFepIEY3Mg
oFK1QQK0N3tgaopR1lM5RXbSUKuNYd65A1MOH39lDkmCyTq6ab49EdBY4sdmeiND801yz7h+4g/z
kn//+CpsY4uwjR+HE+j1G1vMhWlJ5scpBuN476+i12+STJb7Dy+z3fDWFuEAAte3H+5fx1u8KkR1
MpuipUtkc6rrypZXSeZU7ccXonDGGUBGSoXpbSe1GeJVYzJxjFbDTS4KAzz7XDrynWh3i9Bf3exU
8Wm7UZ1jxJST4O33qSIUcqsGYy8i7nwPW1vLQ7iXbX2RSaPflok6OZe5n1R4oYXVJh//aLdsnzoT
chALf9bXr7OeUCPNyMijEb+ua91Cndj08r1q6j/l7LePyegZ7HY24nbvvl4GDbWU9sJjNiWukDrm
T09FrWjjfk1Fepfqkuam5aZfGugRoRCxF1pF5r3zrrd3+eaPoHYPhID6GbSvtzX3CYiiWdnZHFnx
CgGr75s9g3PxUZcIkRhuwCnNQfQyfzSBplNMSYqYlPoNl+SbD4PnjvkyvSmq6ym5KhBZ7VRrUi4D
0qX/wVJwTUhv+VGZBXmTZVgVGNBeqFOUWvSvmHSZ+x8LOtarvkrK92LfP71OqpQwCbed45pvjsh6
KVpaTNoUdZ6bH1Yu4qtaLEAKdIj0+zbr+KF7tXz58Pf/DzGbk5Mvgvvz9U5ymeukQz9NlC0r7S6P
xxmobS8/fjBvSfUGaqO0wkO+XsUpEmlYIpmjoZiZO2rV/pwikn7n59p++bcbks+BK4YIcTs2X6/C
tzBmhRAc/7JbDkQKLu4UTE00vtkyJb6rcSv69fHXx/QOHmb0+PGmePNg0ljAsVvrFKldXDzSsdTB
QXf2l//JKkTZLEBu/RZCM9BugHfAJb2gNT56q9ntkrJ8D9+3vZ63r49m0/9d5c2hklWiNhCGTfgm
Q71tCHOCcda93UefxVABGVnb0UXT4e1WkIwkMYOZjRHd1iZcMef1C23U31nlt6id5hxJAjkkfS2H
QvnrrVByO+iiM6ZIeMmeuV0XPzVIBmC9PlzH+WclauNUpuh3vp14aAscK9RC8ttA/0NSOw5HlbmI
w9/f2vbuX/82hobRqAbK18HIyXhzOJRisXonLkC9yNU2GfEUVK8RxHaolbOx/uLG6m1cTTECjc3o
/u+L/74xDEJQIiuXU5646k1FwsWHT4sxqYicHvV0okBqGJe5fScr/22KBRrQq2XeHOz5otMcxJQ4
cpFS04jEDjDFTyQYK9nsEqDJYVXgwstge+Wn65qioGGwGNy9+Prx593mnziwGE0iOnq9eTI8+Swn
i8eoiFtEcF5p3uHTZT/+fZXfz3uSL2Rn5EUEkzQ/Xq/ittITarGMEfWcubjWG9zAGX1z56/cLvKc
L8rkhsJiePmde/sPPyfdfxvjApLNbU+9XrgXdTW4xjhE05x0N/YATtswCuedHbu9pDc79h/qGE/H
TBLn8etV5jTHO6Xpt0hINlGeosspwYFGzLd+kHtJ/QGKMXhdj31B8cN9s9RQruY8FZz7EKzQKyhD
RYGY2X8xae5Hqx3bUjQJYOzhZwNE+PVTxZ6YRmpuUzSkySUrGLRXpPazIdQEPaa/80X84YeieM+s
AaEOHN23PNWZkUlKN/oYyaJp92XcoofqsEN6+vtG/MPZQr+SSGrLMygTv/nuEHPlSYlxSIS5MySA
PO1DJmjtnTkp5ud0SUgLW2c6KWOdvdMz/cMD4n3iworlhTIT9GYnUmm3caWayQnypg0nsMhfjTwH
6/T3B/zDViQnZHiT10ir7W0qVZYrc3CQ3CI0/kt21BUmqkMd5XW3a9D1fPv7atvrerPx6fUxl8bR
8c+3/XqLWJXwphKJTIRxeBX0YhX41zgd4Pj5n0l5OWWx884T/r4mRfCtD8eZRT/47Sxcrfe54tHQ
jCbBuCjFHhFBXn/Bi2M+mbLQ3gm0fv/diIcZgHBp2zNAtlEH/500pmXriq6jzphaLdWq1WlODbWr
3d9f5B+yHKD1W6sMrvyGBn+zTJYrUqgOWY7nFhG0s2cVOHwA5OBnktihOWffTW9CjkjKt0nRP5zK
batTSd12DjM4b1a3FCXBc52EFb00ihZP76+gMC2f//6Qf3qVNKPxhCOnwZ54uyX+lX8Dc0JyMfEJ
5DRsA3vIZdjjNRZ+fBX8+DiyqMRRzn9z19T90PQCVFHkKkZyBirhHcpZe+ds3F7I643Px0wcBGaP
CiZtk9ePMgsvy4e6EhETAykum431gvW33Me5md/9/Xn+sN9ZigY+8SM/z9tyUjaopeXkI44uq8j6
oC1k9eC4rWocLH1yPuG10j7/fcU/PhyOhBux0KDy/GY3ZL0qG1rCIkpaJ7/3IBzriAvGpd0hgnjX
/e0Pq3F80NfanACozr5ZTUPCu1Zqj9eKaYkQtzmxs/MGR+neeM+09k9LwRqmBkhQbhDwvP7V8K2c
XOBzIsqH0WRaT8sfmQmVxyFOunc+6N8jHobZuKEduqt8V297uGMn4lqRlO4nWijtZkk4iFut0Mds
j+Koy29qqasvsxqX6zvD2H84SigL0gRVifvZN+abF9p1Wt4lJsGW5rTiVlW78WrOd5bylE1FEiCC
snewmtqg6yfsl5Xkw/kvy7u8YJbeAsvtCv7XV44lqS7KFeoVONE0XDDGjrI0f+fi+f2X3BbBE5cy
OF2gtxPnA735tLdH0BspXcIBQU045h6a6u69vujvhxYrUReB/Mp/w5J9/TiYxiBRt6Hkoyax9tjU
uYeuRYHy0U+OygTFENI3RmhwXXm9CrJKoypawp9F1zYh5SZTzHsvADiev3N0/eGBmACmF0LZGLzz
28qBMJRe7xzuTwarim9ZNlrHaS6r8J8H+v944/+QSvzrt/0db/yMp3DWD8/1a8Ax/0//G3DsWP+l
cfhQst+2Lgkue3v+2Q///R8bwDHhIbWaLQJglI+frqarnv73f0ztvxg6URmSpAjIDb15vf0fwrFh
/xfEYwrBfA3kVvyLHyEcb9v5/11sm3UHfwCDmBuNnRbn29aSaeFx3a6GF5muhOIXT+3j0Pfz55jK
4cUZFf0KeLx2x6TIe0VzJltef9UsToWX0H/z7yCg/C25gXCsoi+XWqTPTnHQsr595JkxtgAnEWvw
utc6jBkkWHZ2bA/Tvmzj82LXkBjWpfzRC9SEzagad6O7zpGLo9STl67Jveq5PaqzejboeVupi64t
S+6wt9cPs25Md6DFqtofLUtou3QwAezXq5xusXC3v8cxZ2deMp8cJDK+al3cmkZoCb6mY1VYpeK7
Dd7hIEEm7okf3WdJTWz1lWFG0DV1CvRW/MzhuMlqzk8eTCpFgn5EzY/sfdpQc2lvZvfTEBtnabrZ
L6KXcjgOSaWJaJkT0ex6fazuzKFBvgj/7Kqd4+SiYa3r18ME6QfiR3tjYEIHJGhsux/evLb3RUNd
ajdqXfqjQej9pcuTOnTQ6ezcXvOSwBwSuPGJZY5JKKm1aLuWA/1Rmaf+i1nOkASLct3oUJxCuEPi
8LGRjvIimKFPPuFrDRcPkTgiYGcuQmep3IvbyPqIbWweThyohwRu0w4b6yFoxaIciqbIbxe3aJh7
xLWgAiH/C62qEtZjyhBCnAvDNxN9RK/t6Bd9MHDfVTV50TA1eCidTNnPK85hRVwUCPnA+RU9MKuu
mYzcn2f5dbCgiADVnKoXWcjyyxon2nlRR/MyTcm0X3KjezJH4GyGNSWP6K4QeWVrQmDDqKsvtRzl
LVXxwi8QFr4QqVo3sSkwUliTCTxH0mKRljbJrlSoT/q5Kk44QujX7ch4ylLGcueO+rDPWqwxBtfb
wcC79lQsMUz8FWqgNQd0Hf2RGK+7G1rduKm1Tu6qhPu4bJMXzgvlVDpNEXSrluxxJxvOtVKZe0AW
yjGvS+2J1LL3rcYYoibTJhSIavWtMAfnrneW5VeVGSAazGLJ7lvQZmvQZxi7Fpk57Fptma5WKNXj
qcZBEIPVYfVVwHuOnwEXggBiDWtoGHG1r+qkPUI8OQI1+IEyNIbj2jY7PozvHYeIb1dLHhgGwBFz
Qo6tKcutZSvuT8MdLikMyEHzmtCa5L6zmFKwekouyYTEZuWVxR0qYcSXxc4GDnLusB7UEltEaRqf
hkT71PYmkLFqZezfPI64w2PpOV7lXl/t6woPQbSXXqFDp8Qq7fOsa6jx9R+izPWdoSY/Fe2+axW4
RuglwVz5SE7vZJk9NcPyIGxxijPjAcrcPTCdT3raHfIRVKNR4VI/R/aYXQyobNjkwLjNmQmoBj6m
ogZGmoiHuhbPSj4/CQeWGzgAhlgBvheJxljS4+JZm8XA99QwH9JC/7aky3CxYaDcAJeOg8wajNte
z18WTFNonUp53Q7KVbHYp0lpfa3XDuac0vD8yWhT7pemcmopHELuTjaxpwjssn9QPfh3vAIjrtmE
I/wps3WvhqyEVJ2LB3MprxrP9A1VhumMqHC1DmoHVijTfF5qmgUiHYwQQsiP0rbzQIEGcaEhkR7L
pioOYCUezCK2TkICvAAk0f0wUgVZNsrxvdSsXVEsIIQwWchT96fiGcrBFtYpn+eH2crMkOFvGE7W
BGesTD7rEnpfP3kBiBYYDelpqlbfzD/PzTBEtjaGDRCMoOD8BMkG6eSbNdWwcI0kSIr8Z613n+AS
tcHgcdoP9vUylwI5XwIGt3pkgOwhda/TDFs9XIg4+OqXGJYDbE4YK0C9LjQPfHPQQOSO8yengpBm
V4iQx0DrTDdwrexUAtplUvnb2qg3UqoXImSQHtMV8C7lMtnzFC5Ze8ePu5PCPWCb1e5V6aRIo/pP
IBF3uepAu2moGtlp2ICD83G0ArGYXTphhVajBVyg1EA8mcIHX691Tqo5b+70FbKy0kDu0ylBOnb2
JcnsL3oLZMPjt8oEoCxEb5lX30E5uimEdqeNzMyqbn4S9sA0uuJd5UqfBqjBITS0YFcTmVHBym5y
Q7nho75nUBSVGf9aYtugWr2jVsCChpwAY1ZiB7nqSNQn62ZyQfBlbXszT9NVq4xf27m+jl0rIA16
HowsAIKCnVXqOdGiZufV7RW/Q85Ctn3RFgccsLA/JeN4pkp3Xa9MWuXKk2XUV9qs+HlqrrgITncF
l4WtYU2kOkvYp4OKBNU4zgkAhGHFPLAFiOKUIGuGsJbyMFiPcFSgBSkOOAk50sUVnUSL7cWHQRO4
K1kX2dp5ZLY/+b7SHXMVRrAa0jnHw1gHVpIXYcoBf6UlZRfki6qh6pAPaTubu0LtF/iEulrf1s0g
H1bXVk61bX4qkeOD4zZV2IistubGsvOqMmHTz+wepfLY3yrXoMNmTQb3kG92MH1jx4Ek0Dhlar1Q
Akg1vx+XcDCeW6QDu8VEWGJ58GU8D2hAl8XFOXOVi5MsChungAuQ5fV+KrrkXsk4Y8jq5fo8OeOn
uKmetMG+WY3KeJJOKd2rJXYfXfpTEIugujg+o9bMfvGmSitkrHpPH87zq1xeXONq6J5cbGv8yeRn
6pXstlK3b5qJ/Ga5NrGZnmvtyVGcRxMq0Dox+OeZ+Ve9opAWxxg6WUwe+46sq5uhhNg4G/03xxa3
q4xTv0b3vgj7lKzcSKt2cLThye1iCJNJ/jyKlVNLd/cD08qdlta+4+COmM115wtr4uBszZcJ80Hg
b6j0LdA4fVt+dypsaQcFLmaVdwEulcdVwc5rzDvCrQQQWaIfW8U+1F122xftfZqnj2WfnWPFDBYn
xdkAAp1jlde1uB/V/lDKfCcxvEwg6JRp/bB0AJY12nvsFA/jZ+hBVtpxj3WnnFILDDeL8Lb96sFK
m+LmqAt1D8gv5d2omMXJXZE1UKyHX3ncXryhOwmzijzhfZV59qlVFB7LDbXcsqChDZ+MpmxhwnZm
kLbZN4AAvd+YCOdsxTklznLW4O321YZSHNj5i1LFUaOqhy6N7UCsWtCq6W6VcpdU2Q7mnhVIp77q
ZYxJrhKvQctG9c35mMm0C7u8u8rdEVYWJ5jdeZBNQUT4nSJugTZ8F+rAr2XWGTUcMe4YAQVXsEjA
6vI+EYxn6jMVgFa19+7YngtFDbLR1p8Q4MJIHrNP+TRMu4zc96BC52HHAzSAd+rr83SYVD3HJLcz
9ybyFR8nrCHAGyCJaA08SguEoV2K/TiCOrbGUKOPHwGtB3Sra8Cl3ASv2l7TD1mltYFO7B1WS/qF
vj9OrOVJKes7MyUkmzlR/HFwvnmiyn0h0529AI5MWgZSFcKL3WRnOBQbhOGMpn2nfYXVQslJyahU
6HWdGtA5f+rHErOf9YKUbt41TkdGHdu8+y7+KVtrp1TLXcO4HgQaR4lKBYD2ovOCJWciJRPOJihy
X6o+y04zLnj4yXqQ9pf+qSJ0OySJe4wzIEyTEHu1dU0/bZpgXNNfmpeDvq7FU7Gx1h39iTLJIcEK
GYYOJ4cOCG7blDbg/i4F8p57zo3EIBTjy+IIHbLzaY5e4DG4e6NqvzHjovqqjieBKqitN4xL+nkJ
maKpzDFI8D1kJ4u7dcie8gEXDg7qJGsCy+6CbADgljifMUroONom/G6ZWdmVjXroZfGIujMLjFaG
UG8xxF2GJ7tcLibt485eD6UzfbbBx1eVdauP3iHr5OOMK4CZK1EzWC+LfU6SPkdjtgBGn9fzOslz
Zqg/u96ddpuBAbHZWY+Hr0ZPmOOt1Rm00BwwiFfsYJIdjN7qn9sxDh3crsKp0+mA4jJcdyAE53x9
5m99xq/zi9mr112WQgeCGeLrhgLrrJ6+u1V5Zyzpleih1CocmbvctlpYJVYCT1QYvBtHz07Kqu1i
NzkOpnaVqapf513UV/KqRggTmF3yUNtLGrVWJv1iLvxUiM6fzeUCmwgglaeFicHFXmQjiCIO18Tc
9cYnOpkn4WBPYGfrHiJMaoZ2wbGjCpuDPn8wIPoFzLDvVsv4xZQIZKAJQWMa2vryoKj2EnbOEBlN
9iQMLBEK/EczjtxxKDB26/AcU4b9vPXax7xJH3BKxFO3Ly1j2NFibQ6zx3ftF+lIwli5Xzyn6o9a
OkKmc4d53wB+OILms+86wu5QSEeAwgQtflSXuD6qqVPt9SxLIrxGjJ/tYOlgptOFdsrsrIe6SQ5O
irnDQC7h51JqvibV+CZHOtsRxVBxBtKrKqfU9OIfVmkbX5hKglREmAEvpm3j7JaMCuxpLTuyWCb7
kqCsIV8Em4rvwcY9aT9PJZmlJzXjZ0GmwZmRbU5ieSF+zfa45RPpDIPSSrVjYypdOLetJvdWJ5Qb
CdjzpZljPFqbTDkouMuFxZTPx3lYx0O3wmNzRhuEl6yL3pexLD9R7DD2MUPrmd90tf0FsO4EScuG
s1tpMzZiqeruGQZy9gsmyS8WZ/1Vo+a1BUxYjx9t0U0/dKRlJ3co2i9MbdlgbSE1+mq5yBOYiqkI
UsdpAmfW6oOe1fF9PjS4tXuKcRjVJH3R5TosAPRFofiGMlfuIYObzYHmdW7ArKv8NRSpcgPtRYfl
FZ+kXOYQT/AKYIe1coF6IPvdaSEo7weV+Gw05S2RxegFoknN60RZM3IY2VsnWWDLktrEyUNhG0Gn
QaMf8MB8mjtFe24MfgeEtT/X2nPuYZcPod4XTMF2MrkeDONYpsWTm6ktVJpMjWBrwHvq3EYPjSZt
Loo3y0h0o0uyhR0P4K6tzqB4h5lxbvZvYyv3AxwnL4g7zBs08swFLJlnneJ21IHHOYZ4zDw3/Tmv
0/QttyVYVKua9qJaiJ7NTrmsY6Vc1BjQqIjn4bT5vIERXTPfI9+P5JSmzyWHe0cithC6rVPpHCaM
bm/BvuZHrbH6szcmcr/MKeg2OpH+pLUSznscw+u1ms9dUs3Pdj987iWfQDOfE9KqqBbGRkpO7Oy7
auQcsS3a04LEaYQNZmKUEiyFwMFBTowjSXPMf5hpk5/NxpznjY7Mt88sNeYdDnAfI49vbXVcA2oQ
7Wnqp+7SmXaxo9l+w58tH3K7tiOhDd0esIcIetu67gzSuqZXsTLQ5fVQjzZfuDI7hz6ZhnNjz81+
Bdz5XTGVcsewAzOPkyYjLpvyrpuS+GvOgNDRTgj2+T/9U4+hwKUDFU3qnIOZ9jhJDpi9ezlG712u
BoudLpCse4c0zLGuZTFXi2/EZrWngwfIBUB90GDu4jcgV35WmZV/JZtwX8YEEuQSz/FV05qd3yUp
qKBFTx7i2YHxW1jOjTnMbpi6gEtbY+hDcyqWYKUxoHBIaIx0kV2e4rrKboA+coBLq98LIfPPpjfU
t4WuVjdOgnwrwx4eJIUz3xX9PF2lzrp+KzQuPTsdrbtUc5dIL7TlbE7eeOM1y/qNq8IkSHZre1c0
5hjOONQD87PK7NJO9KB8e23ql7FviSYJX69aiFq3ltfistEb+mOnEdWl+rD5nYvlQXV6LhySPvh0
HrL+YFoBi9HF1fdrFvdBo/bTmcSFSTWntW88O22B6CnrrrLMNMA8Un9o67Q8pHGT7zvV6kOorfkB
p+lxN+Xd2ASDqrXPCt/1jltVDXvU+LvE4Z8GOxYH5RTHgeuo1ecFv+QzrAQj1CwlPjv6AHa3urc7
J4u8GPa+4xJf6BkFHTFW5v3q9FOgWym1UsRXJMlNwhLJOnxhnmj0PYQ9Z9HUw9YBM09aDEZMsXKX
FNIlFqNquWgPsaJ6HYG01A7a7I63Cprop0QK6wqWLOJX2nTaYW16dzcxRmIHNQQwJkUsSijI9OTX
Gopyt5+S5KtRZRWxv1YpV6tWYDJT13i/RRnf7z0+QlWozmC+hrmq9QODeYxgFJjSY+Qs6uGhEk3x
iFIVU5XF88qbzlpqLHqyLS0EqOTPsqMyoLXdHbgMl8oC/ztI8sUNbS8VZ2e2LLC6sv1WUgF80kFc
6/Br11yxfASw/YF7EjumsrhYHt4WAH/wosvqudxhcG/fmFY/wqgHyeoqzRwMujD7Q9XZSlg62t4e
YzJCr3HFsQQGdDE7OVMlIGax9Iw20ZSWk3KYbOVYpcYW/qvxrYYJ076Y1prZNjdntw/qw2SIn4UN
lbcZ2uxHqivMO4MJaPAYoi5afBdCMULo5zWVM4XqxMouC0csA4ZT62bKyc7sQQ04JYGeuoq3oZCo
67b7rszkk+PhILWLE45vaiWCz2HWMKYyR3JRBn1Bdy42BmlumTTPfZ6W32ONMmiYQx47TF5CM3bJ
hpgccfayQ1qU3gMUrnU/SKfPbmtVgpYynYR5UOF0nI3TMpLxlTjOHU14G4SuSd+SDGTJGJI7G/zi
co5mZbFu01x34Xbzz0NiGMermsmi/ewQcCIS9kC+UgbPD2JKvCe7Kxx8oQxtv1JnB1c6dpLTpW2n
02rVFcGwmXYdiXgT6yHCCP2Mu4g4SKzwgnKp5wjrC/NbPBT6V1OZxqistPpkrrmlBy0eEFQo7aV6
SbSxP8pai2+An5pPCoHNjdWjCPQz/n0m9TL32Dc5N4LWtsYjIrQMhE63Zg9tqdnRnNItx4Qjt4Ny
219lDsseolmk1Zp5BGXL3bC0lgC1j3UXDSIVphmgxBuxtsolq235gzl+nXrX2tzjxtq4O5xN9Oux
refbZKn0XT07PRT/qmiCtiyFHmyUFg+Mc5E+dAzGMJFZjo8AspTjgsa7913KsF/cfHxJpgWW49gw
VBIsedjOO/tKUfRAy5GOTPVtnCTtQcFJK/TgmR8XjXmXjWwtmaoh8FYKSvexel3YrXM2JZaQVGew
Re2Epp/jsYfDpdD69dkTTaB2Eku1nMoRx91LMraUshvNuBiWFA9927WPTaJSckqVeT2tA2W8wFEy
JdQKqmBIQh3cKkZzvZmdGNc4Joz0fT2jTRT6TBhgEpfVjAtC5y7S3URR+ZFkMD5P9tScSUzFXocR
cT9jY3nCXhIrhwn1+B1lt+ZktAZi98KUZ+H1JEKDueWBKURNra/YFQY1zbTtnPukiRGlYcI5PrSN
YX/OE7ePsJ9qHgUG5WlkUCl+jtdUUeD5WnhPWGnlrMFcg7kVSx2mAOiBRNLA8k0z87YgxO38SfSF
FTLHqkcGBXL5BJnWviEj0erLojP4tIuZ8iwYFo7lvppF092YmWhuXLUdHYCHNYBhziHxtW+s/EfX
uVg72XWanrO2H570HHstgPSUkhEj/1jztv5V6X27J1wZH3FI4lMoPfMrCHqQVE7RgBRP7eYgjco5
QiulcKvlhXKp9aS86ctxvI5NHBN6CyeIMjPTmwaS6FU3QgJHKoD3aam2NxSl2FCDpz9nbq7XUTks
BIJoDIawwLb5kSpaj4dglvRhUhdG4C7NNpLmVftEGbEw5jA6F8RFj2yLl762CR4oRgGZ9oZPyuAN
D2uP3YwvoVjcVZww6U5bDXZAWaX1nevRpVApdOITR3w9NWIK6RnULzQdumiu0ajSYtEWnB0UPpm+
Gz3VN8VcXZU1RX7oNndipFimMav9MKStGmKvoZ9oKvaLz+hoGTo9P3kKhXjPGScitGXdLjMXbBwY
cUu+W7Orl6GeNd1OgxY62hSZQMCKH/yuBhlcO/x0cDjYDYOi3tqeXK8HmDt71G76zoH7ealnlVzL
dPqBqkppEc91DQHXLG7xm1Fuc3V98DLvQeSx/FRh+B5aij1Inz/VSkjD2m6PAGx9LLf5PHKQeR7B
/jOYF8Sz6QpA0q5yXFf6qUqvxTutcdtPwhXUGoQjdqWb1N+qzO2/cbbMV6a9rBcV669zShp0ldXm
+pjo3FuDY7ffCmDmXGvIieBcT9/LvNEe6rh/qbyEom6TxvuWCsyVbtJy89XOwLWcX2INRvzozpoZ
VzdTLo1nCA0HhFHypAv+1rJokCInU98dKWDLW7t2TQDQPQXDgLIf6MIUMepVTEK22rK8zeHw+rlZ
tedKddqZXkI9cM8r7Q8crCe4g4xU5mS0EZkYEZi+nhfNbXaqkdRUC42XAjWj60/Ai2mmFAb+4oJB
yYPBFbS31wzSad2UzZOC6P6n7VB31BsaezIulz3Z8HwR6zqF+QLReaj6+iSFfi4d7O2d3v5smAJA
tDEZ+6XQ4tts7oCUdkiro86AcxnA1KmuR8YvfCagr0tswn4ktvpcuGn65DWUyXDzptMBcMuqqPqR
ltlXbeE5Fz64zwj++k0Qv5h4rWFm4tv82JTKF8pHK2Ga2xooZzv3KcHpbYentxNg9B4403g01Ab3
qbm+zDgw0S5QPk29MM5TQfmObHn203hL90fA/X27fK5z2i9YgiXwtXlshx7rDmsiXjVTaI6Y7Xup
J8cW1blPP38lcV2DJoUe7VSPmGQ84gDuHnNEfUdiC7y35TcFGj5/ezkod0nu3pR5ez3ndUiJ98po
1G9xXZ/dTvWlXh7xEPiUy/oun8UFy8CKV2GUB9eL75JROE+QzkCP11OMuw70eUXYx5xY1fbVWaqf
vYpq6KiYVIeGT7ONYmCyFHUvFPlAQkIVoGwieybqRjRR/VipTp/WfDGgZ9timnH2dMzvmcQQjJjr
f7F3Hstxa9mafpWKO8e58Cai+w7g0ieTRqTECUKURHjv8fT9JatuFZVFKrs7omc9qaijc5QANjbW
XuY3luEIU1yuWlVD7blMUPj2aZ3N20lQIJyPbfU0EvpWC8BQrNVN5cmK084JoyVwGNmdO1PVeHdG
7+VO2msMTYFZ0/tuUyW02zlBadS00F5PgmQ/6SMi+NOYb7oSEBxg1PyZmTh1d9Y2fq1ozIzA8Nqc
xUeR+nOFm2a1tqjtehs3hNekmngIsQRsWy6kjvgkEiXbKLtNOeqOlK30hhtrLlaSHizHgVi4wi5p
y4E1PCV9iRkEk3t3STs6/1Tv8Nqi4FGsdRLc0WLQ2KkqhUUq0qWxZYwS0cM2Rx/rAA4pYWir2xAF
3XENJTq0kbpKWaSSWRxuaKvETBbkDi2rB9dHaHakcMT+phK75gtw6cXB6S3dzUo776koVQQZaaIW
lNOZLURj/9Vi3PgzLSPaafA2u2c878o7FCEmRkwSDphLPu/oHBeiq2mltsmXLNb4LNBuFQVBwvxA
a/cc1eOXTGibPcy9/rsu9Dh0UqxS02tS1/6sq27aTokePcVl0e7QDSyZD8+xtrGYTa8KUUUwugXJ
ETpDXClkXmIYEyj6MschCYK3vcTQYRyRZIMmzDxK97Tqhi/oImF0YCWoOwJ1tYr9PElC6YXdJAfb
OlSEGgMPtcl9xv5oGCfMbu8zc0i25mKoB8PEsoVCWdgIM96jqjHhj6bGNS2HYkE6Kg52kS4LOs3K
MN8GYlxlzmAJ5gFzJpORyizHHrxF8xG7AioiZpglXwy2Po/ZoqdICRCIh7oubqVJkjR7PPvkyYsl
HcgT1Q19biFCzLgEKG+VInlZBDYTf6Zs1D2avSWoZBXMQWbJIDY709iKlfGQZSb9LC0Kk2ND7bqL
tRojNUFibEUFjC+kygEriis9SI1XuUnj04IoOiPhplJulJ4P0BkUNPJbQ8/O6qMwpsKuvkkqIiAz
usFH6UFw9TSWHU5sno85JGgBHi8e1eF2CAoGz1FYC55pjPNDofXlFz0IwjU+wKVtWmbnL7oWHLEP
q9bBmT9aPitF/KTVGFiUWE/aliYO9xhYlWuc8KSvKqYTJ4zXOpfca3husdCD2ZcI+6po8RdKxVJ3
KnwWTksXxfdz21e3Az4PckyTz6M7WNGgwpcIEwjoSlAo4oThGNLPKSnSkqS7okj1U62mhmvglmE4
IQDtHyO+oZtkLgfm5arEUIIgJtSi8CrxEh1RS6JHuMuzTzxQNmGDW1sa5kqE88ASMU6V9ANGFxGQ
BWvYVn1OyVI10kslBIbLBFjbi8wYtvg6Fsc5r80No8XQD43iJQqq+ywQy9yuqBPpxnKNOtUSOnwl
C9ArGvEL40O1MXOvkazXNl2Wh0TGzrU3419KVbc7wcgyjzJ9Ppi4fmJwEJoPjNrFu8js+9uZKdAh
zlLapcHSMQthkmZHYmrdK4JRq3ZvJNb3bMkpm1Atocrrcv12kgsaU8vSNI4sJxSUhjkX62jEYUJD
g+cX+x+ESNWpj21YhOt+USL6UYLlU4eurSRe1r2GNJ5tlrrhDwL2popVMIzLkMjDwYLxkdbhGItH
Qx4dC6sLXBrr+i3+Ksw8KeiWlZHHqL/jg4C7Q63Bj4XGR4cwk0JtQ6dLOuWFWZ76JOqPeEyUh2SM
lJGPEVAAgqHSJs5yJhIj+Ns4q9vXXIyjp17Q5thmBRNGI6NgemWWf8H+RHqiZUd/rS7VPXZEFIhL
VXvlCJwoC3PEx+vB2McYjt/gNjP4VYOlh9lp/Y+gViu3iXHUWOS02GOBEWwyTHC2s9wQZi2ju+u1
pTgqcxK7NcItjpgX0mCnLeenIuYMNmQyuXGppbO7wa0SqbMbW5lyV1bpfPbWM5yxMutHY/RqsAzY
p3QnPcAuuQfdIFZIO1Vgobyyh1XkZPpg0XezWDLyk2BXLKrh9rOI+0CnGPEuU4dspw/d7KLHmAB9
OJfKIYpaAYZJ2waZvCcakEBqwoTJXcmXQjPnBkxzDNukTr8si9LdzBpGyfgz5N8kqrtVWC7116CN
zCdE7PWfat6cEwoM30G0TY45aRKm2VKG4XT5ZWxz2ihKcWPObb0V88E49uJCVyes1YOsdhNW1H29
m9tSWDHCR6o/G8oTMwKeVVImqXcNYAEbms/Bo5GI0ypNxSpyScMEjue6uukXwmMjKbRftbHob9ra
sL5HYWSsJaXuQluhd4TPcprcKw3vC8t1Qz8w/xjXViflPZu8GfdyKOOjUxI7cDq1YuUnfOreZThw
sPCOpuOCtTPgibN6r3yeuAvprG37gTwT/yHmNKNW9TaqRtqDhMdnpQqFNwhN8JLm2IxzoMfTzxK4
z6mngDddKRPxtMNZvfYKTC8AVP7qctKQaJkfBoy5pkYatlxH2aW047wgQobUTvWyfm6BvcDDCRf6
pKocIeXUORZls4dtW3WYCvqDbpNDk9DiCASARmp3RGAmOQ7gxTzYmLWn1M2mzvBOskPyH2brqgpG
Mg1V5vyCKY0OH4xwTfpJPvOufgO8wu1R0UGzVBSXTflS4rTEMt6Y68Va0QxvgWkCFJoDI/uazYP6
xdDbMV8HpiDfNnVQbwONYsFTEhFlWqUt87UgxlbkUW8Q1FsmtA7M22ArRRJ0qJKpTyh303roQqZi
JFIP2M8srgiCNvbfYYxPf7/fvxV9firjomv/539cgv4h06BLoCLsDF0DqLp2QUjpcnGKia/xug+i
EF4gIl6bOJGJmB2zQB9oTuOpACy8kupzb5o9To99Ax7x/wxdfnkfl9KgMf7EUymO+gprH8VJo6jz
YqVNVv8fXd7Nm5+8WAPg9bt3/2/48pu2a8rhb7u++N5GcfO3//zn/43/tmmz78XP97jzf/zc35Hn
IKv/QuIBpZU3QR80EP4beQ784S8ycFgOEBMhTqnvkOfqX8iUnRmg/Hs0D3X4Sf9AnqvKXzDozzh2
RP0Q1eHb+q//8ZtpQHvxz++3MNpCv32KyB1awOIReUWkBY1mJPx+J0HUpUk2KyXNF21IsCgV1AOj
S8HTteSl7PrKi9Q4cvO+rl66pLN8AJo4gyM8dtDlqvp+Bnl5XV0sPhB27TgTixxUEHBfUyb9gOUF
jbJ6eVSVSfYaSlm/b7p+LUSN6YLmOMO4lJi+hAJwVQzU3WxhryLNU7zKitRaLXKpumGr3s7tgieL
lH5XjGLeAA3hKhiE+/mQMN7G5cotOzQLDCHJ1ugYpYzsxtYlFHPODuCDhIrjmhE547Ay2pUMiV2g
/b4xE/csmjF1i5Uvw874iOFbs6ECf5Fm5dYs8n3cJD/zJX5hiKzY5z+wAvGRpjdRH5SsWS7fmG62
ZBT1fQ9QXBBBDCvJEq/0aRHtQSjBJM2058uODEGrKn+0DMFbzmNJo+pkjCHTV9kMtmoxBVujE5Y1
/pEv0cyIuY3K+9AYgOC1jKJjACoxbl80Yc/CCW3yYqjNQNo9xysz4v6rRkwe6krCMy+PoxuzW5jB
IYw97wKtm1f6PMiOqHKaKknkhnICRG8yzFVu8ZIa3ED2QP2OfVrPROXpVNXPYsfV2qx4zijDHXU0
TQp+VuH8R4h5PY9zc1/M4Y6csgKJyn+sMROwxzrBGXMQfkhYU7mmJA6YAoEtmNOR0ygysEdSmZfg
YwXh96eg4ybTNtkzM5zKBy0/bSFFxrz7SdTsuQO7XPZT5w2NMGMuxrABB7bmIPJ6ZEyfv05iRF3b
0ERt0uQ1AMybzud77LNny6JRbYUgHCCKn+qF90Eh0PtZ0VbPVWJp61IC/YFGmbRXihx8B/Jzx/m8
dSalPSBsxgy3HPr9FDAlMfSQsauwFJjBt0Yu32VhVr2gWlPfxgvm4aO2kmNk/BdLWZd1/FLh22Fr
U3kf0Tk8VlPx3AbNfaAmWEwlxX3L3SZ1+7UQ85PUkpks4xT5bSPgQSvnL0af/pxpEriqin17rCoc
zUo7gSbPgIAVlWJbEebveQQgpKnurZmtIEc8b1ekP+WSzMOQbjVKNFo5ZeqXcZvYaWqxhHMaH0sx
b11qzOwMrtEee5CR+4S2LAO+VMCEfc5OcqOtu0nAlyos7puZ72y2oldtlm6HzJxsfMXZdnHxqlW6
wLRSoCiV0Q2vEPtaxYI6+0EuoCiegHuy8vGQxNHzoleiK4RFuc4SlnaC9F04EbQcci/gIIEwh3t9
0Tp/CDTdwz3oQMU2upPG+xRjQ/HJ+kLWopP21RRPN7HcFqulbVsX987MqWjtA95gOpOEiuYwbdMc
EUypqyn16NZ0RPwFygqjn/prNxEQ+lkP3UoMmLic0wbQYT8YRJBwCPFrYKorrcKVXTJ6N1djXN6G
WjuhzPVy1qLb6EWuYpnKONEKWYAe3CF5PFesrYIhjLA8spJwiC3xkCWiusZyTGRgi0JqpMlQAdro
5xCPhylPX80pGx7pzuGmhxw12KjAxICOWwMJkcP96IoVkMxpY2TULIrcfEXc7qWRxe+YQWUgsOp4
VejFtK2DPvUlPm5bhadhpyr4QXMGuWdq+BYMxSB7DNJAC5ul6FazVm8Rw+7XqVJUN+ee0Nqcgvor
/MHMM82q2OdD0bxU2KbZQ1xj+Df0h7d9o9GxP39soFOZtdtWs8iOkDbzWpTYZBPxaC2YJLJqHFsr
Eue/6zP+PyC5HeIfhMLytfsf5x//UcIQRC+v+6/f/5Hj8h/XPh/7v/2DV3RxN9/2v5r57hcRg7/6
95P2/F/+7/7Lv/16+5WHufr1P//jx9nX6PxrQAF/56qd9cr+8/3v/+PvHb/n/L2H7/F4QW47/4V/
pBiy/BdKNCJSbn9no/0rxZC0vxAagaKG8p6hAML4J7lN1v+CCISyEKMDbJ3wAvhniiGLf6ExT1ag
mKZkKmdK3H/f2D+y4j+lGBeyKwJiZdRkKlnt75nFEEqmgDAvH+teupn25ilfy8zdbX3XfblmJ8Vz
vCso/nkN40IeSQ0bET+ZEOPB2/4YPdqjL1zRarlI8v/102fS3jtKrWGlsSAs/LSyN+6C/fBU7ktf
fAlf1avc4d9zsH9d4vxU7y4xMsHsFrkV9000pCdcxcFkhow1IJ43XmdA8nBzq5m22SjgDtq2m36O
g/UIVdzP5B6EeVKrq7yfDBtpF8CS2XnygY6Pi1ZUzCRDMYm9ubae60anPVhLjJyrzO8S0/RGVW7d
RU4qrx+lBhBDIq4sMRrdswCspyM+SqnS1hA3GLtKFC1PpoRfn9yZ4Q9crsrX0Up1x6g0FaB4n8Nu
pmSmBM5dawbhMCcFnBlojc1KZ0xbwK6iB33HRGLdWUOFai3u6UnWR3BhUpMsTag3Z4K1F055dhIz
8UdnQryC2tAn93Jca2CmLRMYtaKuhh5h264eu58i1rlewGBqhZlNyARALmHdmcqubZpqJSNuii6d
mR6Dlv5laeQMFlL5ezqNdAs6M3aZkEiHIdIBrSOU7glhPO4w9Kj2KSBHWwhCxQnn1uISDP86vHx/
GClnsqZmopMP9eiMkRBuUtHgzFO0eidHwejIwTjDcwpCJ0+AMJQKfYIswIgcOty3XIqHQyLTeCqk
/Jp1zJuyzr/q6n9tpDP9+N1GSoR+CJqplvaGtCeDRy+0WdZnYMZET1owdrp+O8Yb09qEYO7fxaEP
iuDfuav/uuRF7WsFBYoYQqbscwxeGMCQXHZzmjhNX4W2LtcywIVp8IRIav/Ocv6thnlfs3x2xbNm
w7uHhAJo9NgBSnsecK274mgrKxmayZUHks9x6aNFPBNl3/2+MRthPZ8/+OYsyG7TFuq96YRXti30
W2twk7uo2Kl2bMNGI/0PXQlma7wtBMCQd39e1AsB6X+t6rlx8u4eoBvXcFisZW/WsWeF7cNo5N7S
Wm5UJ5RTsVfk1rEoFeA9SeqmhvFNU88ClM1SbhusSBndxZi9jtJTdO6yQusAXw+zwii/jUK1I6Jc
Wa1zgP1osS7KRqPr9Ewt2mVPZ9WFeQTQyFZdAy/6uN1pP3t5fWVFzj/40YUuThEd6oIeyeGyT4ZV
0zwwMAywFwVM99U4+xb6CtQnWtKUdcZ2zJxYcJDjq78YwolCs8nvq/T05zv5ZPtdmqK0HT3JZRbm
vbqifOxHt1D2evUCTtbDkfLP13gTr/rgaS8lFiQJAyopS+e9YtP6390MvrCfHVgRx/QwbDS/tWMn
3/Ru6TDn8EKbCYc/OUdYBivrtvbvc7vYzN5945jHLQAJu99dO2nfpEE+urWLw8oU+6JHO33eS+ZK
FBk22Ew8clhglEvlq1LaC1jEcQsKxoYEWb/8eUU+yyLOnZD3X8Q0l8WwaMmCZixCbXZNqT1ZXplj
2tweyy9gDpedbiZXhKM+i6SXojxtL+Qd4yQ+wFW4jhzJhp7gWMQZZRv619bys1BzqeI6hFoWmRZX
0VfBqn8sNsxIHbBl6+De+lKsh63pV07gRYfAg/flXFnK85J99AYvQzZtJVHUu2WPZhy9iO8MihLF
a0x/JCeIjiNdfUN7iOCRxgz0RTgRGuB3W5Wv7G7rd8mBf0Y3/SK66QZJMUzKZY+xtNP12SPuJUc6
rL6pJTYiMU5ibAYLhOxzG1puiSpxkao+SjyrOgL8j4qYF/NeNFzrk+571iim3Wn0EzDlLr5ZAARM
a4Y6uuyr+XkxY4fU16Vv60fN4CtD59Xtxuw3QrJvyzsYuLIxQJfdUf87fbkVqsdWvOsTPiHlNtae
krmH1vvIBMgWzVuZOyyl0Utj0Qvk8E6ab5SRFjltnDn+gXM0vYlNsHztzVWWyjspK0/ojG3nLtlF
QgC6sqPVvuoW0zUZGSrRKVS7DepZblwYvhRvwvbQFfp60gYM7e9Id8bpACXDqQJxo5VnvqmKC7l+
rzOp6qz+eRo4ydsRDnmnHZUx+hFJ/aHGBPnPe0X+JOxqF58dmuNZ1y+EXXMV7zTZpozdSet018dO
cZLWnbd8N3+I++mL/tQdxnt5314J+J/FGe3iGI7xA+vziCuHwklmgjZitBbbzSbIPP2xlEOHKn/J
t+eVmuuDqDxP8u2fH/rN++yDD0S7SKMko2NUjcnvfsr6A+RFZxFVzwLyZvfRuGrM4QRydUOP0laH
xwIspyUANDCZipsrtX8I2/pra90t065o2uconW2moN5kPICRwDw58EWp9pOUVg8eOWhl1aKX5TAe
GjYkZJzprIxap5CxYMZCijbDyC/H5EDM3SY1aoOA4CWm70Z6XMK9FGzDpqFf862Z9qJ+E/SA/u+j
kWZXuZ7V2gOsv+9lElbZrtL0yrH/WThWLmIIgM9oQGFD2luARR+me0ggT8IvncPgkAqcOn9+E2/S
gB+8CeUiUkRAPsdq4TLhY/l9vFs24+u0N9b6vfijfBBWrb889vfZrz9fTTm/34+udpHMRH286FLF
1eSVwMs7LIg+/Mj6XRd5C5NtKXHGk3AcNlNCk9ht8H9cD3eDo+ZOLNryo7RJs28KfKbURSRVtFsf
H/sxPJrjqYcBfU3q/s0S9qPbvEiFcoDAgnJu1I7bGcZ/Kfu0xREu/YqBCVM9Ko0f/XCKtWJT6rsM
zbpaOfWbio5s7pdXRk5v2pAf3MSl3x28ramNmRjsESAULVedbuVird1rNJF7jWzsJt5P9c6AVBGH
TnotC/js5Lh4QyKwM3PoOLr6toRbBSEJ1Rhaw2PBcucHKf/WpWs+UNvStyYTWEODhE/jV8ivCG19
dgMXax+Medy0GUcLnCEnn0CE7xVJuPJVvc09P1jUS7ehlLQP3lMtM22oxecpiZZ1A8HW64YisBP0
HsEDBppfShBHm2SSt0akSNtMSi2eFsZeqi6pI2fESnNJY18KdPhLAbY+lWo1Dma36HpWAmKROBj4
SALC0Omk9k4GEErkQk3yRzqM8NH//D19kmdcWksuuaCbXchakSfPw9okV4sWw06nH3/+/c+ig3aR
ik5m1hdqQ5yet+PR8iHdeoIjOA3HkuS9Cj9jP9oW17KmT4LD5ZAXaQpJRadx3kch3mDBs6nqnpjf
UvIHzHnHO1h29tC54C7UZlcmNzSr//yYny2j/HvmG0ejVGUwavZ1sSrAzQDQKoUbxG6v/P5bMP1o
1118VNY4lFlYmPM+9xj2eOa3H+1mdDeSrT/6+dbYJT4TdHvyzHVhnwAmOLL7Q3K6FYiSl/SFZPHn
nx/0LXZ8dCMXH5c+VJ0lBsa8T6WDOv6YS18q1+eR13P+2N4Osa+vYD/IAGTsZiVs4S3GD8kBi7uG
9hcjBURdXvNvQ7hugaFt+yuh7s2i4oPbUs+177tifAibUBjUZN7DqgVP+Jyajx3SD4ixL69pihBw
ODkWyi3HGouCarv0bhytZFr86DMIwaadXK3dgg2b4WeBZNGu1SjnZfnovs4V6rv7qkOYkn3Ce1t8
4oHwvfcHL3flJ51i4cob+WTTn/vG7y8hW/qy5IPOpt+3Xrcf79oDwH5QUbvELdbWQf9an5J14TFE
seVV/qi5ih360unK5c+X+egJL7JP+tZiwSSQDzx7sqJVJ092mTY2qt3xRHNptRQCqZCrMPozTDeq
fmTrJHhEKgb8qroxYZxCS4u/AdlwG91uX8za4Vn6KynqZ/nCpdijpi9RPpka2NlAhBlw6G46rTsy
aEVUZBi+AHWHMag0hhMNfjdsw5XegJmDPbAS46OCokHkm1CKi0dGYZqybdGGRJAHNO0mGw5wicc8
RUPg1BbHqEF9AoWqP6/rZ1/8GXHw/rUWRgE1+nzjjY94lpc4hC5Xs4FB2otLDHMBuDuCHbidnTvh
huH9RndX6SZ2UMLYUpLasARWf76ZNz/wj17yRSo5SK02Z1JBth1Hu0afVob5LUfXx7iNxfU8ik6v
HJvSsnET9yq4aTO0pza2k05m3oiEzNT5YfK89JwuABM1SPAgKYG8UsgO7qLcjoLhiOCuroTLN2O6
j+73Ih6ngnEmiJw/O3IPh0pTojsTustLfQSrWdqi4tLJLo6i8QVscm250nTFguqzWcSl1nknBMjD
9SRd8Ji/VG7/XVrP3xCILY6J9+e3oXyS4Fy6gwQNhBkr5RJMSMNj/Kj49V3ltttiNa8BOG4WP/+e
naQdijOPwkE/lav4y+QMj9Y2sKMjqZ47+uGBSn1T3pvX9usncUC5iMAR1Cth0rmpclrrkMXrbRk4
kuUzqqjww7NLqitvFl7lk+hrqSMgnxK6vW3iFSp5zSEZfGt4FeUTkG5dBe14y+S6zregMBSoixJJ
uo10R4iIQm4v3/68km/utB/sk0vvHCWnNQ4DQtr3juZDnF1JPn0Dr/8Sek+coqtppfqiL23b3bUC
5rN+0nk0+P67NuBahM3AJZMN0IppX+6y1eQPG8VtDzHEDL+zaesgiLOZT5IHNzN/+fPDnl/ER896
EajRU8uW4nxhfavtacS5k4e1zMG4knV/tvHfduu7ow7/47P3Ib/fksuDeHesu+oRCTnJSw6x++dn
+KykeQvz7y7SFdZsLRkXse6F0jao1Y9YQzsWdN6voltuwlN6c+3seGugfLBil9K2VRZHZtKE8l60
ANvQFgAB5NZUmGgcCHYBuTY/VCVETF9m095YzUEoT6Nu16QVj/J4H1oecwcYH8UjaqDy7SQ5ZBxg
lY3aHwXBbVM/zn01+QahLWyhgyI1eFpo5FnrqV1PZ40ZG4qlmPzq0QM32Jfjo6aA8DqFHbOzm/Cu
rD1TQRvpStx8e7KPnvhic5qSKug5/On94KZevrV8cAirzK98aN+rxdVd3Y7u5k23U9163znRoVuJ
O+00r54zr/ry53f81p/46CYuNqo+yEhY5Cy7VrsVCN2vs7CBAjKv+ldsNhXJo+/mTZpd36NRYn37
TmvFvGm+cNQkTi7bwyNsk2OFJBzlVMwXphpOa6Kf9/Dn+/us6yWfw/K7PRgzkDdgL9DwwPozR+ET
9Nojyk2HCWS9J28QKOh2VIU69K8rIf/TF3ORDeRLH+EuzjUnhJb9Ge3K3BtaPzFc7Zz8wwWsBVu/
X8wv6YrratMT7fDKGX+FvSOvx00JK7W9LfUbAWmIY3GtTfxZlvI2HHu3FueRoZGK3BeE401pR6tH
yacN42HO7UR8mJHPTMz+JTHyaF3MI+xqVXud+2XyqpXktJvIvv/zW3kL2R/tmosjP6+yGjkR7qTM
3X4tExCcZSvnLhQ+C9T5pmTua0P6fGyf0qO6TlZUgZDDcr6vm9BT5nW++MlXaRd23nQ/e/p9fpu/
BkddOFXJk9JK3rWT8rPe0Fsf992ahdkEneMcKKPgpTLBPx7oHIC/cuUO9fGtErnZthPuoxU4cOhk
0UFYVteclz4LoG/H0ruLi0qFFsb5xCvt0cuP6bZ0Ntqth1WVd29cK0nOa/7Bu7g0g1+ytEnV825t
2AzDvvdw9VhXXroSmYQFrnVojvFJ/do42SFa6SvTuQr3/iQ1elvzd4+XK5DIgaNL9MIVd3HRafJB
8TvKlv1wk7rFNvK0K2fRZwPgS1dkFZBDUpwzvfjYbdSt5mYP1d7c5rQ3BCd/gHG1Um0O8lO6CR8A
tu4s95otxidn+Vu35d1jyqOIGh3s/b15K7kPk63eIPh1fYd+UrW+Rb73P4/b6NCgVrBX/HQter+M
FaTxlbC5tnSf5ef/5mYji33WnjdI50PM5WRpV7prPsROZYuu5ESUOYL/M7oWPT9pz0gX5UsYQCVt
VC4Hym6lbx/uwCQzLbxT+Z/FlfwbpDhvQgf5Pjd3W+8xdBGVuXLxT/Lit+nlu7VMsPldrIZrp7bq
5Q45uXet9a589lwXXaFubhNTP7+nzkfuWl0tvknjR7Rrr9nkXn6HQosT+q0HomiN/LYNXImT/KTb
zXfZLf2A0Idq6I65NEW7K175MN5S/o8+/4sekarEC94l3Nbgil7hT/v+cbCHrWQz7dvEa/jYnrrq
ETPz2kekJ+zptdwHN0DE95PXrdb0XzZw/1eyj72yN66jTehfC02fBd9LyzksLhDlOR/e0s2yHz19
pTrVTe2gGGPLm9aFGrIxbutTdUiueFV/1gEVL1pAKS4XeXC+YhUCJjVuEmG72CclwDABOBKY+e8S
6SU8WSf1TBXE0pXX8OmjXiRzxhAiGTeZ0n75IXxdHhhsUY43P8kWvqM/oN5UOerd9rxR7seN+lI/
/fkg/vSyF+kb3uBV15yft3Hzu/l1cStCf3TedfDXXBC6bkInKnSbawv8ScwXz3/+/gvLO1ovsJj2
C1OnX4Fy39e3sEfZYLda75J20Pe1u8ZVQZg/XHnIz66p/n5NGXG+JMN7Yz/fWjfkqXnrgxKGr2n3
KHF0tvKMXaedGnezfoivWWV9dtGLMDbCqz/r14Gqmp4l7RHjGVLe+Uru/9m4ULxIoDohSY1mYBk1
yc51Wz6Ed5WfHtR78SuuVdLjn1fuvOs/iA3iRciaJiRbMBcn/5gzg5GUkEIwFb9WHSrClolGKswP
u5qSK5f7bFwjXsQi/JlJ8RKuBysT4Y8jii2P9SG5QagRZNBDs273yzbeQB58bdfyutrKPrMDt/sS
Udn8+ZE/iQDapTEo7M0F0QE2y/iqucGBsl/5mpzwZVlWE9Kqr8q2umuO0a1+9395wYuQY01oTiIh
SIVytH5YwQMyuFxIV+zRsrVf8pN8H/dulDj6zzCoXOlKN+WThOjfTFqiwsDc3WQH3Qz35V13XuP2
S3YzuvlmebW24X2xGthYu9JLF1unXVXfoHN0pdP78ccBJPr3L7LDrbQPMhRMDTFyxuEuqh/7Vrvy
cXzStdHeYDLvYkw9WnV3Nn0CBSRvu03sIZVjnzuwC93X6Pv37+J68RbvfFxVV+L3Wzvv3z+VN7eT
93EN/Z1wHiaeiLXcR8leBSca2DkNPzRjT/lzrdpkls54Iz4FT8a2M52ieow32t04rofCBnGzMFWM
ucn4ML0qj8gtV1vzBTmn8QlpH3kX3eZXtvhni38RmcpkCdGE4FYBoHjpQ3zlLPk4zf03T0Ch71HF
aPlZXfsa4HpoPE/dXfhNDFwzdaR59efP5ZOZlmZdxCSI/TnGHufI9yO+k4/SRvFlzU42MO8Dr3hQ
ZFt/0A7mjWqHX3QXCtS5nxkd63MfojuUvsCgK7nWPz6fzh+99YuAtaCdpdYtO232gM6yvyJHdDIf
BW1bd38pTnsTebFfX/lqPgEP/ZuttTDHrQmZjM/Gjr2Y8mzxIx/FDF93T5WtOGj52JaLHYPLUhzC
K3v7k7GMdrbr+W1vY5wtGDNvtt+eO2iyLYvrOHbSY4Qo+s66G3b4Y+3kb/IDqm8nwVVvmx/tLnpG
4WojUxPrvqb54tdumx+am8kLduo1o8hP1v/ShE9tB70r4o7N0H3NkNHrgP3IwO0SUWREEV0JKPpn
l7kIVz3KB2EiStI+04HIRengLCjgI0nvpcaPQF9sIzEPWK9pINc75H0TkMxmR7eg/NYM952MUD4Q
S4Sb9LRfizGbFQBxl74YeWVHA5y9DD2F7hh3boeJG+0QNKxuBcBMCqL2S/Siin6OWktBXzOYit6t
Z81H42udmP5Z/yz1xgLxblH+njENQ4pPU9ZJ+GgZtg6IF+jhND83yUODzYguPhajtIpS3V76obJR
B0PcaZVkT2l9k0K2Rl3JD/TGFdSBtr8WO3/+bN+qtw++FPMcjN7F5EqPRKkf/xdnZ7YbqdJE6ydC
Yh5umaGo0eXycINstxtI5pnk6c8q6xzJzW/M0b5t7W2KJDMyM2LFt1oc5T9EcIMqk3mHEUbz0Pnw
Ccs/2NCYQQh+2nja2gdbnPjyPoM/GUjZQcO8TwCDMZMFvQEo9Y2OTv+pOMmT2+4zWWdQ8Km9Hh3w
SExmKHgT3v79N9znxk8vvIiybNcoUhniJ/R3rGGKPcFWeNAN6mLjASv1ENBe/x3SaSzzDBaG98TN
YFIrdeFztO/c4Z2xRO+DXO4Ju8zhd8wV+pXfX2olnSqpi+gr5mPcFHBDglgbRhiHacftyEPkg8/k
y3bnoFeE7grn94ethrtFdM3iDO5PCrovRp5eJRp6QjRd6ZzYI5VMjdwz6+RQx6LDqYBWUcGawgQ0
iz9UnXWhE9xq7I0E4rGueRUhDk1k1NDQvrLx61a20WWLVF6ItdhTtLgCy93uhRfFFR6GI0Fu1xTy
V7kMFCR94TwSwNY7lKz+AZJcDoApY34MITeHpAq8rI0Jf5/XP0w2ZRGh66IjaR/is6j0rVGvPZoT
f3/LlU1duS+wb8s2UcuSTGGFEzk1Qs5vkJHmitsgea32KCWllW9ZQt9/6U9vsAixOUEaspvwBi00
0jHg+KB+WUTZAb/oZPG+nf7+/kJrgUhZBCIQ4mQSlphUKEody7faHx+js2Jlb+rzfBte040vskBy
/D9NtqQsQhAU2G2dSxg50WkPTZB5sZGZ6GI2NGzTMgQBuFIMOlBvu+oxc6FwfNrar9cWqbIIPQNK
uzmwvAgMJwEEKoiMkdiJXpVL4YJT+CG8qWBFitv697VvtwhEXJNMRLq/6mgwR1wRrdmc3NjOkKYB
Z9BJzBeQoIzJ2iosrj1vEYTgb0LHkOJ5AuoYmn4FbjfY6lZaqYxKyiLoiCrTSwCBIk2HlDQ9AIuk
E3dCy8dWVv++dH6Y6ct+FxAFYJ0SYQJm2asw/pHOtTeyZjxsqJjWouay1SURy26M7iF6sEt/cptj
7sMgxoTR+WHYDbvOKs3xCPMfK/ZBAx93pN7YHL681H96s0WwkIZ27IiAiIiv8gx/H1aHwH0OnVQC
kdSdwePlwEDXMxdUcgmJnsxqQQF8iWDy1Ft0B6pcDZITdBH0brRkKGZyFE4by35lO162uygjqatw
xKjXEHvbsoHz0h9YDDAXtH3ttDNvDvvByU2Y5G08cO0zL+IMbCUatQYWJChvc5C+ggeeQC+g7Gcn
fEC9U/NQLZIPnZO85FsHgvsU/Wn8FyGHZrRNwU3AO1rhOXXvXxt+KD4aHv5jUFs6RdcpmJEhjydk
HjJ247nzcl94QinVTAN01rqVS83GkHyQXXC5Zh3lupkLXnu5RZBREsBg6/t5ShKAdL6Wzp1ZCILb
biJ+vIs3bnQrG6m8CC1sSkNGq3G7TCfeoIAjZqP7+4RYyxAsYUJkZviOJLhFwUaMvIDnkl4EzmiO
ofCSUwf+JwQAmAEODYbUIQP6EIkXjTvjiK88DuOVdwEdyw79Ee2JvWCQM9c5s2hFf9tPONPAXC0J
bdSQfYJchyvBvaF5+P13rwXEpYZajMKI0nu0hU8TsiiRQ2zeg2LRUS//8Qn3OP/tkJEToaqAd7hn
gz7C3BSFCkxBoG5KcwC2uO2hsblt9/SuLMylyDmrxyxVyxHfAQ2g1vCsHHEHunReYafefI5v4UN3
gByueis31uXKdrVs+aES7CKARr8nCWqfK3RY60FL9LmZQLzPzR+W/bKxB/z3mQNd8d6rjyn1FKNU
VO1ZE0FN/7PxhdbGbBFZSJiIhcggst+9VbHUidUOuZ7JToELZ4UUmxbwDwCC86OP3dkWT3B2gnDG
bTaW5drzFycaGNKIbA1ufYBUz/g3exh8cEmGrZrEyt4gLUILF7EUkHSGDebjdAzfBm8EU/ckP46X
yB9hI+QAGY/mVzIb8vvvA7pyrJYWYSaErQmrwqgsGHqA5eDXh4pb6YFhCOzif8vySYtzDAFVIGYq
DBnuu+/ZLhb133/6ymAtxdsqlRrgnPF3Q1B4u6HVB+YQ17AzNX//+2sJ+KXlesVqlVZNKuANcMU8
FFf1HCHtEWjnwQgDzmecwsqPzDXcaolaCfnifc59iz4tGDAJTTU2gJmO2U7nWqhNQGFh2JnEYA6A
O+ROHJolD+U1lq5Ff/79PVemtHgf32+P5fgZVkj3cUTZ/hELZl9vXpxXqkPSUkfNqBKfTyGGMDrQ
GzmVNwF1PTgFzG/pcev+uyILADLt3xfIGliLQBwMZYwnWmgM3ynPk5f6fAUyGfKucICNd/UR+6ca
wddvY/atxNIv6tq3UQPFY+5ZFqPWeShYlI/wrXX7d2Xrz699lEUkoCGY7uyI842iITfFSgY6DsT3
Xtn49WuXz6XeuAVdepJTeq9E0kYH8HkYQdvWoTYBEPYSwuDE7jmz7zZiwIqASPo6i3wbLqD0a/hW
YetRmD33Lu1HdK4TPfLic5ijnQ7pwwASzI2nrSRElqJi2hXKAAchlHZx/UMv4cbBaeWbLGW/Kju1
DceEiM5yq3f0xgDoJN0kCX6kG2pYYWUHXcp8y3xotDFVsL34FTRwErp0Er+7FidlB5WxL50LszoC
9i2XemWw0OvLdmLGEIlAk3tTd60Fvqm3pUFZqYJKXwKSbx8N5Rl11Mg93Q4tSGGzPu+kyOiF12rX
B6hlGNSKbTiJHWR3dAH9M3H+M0UIs6SN2uBKiF+Kg5NQgmvSiBtkQ2H7ZaA1eRzgOYE18XvoW1nE
S10w3CjbpGZKpGB0IWAOAKjozCm8/P7HV0gDAIn+G5f6cuiwgeCvz9lrEsTdbgod5XWobyFvwiEs
g66jj/WtetRasmXZUUsZGebYzIQrEToVZks9EwLDKc6bY4DTzATHy1Q1WXSBGNkt3ipxrgWSr5n8
bY4wncym7b3cWI/vb0Jjj7w9yHbtETh2gSzg9s1T+Irr/e9j+rUQfjhift34vz1O5jsJRuR4HFG9
WfMk/i9fGElhialVAgYH5H6Gu9gIlD6sFfRa9PnZZVOvinUkPxsYoULFlJtpEyQQf0spyOGcX44x
ePd6SBQj5c0aXXh9jZnNBGgwIt2LKLzlSDGjH7eunn9/jZXGM6Bl/50aHaOEQqngW5Fghgxr0vTy
otjAEJnNbrQnvbqiKIoEnXya/kYv01tybAHeubVbSYiVY99Soz5Fk0IiYKGCyWZv/a0/RL5wQKnS
lKwyID4Sxx8ytLbFhTWz/3i45RfHG7nVNFm5p4PuWl9pV/qKnZ6rXYISZWcwL+yuO3dOaG2M8H2R
/TBRvmLat4nCw5RWrQbsAZx9G2xcSfbdtXbIJdlL71MQemUQu6UHHT1qP05kkMP/h1R3JUOwlHpr
7SjMYoIDCWSlLgczid6bC9D99Lk0Ygo6psnV9L9dSL5m2Lf35EDm17gMh8ZYgP2kNTyE2cuk3fin
38dxZc9bKrWrug+VtsVECUe4C8IoDlSPC5qf6FbhdG2T+Upbf3sB0JdASGskfChTfJw9/pFN9dwJ
T8LT/ZCNRBgUpBTqToivsS58cv9YzmuBG1C/EVRWzt1LZTX8gOsBtqIiLHYIGJtFtC/bYWNHX0u2
LJXTeSgRUZLwenCChYOOV1xZ3sbVTvQEzQRud1Afw/ok17exMGdIgCurvqgUHj1PJVzHZ7BKctiM
eZPi9yHMxUeYcAxA1/sD0ja4FErBIOmJ6E3OCH9uxuVRQ1TyXdXYQGdr9bAxy1Y2yq/K37ePVMpF
gmscjovzsYsehe5yR+wntgA+Ctn4Cmt3haUIW66YUeBAug7YW3wV3A65vAm3ez3b43hj/D6d1+4K
X//+/UVauVfavsNdoVfOvSB+cPEjj3K95OYaiPd/RS2FpU9soS7z0ib5newPs9ATzIVgT1keK23r
dPCV5fkhQH3dOr/9kr5QJXDeccJn051E0drGwjrkWveXmh5lcPGZGOaTT+KRB94hIYCQOQ2d7fIg
V44AAUMMDNbcmkV2B9V0WJnon2BdcszFz4pkNlB9hOBvohNosjXVyktWjyFaY556DT5PTsJB6tiZ
Gl4rMyKYLPOfLJoaOJgWitmeKEj/jYkuiH6R7Jt6MntwVEHx59H1oHYBK77+/j1W9qGvs8y3QQBe
VQMxGZVj1mgeZP9z8Asf7rfO7399ZWEv9eJUhP8iFzaIw9IH272E0caiXjmWfp2Fvv1qkASjOo/w
6eb8iHoC7F/hkapHm4iqlf1jKf6eZTjOFiJuzSPxpNDMHwdf8DkLFw8YzWwdAVY2yK9l+O0l+glO
isDz3qszgE/oqV55nJt7xA5tJB21U7ax5FYuY1/Z3G/PkeEWyzWwOQpmAXr57AUOpzrMs37/wmvF
zaUwWyujlsUswgTCLfbIgRoJSh2OUbnbeFAl7VAFsDDjG7e4Qbfsd7fGSa+bqquVsLgUafNq08Vi
GSODC9s8A6c48QbLrSBBQ/W9vqIZoFxbsQVZsfaivPz+ymtpKXZxjirB5UXswKzOvMEOndaBAfo1
2eWWakqOaoOJon7QQPmP84RdpIcoZZEcKrBER386qn66h6RIPDGXTOcMWIOd6MZ1aWWxLvXYMfD8
JFcx6cUMJh6QTBHpujFiK4cY9v7Ib1Nw6tpOUCMEfa7v96nQIiEcQ/8SHhUBNDFpsoRWMcrwcWJl
q55RCQ8FU2LQMglYs1x2QSUKsFr+u/FrVhYee//3b78mBHMVPh24FnbmaLWXfp/vP+GUiBYM1R32
8cZxe21q8v8+JY3rqmx5fLaGSwOWh2fgVFpDDbNj8LobMfeKdtpYhGsX3aU6exRhAQKVwb19SvTR
v+dD96MHjFOiW0TaeMjX4fmH/ZK9B8tvwwa/QE4DIv9e0+Wt1rk/JLLSPWxnTSgOHbTBNjt0UTrR
Q+aQR+XEeLGmU1wptI1fsFJ/EpeCbCiAoNe4vyakJ2iRqY0Eugk0DxtbMVnDq/zvK8Ly8t9XpCoZ
2IZDkiyFO12OrduFlWprc+iA7Pw+3tgVV3JxorYIIM0MYq4yYSQZt9XDr0+GPhIfnTWAQFAzPW7p
ptbeZxE6ZmbONIFHcIZVOeQnFRpsEy85NecttdHPC1tc6qulMISPm4IHyH6r43R8nvZbwvC1P72I
Gd0Ac0FS4k8LyqMg3obQFlLgGI5VvJF2/3mBitoiDNSC0ivMhAdQzukvIeAWGrIUNVqzDTnc2HtX
lHnwEvl3Rk1zQRjcrzD4uQWwXl++xZmhItXrC/AAogcOF4wW3JdIh48ngt9fXgOUHhwF8Hns3+Pd
Sq5DXOqkeSTG5pHDb4CfJfgu8EJUsgCyRwW8u1Qf2ZtqlsytTGDwPTl996xSF0R6Nd+r9gDVAO4+
1Z4JQAH68/sPWglXAPT/Oyg0TOD3NeIHzQ+DyezKA28lZ4dzJElHP8VGAmJt6NX7ovgWr5pYZhJ2
xJWpo09S6TV0x8InsANPcJZfa5XqYu8msB8o0NmEMmzM+6XqUmanTFf2rRj1JN3SSq60IYhL2TRT
KErEw4cmkEb+1EeNnbwkcGbWFNkdJDsRYN4g7BMBLnK6jEMFuQGzlnMe2+Eqsc9ZoAV2YRFvzMmV
hbVUSvdVGWthjR/D0MLoO7Q78cCcK2ioBooz3tAe3SPMD5FUXUQe3FZhPBYjxFWKO8+o2kmXOkau
Z2Mr+PlMKy41xP2cAvdd4R2KHt1IHExDQMeNpa1C4D0E/PTrF7EHfowwaL5vNOjBdKpg1oedcBgM
NFxaUOsg/fH7QlgJz+oiAjEasqm5iscMdv8GsrR+b09gg6263MrZXFzKgpFPHUS4naOYATLSKXqg
RnZMfdlUnvO34Yl/VkBgAGcn2nNGBodsGCOacPTarHGtzYFFaTvhqqzoh/vrQd2STh6w7LDbMCuy
UWVaCeBL94MMjr/wpb+/HpqD6wOOA4aKCvrGMlnJVIhLVW87R4zcMTjmqymCgz7eClt9ABTdUke9
N2cfvsdXihSmdM7c3+fDSg+muBTv9nM8l+X9vsyPporA4HJuCesXEDDh+oFSE+82xJRhReukJ+Ye
LOnGk1ekgmi7/DdYwleeTUoeT54+0G+XNSZc9GQUva3IEY+ZzRjkBm4I3lTbp9cUvfk4ellbx5SV
Th5RWUQLLYk0mqKzHFW36BVWxv5siwaspLSHyA1N+pI6dN/voZE10bxTXJjz3OigYO/JTrZLt4d1
pB5/bnyDnyuA4lIVHMWaGPMCItdoFGZhD7v53NqwxnVafwvps/qdF/Gl4UR4Y0uQIOYH7bmAkUxi
DAGW4i00awO45CC0JUu0Q8gmIeLaWC4rMXOpBeaLuWUJnCEDNeH/Mh20hyoFargqPn4fuZXlriyO
OhQZ/7iUMXDaMUYzZhtsKTbXDjDKIpCkI4CcRMSFrQj4NyTBsTKeug/BRr6sCoZTvU8eMUWtxClP
ZcA3bpYYmS+98AHdGLq1E8tSCqzUoAR/6ZobwHveQAuGbQW6D1pGh6uMMX2qMAnbSsiv5BfEpSwY
Tmx13EionAzQAsO826jQPPCHPSmtPvsz8lwfIGW3T6M/+vJmXvY+9X7Y8pZa4Ulh2BCGRTgtPee3
Gm0cOI5+yKZghl5nsbvU3myrvZ/yfnrSItQMlcDN9QThRn9hwGvQFWfCzlrsa4S5jbv32sss4kmv
0oGbkw4lZTXvXZWHETPc45qNbXvtHrok2Ku1DIQIh/kYvYEAxliDAaxRZDxyW+KTtXAsLwIE3F5o
3Pc1GygP0QVVZHId/4o3KJJgU5AkaL1GLyF3on6xH80s06lZ7Dc9c+7r9afvsziVpCL5v7KuGZcA
v7Fn5Zg7mlUARJDaCrEas95YVisRYwmrb7mJZLPYQ2+FZPjMtjqVD2rPwct7C+i8csJaingVojQR
5e8KgNAGtLthTBoDNJpDkcQURgNOENm4Ta5OiuWlBmZCc6cg/Cnjw5SYYfMGu2BDAQC/j16YZ2Z6
TrYgkysHn//R4YaalIkRdLhFYgroNK28Lv/Ta/ak2FObmf8pnC8Rw2IOczc2rIUghO3rm0yq3Mgm
AixJM8a9XuXaoP/+oLV4t5ThDjEfRlzVz0FskBGy4pTA4eQ5C80eksjcBIPZFEB2Kmu9LDxxNofh
pWhiU9habWvb8VKWq6hqmylkmIMh9MdyBzNn+K7pVWGxaBQEfTVs0CLp1H4yeXno0Q+E/T76zLOg
ytmN6fOl+/ph1S2lu2Gn5Bq4/OCGNlf0CepcRcxxfmEVKxYCMllzCGCeOh/66pB2r7QOcWgQDa58
zuFDX5fGkNWP41QYIovOzbqAY7VygVUnDA1NbYqspq+tXKiNPHSR6QBFM8OVzJFBfeXyHWxGrZy8
jahEFTyQjazFJ9dW+UN7+z9+4kU8S1ghqacUI8zsQp//W1yhrvAVg9rZoXG5c3ktUv2BPG48bWXV
L3nSiTYWXDHA+6M3IpcFwWm0UPe1ozvHB7DB+A25XrCWgRfWNxbLClBNXAqHSy5UORhQgVeL7m/+
2rbIJBXFkY8AeMoeWxmtJtFJlMD4ma8FkZxYRnd6kVpZUgSyMh/r+gosCYwKsARAhpVlKxKgVoj1
HAbf4L/11KzEUh+4Ao4Ik67EltgfaCdvrMGv0PHT9FscsVQl7WZFGOEBFHbATaCcMov2LLkpUZCJ
uKro4GlbrEukaHqeOnz8J2UOVdn8AaVZj7KPOX3rS86h0aeaPRUcElreKDIwPXU78sSQYw9MM+C9
2kOYOimy+glIFhIZdzlWuQzIcgsBWJiZNfcko5DDSsVRLJ2qYnSGhV/7JygnRgUfaz5m9Lx4npps
PzBOplktjDIo/hyIOJpQ7BVNNZTGktHCO5YbJdIVhRU+0r93IyZR6rSTQKVlkQvgTObCuYWJhO2t
9mLo7piNouZKVF/KqYlM5b6WRBqoENSLIALrEWwwohKt2fSqDS+/L44VAZe4FFUnmFDZKAFQPJjj
Hr4pMBz+2zjQoEou72DvbXXUB2dONXqHBMrzwFlwtJIUnTfKsdL5IEXy0r4wd+uj1h1i2OQimQmO
xnDoQAxRNybk2qaw1GL3HCcC0o8FhYCcFu9gYu/E42yxdxRR+qwYXYdGePTKGBwxty4aK21r4lKJ
LYVyx0YTYZESrqD3b8/ijOICWhblY/JUqWZUHWfuOlYffWuz5zo0qKpP6rPIwcS3K594tFiig+2j
D2dTQNWKTexh3FNqxJmZI+kn7Uksb9zY164kS2U34dEPDWdSNuBav45mWyMYE4DSgFngrDZ60dC1
D8F388LWWymRtRm6iOJz1VVTyuKRQINdMjvyZLc9bV1P1255S0E3oUWbFvc2hQENFg5u3/xBgiWu
6g3v4hVpctDIwVTc0Z101c7F3+HSZMZ84sCAdsrdVpVrLWss3k/F37LGVBa0Mmvvi/0s++QFXkMO
2XMeZ6b+sMuO+R6ZDwZYzPwPvLQ3zsES/zXDfoi//yMHV0XIOjoeNPicXEVWO7P0uWLS92Loz6Ug
dwpUITGncylURTMYBVz/LHCXRIr8JmnNpi32ZR2ZsL3VijMNT2pil815KB+IBKvAIjVqlB1gnagL
cH2KpukUAj2a5PRPHPZ+F9FDI+WuWqI6DxfiNiKwHuFhOJO2OAA1uGxqoZHXsKFMmt0cdsjCjFaU
RdYI5mUWW0KIVl+2uzCcRvVGk4EfKW2N58x6Ek2A3HWV92DrnfX1ftQeajR7CqwHTZvVFSosbqUj
F1rdpBoM/4Ytz+zC0e7V8q1PPFYaDA6vK6kvhIiQ5AD+z+ph/56XsOPIsheqVUah/I1aDd66rZHO
fG1iu0k7u5qe2NxmOuTUS7UhRhYBi5AOic7TUyxmuS5w1SHKY3D96AidUwJv7LlLra6ffByW1MaD
XZYvSvJrGGU7+HY+DSSDDXLxKMWTU4niS6xlxtTm7/E0Hrsp9jjN6SuQQLuCdbtO09HwwLckqJIG
ICURq5DypABBSUyKXm9LCYFLkK1iBlgfiCv+JU2dnPdJ9Kdse1MEAYhVRT0msLhWCl0Z0KorDuhI
6Su2O9ej/NqqwkFrNOI0Si/nlpLL5GPI+fq9L+scWJYaqH5YhmMEQdOCqRMzFWYEA0mPiWCtkNet
omMUqT40Cv7LgZctKg66JCB4odHfKjT42zDNcyw30bNUFk8kf+2ybgikVHK4STLLIVXdTKSvXEsz
txSk9jmOwQjXxOLvXNbOPLYAJ1ukewjj49g/NvIxjluDgadBZVOQKOrBBdQdJ3qliE9xY6ShZgmR
k3IGCX1a5GD157BYVLUeFRqviWHYer6bpxfSn1DU+eQkoJ043pHIy4nbVf7UHFscheM0NIS+MkPg
niYdzLx41NnOBK0VUzdGHJbNnHEmQN67JBD7gKVGL55hrZOJLi6iAMCpzGWYgriFpEV2pMZAAluB
YzMnGGF6Y+c9zA7yESrJhjUbToer9i5j630IaEiOOgpQaCd1ji8aDBspGlLK6jCmDxXmrfJMWViM
1fC3fJDUPiibz7z+nLDmxAbuDvxbNWGSCMOl7WJHTcUnlOvQIabgSsJMsOUmkPuxMfjVvYFbuhFj
jXPVtRBPc3gtR770lII9AjZyzBpu3/CNVcPly6Nd9NRzqh3JyCfOl5Q75Ghsm8bXOS13eA06ojbJ
ANzT3sJ6Ngat21E2gv5a80ch1Lyu4B8EKl7gaStc1XBs3RxWuEwMY+wp20kESQks3iov4JxTAGSF
qSGigNWA9UT0qmQNMXsS6ticKLmCvj1SfPMY1rS1Ypf1YZjn2lAV1lMEKx9y68s2vLHzaX4aajSo
w+pt0BicReF7fehfMipjUPPjMMJDlwFPKh6QKk8gL4dHBxOhkNVZDKaKlCU2rmdoGoWjyXidOGI3
ymyWkmCUSouPxNYeV5sFb7H3Xi9QX8qgYIoIYO49o5gDsiosoNoW7HvM+98R4Qo5BYUESDSvOSSR
NLtm29IVYijaNbl6qSvxVPE0DPLoYRyPff3ZkUaH83BHnbS+qvjqcoJsUWei7wCrI5dLQ+lZoxV2
MuMmahGaRX+YwSZXkzpg4szLkeyP2DQ3mkS7hjAXNgfshgIjP/BdC4Q2k/oY4NGpsz0yT1pk9Z3e
BAoi25FF6lo5DR3wzuhcirMzO+hM9gplvqo9wPqCHd5lLZR0BnKN10xzWOrCAgLdxkQ2uszg3vF/
1rNHOqOCM4Sqc6PBQcqIgoCgD/CkkpPDCCOZMmBnPcovJXdKwLwqrA4XmKi2VW7XhWdm/hvnaNEr
Prgc+A6YNyigsKd99Dg0scuQzJPj7LEjNUjrack7be7HKHTUbe6oQ6zYArrwJA0OwJPstNiveoGH
+UBqtH0zGSkwtMByStjSJETBO8pxFwlXRPKEwteGAln0KqGUEEk7DfcrsRiBoFAqQ5LcmJ07oygr
PCHqun1dKMk799Ak9iRZYYZeP9ng7+VZ6C1zR1AUB81gANxOisHJiY7JY0WtaDAlFCgJ+pCi0yjx
5qx0OqPCSlHZt3CKUSME0dnL/2Yz2C5o+7hU8G5LAff2Ojk1uhIedaQYX8S2P04daOkAkiP1Qa0i
C2All/LAlcHJbrB6zq8Ei4mtWkDNGFSbDs9VNSMekw4tFhi1tyQ9tCB1p7gWjejB3BezJ6S4S4qf
AgvSgGjS8kDYx3xm9BKZgM5XZItrUWJpHoGOcqQ2iEQzitEXWPdnqTxUg9UC2SUiEQBj1Bz+RN3D
fB4g8CHdBa2YRdjAOa+wQOlWFatP4PYgPlKKeFRMtozW85bvjY5OMKw2e/ZVJX8UONl1uMbYyWev
Ikigk7ZEnILgBaJZAOI5r9QEg+dtjrO05tpEj1LpC/dQocvDvix2qEZF+UGmVgPuLzLUol4qRlUh
zr0w00M+X0tcWsTeHEKPR09b7xSdq8H5Ezm+5znaof4oYnHM8RtskGyV1wJNrvc45cG3d0QmX+E6
q69zxCFCLxWVvAhftIrYo4hbaFYlXUDgO1M0DcpRKM8ZYj1b2jz5BPARK2JbbDE0PcKfXS+42CKy
/Ka+xo2VFDMmLTEEmXejNtsBReUP98FHRlcdU7uHQ2g9g/Re2gMCfYVvgcxNN00+uB0GV/dmQQ8Z
qvRDrZyaztA6P4s7k59qh/ZDYdRNHUjIA8hw0haF+lh3Ac88hEK2a/k3WCsXNER3fjechIQ5oeXE
qAEIBWXy2ivIKTG+zMD+tAZicho5XZwMopL9ONUCwlMhw6OzbHY9r5SGNlOcrDiXj557BSmjXlRw
qGJbHPZwKIt5xab5lL/PAzZ8oggmyW2Il8GJ10pHjGSbij0oTK3Zz4LeI/uPpCW7Vyqs39TDJqCI
aCIvZ1+kqs0XuFbyshPX43Ean1Ev1muxNViwA5t8NHl4MNJSNGIp0DIJuuyC7rS5hj0xkCLY2BL5
oRpbG42V8I+EmyxyARqTwz6ZjZ+LUHGY8I1FygDZNn3WfE05w+XU0SIexqf3yYxGoLAQdfXcNI6U
h36lqX+pEAnmQJhTXnhhxb5xBEZCCT61NNQOX40YMWTmHzuUnWZHfYCQXJJUXVN2EHzXOIXMzSul
k6M1wDwNt1x75dlbN99EimOdVWXnGXYAXGdTGKkANR16MZiVOAoYvEwuIy98DujvMlhYAYL71kOV
lh/rpNqXg8brQsF4coUZyzSuMth86bA5+RCV2oq1Dgjde1mxnGEeD3PWppCtMZOJju75CYY/0a4u
8jEY5RaubkUXezGd/AHOKjqaeS9Dye3ljsauwA4vJfZwF72XmlM2b9xMrIJon9MEj9WSGIN8IzKO
75DsI8+enGDtDlNOLn9PCS4mQw73thHEl6E22wzyLdr7OM16dcjsCo64cRU6sBm9Ad+3E0XGoSOO
OEOR/BU0WM9EMEuTYGqvqK8sVXBIw7ST4U+OaAmVRFkcsDnvBKiL2yaYyWuivbASQsVBSbVYT7Hg
iwGmnoD2p1aFJFMrtRZTI5QMEzA7KHfv2nmCvTNasfRE6+Ng6lS3CYVjpTSBhKJbVOW7edLQwobL
QBPaWUTMkiswfBXril2JQvlMgynK7WRODIk+saL8Wk24pnHFLuewoJBxJdInaV9inJC6vIJjPDoB
rFqSrLlvj3zSGaxgx/x7i1qvKhQPDHepAE9pxkd4oga5mJ2mLkKngYq/BGPQQ48n8C2FjUlGcWgT
ntqmfKGC5pZteivi8cYjPzPxp7oPpiL+hDMIzBth3QWTp4GG2BdRv8kZNNPpYXWNYO3IYQY+dDAY
wlpIrbQ6IMKWpcW3uxRFaM6mmpNnDxquAzhr3NeuWPmdxrtcAfMt7P71iFkCB/Gr0tdenSDs1pJJ
GShDubeRvcrU7Ak6h0Tuk8/6Z2n8g0lo4j6G+GGEeW41MTHDdDLD+kNWYDcufJaDNSt1QHGQa8ck
4ARWZ7pPWWV0Dq7UxaOgnvPEzBVQuJHqLoGhmJBLFYoXQSInLeRg6cGkHkU7SS1TxDiUUMfS5OXn
Oc58qpaPdQL1QJu7PGvkLIDWaKLJJFPRfAXnROGDRCZia5e+igoGyUjQhkEwcv+HpLNachzJwvAT
KUKQoluLDGUou7BvFC4SM+vp9/Ps1WzMdk932VLmOT8O2zrxRPIS4q4tP2LNtQjwkKUnS94WXxCM
re5E1JaWn5P2oVs7poR1DrIOJEPZJxPdHl28N21fb7ipWVMO+jxc1sk6RgRm4DeSu9KVoHv7npGW
wNTRcEbSrPqMzFRmov5nXumApe5C+wiXICU3vsUunhSRp6Yn0dwN7EvWmNLsx2o3+rJxzEBuCcGk
MKvP/MbcG9WJ07PlhhnTJw2vpvysEiw58/7UvWvJFJFQtics17b+RUTqtDRjqzsdDjK8L68xwoTm
kT9cqL65vs1Y+rrc6QGdaAFQdjUvVHMKNV8Pj5ZNYZTDplMz8fWSO5inXis4iw55T9rtap8spmCR
NZ5CHhSA8NBmrpINNElxZDNld0W0i9i4NDvzIrYFNeO1luHUrksJ6Nu79RIdCboLup6NYu73Uh/7
tkJmZvIAEhJqUhsv6n9DajGTfPGbseKMqzZJG4xR0Oo5SZCvrSBjJygUz8xDfoj2kOaRW6Uas3Hi
GvJ8nipzp0fw7UL7kSPCqIp2y9V+kSbhS7kfkrA4f4T4N9oy3y2ypxn7qvgzOXrmkrXDU4BLw3Sn
oqzcWNi2YXJ2Q/PPFLsRcX213Lv6InB9lBv4pZ76L06AfMP0nY1evmzKXyqMNk1lvBXdTo1PvfRB
u3cgTZRUWIQEECbHp2/1LkWkln1Uciaj8GBz1Y4VJrW0rsDJKj35eURDsi2b5vAcV9P0qTfy/CnC
pgOqtAaxl6TK16Y5SMveA59onDjOfIN26LBn81WxfKfVn8W7FpUtgeyT2OftvJ+iJFBtOpGM9bIq
Ko6pzO+XcVcq7c9qGMmREfjFlqNyi9TEIbHppdfqa1NMf1HE4iaIUwjD2Az6uLzWFv6p0LKv8mIb
m9mI2V6WkBpW6blSF6ejjpqfy5WX4cvKxziIQuVPshSvGsKfZbpmzWntnPqf1nzDEQ5YP9h5BlfL
nfzbIGAsHVtvGR4DnNkfqndJpaeCNDoi6qzgQbZYbGTiWCcY/DxTor3MVabNUnrK7PfVvUr422+E
8iK6TV47sXjYE3a8saLyknxvKb7eRU7Y+nQKATEsxQf5lAyCJZJft5cPCohd3VAGv6Pz2LYvRYVd
+s/4Us7iTfuUFp9ybyVQBlcx3Lrz8+Q2pMdB7xyYY/3Sc1nrkQtYgZOVXOw4DrLq1PJvc368GbRt
0+XHId2VRG+OTpkGDYmX9llLA4PybETFpek11AyxBUd7iUGnejUIlQqvY6N6Q7EZs+/E8ENU58pO
HDWUiNVK2uKXmWabPITyfGtwrXXbVDsURb1LjYASeKyuU/8VD66a7ML0V4rv4foS9d9jtu5qxW9J
o6pdVr8SmDBqCQneUKnaNZ5dnytz5ThFzhaBgWV7Brm1rvzUuttjesp1MoUNfhmvh07RQU3hqyid
OeXRyHbZTasjNtBrk3rcJUvqqiURWGl8RE0cNF38JKwn46zXT7jILYJ0kM3Urv0tjQ1btheZbwXI
RHnuxp2y0gifQdUTG9YY7OGHNt0zJkjY9mV6DjBV2q+Fvav1j1jBgJhPV0N8mwT0pgBMlNRPHGbl
h2gpJ5QMTzRPRenG8k+nEvdbftno54q/erzosP8a3vLKI+hT0QE4jmrxCc7Ux+ew3jX6rcyOrf5U
4Z5HAl7gnkfcJEsel97S7hR1x0CwVj9l6OX0lueFawLa9R5xqBsVrCqd+4cNkUT4eDTc+I8rKaQj
bhavZSc4Zv1BAmihRHc4Mo7UuMy+mfHcpt4qRLK9F9XG+uJS6d6qX73xo+YlN3YCTz499zR89Dg7
iDTuNXs8h0X1TAXnRqv5MCmql692GNDAGFuv/Cxm9VzeRPwWzWeyhqX1tdWYbOLESZPyVPfs8SzV
RlwgZRoCQ+aHW4/heymtWKYpb9F3gqy4rAa5OeR2HphlyhtPRKDtKvFF2gsypEuSw5+KpnozuCVz
hjA1ZpnN3/TqEi2bqngOex75o8E6Uwq+ASSBsiD+meLIxYmsy5Ld7HVl7DvCrI/tGbnaxjSflupS
aq9NeNIZaCtYsNzXQndUt0V+SPBZDxrgYeaDW6XlrrtWnIOEM3cqjyx7za0ufdP4N6z7QgLjDZp/
XbadMP6ad43uN5lLE9vg/I+fy4yDSabmTPkuxRZwc5NXez3xCWGhBt02/eGXt0yyvV5sYUAnJpD1
kpivdfk75Hej6Z7B21EhaN1T3Tsi47v74O9app+z1m6aFsrQvCIWtfn6OlvexmARdfU8F59LclpJ
CIk+ujLaFNpzGgYl+3i0Me1XMbvAbvYpbcHBtEArd6izHJOTamQRAwTK6WA335XmYCA7yuLDyCjL
OWI4bcfz/pRy7w8G67zCmbJKLtAQI0Vb7piAWJYT3kda9XgWwhlH9YZkdlAvGyOb7YfcddFdVN9T
/tG1jsBTRAiNfS6r0iGi1wArUQ5dBY5inBExjCVtfYGZXtidSpVr08g3pvZmMVaETrU6MorY7rkh
S7Lg8vjL9ItWXYrcMaIg0n50O3d14yWLnDzdxW0wiC0kB9fwaDoTdQ71K7nBaU5smXRcyltHGXR9
GtJL3L3rJQDuoZMmb8QzkOb/ZnunyX9MdI0UOQZTisocEx+yFQtb5kozGhynaWjF2JQ880wvMvPI
Jm6t3RSKW19F8Cf8fAS10G+mb7qfqdryptSxm7aBlW7bluHlpaMYrot+Q+NghPsVEWzsmnkw/jQp
oxoJTtj0dS9+mymSnV21O+MbZhbsWPDUFxvE/Umjx9diRQFcknmXE67AwAAlkdJdE+Vu3r5lBnXe
BYTHIR0YGs2d1N1Xy3SMZF+Qd0gNvGxuSyTONG2oXKeBecpmT6hv66+WvKt0gkssv+8hNnnOZaN0
5IJvn2JENypdkxOrOCIlkfSfDrj1ZREW2PamIDS+5RzNaXbtfQnDJHWdMALzzyy8/kAa+aIgAQJe
fOEGMkMS7NStanxn80d7qbhY4m1CbgtjWvhr5O8TSmCgrJyjVjhaH7podEaD8RzYEfxjM3W7BbWk
bn5G2rETJOZk/hTzIc2v6nTgScgbMEJHw47XuHZ3knuknYC9rireE8AH8zLOLulPGnuk8ibBdwuQ
ZKkx3HEGEkOMYW7M5rcKTxOx0vZOfBrgOTFj83axzhWFkcPGsMgdeJukykX3uFmXnwce+Ins15Sf
5Pl5RlLE6l9XwdJ5derLk1NJbth5Xb8jtlpO/lnjLktLd55gwuThWRvDzWpaQRSRM989lzNvGOun
TrMBKr1zWl+j0WvrbTPt29eGUlYS5v/YPUOkkOI9Qq1oeeFtQFD+af4NmRsrTiWTUL9V7Q0uH2va
jvse/mDwVO7oXy3dK7+FILmfMMEoFN4Q/bP6j1l5Fi8aMQTq+Nx9aEtQ8TfSvHVZgSqvZaRsmUGo
4nTY4sPk36rJjoZki/AEvTR3XMngMmwLfA5B9oDsOHrPkX5XEk5Kry8OgPW2+htHbt59JXkA0krF
szW/KtKha91s3oZywMJn/InMdNrPVPzUwx2Ql87jTfpPZaS+ZaXFQ1Y/NA1aFRQg7/kpnJtdaxzh
sTcUzgtuXWkAhfVrDXxwvunafSABwHqW/6rqyiqRG1sRVZtmPugV1/TM3rozs+9G+dH06wP/JwiK
k00tLv8BS49HTmzSpyTeEh1jO3q1hR9AxSUDDMXrl5HuZCoN5decr3ziN68YpLMbePMGrtUMb/IN
3qSj5NCYg2Z+1fNbyjMV14SJE1U7XcWur0+1FpiLG84+aAmCMMoACOEuUDeyy/B2kW8UtPKuUXye
N3P+N3AtRE+97pmhM0RBWJcuFb3VdFtjIg8OdnMDKp6+h6hxqg8hbnztcufmJJUbwdj6QNUTloev
1TikIbUGBljC4DQMNVLDt7a86dAzyVsn/a4U2PPgmAu8x+FRRCAeOjbHjgpHqz1bqdyh+CHtwYy8
9LK275oAX1G4CYne/yArTsq2TNH14o3opSSuf+rnkQBQ1Nd+USds64dcD9JsmyuOzexKRY5Fulgf
WBZntJ+z+nIK0fstFdtsCHg1jcIH4ZZoMQROyn3ZfovvS8+mXsBNqc4Yb3XzpCDzU499s7XV74l/
ue5Gc1dnm1J6D+vX+l6q4T5MX2FOHkuPPSDSb4n56j66owDSb2fN0fLn1jgoI5e5gm351Q7f5xhR
SOXwJTCrKQzaq+6mUGKcxB2TswFDPm7k8RGAlLhZhbabf9orE1X9IubiMNMHqgp/4tnKsKFupBcD
s0PxKzTls1Lw3uZgeTNEBu6qVtW4OQ5L6fZGfTT/f73T2FDRALVMkxPT0lRVd0H/Ac4V49ls1A8J
AGIj6cODw64Kp2th7bmGLJBnvchAiWiribqXVmv23RLv1LJyjKHetnX4J6f1P3u0viQ1CRqo5U1m
JI7otkaW+cUkPNPyVGPkYtmUkS/YZi8ImRCQbizFreIfNf5SUSOoh9AKWMFp0W21nVIfHjBc7MrG
H5R98UON+jbRCN3Gs1edm9vQRN6w/A2j5qJA6bi4wJy3gv+yrHnKqg3B3DexQ3ybP+peq/ir5ZdQ
LfqQ/M3GXoU6ma3hsxQey3jTOcKajllDBnM/Hpael7gAE1Ox1wBSq8mputrdZ6TLfjoR69ZkfmRm
z0AAfjY86rvU6zg+FnuA2plG47p9zMky8f5cQXM7e1HD8VqvRzC1cB0/FeuWaOlzFe5SfrWuS1ch
3cgWbTOuCYLuL3F85N6cFn+1mbGe9L9o+p1QWkcgABsGfCIoTFcRhwnpokZaVkSilsNR+xh6YYb7
B/qwAHz3lynaluN+AYmFrIJK0KJnu4S/gOfZ6cphNYDcVa/OOAXXfbUAE+3WFTbuyC2cDI5l+GK+
leRtt5vQ8CoMmiEtJsEod7tqOVU/JpqrzBwvgMugFON4kYa9dF37J+os8FCO5qduRXy6bq4Ghbm1
6whtw69BVEp1Vm+ztisysvt2lNxtMvq5OfXGwWfhFu2LsK+oXYiTRk4gqTeVR585me9oEu4cHVKm
DJkBgbwWiyg1CKOIIKlyM438QsDr7is3P4dpa6q7haQi6rrmnxFNYAGBdx45y8XAtFZ4GTRxOJM3
rsXbbjwX6ZttHJfplMGyAvTqe9GjtwPcbdwW1rnx8yEB7f8gGgf25MaQx4iikM/4Oi7nRrn1f/ZP
nhibIfGM8LueAbCS5DYbw6fCzbDwm4f4varvOUowezqM//X+TokPKar1roS9qx8d66kZFUaJz4zp
kTEy98HvtHljb22aqsJzngV5ebPHp3b0pPwswy0P2YHiYkuz3pePBtTzV2bXBvcM6p8q/NUtJ7NZ
+tEqZ7LD5y7rp3V2dT7v2SE513AWweDqlG/JRFuSUnhx8lk3R/nL4tcMmTcXP2H1NpDoKrILKyAk
JOyREMe1St1ecH/iGOyUfVR1B9HCAZJIBMVYyLt1ZJMAOQbq83mXe2ano5G/ZSt0OnKWAXFA3vmC
jzd/J/pmFsuhYY5TDdfun1blnDfOPBH6HBC04YtDaD66u4W3NJ+zDM/vCO13ecgpUNTYHtuHhmyl
Ydh47DeZymCBiiR3KhA/RgaUPjZG3/Sze1FYTWqn17bz6mlX+zK2b817ajs8D4CggBVKBLkl/eXl
P1LJ6sK3P0sGTeWjBWaJ0q1c2u5SbiIUsoWrmZs6ll31kpTQ4e5jdvtcFj8MtziBZOuroUj8DHqO
xRqm6GxzHVQKH/oUiH5fD2w0Nt0f6qEZvrDkPplkfovVl6Ax169wRC1Rvkyf0iMJpn+SUGm0NYWa
vZ9waMi7mVWpWgn6O0YaqtjHPQOroNZeOBzX6JQtn03yEcWeLf+ToegS8W5kdqA/zbI3G3CPhxwE
3ob+obhDToxXW5G/hkI6RA03TUjQ45sFti/VH0bKMevGw10hBH28E5kfZy67RonK0HpadCKuDL4c
hPridw73RSoFMvx1HO7kiQ8ovQ1j49tFFjQmHA7E3Xqu0dJFEKAIscenOuSciFyDV7uuvtP4lIBM
R5HTIiKJ2q3VFs5COxsLQ9x+6dKLVkyIgyY0+dg9eUMik+Ed6WMZ++laMkOAaxvcUo3hmdnkLTp6
nDwCeNCyc59Pm1oxjwOMPvnOkqOpz0N0o2ISrjuyEUhtmLdHs2W9z65xTSLAmOstGigQE7XeZgbl
NhZbeJH7MbsizDOISf9u1XdLCXguWcaBFKXp2Fb33OaZSABcmE6tuDopluqU1rPUuY+PenwW/bng
D4zyO/81M0XGaD3n4iesSct+T2Xk+QoLuPoi0R8f6/689sQcsewyJ4eowjkqiq3ypwLa27EPMtIs
K3LIUBVuabxL9K3bh5qjcL1X9lcXRY/fcuD5T1HFGBFrwlGYzN2Jo4rrNMcov4pPrmxLAU40jc2I
RLsws3+dAYSaz2TavIODYNNBQAYx8CF3T2X818HDL2y7498qOvc/ocp51U8D1HrEjtZwJsqW9VEx
EiXtx5hne81CkxWne5W/eGSZB2oxD8Ws3AYyCaZ9KV7C7CLQMkbhm9xNnbvaynnox9Br1ce0WX3G
eRoUB2n+tBXwa4RuzsCPMrwl9lVVR3/O990KTxU+lxGIkvbcR/tKhTm8KtJWt7zVDl1j/G0rL4Zd
McydKBymXb3cJdJroo5M2t9G9SWAmJJ+pwvolk3a0jhZgrxnJMIW137qT2mhXnMBVk19WVzsdWIU
i2/RIpfoFxnWmTr7cr1PHRdpbN+Iseadm9svY05eJRuuvV51v1RG+CeUj1pb7ZqBN7wfdM4183vo
QUq4gZVJsrZDZt3DeNnT0/cSDftZfTWRFVdYCJLmXZei5w5Qu2XBSExpPCaw+8BpluyUCcRuxtDi
65oc+7WqX00jSm6aQCDURMz05VrthB3dKpPyHoFwtPpWo8xTdW0nNagZi/V9lR8QEEdOJNO6rp7y
GCYXIZQIH8pA9kZht++FTZWeZI17MY14AchV24hS3Q52HDpNambOIDdjEPfiK2rNyIcJRbWwxEcr
REAitJHuUIXpvjyHkt/nW6HY+NtcfAeTNr1J3O+hflnGF9bPNj3YFt6JJnFLFEnll24I16QIYd3o
LetURpi+hRPGaaO/RLpqlBSxhGKVsbXpmYomSDgFYUOm4DGbe42awKa65pZ0aBRpcixJ83RyOVRe
VNu1+tugJ65SbhftrlvwX2qQ9zwN6r2dWfEL1BR1CVcCZ2k9CDpSiCvNMQkyWuvm1Mb1u2Eot4h7
M+pVDzG72KeKfh4J3gQmWJhiLSAsOt0Zg7eJAVegfYqYjMo4HndtVzyN0yBgtULYLgKGYytoGpkv
E8OcY1pF6IRSJzZtIxQvjvi8TRuaZFDTxYXgOXZleylU27E4RaS5PmndPzul5JygkWYcKhqcdHe2
0aHqWv2jS09mVeySaMAbNyTg+0Ugh2d99FNaUGxsWRqV1It01iwCbUkKKE+pxuDsMEWaypYSCo3b
Yo6O+JQSps6leF2MvdT6qr2v9CCab6N1ELSZYg/gbevr/pnHOvJ7Cjugs8QKVp9K4JEaGjAFaZbi
pbMG7q+Yr1jVueZLQpqS9V83t3vwFbbRqneK9qWmNSNiuzlDb0vmQcRXQ/c6oiY6107AmSB6E26W
gc0iX7dsADYGKSytluUNOBo0D/mDXxFgOyymq0X8uPUuaqzdsMT+gAJhUFksm7d48pph2Da5tmtE
L+DeGJlSNIeInjl/35prBZw6WN8m5zbDbz/e894msEb7rNsfgLOwLU99lJyUapur09Nq/woLsLtg
Q2nV/aJ3/mLwOdTSzoq/NEFpi+RiPyMtap8rXe3YpXyX7YDKR7etkb/YbXhvy4YCnTRERIIab1aE
K1XGPTGVlcmHYsBueO8Veaum8W0JMydsLNruhKOHCUqISkKHO3ZL0LUmcZ9zNdg/Y1vL3iAvlisp
UeIpevirVOhReam1oaNQsu6RDacyfQuFrlX8H9AHcc1NvhYyks6ORjAzsg9IsDUXBpC3oxsKP0vT
7dDYh3ieYfIov0HFNEHIV3MENlbrsxN3lQ/UVlUCydkIfGONZXpI5wZcKr40mNoa4JEhK48SZJw2
KtsVJeI8VJ+TYvuJlZ2R556yJH0OHwZFDdxpYLxf8a0UqG4Mw5A9eSgH36gfCrHTrB9kkVrXFWln
NRm2Xz5Eu+jcnSkmJj+Md8a4Wa1iayP11xmoBNtJijepQqWg3Xpe+QZ6KSxaRrZe9ozxPq7/RLNV
2Ts15GQtSpuY8QSPnuRGxrVTT7NpM+vULs3Woapv1J6/4l9XE/0XGk8ZCoSWQbk0mdKNeyY1bDCS
4c7Fe1lnr4q1GOcFmhssIWc1f6i3lUxz8/Fs1hcjfpNaUOq9XFaPF65MyJ0sjK/a4EHTPtC0+EOG
HU1GQRxrzV+NlD9zRusjiaJASyArGlC4TBa2s/TWjtogmpf+OjJhupkZx74h4WjH81j+ZOFXPAJ3
8gpbyy8ig4kJu0jx4/egFIuseK3hr4Pf4Y6QL6MIzPA5VE5a2MeXDOemhgrxps/rT1KP0z7t3qw8
6HPjVy8SalbGQEcuRpefj1K+0s7GRG/AmEOsuH3tZP1LYqiOQT6sOTk5atxM67f9Q3lH3jXakNlG
82t5SZ8DMVyq5rjECJ5Qr1pqActfuEbcbo0YJbZHvJ250OTA07WZCJd6DLUl/IQMsydt7VzCPPnB
5YvsBAlXiwpEZuuu/yUk+xUKx6vw2nI6rdMuCQ+qde701Ik4YrLxbWyvkE5Qy1MBkerbJcgbolMb
W64jKbo/ylxrMDTxmP0bpficMY2L9jBL/4bJ9jm0nxPR+NL0KjRB9OqEN0Fzy0zSn3VmvSJHzjB2
nLT5c2RY+rZvVzJAGP+9KhzgTZVn/vujGjuImBiQeWmrrH9K2MSKYj1GCknd4BQaIFA/ptCqy9nK
jYeKSQkKeZtX93Uh8WMWTruqjqJ89mG1t+ecnwMXbHY3TbRT/MbuAQfCQyp/xYAAVu02Jph8j1ej
0vLEBQxfFwPLKUhHvu5t+qvV1S3qGIKEIO/CiiZ0Bay9qfRbWAYKUtSNCO2TNIgjvyYfpgLAzpLt
WC8W+92uscbLLC+4W8YuqQlVhdAuc4hr0bN+NgSiGN0C5qD54/gXN6Z1RRnQbMa4HC5DDKLPsT/D
a0WxsriyjM/DBqhKn+QhbZyxFm8mMhQMHpWhX+pSCxJ8LvsWVzLGFancWgV1jhKD97BYvLArIspZ
DWP3kej0Udfk/i7re7aOEuKNrdLLJRcg6Eib9IEaHWeanGpTWJtGTc+l5OUIRIaKgDlNY100JZgF
2cL1mLdbdZSQtM5ggAxiz4MU3aIxd5dZs576ebnPErihpsuta6mohyvTvjYK1Wn2fAVxzdr39rEp
d2r0V9mkzCfKRWMQFfWUOZVtXtQOVjk/q+ELKvXcy9J/DYUj8/vQcmnWzS20njUCrNETDjJNAtbb
nH2HLF9t8x5PnwqHW2y99Mb7rIPqKq8yoGH6UAS9pwKyWOPPcXlsTvaEdyCMm+bJXCCZQj1XtmYS
q/cQt2oBcRqtcHJVGLo2w5U8+tpjuRsgzsO1sUFSzd3UZuLer403qQ2G5vBlTsatFppukc3Ki2z9
hIPkcC3oTZK8IZGil8FAkNFqtYkieJK+WjnCgZLeu674jdYYlOy9Xrtdk4ZvEvCCPLwkM5BsbCC4
6fQ828bmrPL6oOqtZLfg8dtwDlm6qWAEiJ6Esc3l7yWmZNDS0BVr30ViHQEvhtWSoZOZTbDlIH3j
HNcrDkwzKMs/rTQgGHsiiWZlOMhzrBAW/F1N78aATwhMXgib+y4LuqXYGqB40XCvSEkf4hecWMjd
USGOfNwcD9PrMCENFXLJtpK6OoiKusIOmSLZ9ozRIOhgU9Pjp0lbv2yeoWVzNnnb+uxM+RqV9r+i
LhigwS+NpZDQFjzCHRA9BkXRvvUG4x2AW2qMRwKJU8lHNx71c2BiiELBLCBELLdt2Xba9CFTpyJj
E0vQGxDahYbqRTeQf9epHn4A/HKANb+GWn+NfLPoOJQY6Shhe9mFIGNgEukqDSeLWhqnY79wl+ad
XEfULFrkFBMoJ2nJA7YuZeCcZJkrKv254J9Ktnr92O8GGRHIah1oOd1gK54VRC2t5eR9EiThQo8x
8Iz0vkR8Y41yrM0nIMhjOwJ8W8ZFiaot8ukimtqPmR7ZcqjwD6FWI+HZ7PnfJewHy/KyBsQz7bqW
F0sn2rD+m0KAvGq2P4ashXqO2bolHM6FIcBlRO1jTpjJOD0ha292XW5b29VugF9j8VSmoH3MQrIb
VXZz1AaUZpbSIjaW96HKMJx2bprqbHURT2Enj8ylOFE6HW16bMMWivDZmAwAJFM/SaZ1M7PGUcJT
tbRPBhO9ZsV+ZwEWWw7H2CGzmVcgwKLuvckQp0zzthLamVJAqLtXeMgFj0UwTb9qYx6K1PaExTcM
/8Wf9wK62xbTNhqbXcJfS+nQ8I+vlTL5evqPg3+7VMUhsc1t2AUsx/Fw1F9DNDt1Tbc3qpWuUpwQ
bHc1RwcZ9j4OP8OW05EHBXFNnKxPdaT7Pey2mGegWOu1JiKummilMS4GUm/s1lDPstOsvwKlVh8O
u6b8Z9PFRPzDY3Ka0MaVP/bwLonbYP6gA4uTeyRDpKBjG9xEuk/kdAvD5kcF0WipjsgWd6pHTGQp
6nE4NyD+TFy09DOcLoynVQ+GVfMWI7qQTF/upZtatVs71vyW+HhneXAx2hzt2NIDzUIBv1TbUXqf
miwwSLK1k4M6v9WYkdSRXjchO1bSPWgOQ8lbJx8lwMjHSz9xsKcEtgzftj7FW6GGu0w3/8X0245N
HsymoFYcw1uJ8aZAkKdmBiozhAmGckiYgwTmzbCLjt14m6YkqBesf0a917AQYAr0CFR8+OAHwScl
jZCdyK5MsWFHHrHPV6BlrEmRPu8z1B46KF0R31rjS0pusuHiL0K+9rmoX2r9bcLLKw2prsNnVa54
QNPpe5krvPV1+alU6aVOCLHttP6izOZrvMrkFxSrU9vLQcoPtU3EXEe7nbVTQMVStsrH5xDF/DVN
LIgt3xOGFjmKfxAlcR8fwI55tzg9KzMLogr5eQaVeRzqSxzeWGbiClL4UEQP26TfDKnX6+m3DnA6
3RbplXk/acLLqENdzQQAyNGE2Drs2TeA5Nn/932GDlyfpmcZSeqK0tZexm3PcmJZSb5RrfKkNou7
6sV+iXX1Sl8WmlitxzOZ9LNnDShwFSXi7M6VoNaXb9Uyv0r1buaX1RqcvJUQuKgdkqzCjk6WPt9R
sFeZ7Y0hIvJwlkGVq8d0VIXFq9KC5rMCu1HaDzwX5YMJf6Q7MNnM9cKuS+yGVkJlLezEdWRuZctX
WkoWE9Sl5Ym+HL9XW8fkbSYbX1jaISsgl3sr3M+ZdhNp7Ge65kb2jBEjqNNAkVCWIm0fhKu2QZme
JCu8Yobok+9pMp+j5UOPfrD6QuWzhRq65KrxVdGfU0m7dODsrVmfpFl2DGH5lSEbV3POUEL9j7rz
WI7d2NL1qyg0hxredLTOoHwVWYZ+c08QtPAeCff09wOl281dYrFun9mN0ESbJBImc+XKtX7jW9qC
QxwCTkm7gIr4M2hhXbUotCV2qD9ZboTabFNgBhq3f6XrUgyoVIk4ntiFROOsgAosBN/J6BaDD+YI
wmSXPtj2E8i/QXvJaRZoQB6aWSeRwxBQ8nvbHG45M61Ndp1UoTfiePKugQQl1c/dEO2s+KIv6HR4
2SxIY6gVFqChfhV1/dK3vZ0E1qDowq0R5hvVM+DIdMZC5Ko6g/8zj42CqpO8KVyqBkHu35eRPEe/
l1cA7yQAMZxVizppd17lTj3aK9nQg8sfwplmW7M4a8HQVYXylA+O6VNaQeJVeqisciocIuoKBwcK
12sVcFuLG4AJW20WexRp91r7SOAVyoPdr3WXjzaFZkmyfz34yLeAWr8mwc69G+aH7lyB57artcOR
2bVv89SkG3MzmIsuu6zJJJSCooFeL1vbvWF9pTJyetJbBkhe66JpqQtWSZwDTHRyoFJhLs0Uza6n
gVfxgpU02cRVixYdRd4wnJWc3L1gVtCvKdp2Y+XmNeZb+awysququun9pabN9EC7yKkQK9pdXWSk
0B4HgXkWu9qkKKCkZQuZrqtmd9N4VF/itKKl+7ATEMcfoLStHTldekqkLgdleOnM65bcLB8OjvSa
dA+0wzmiCxihmOIgzGvYw9TNwgXt2rg3wG3amwLkg12tZF95bqockHGy6SjEqOnGbl49bQB+HrxY
akwtXGLvc9AFu6+zYNshAo4hnf3sDxzWXG240OngD+QSotvDd6GK0s97NvJ+L7GwG9mAiqBMAtH9
gDJUO6+B9q6Yq6GqDomxp5NJm7iHbywVO79MZxqM/NAot/FwKPV4iefrvKR3pCVXZfpohfd9yT4I
19y+iFuw7CVwcW1Xok0VlTZFyrFfscgsqFPBLB5RiPRnDZJWUGjVYG1L6V1DMjeGN2yW0GBGkJII
crj59hwGkY8uXVWv8BmaJoE/p8Xb45iowrhdAH5WTXvqNc0sG3a6mfLLdORcGiIBe6tUUFoEiAol
MY1XfX6ZqJcq+Y28rIcNmrEU9icDOkhWB6F1uB8bX948y9cwdAOqksaagpGuL+tmX4hpQpnLu9G9
eZGSZIPO1t+K0RuLwogd3UmgO8BJgFTyLwGTTyLt2eb8TDcBfJXU0HgtYehKO+EDRcH+NgKM53Ao
VzW+Ed2BYE9HUzLYXkFWFG4yDap00fbtZV7R3NgG4qLqH3t9FprGVI0u6vCq6rYmgFE12OeyxNT0
o8c80deWbfP2Xpz8UErpxrTo8pYOqEyokdIzaceaYznlPoja1JHmVezPhtreZI6DLSDELY64WU1f
uzPuZf3dSFJwXeYm8Ia7sHhyFJHAW4HqULTKDHbqrFdr4A/RUgoByNoX3vhE4pljOl8evBTVaah/
QnfnaZ3fyY24DGjHCAvh6PJCajxoYtLcL71bLxxnRXBlOMGm4E2rrrKg6zLVSrGuta0t9waKqKSw
oVfh9het5LraQTYmubu1vewHRA0AADQEFtiwzUN17UYIJTcGoJJ+SGd982wYGuUiQXnAy5foYlFP
LTn5twKlcmuqOv1akft+VrQ6kpzpZRbGKLP4ZGFpU1NdMRuvW7h2jddawbG36MRywCFMi0rYnVSe
RFfdBWXGaq88GYc7A40VvVbVgycp5t2o2yfPTM73M68xxNpRKBx4DrUE3QG3aXfARKFAQUmR+odi
2APtjJQfUZlNhwqlAvDwBb3nR4utvfNuCppABsQJp1y4Yfmk14fShCzRwwdru+QtrSA795VLjipA
9ivFvYXlcJkI0q+2fvE19bIslI09akHkySFHu8jM7GCVNVclhWN6aoMSTTyKYDaNY0thW4Qy0xnG
ojBfMTdC5yjs1m775kFRdnwOcL575TSkSand5/u0BKQGv77h5In/rAG3r1X27nh6zGmFaPJjrBg/
kD6SMrFO4vBR8+Djpkl/beElcEPVdEXqWevUvJpDGwN8UmA1zCvWWimubeR6gO0H/ktfr9VAmsvq
3LbEmu7KMkfoKY+TGx+9LPKmAaga2oKk6DgzgO7r9Z9etE+SmQc8G1Ro0INu6A8BquYT8mz0A4D+
+pJ1SIZhqrXuNKzmflW9qHW+ZC3Nmsq/EJyctEiaGnQfrZjWdeEuVSpDfnej9yRm5o1N1XVWuf0w
tZKYFBt1LClp3pNxwgULbMuWmnkJYKdwb1odU0a7WOZjekHVrch/QvkV7cIOYLPhT2VSI+dZoR4U
6gIQkZ3RpUbPKLP2Mhi+kPOFEiHmbMI/dsuuI5WA8gZ/0Q/i2ZCm7ONDtbNaaeREXlHdycLbolhA
vIWLfwhohvac3u7Ai6IfIPPUnafCG6PIsPCSW1vM3f5aQZNFWrMsobTmzqKUfrY1wJpwIYxpV/4E
9+3h7ytfV+7Gb297Zd24q8iTZl1wcMPLGOypM+vUm7hY9O1rmsyd9CmgK2/+DAyaU/c1XdTg0SdW
tPdyPLcwoWq3KgVOKUWeJuU8O1Sc75NDl1Axt5UR5BlcehaJzT4iaDjNlWnM0m6nNvepfmM35l7y
jJ85e2ds78iBZ3KzozVZyeKu8DfCedBIlnPq4HHjZvPKMd29LdqpWvHRAjgeQoUExmEFyz+9Fdbe
KRA7rEDZZ7GlX2gjqbYobCQ/aYtPSzTOE6UiE612jgG0ZwgJUUNCjTHR9nUJGkvL+pWQbDpRWbVx
rYywIHp12QDAmhbQrpTkoZBf4rBfFnBJ+hyX3nIYEMBpAn7JuOg1d62E5brMi1UswZaKpaUCCcBG
ESa59Ec/mG7uD6++PbXdcC9ntUOJ2dzkiszJQwE9TVVz7dD0ryjr5e2jH2Fkn6okMCa9DWWpOdZN
k5HFAwe+KA0Soh46XpH8RHfu0pc5RGdwgkP/qrFSwm+/tNHI6ZJlbe41da9qa5uSEB1I2bqMOapX
/dY2lIlRFOVGt3x3FvrGD3oTCI7Q5i59JKRoLPp88UbRXzzVXoVwvKKBjnYEAp8uh99oLHFtYqpw
shDIksPnxAb16tOa6VV9Sfk210lq7WFTatE20aqbQAfyK8V3khdcuGAzDMnbGVWgTewcElodrhzb
X6kDhAgU1rqsnyG10dAATK/Q/plo5X0ewmdo55l06Qoko/vEmOYj/SiiS3wlmKoNwVUbmcpmRKAr
ChN0t6lpPGd9TXWb1nw2cTkt+moHWSCokoko5B9S4T5KIW1hOlOmidqBb7yabNZlPFcA5jvVugsW
ZkC64vfvXhhepA4IdogKZFBGRpGuH5Gd6VI4Ym4BY/OVdO6aV74XbGuwOYZMlWLMz2MYuKnpbJQS
Uadb1UJGzgILFFHYpbNWF7MQTjwe5gbswkq699Ry5tAZqGMfwMaVxx0B6w6NYjYM9HbT/rVwgIFI
tGQQfWl6CFF2cmlRNSwBmIoASBGowIlGPzCJ03mlF9dulu7N2D9g/7zuEvuQi23YIqokxBtAmlBa
2dLei4wZkhs/FNe/cBNTnkY+5ASyfNqQzoQa1jZywTiFHYDi7yXilFHp9SsxqiPBu8hLh8RyWug2
E3n6PDxAeJ6MkolX7QTO4BnJxBNy1McewXkUNoasGiD49IUv3eb1de3en3mAUbXwiwc4NgoudF/u
Y01VLmS5zUeAqFpue9UPgSIadIeUPi8eRdRCjTVKg4zep+f6JjybtpI++KAPztzHCYFb7UjqOKrV
tGwc0DlDtxvlc2P47LQAF8MMfBc8JXVexFP80ul5utI2pN4gnxnaOvUKxlv6pGNW1po5mBY7Q6cj
rIt2l+m5MoS8bk4tD7T0TYQ9J70b6LWJiC8abd0qa1M8dTVCBxUTTCqWtQNXETZIUP8oYnUeSs4r
u1jlr1i/FOZS3qY5Kag96NWVavRTtSdTc3io4trvH1LCcPWkFcoqAP8hO5DMQ8988ts79lDIT1Ay
pzYMMzfvsJ4Qq9CQNrFeAa9H+X0QZLQQ55nYGlz8ZGJ6tziSWCUKZwUr+0luoFWmq0KUKyWqN6kv
gUXSMWklK3yNOR+oxUbl37oY5p1GF/f7T/rx6b6aWuN0/vRemzyKsySVB4wY/cv9LNm4h2wZTJ5n
99UqqifyEmiJPHmQplDrwMpONu3kRszsCcXpqbd896YvcJC2Mljo+fd3pHz9pSk//npHqdm6htCV
ZNtfEY+hEJpvSb5QiU5ju3BKSYeM+Puxvl6zCJL+OpTl+rlIJYbKQl9Z22kJ1RN1jG4skX8/wtfS
rZp5FHpqqUw9Kwh4Q+/6XNqZIKHzLajLM9Ldo1LhP7+eZozDfvp6OvAST6EutO2Bh8TDc1ydCzlf
x0ztWC7ZdarMjKss3hrqJNuxs5NgQfUV7Jfv/a3Ojm7M3AfvjL3KiddkHAUWKUO+K+h5jojc4b68
la4pwY7ChNmZAVTzVOwaX+GnV+XbklpJlqddemqzQvlMBjkkFT8wLvhRWuokdzSK3t6cgvDYWgUr
DRY5CFt4bxqnPURB6YnFNTn/RtAEbTjQrApsFJ7D6iHgxJegk2scCv/gKPHKgj8gPLT8e3qXLbK4
sqHuAE8f2hc5v4uNi+7d6McBLGTghlWSXofavYT2Zj4HI+XtZR8ttBF0slNbG9rcQwPqMzU3sKh1
MQdEe4WP+dy6odcx+He9sZARXYkQod1KpMliZnGwANdAoNp4j7UCzwCQGZTX+aDD5F+kLY2UJbKX
1yNJl+r/e2uBoILQOsUvSN5qLwgb5odWPGns9mREhJwkuohpIw75nk5+l6MeIW2A+ZZ2N2mRxmsm
LgpjKVU1apXtvfUAKMDQLjWSI04holnREINGWbVrEzUqEe1G7bdEu+2QaAacqL5WOaGVyooLSAU3
uwEUTvts6KDcfbEIkmEH8ZW8xffViSybhE/vEJceTDP9Plb1QxBuvQyklbNPALUicxFSeKzmdb+u
VB108I2t7oT7hkVS3e21rpgbxfOQXkBUA/9wX8LsM7GLyQn7yHPBtVKoj6o3EYFaKW5KPRDouds3
at4cSpE+q5E1czhJKySSSUrlAPVDFEf6i8hwppxPg3LeoT9BCYNzwcQOn1U3RdYjX/h07nFQz71V
4j5V8i7leEYxKNdtFJERVFPRyAEst4pi9jJtR2Y00PPRAHSn3FXULsEsA/YcQtRxco4eGtZ72kMP
xQQeYFjdlf1GpBcquJUSBD3IzCJETCAI2ZUN8W4jBejKkGj1dorRuTlQY8J+EWaM1R2Evk2SK7SF
FG/tmAgvBXMOIK11UVSwGyP4lt5jpQY/bN+/j9JVKk+d/C6qr/JUnSmNdy1xmkiaBiI9BnOpPfUF
fKVK85ddFk2A1OcAa0WS3XwfVz/sS/4Z+SAJ/bqcmSKN7fQ5QGE0fiA/oQcqNU9BxekJDGwDPNqk
j+xzDBhi5UrS94mClgB6pKArWr+cAJ3qNPisEZW02N22hfUu6aDmk3qk+DzlFE5lihWcDhtE/P0r
4OzIblz4wORh7EQCWKxZTkEHFxY5MssjWitVRRNw20qbOt5K9qZJNo6pANq5jenjxkCu4uoq71d9
WB0ayoyxQwMoF/Uyph0wMXz/ygicl8w1ppn9WrkXLiAyGdJIUt/QaZjndXcVde2z5jYrveunGqoM
XYwItert9OFnl661emsNw7+3cxlHCVdnl22qIwWyBRQ1ACHcmY/qLVD94ck4I918Ii/XjKPcIyok
xdZChvCeupf0JXrX36sr6ZqDVq0s7Zd6q5wbacwd/jlbNOMo+PPtLVUDAL9t3zGNI/rT4QRWfa3q
KJZPy43/Js7oGJ/akcf99NM2E0qyKduuHG2llGBtzR1NOvNBlFOXHh/u06X91lX72BqirS8Bxcs8
JOMqQ8AjrGJUESuZJnKASEaaDMa8pYg/k2oLp0ezEru6yvRlFtfZRkkH90ym9nX2pGtHjyrQ1Y3x
5FIv3YjVEkjsogRusFkZco3fL3P762fWP/TpPz1zKjvg92Opu6RRB18MKcYSiT7AyQgGG144sSsd
nni8AG+0TUHR5NGlFLy46NNL7gCgr5slzW4AKy69RQWdiCBaexXtv1Ja2OnGjwizCv2BHBZCRd03
aWZG4sw04NPByPco0qVLE5iTOEqLUWVf+/GLotz4YTOjcjplUy2VbYVgnFZRLo+CR5HuMkD8KKo4
MXuG8rPEKVV0C0e6z/0XJZKvyoHmb5jMGh+UpoIetxPStJEEbob3hX7V4LleJzsgN12OFUb3Mw8Q
r8cVQ9BA652N5ID24sxz2aYv3XCnljTu/GRXdtCYqAXQKw9pWwZxbk2//wQn8nFdO0ph5ZqSjGFW
NJnqpS8hcQgr+4eke3e6B5Vp4yYoDiOH0Jw5kXydCurq+O+fv3iatj3gGvmi9nLzxiqjak+nEkJJ
kmUOOvxpiohMbM2A30UI6NmWcTjzoCcyRHWUCf80siwNMjGi1y6kqqTLO7jpIurNG0mQt6SgBlOr
86BS7g25pkb6lhTyvJEq8L4tZRVBFTyjuOrIgX1m8qunbugoK279pGo8v9Au/LaSYOnGtavhNpBK
j0Emo/YV0BV+bVWQ/Hpj0QI0VRkcjEEw0OsY8RdL717KKB6BVXG+NlHkRz81rdKLuoUyWURqedVZ
ZC5q5la3rWOGoKNbBXzFuOiQiQgAa8YD2j/CrtwzUexj2vwzFOsfD/vpLQtFDUMZZdqtKUzUGi0q
ctkiQ3QTGt1UuBbtWZp4cv5TAvts2BlHGzSe+r2nBWO3DlRPFbylIrnJ436pA1hPgEb6eJHaOEp6
oI7LUqzakmYePOW2zGndIO1pBfPEMzffzxR7nPpfPcPRxtXpjiurkZMhDdbSxARxNZWf3Cf0yEOa
RIjk2BrcUHtlaJQVZ4Bmc5D8b8ZNfhU0T+2dxBmCbu9zu2NZIee0HC4kwGw8PswDHghTGmSUns0S
UZaVFT5RzUZ+WJ04D/V7FF9CP2AevsXZzqTsxinpocTkhePlCzmnBB6n58gM4Eyq5tGmQmIC7jtu
hUs4BnWKhN6k+AnlvZQnyQEVU1ufR9UVMjaD74EgvaDZkp5xmvhw+PrqPY1R/dO3VnulyAZkvy6R
819oq2hDA+sSzO3Ex2dcmtzamMTpU3OD2+7UXzjAZScSLnX5wsSwy6TKEM3cCRnpigrs+FezZAo9
doaQzlSnhvekzaE/LuMpPNQ9hJddvCRJvkQXGxj1krbxOl6Klbjw5/YC0t2/O4OP9j3T9tzSzHgq
/LaniDMs1aV8BWkZZXB84dsZAltzc81rnnQTfYaq7fTt8c6bRQvOthfoARRnUg1ljANfvd6jhCAY
RNQR9VWs/ehPz+AZTcdXZE4olEyRgJgEC//u+ymvjNf8aqyjfLskPETROJa7lW7SNQYWh/4FKfZp
Ov83K6jq0Ubj1ECGSrW3Ll0HOkER7WwV3GbaReqZL3cinn54JHyajrXcFHYXtdalIo0kWYEnUhFm
KOlLCycuzpoDnYgOH7ZMn4ZJNadEmH+gpEZfPG/FTO/vOB8AULEWrYm/RXVhU6pxziVJJ3bMj+nx
aTyRtU3hxtAjGoHZABqmUrFJKNEjP4jMTjvLVbxp0jMT4UTS9+Fv8mkwjR68Hsf0Vtk4loP8pKEI
YJ57dSeyPeUornq6mfeRrmGr5FlXTQF5ExnN7yfwqULnR1b96cYtK7Ez0xfUrssMbauoBHsR+Y5Z
T2HaIIjemaTNsgWxOgeHtVc6MAGBgRwZNg/+PDF8ck6cf5FD11CXEEVNxSNzvEk3yAIkuYp8TA9s
FlcjRPRlKbgwK1Vex7YvXwi0RWZdDdGpgfOPLFlqP+oqap54MrvAEYPBsS7tREEJ1nURS4tl51Ug
RzyN8w6SR6xnKFwgWvj9mzi1Co7CF33ycgCJiiNIhVgSKuzEkCl6ExPVOBP3Txzs9I8g8uldB6Vh
QsFiCF+LgmUJlhLddt+YNxbQREOx5HnbWdVWbXJ3H/il2MQJHEQkeEPIb/kwCwlsZ/bqU/P1KG75
fQIwwTI7vlvByTvY2EDe+qA4kx2feplHMUsyNTOUO6+/lIotfhdqt7AdtH3OGal8HXTlo1y4alw9
6zSsG4K4pKeAWm+1bVR5/m9NBPk4362DJC5ALV+aNho/uuz8rBCwVav2OW7CM5PtlI2gfJTDQgb2
B3WQGaSnlCFCMP1J1mzCRCej8y9sZ9gPWm9N0KSfqTpwoe+f7UQkkcfv9WkGFmj/FIWrdnAT70Ty
mIVn6sjju/liG5SPIpRt0RsvC67rKZsoHUUOwcwrcGD9uTmcyftP3fv475/u3QxqUaTZeO8SyAF7
EUTpmQ3w1JWPln6JUohVJlx5VLGro5tWPuP1dWIZyEeZiMDdNXElhQvHMwSge2UG7htNw+8/5ok1
LB+t4bJqPU9Subph+RPMSFwV2f7l99c+9UGPFjCQqc4Lxzt3YODK8LhGzYD02tanQFq/H+Lrl6M5
R6vYT1xvaGKARroKDV+jqW8ihPFC7fD763+9/2vO0ToO0nbwECTOtibAfU8e3IliWepabxA7xKnQ
ZqISe50YrEOmosr6/ahfJ5/gQ36dpX4MDG7Q02wrAvGcRZpBRVxLllGM2EUWCRgoKBx/P9SJIKI5
R6vZFCKDBzWEW1hR0U6+GxKI4lPpqrvTJudaaae+0tHKzoPAzvGEDbe1lpGkp0WAom9hP4cWyNwc
LYNzfshfzzjNOVrecRc4iuZWiOJCMYD1FAf3Vnch9VAEqx+Nn5+po3y91jXnaK0XiRTrOujbbSPb
wV3Bh79wncxdff9Jvl6SmnO04H0v9BwvL8Ot7i2a4DZs9nJ+ZkWeuvTRaqevX0uuHodbCcXUxOpQ
L54X5Zkd9dRaOVrurUVGpzS8leQezfoUfhu6cwoCj9MB2dxzcfbEKPbRije0sAEsO7572lvNsnyl
9xHineFOOiRP3r7/BKdWhX207ntbqZs+ZpQQxbFyFjYYVKBlMYGXKKSNC5GjOBPBTj3P0VqPgjrC
JJqRgFnDU6BgCZfZruYo8JcYZpx5oBMf3j5a5Q4ewG6UobLZOw9N/BjHFWIkL9+/rFPXHv/9055a
J4bjdkGSICRxaOAeo1Lu18GZ13NiRX8Urz9dHDpcpamA/Lf6Fsl8Ad2PSvNBLuZ6diYCnljM9tFi
1mvRNE3KCKK+RxUOtuSZWz/1Xo7WQ5/mdu63EgSSoUPn+KWCP1ufiUAnZo11tApSqWxD0EfRNlRn
6IHIKHQgrTfSNmYFeoPn7I5PvBvraBnocd6n9tgWydCvk9S9Fq+/nzMndgTraNYDs9NLMxARnMuE
6UKpztKpvgOmNVL1/vsxThyVNOto0msKNQ87DKJt64XIqptp0+8VKRXgoAlHik89b/BGSWsnC+eg
Etu5M6TaiozlOaptaaV4TXsmNp56kUdrxDFcX6RmHm+rbi/pl/g9nZlkJ1oImjWO+GmBVH4f20Wc
xNscSQ2HVigsCYQEJuLF/VHBJ8ak7Rx86NRDHK2UfFCEbydFvA0B4BfWfV2diSCnZoP66zMIGmeD
bzrR1h6kpY5cTknZP8DwwDq3p47z6p9nC+0D+vbpLYlYL6U8ZQQh4Z5Qo0NzcKX3ukR5Vgtn38+3
U09xvN69gAq/AR4phIou9JvIBSoAyiEbzlnUn/gAH7XgT08RmVlvKp1PB1xN7uOqBk0tPX5/8yde
kHm00v1Qk5xyiOLt8NLcKs/5u/sDavD31z5120eLvdbqJobvHm/r3jTQw1MfSl06U4M4dd9Ha7xG
LucvEJgABIY95r258K++v+1Tlz5as50MJLMIPVYW9h70BwF/qjqqPUNoYn+HErQbO//mGxrf3KcP
a+WJKbyaNwQTCfMygXjG989wYvs0j5ZsWuBLhyIgM6YGSHORLuSDk17kT+f2oVPXP1q5jqiM1PaY
8/ibKrf0/UfD8RL29QQEx/ePcKo3bx4lrU2eBb484vyEMUl21VN+kK7ZMLSf2tR7tFdTdw5c+vux
TjyOcTSUblZZreVKtC3wkQUe9cO7M0bs0gSewfcjnMosjaMoUcktzHXMDLfpC1xvwG6xPYkf1Bfr
yv1Bnvz9KCdW3LE/uFNkloylQry1fGqPFEOzsjzzAKcufRwocrkF8879y9RqEwtL09A9c9cnEib9
KE7IidaX8H+YTAPojlSC2a81eYdSZFvMvn8xp4Y4CheZbCEPMTTRtkHNC548kh4mheFzh5NTlz8K
GYlIe/x02YyThC7LRR8sW/9MJeJENNKPQkQiazWWkly6vUKyG0OdctY9JTffv5ZTWYSu/RqAuiIw
JLsF6IFnY3fbHEBcjG7Q+/pntW9+Vs9nhhkn+RfbsK7+OkxcBMhfRDwE/m54x/Sjd8QEGTNlGdBT
wbRZOzNLTyxk/Wghd4HruAGwyS3YAjS4jBqxwWXrToKX/Nyudmol60creTSv1lG7Y8v0sbfFcAXG
D/FvbpULWvpo/NvnulAn1twx/6EQSYXtMq+tqFGYklaCSPj9FzkxYY/ZD6GsdINbUAVvJKTcsFWW
HjOEsr6/+KnbPlrPWiuJwYEBfVmj/CazLbjK9ceV/+Ol+0/vLTv8NWWqf/0X//+SIasWeH599L//
us0S/vuv8W/++3d+/Yt/bYOXMquy9/r4t375Iy7898Czp/rpl/+BPRvU/ZV4K/vrt0rE9ccA3OL4
m/+vP/zt7eMqt33+9ufvL5lIoaddv3lBlv7+94/Wr3/+Pka9//h8+b9/tntK+LPpU588pb8hCvOU
vlbHf/f2VNV//i5Zzh+WqjoKkpY43+iyqf7+W/v28SNb+UNXwa/oiqkajmWO0MM0K2v/z98V/sow
LRN+o6w6lm3wV1Um/v6RimKD5ihA+UxNBcz/f+/wl2/0P9/sN1AihyxI6+rP39Vf54Nh0IWCTiKD
TxnvwviAkX/KdtKuadM09xWqW1GNdImH2neCFdqgWAul6hB75Oj2qMv6q92q3sGSEWQoEQWXCwQL
86hBDgpxHBjKEFI8xPC0SR7Y6rxJBvdQ6UhWI66/FmbzGMuR8uL4cCaxOTqXI6hjDPmfIPbXY9iq
ocuKpeuafdyv8AuQu6VWYoehMTG96M7Ke9wBihbKoNn5Ytf3Iza8rzHoRCF4lLVH/h9sYbPyozLY
Z+qQL2OlMy8LqdM2MsZx09xGZAIJlEbclHaUX3dD/iDH4ZkNVvv1iMKtqxpsSZSadUUzHfu4PaXa
UYACkKkt6KOa/lxBUN2uvO4x0wvsFJxSQcGjyzE063Us14oWSdNA3mLUIXZBkiYa+mlpeGjkBFJb
MQCKUSvHRd/SFDg/O0n75quNs079+hGPQW2NpWrzJGkl6m92n6RXtY2sqCT3aTXrZGtdOplqTRzf
x+cnQ0duoscpru9+8CCbsYvis664eFL3hu8gcFCHz//7IHIyQvwSVfbI/daifPtt+5RXvy1E+vpU
s3z/P4gq6ohcOB1WbvKn4Jco9PH7f4UT/Q/Yb4rt2LbMuVl2xj3i72ii2H/QUGb+6IbGbOLX/jua
6NoflqXpimw5lqI4yrgD/x1NVOsPUyYqAR80FVkzwDn8L6LJB7Lk0zIkYlk6Snbo7Oi2RVg5Sl1a
W5QA+VD9NOImgSgH2XJYWVIKIVZwrloOXlQBqG97JOitRuoAp5vNICCp95hT18Kl/xt2Cf+iuoZT
zvU48aq5QLYNV2bDt/Qp2lnIcY65IxZxSevbf+1iv2xinwOiwrP/GktMXhXCo7puKapqEX+PHiLv
5SqI4uZdGIrdXDEoy7By2loG2+BA6yVtxcLN7LFxUCRAHG5g4CDcqvqb66ix9+imrtDwbEo0dILs
oY8ePKsYFNTJU0gbUT+MbiKaJp6EozuCDo+C3UWp9Zk5NXILj3TUy4WJ0d2glje5hONiqMe4YsHq
UbRllwQIfotONyroKC7GMd1QYBOvmoVMFR6VQ7R1Ysky8LMG5gulxEZyXcmLg6T6qCz5qkTbUi7C
EqCZjBEdZ2gXiSG0c6Q73+zxGfWSwC2XtW2MYniVD1QPwkaxC5SgeLQRt8IlvkMh3/VL6v0YmKJo
Y9VxFmPpFeaoJAoQW/OgQrlllmcSmgVc5NItPV2dx6Ber1s5x69YQzXpUVJxZpt1VSOkm6HwMtgd
RuPgidG1bT+PMSO+DRQzn3tmHLRLP/V6JDtQl/fh6dPum1V1V3Q/+WsJt4aczezWdzJTukLCLRej
Cpgc4GeXyddhUijGlnZF0i+0umqjWTM48E0KoDePtayoYhTWpejvI5z7WiSAKW78NAV1LhtGPqxs
IbOZhfC3Ho00iMlk7V5B/L7z/OGAOTYSMogjRaS3hQJZeQgUaCvoXPobo21qFO9Sy9p5sobHkjUU
WJW6YcBT1KGaP2Ygb5x1BO79qlVsI2NfQv0yr2HGz3VMRzs8GfoSM0iv6YodOh2kcOgM6egZeA7y
R5rRyMU6Nk000jQ5GTaWWkAHT+TY/iEqoMezptHdeAad0n/wU8u1KE3mkT433Dat1pJXdUiqhDip
PLZBEr5nuQ9RPEt1T3nNjLI7WDWCflPRZBI8JTXVn5TC5iOxIbfuwsXTBd0uuw9QbKuQ5gQWhNfJ
XM4Mz7/Ljah9VrNQcMhQZRRhK5C22PlFLnZ4husKdT+UChfzOoWL6UFW4dJR9inrvggkhDwm0M+Z
F3YzmO5F1hUEkEJv8e9MHac7pE4ho3xrtY10E+u1ra9tSWGx1YoNWStLEi4qegXlFwXNiEOnyhFc
mb+WYl2XDWrQYdhwidxIq+5nBy1FX/lSP8Dbynyty5CF1jI/edUjLR7aSe2ITsJb4P+Qd15NjiNZ
mv1FaAPgAvBX6iBDi8zIeIGlhNYO+evnsGpspypnrcr2eZ+6ujuzgkGCLu797jl5WtcZGOTEmE9z
UnOm2aWaU9NuNXPzJeyZIcb9UY7R4c/HFbpypN4HmDJEF52cpeHPh64j/YzavhmhZYEiQz+a5JPg
26GL3ALlCL8GEooKrCbg7gB9Y/XudyS8bio5MTYaLwHDeSrr4aRPTC+mTAJ9wdya36oisA/am5yr
9iaR32b8t5i1o/pHlhfwpYWfXRISnvux99XN0Nd8lasGDG8cMjgYl9WveJg7wBq+jg/aKa+ILh9O
qczdFGlD3Q1YZCIrECC5ChNJFrmf59GDTF7kzBzDhvgyN2FwT/WjesM6xMRjFcf1x0Tq61IsaSoY
wsN8vR3yAdJ/FZW7rq6LT27UGASbU32nhmWBPR432aOYLCX1JQPjGXtuGDA/HyRvxaxewmTuPD6p
FFuadEdrn8DPDMMOUl+t0agE6KIa1QfLlQCE2x5MGm90zUwSCAw/Xbe5iZkpXUA47BovWJ7zunNg
xC6jetReWd96YcNnIJzhdZiBbPZRr85LMKPw7Tg50TFnNDxWXfq8NEmOPAgszMNaDe1tPGEHhQ5B
aLewb3lgM5C/CxKmqfscenWNSlxFAP4AAuODB8qNeypHvEGQ+MYyH33Lb1/sxnAYvsyGtHI6pnAH
QXhum2Ko4ajw6I62wSNCmK86r5IvdDomduLeGwJJbgzYF6CcfHMzb2wnkBMJUDZVJL+GeilfWLHL
eNPAcYB00fQto95XvQBNoOQBlz0O5wmsxUHFfXltZeiV1C17gg89FgbvaiQw7zDph+9hUmAWWYMU
JJlpx+hrvRpx8srK/xhgbWNGcYL2W5o68LzJ/S0v7dTqo5vGrYM21Wc0MVisDVGRZD5JI6ZB16LI
b4jthUdWkuG2nJBxIEaNz74MAYNUwfoxEpEHueTDN2mTRkPTcrP6G1tjRo2wtSnq9MyeyhqkDCRZ
AG42rKR/Tjm+BIg6rzqnceATQyiQjz+cepY/EZT+ity1u4sL9JWW09TbQgL+S+jmwYcTMrm7k33z
zVYTNItsAZrVuVEIHSIY4UPxXPCjchNcsqzJzMUtxvZZyiUCOhPO6Q7BVfNzgeT0K8z69pEVvm3p
LfvqXgltmbaxwcuQgDvtJg9fYB2twe1QybXBtoN2Cy1p+NSQGv5adksL40+nzyyYJcH4GIqxN6mL
DbnG1WGDybvIaXG6qwfpNs4Pft/bJ0VTD0C2NZvKXepdibplBBSdYsppAtP19wQI19cVg2TGvS68
HsdAm40nEi/KYC6THmH8wsmSfZZ7Vb7x0i4krJeNy11SR/pLjkjznmvUCLVFKKQ8xBrAHTL7V/wK
7QQjPpsa2OGdZu9nOQgL5nhX4Ct+tMKjT61/qJJyRNFgJZtxNvEQbSpdCcLEaTbPB3aD/HOu7agP
FmrzRaoKt1bjmgKVXB8mdMFGVW3rtrbu01IDlrO0w3+WWVyf14TFnUFdMWvMrrpYj4kXeMl29ZcU
Sg+HMTmA+/Vs+HblPnA14k4NqKkIapa5OFPhuw+gLd/OrmIgvFSQRU9IWxByOv2Y9HsOQfmulny5
dh6wEwNMu3J++sGQuIeJony0i4vFjLBa/BaD0GwP00xcaps0I/mbbmlYuz2KCajlBp+UbgvF7rZR
9YBjLur6Yde3QB6fpyAFUVSPBhNfyL7JvDKsUu+jTqX3MYhgYb7VYHAvFymbo0o5CrEHuIxVV4Sn
E2A7YzM8ak5K6a0XzZCvmgiq2RmiosHMy3Ke35rM9O8pGd8nduSrHiSdasaeOXXQUShSdq6FMbEf
Az6+4uhCs/aP+SwB8QWzYPsoSP1g75jK+JiN1t3I5EpSH9dQQm2flKbMC8462sgIPOoTwcwCMp/B
R6amawIpTzyIZSI3l7IZIAr7HPB6PC4TYs7rvYPFJNWXJWoUc0H5nMGXjrNnf5jZV2Uj1S8OR/dE
OOCstL3fBmdP9DND4npF3GkawxwTC74DTwjpABSsWlzKPmzk0YVLjKk57nN5qYEcd3vHDUdYzM5E
HTbhnPElaGIEKnKd2vucPRROzlw/ScZXs507uIDSRONy6JhHMdtd5HAUg8qHMgS14cKXveDqxnQO
nODNyjHgK90y+1JkK9vy2nf4pL1B/4y9gNyuAzkoUpy29nOmnfu8KDH3ebHhdpQU/P2oHTRSM9jd
JcKbEeNqjmujB7PaLD5A7pQ2Q0I5XZ6qqh5GcNWpAJpSMqN/KN21bY9+EPtiM6w4RNwqC4HhDBBV
zlx8gOo2EAk/IfbucTqZKnyfSoTZqZJLRykVwniLmqbkRbP2XLWS6MXHRJz9JsTGa0pEA9tOV7zM
RNQ+ktmsujXVzPu/CKtyrN1ZcKvH6/0udgf5JmxefyHegFDUmuwDKiWHea+o5x8+Q4tPYVvnzHO3
SSRv0GKLm8oXzNe7hVtdLYGD+wFblwzN9MclIKGI498uef4pi0WIgMisLcKtdarDkw2nBkmsIxOH
q0qERHzyol9CTenFTd0ZBTroaA+o5q3pK+YLWqcY8KEnYhW7wTgA4jn9McGz+mL9nHjd+mnwFgaS
PD2sL8HYBSDUTCmQXebpD19EtQWdN4ePU8gTBpSRnJd7XSyU1wl/W8uxPzHU3L1w/KakwtefisyU
nproeiFMasY+eePzO+Pj3OoTp4NHHwA3a5IfSluquCvSXL50uAWLEGZB3rmIWgh+abzEETZNIi9P
MlXZT1Bz8tcwoi8sTdp9mBm7UbxE8T5gf935AX3JrapWfDhuVwWPmq/vz2iCWw+71BXvdoirBuvC
miA1SCfUu223BF+8rhbjTveYo53r/Stkpo7/Xoft8jD66Gf8pLaHMA+giBkknyghR3iwohLjafRl
dV5sCi0ZJB90Ke8SFldlTCRip9lod350OXkcM0RFaRDEb57jawb+JYsFWKDTWs4nTm/Lg0S68a6a
iSHSEhzlxav7FTO2jLsjSezqEdAg7Tae9jw+znIebuYFJiplyPFtLjwgszEH+JYsb12q8aG3V4p4
1AtzuxbBj3r2IGrmUcL43WrW8hJi6TjZceU7EsXghbfoasJzCqT1ht3nZ0KAF+RVO56WxBMAiM0M
s7h29K2bBZ3YUQRGygQE2XhbW9jkmVWyuCtDQJNTkwLSLBqeTvZ6gxJPkLAFipnp9zo1yHAYQ97R
D+VoS9Z1W3LxQ9M0ogtK02qfiGm8m9bip7L8rXGxDp5IUVxk5vgnuLvblA1N7lvPKX+GWSP2adAj
tyt6vXLCqzuFQ6cccTTllb2XdY+eOIrwdjeeg40pjgvgcejbnCFIoOqOMaTDzrY4IguzikMBCZnU
H3xNuJh1dnZtND75ffV1jWkZcrywJyZMu9uCeVdmBkNJjbkvPo0lqMc9E/gorxUb/ecpu+J+VQQC
3/Ot3XahSacDbgqeJZ7PG+aXUyyA1WS+ySqtnytA9Hz4kAI2TZcU9uJN4FA3U9q6CNn9bPxVdMxX
BR6nGtZJQzG4a9L8ODl6+RZMsgD+2jQDGgI1PvaBw5co8VeWe2fNuh+g/yHGu7ldOcxa8bmz3All
R0LmmAfB/C3CU+xtMk4d14JofKUjOFxQeIypj4N3jF0IlenwIkMk8xzGgRwlropQ6sY1Jg2uTftG
VAnCkEGOB1L8X2Tbepcqg/1XVp49qHbKwAM7zodLafbow6SDAJHNlyRy4puZ+8cmt06z54zC3tpl
loHM3ItuWsq1ycazOMC7QHhvsw0ACrEuKGaYLK951p73mfI2Kig7m2uN3uSP8Vy3HyquiLaneV+/
LnP02vWxxWyhgw65g8MXJ8jlkL121YiVIDADE8KDzqbHVI5O9LCoMdyOkLM+VW6B9Fm7gDz6OF8P
OIMkdjrrMns+Z8Uz58EVeahgVCLwVPcNQGz3dcjjjopZO36fJ5RFu0HQlUwd7OllIYGuJpBjGESV
53lsm31fjs49G2D7bfCc/DFRWJC7aMR8pNfJv/O5+tdHh2rhDa3U6abmkvQEt+MQQLJcd0G8FN/W
1AJmZus1N15SXnIBotfrouTkyZKFYliTU1BTQ5k4rGMJ1EP4s5tcWCgq4NK2s8ECFnLUTmePs6vX
p2Adh/dWLajXB7+3j0uXL4c6sR9sx+VLRjsBgG5ZPJZ4eQd+2+PAzDWyEp0PP+WkJ3VeM7u65zgI
e7LAJXqZtVPte1jae5h90Gip3wLKClIkQJX73HVZuVVrjsGgd9MvBhb4iXE/6oWB81JHct5klMqW
E2dmg+JOOJy2uSfXDM9qPGXDmt9wnayOoov0h1OmV8GjSEiULYzXjRoQjY7GGZkDnj1qPYyB9v5y
MySSzEfGTsSZR/FVEM9eMAxnin44vdimwGY68i6Sdrmtsdsle5wXCFVNL4IcxIYHeCxQQ3rvdsb7
Eg2c7Ka+7qL9kDtIresRRP3YVB8Q+DjDFcsvr5ynQ+uTH/cLqLGRE6VAnAEU4Q7qSOms4IOC4m11
OP0zBP0D7KT7qvqeb1Bf9tVDQXhKTnP/ycoKnKYTVvZTL6GWMZ9mv4SVi2BMibz2HwkYUQOqEOFS
hA0Gt9ihMciGHfchTblrSmMPnHcp+R0p9cE5SteSYmpQsPPsErftX4NScwIUHdcXUkpUgiKZuu0x
ESOFy1bEnFKNrZlfTgvHfVuQ24FbSXDexskoL07l8ge42OvHRU7lKztuNx50lXKWqqea0G1dxJQH
Ri4j5c5jQqe5WBi1Ce4kDlUwpvMp3avZm5tbTiYG+ZXtWGZmGXDp4jMNKT4lZT5u/tKg+O+u4l+L
5v+3irmStLK0dOlW6N+ay20to4ku189QB8s5LAdXnZiZSPLtUtNHk1h9agr63XIf5LhJ//ln/z11
S5NU6NDQCVXG024Q/j6oGeoRcnu9fmXercKjiE86Xrxst1J03aVeO5xwGw3PTpSDy8kGxz3884//
3y2PMGDHMj5dRzYu/XtQJgkURhVNJXl1vYQBSrcKKCCaNF2+R6VU42sTSlp4iWv4CGbHdb9lWYa4
vguobu6nbqA+w5m/zXaLws5wgyNnKS4DKk3/qBL/qo/I+3Z+rFcv1BuPDqvzL8NMv4W5eAs5d8hA
0VUyiv/4PXCCHxhVmSeB3HtRro9Jl1AHd8CmMic0Up3bo+rxCo5KOT2dpAppxsQFaghEUPP0SfY5
CZu1c+Zx5/3RtXFw3heP//I+/9aovr7I0DOu4tTDM8br/HtcBevSoIKILJhmHGM8RsLR9aUcY14X
G/cTdrf0p8ktvZosX3mT/+gimdpwkfPbGNMJGMmUck/QJQvlQ7X+W17wt/F0VEUewB0O4wo5o6ST
e/0N/tJKp7CdNFELyNeCyx2f//zS9X6fzUevoUZ1z7qBMlCjyh13AXxvfRPP/VrcmwrJXgGR0Xrc
juec40PRVjwu/Sx4UqJ29pYLriKBMwaNqQ7/Jbgu/p44ub5yYmKCRjQRAKIA7m/pGQRAK3orXBu+
hPt7Ejk55o8ibhvk0Qtf7K8Ejb1iB1pZ5nex78fehuUyye7jRdfJRQUiViempfEVdj5RtwMtsB6o
lurlVfGJ3AQYNt0gKgGMF0928ZlKiSCRma7QiAj7LJcHKHXjvCtLrhqcpVuEvGENia/jK/CLG1P2
LFxBrTVt6Zls5zV0vpLoD6enqcfIYGYBFlpYC6vtnx+836gk1zdHBnwBmAsNDP/0O7NvpTFRBjR1
iEclc3LvpCFXm8Gma4R7Ya5rpLy1FHd9Z7lQdWnqLxc0EnF+Vm7FP0subQ9U//v0aCpatNvKU7IB
nRfk2cXVSygP0GGVs6GzC5e5zQdaN2EZ81f9OaxTTkjQgaZd2DFU+rXRZb7eUHXJ3inwu8vrP/+y
f19MAwIG5ElCTYRCXXMp7m+PcDJ5yyJz0MxlOFXXE3TM1PgM9pl0wVkz77yN3VpzloD2vl8cU/4b
P/K3PAqvgDdZKx5Dpt+UNr9nn9dkVguAaerJSYo0Rsee5BC5htQU/mzp8DYH8sZEMnlPndrOmyLp
riurF/vfmb3GXlk0CuWHT3E2gnlGrfJQimn4qJhw4/DNvebGGacINJ4x8qgGGHSA8GcusJUioYsG
xY+cvWImojz+87v7B9Pnf9rjgU+HXXhh6HlKi4BIB6mev64QCiibG2n7g5sJY9SFrQoYgQWvngqB
ueMWyeRU6gUCdHaefG3cinJiABoo2rthGKE9NZX1NrWrzcNCZXQ3Lln24s+zXegpeerFDEt20UPF
muJGqsq2dG+qDnXe5N2lcxhsKQlTNkdOmOWISivQfgtL0r40TfcsIy5D/xJu+S3D+MdvTFRB+4Hk
nxWxhb//xoVTB4Wqix9WXPtqgq4Hd4i6v9bOSCVU25DS03jgGavvCqQD6VHV1F05k3Otsa1I5v0/
fwS/NfevLyj0jfKET3tf+/9rDqWUMmWfgUBgJ7bzm3ponJcsMxVK8sGLgAQIvbyN7QhsV9kCSPqk
ljC6NaZKU6pNth82E41qxEKxMr+qJMzsHqyCvg9ELjyUNHn5q4OvG11U0zLHNFZt8eJO4cz96trg
ZKFpvvhNr17VQL0e/aZL9e6P/9UZVUOx3h2dYLvEYzruYifMCwKMDo9IbVv89GPP9U31zKFuoOty
WFwgLzbbiTY2GfhVpOmxrGdEL+1YUa0rOJQn/CsnuWxLVhH7ji6af1nxRwfSL6WIT1UwtCdBrucQ
0vbnIqmiIdrXITda2pxRPe8ZF2jrXRWURt5U2I1otTt+frsUjffWm4WKsKq5+2zyrMODPJbmrnAh
XW8r3yvMXtiS46sqCk23jHcXi5030G7644P9/zl9yCP6l4f7mm78W/zwbf32M097+/XvYaHrX/oz
LBSI//jXvSuQig1E6uvg5J9hIaX+YzBus9d714X2j1DifycPpfqP4n8IOE2HgesRMvw/WSER/McL
PY6JGta7cDls/79khXhZf0nscTwiKWRcfpRQDEqp3+d2Lbt2mAjM5GXEHpc5tj3OTjsd42DJCYz4
/usUi+FfTpF/39+uP1TzSwekezikEZT6bTli+MUEmQxg2A5c1PiSGFwQVPNWUvleHoGPB2t7lws/
1vQ6kp6aRVLM3u4vn9O/Xpf+fBWctTwlPMmHHPz+KgiRtHXhZqc2wd4N+T7ywdjEqz9RTS8/Sn99
Ncb//s8/1NN/DCv/z/Zz/blERgNfBzRKPOX9HpJMu8VZHBaPo6Ps9Dao/nZhK1ieR3B60HkjMT/p
awbrwtFM/UjrpicWhHhvG3jXClNOde57Z+dJfuCc9j/HWdBMpzRbhX6bkypj9l4oCuaepppzSlTm
Fy8q14N/680jyuAWN41oyup+NN2QHgtBcpSKon4MBHjRPhdgYTx39ne1r+rpEhFI3TrLID5XYNKI
Ri1wSllQKAyVus1uqtKIYpvNnAE3Q7xKCGh1xpxa7dqYPn/h52/aJNXPnCUZYiN11bjXNyuVG+yR
U/zTaDfa6FIUJ4Zy1A5ijTn6a/7YmOHRTMnnfLFY6gvrPGFyjRrm3+wLEZL2ZvH85sFdWYI1XY5f
FD8hFo7VCyRR/RLLwjlFzdUU5FKrHSN+SEYIgXnKinpqu7Cez+uDblfOsokzfPHa7lsbRe9OIcBZ
lto/Uip0d4S9KFsvNL5D6/wqptxSIwgddAyjXwKc1WAdlSj0N7uEZwJbZteCUqf25VU/m1Cr7+HY
NDtp59F9HmP5uQyybm8ccZlVM2QHKqBG79N2RoZWwYo/DYWo2K6Gqn6QAaW0pRzbo9c6y8+1bWx/
AxeLelIyjF6+WzBzFo/kYPp8S3nUf8DioH7VbPQp73vLuZY/PD1MdHuQSiaL5UNZtHyfkwXIdBJS
qjibYJiCh0SVeOltns8QYmuaZV86mpI5kPqhbJ8p8E/di+KDmk9FPsbfaML0413bBv1Cwdj4Z53L
hZiVQVu0t3zRQvSyCzOL6zyBbmZ8NbhzZvScW0X0fbhQG7Ov0AGG5yTPCD9Q3VeYK6MhwXiIN3Cf
+C49ttknmsXrzPzqGCQp5EAAmcGznydaUBG0prqZR+yjh5zs3nczB8NbsVaLi0fGgUeHuon8RTPh
SaCyOhQTmq0M4y8UQE8/EF1aMrSUMkVUH5YU13ZS5jibeI4nhoW9DqUaPfqRi5+fWy7Zk5qK/ZLU
zXNuZaN2vs6ojrG0XlXQTeFgnW8y7yjJ/jwPGqrATVFXXvN6LbdidZwXPW7LIu/wSA62wnYyxj5K
yC4UnMJ6hzhUFia6Osw2q+M9Tci+PqO5Sl4n41SG26zTgTwuWVR2xEBiiBtZenURCJPjEYaQQKKu
6eigZLqtyYgUV99MWYTDGW1H6d64QDv4vcCPPQQoelHKjBRvcZFd+3Ohm/l2P/ohxtqOm8nyJRsS
3d9OY23eZk3o6gWxsqEmnfnha1tFEwo4LV6McsnCZdUwk2vTbc57nKTK301Vl+Zf+EJjbYtzX8EU
F+3YHVJ6qtmm75LQnMpcVHfweBHbxZm/cGRJsl6/cBRs9ffcdxe88+Uy0ztmPb2GUEmZXIwrewpv
wSwJfFRTuRuWlSutLo03vkbw3L6nU98kl66TzJJxYa5WKuTCxwu62G5ixNmsh6yYpovoq+RZzeWk
Do4O0S9LxyzJAeBO9X0tcjRFlCRFxzuZImBicGF4WzLVhfsy84eXvspD4JBRU7g3Ff16GCEQGKoL
X1oR3U5pF+V7lc3rs5ztBCy65Rq6sdVs6nt/LhdGr40/nVuPRN9O+kv307glyZW2S/BWtUqNR0cW
at0tLEDf3VEO+XFMdfNKANErfzS+0vcqH1tCeIXtsIhrMQV7jv/jV3/G53vusoo+BPDAut3EAklo
HpRXkeMEQHznFXlLBXsJyu+BKMxTTeWrp9tnknnbVO1VrhjMX3FqN3az0E7ak7OzGMFdmLtBEDqv
ylv9R8qkM5ERmeDMDTkEYy3MwHcKtWCqwy2td/U89Tiqe9OQHzOkC8c+V92xi7EXPuH95LrhNfm0
3nVRRGNSNnGSnvo2xQDv6z59CJapKo5OS5UGp5pzlSLRFM0ZPcykvM+7ZuAjQB3zmKuieXBsTXKh
bhpG8hlRILeiXU0U1OdCV+6Sqeetdmofqw8MGaaprZqJY7HzRg9J5na33Vh38aMlUbTuay4ox44X
8sG6GT/4BYrojUPg9KxI7ku6bv27rFdkmCVz63XM/kXj11bvTZjPIHeMbS967KDPqzGtX2mCN3gH
gXcd6qH3v1SBab+2Q3EtbRde6+3XoF+7I3ef8NkO6NyukvrHQri3vu9196VLBOizyXys3X7XOMkB
s9nwlhPsfmxmd8CRE1v9OExR7vGEJ6F7nGSZVLuWtjA9G9qX/s53loUA0zJAzk/VwiwGrg8OPiPX
RpoubhAd2nZx5H6K3cocZT53PR2AaL1CkIofqmCnwIq7ltVRscJAzpQkam4613O7ixsSLj7PjVr4
Py1Y9pB2SO4WTnjfesv8bNoh7S6ULPPkQBBX2AM5ORxmtbT1kZEKfK1Z4XXdXY0+bIXd34XRxXAK
7G96bPGcC6SsfwyzO96GmbPMp6GbzLhbvVbdsWNPZt/2Q/C1yW3S7JZ+7dFyFt6K29Sm0U9Yr255
GWgQhyR4vGv1rxvc9pBnJiZIbrzpZ4Z5EnWYi5vpNI6hQ/R94AC7oYPM1GvTEkaj6QhtKNfTz2ps
y83YD+N3G6iHhO7spR4ox/qiCT9Mz3DL4n22kga4cuzZJU2+Sakw7HrT2UMO82ALTOVMbIwel+09
LGxtDkE2KNDE9kKzJbpORTuzSBoifgXp03C4zs9RVv9Fejw651NS3TCDLU9juKJvsQ2wtnZqSABY
715Uuf2pgxKn1NhGb44p8i8xoQCs960nLg09zmAbuGN+y9Cq98MmZXt2hKZFbFp26lTEB99k6UdA
uuctU83z1IVMo6CPdw5lxBlh8sbn1WB584bq0DbFbSTERy27bF+U12+c03Q3Y24JDA3GP2VcYbfU
2u22TW18LPzl3PajexriONgtzEWgRbPLie5+egmsl+0dcq6AG5xsn6Leuy/C8oFjUL2zVz27dMPn
zuacAPrJO+oYQZtv7loDuScKqfZd28JJzKwMHttdWFSnoQxOo1QXOdDRGuT0HgqJ/DudiOHWqBug
naQbWfbZXsyduSsnBMLeGIwnlodfg6nzowq6jx55tI2z6ETl7JPbksXUS7afvbF+yCPIht6cnPkz
0XkhrodiLH+vY1Zn5sHIZS2Q55R/6pL+0JvyiQMy8gjHfYqA8ErjKHK+dA43GqX1JvGy87owkOBb
19/G5EuBBkFO5EVszZDqc1Rj/iEf/khOhuORrZ07PsFo22ove05WAb6t9VXCcjUBT4XPdarE1G35
Ks1bx5PyUHXeIZ2a5pGD+5xt7DiVW/r8A2c/R30lKz9d/LbSr0Bm9NdsrZL7MaclvRLFFXT3b4fQ
jfYNFaWzI51HkqHzrlfRq6cIqkQj5WRud1t3Cd6DxL3rurA8cQuyXxtPVjeK6ZOkpGdRq1qdhRMk
qAbBk475emzJxeK5/OITqtpNWbTTnX90rHNV4TbvtiJAgjnd4LVem2PT5QILqL1b54y28Zx+rsYE
UyMWbOajUXECiBISuoVxf4R+uukpBhIMSE5EN16bTrPR8e86k+ehDSrLe61J51HV+czJhdpIAaRm
X5Wzfrdd8Cmb0KTPCMEVuqUjcvl5Tyb0ug3F6J94zBd7AeOFRoXWKM7lUjxL+t4XP5RPyxo8i0QN
x3L19T1jGuE3NSFMnvQSINBuCdxUw6vu8tvAFbdNFRE9R862TNldJSSpyLxhBpVB8E2cK/wiNtc3
Ckr3XmDBKLC8DmCZdt06HVxDUHqT5IgjCNBNZ2m6o5Ty2fGXY56O1alHXnxh9iH4vixl8h5OIxJU
gb1DNKZ4X6rAv08Yqm320xLI+yQZKK0T6MB0fo0IOgGMb8KKJEzEuk2zFP+U11dHZ13Ej4iS16cy
5SzlxmlIYpaJRMe4+SFap08MIeGTME1zpsFxrt2MJ1REw1ODDPU8EXd1jROe3LoNvsyeuHISKAE0
Qc3A+xjYQ1QuZwk+HAKqk56r3BenBno0qakede0UMedRL0n5dW3clwWX6usg2O6IezLGzuqPDFC/
doEXP48Z484lM0WblU71LnItfmeR1rsljz5lfndpYSocljIL6PBWE0p3LSkLLIvVX2hdRXcrC/hF
gE69lm3pc6QmvSuHLj04TBpNfDRbd6rn68CCuw/0sKs9dLU5vXg2ZTitq6i8B08S8dS1zeCgO9Ex
NfnK7VumPUocMdBZXKuzt0TC20BeH78GJrZPWdyIB9hAzEJIPGASQ8tFLll7sIQnuXCmO7XMzmu0
ZiSCxVCpbwRjngxRm6+SqRlmBCv0bNn9lDTXKSQOvuNuaIcbWrnnmi8PB3Kw7bNx3a3btepzwMd8
B+Md7X1gKwQQzQAKmzjEZqZ3fvAWZzi25CW2rYrta5UV6AGwXMx5cfXN5JK2L6eBdY3y527QGIFL
tI91G37uGsoWJL5LPI5i1KfSXcyWIUY6HchULwnzjbad7a9+4Pjg54OLZZIYJavcdCtq4ZMpT/s7
Rq++D5q1cqzRnVnSla44rk12mAsuhZtm7Mw+MmtzRlfnn4uKx7Wf62XduRVpDooJwlJfHcvcvCRq
pEy7mZtQzI9SuKFgECeKEuLrsyt6/UysMzbpvpnXRBKK0qwOV2dNp7HAdr0fo8PwA9Qim7RVFKVt
ZFQbb6dyIfy6WaOU4/N+KnxKzOGEN+9baKJhxOPoFEoycTXbRO+ls+omPDAXqF02876eEnHILD2e
5bs3kTd9lH37ZhkSGvepnyqmf7KVPxXeTS455XDvqrEbnkzD5PqmKAwAJO5JaT0G7/FMYKX7mg9Z
parT3AS9tldXRBdyQEq7KsVLqpUU83FdlTdGx1GLMsS1PIhlXA/0yyCZnGe99IIARrmOLgBhbomz
cA5JZLoQsg9jBIeaoOgHqgtg6K30D/9F3ZksR45kWfaHGiGYFApsAZvNOE9ObiCkO4l5UMWMr+9j
lSldGdXS0p3Sq0qRyE2ER5A2KJ7ed++5TmoSyvBL7e/WJicYRMlaRHKgi1oibUFl/+ah25PIyPWT
xj6XhU3gWFvSNcuOGoEpnIOqYopuCEGN7Q5wLOV+Ur3g6d6uRLPCyWvuNNi5XAEwzinfiFzlcoFd
c+oEGkqSFWdAGPMevpPC0Fs189FUGYwFU2BG0DAK6MazRutKwZ+utzHzVyW66sRXUe+StJAPmVMZ
ePlIGlpDmR+aCcITUH8fAwe5ZPR5Q2Ei8c7gjbP+QPiP79OyVrTD8yTpvf4hGzqHX6eb2zfSHw29
671OHLbJ1AzHreLuhK8xvwvqpXi3jDiP+tgrdsqVjdpqdvf4bmZMhRv28Hxeky7NsbmjWMKmT1wU
iUWl3H9XIQHMIDgyS1hBax+nNEjxnNvJuGmJJb2lmRXnZGOK9GTz1m7ynlSZ6+N3T+RUvpgNjpUs
1fNFdZNHAcNyO3ducbyGflXlkbCwcVrhf8G8Sodv6W/TeVFHEokTRRx5yrqjWR9wY8eHptPJXR3r
/sVIzcjQJbMG2/jbwuLWETKu/lgY9Iqwm+zuovvRumBYfSSC5OwNKxCbjmNoN5XpzYRVb6ctZ6Mt
sz6VaVnug5HRFmYLVRzZIJCyKHGTj6bAPWwqUBMJAOsnRbDg0zAShZO1dI7d6AEanhJrX3vGcOoy
+611sElbw1TQxL28eNV6swjMlziwbb03c/XgTB2P+WF1LnjIf/p6qKO+T5pjL10FMdPvjoRJDnlt
zQ/NlPj0tlTLXZop75gVWPBbj2zH1mhIoh2k4xg3Q4ehfTMhZNzHEwG+CH+484ZEE28dy1QHg+x4
lLqm3Bi5pEXdlfEzs2J+9Dzy6JFtNPdqtB89QlXb0iqqhyawJQNPPJ/wWFrGzmkySjE9crhG4lW7
zMEMLil1pwes7Pk803ieoHCm8sZL2zZj1l5jPOKuvy9dEsBb91oPPcVDdiEUbGCMz8VTS730EJld
zu83ak3JdjP1G0xQ76aQ7eta8Edwz4IjlhbS3VZM4PDIut5XhBPvdDCqJ9dCwZvYTePNTekiSC2y
xpwHFKuYbb53MQoiqVnWrqJxt/XUTgd9/zWY7hJOiLWHfGi4HBjVuhFzPEUWV8Q/OVcMqmoTSsxM
ke572npu2Z6b4dDH5c4IVg7/YhneuLELyknTKhFeHi3IusRBaCIxD0VhefpXNtMzhzG83cay7YiD
WfqCPVg+o23MW8EN/6P3ECUjkcyvoiaaFhZDzx1JleDU55lnYZqqrdGn88FCiR4nS59Y9M5xhOPA
eF3MeuXVlVQ9l4aKKMly992s1MmKcVL0rju89NhUTtDKrT8YXX+SjiEZtbgWBFaq8alNxONiJjqi
DGfZLBTU3MTNSsdoz9Iv9xgl6ilG1luSHUmqcouT6RcLBypSV0XajtTJzkIWYI7jCcw6Ue5VM9qX
qsNDG8++v7Hr3t70a90cdWnOuwoj4N2cOB7859LaI9QFr0uSZbdSi+9hjut7J3Nx+HgWYwiz9u92
7Mdd6Rj6dizneZObHeWCNU2kojeTA7k+mr/j/hdK1J6wEq59pjrsfCeXuC7RmnHaxLVGetD1o6BO
ChsmqYetRc1aHepp0TuuPVc7YMvXG3egeuwNakG1kvV2zlR6wOtE0cXav1e2no9B5acXNFJ/U7ap
c1xE0d6TIymiVQWCViMlceGTYA0WSWxP0GwVEmVri9AftPOFGcfYV9pK0rBpHNrjkqDp/iBFrb+L
QuA3DBBV/IrHgrXYBGfJ2tGHTKInb4zxaLDDZcsf08noT336jAxQ7who2hE2JOoWNbk5q6rO6IxN
2FfuIetr/zZLpxvtWUHkT5hbybkSNezm+zzO0kNNIuDNZ97It7rx8XIDGWyJs3iefFhiVTOQlhyn
zUJZN6GcY8U5qmb7Cdm6juJcvwAjl7u05tWZ7Pl2GczhUAxqr2u8qlyEH2Zz4hOdipVCSSSo7ial
wfBL2TUGocKzsAY5td0VO08G+Y4/bn6gIHTjxzLJtdwzhGCbkTAqlBkbOsJ9gn2BaZ26YBThk9fk
dXIUhOTtX8QkN6skSW3gUf/DYLF8DiLgmWVet0yBwEsb9962HOa3EQ8ta5ILIkhHLpi0a1jn7aXB
T0R60yVh1QkG4cUhzbHMZWneUVlpJDsZpBslSIzuC1tZEcVF0Ohs88tOsnpHs4f8Xpyq41nczBtE
zfpWmfTNx2T+T3KIuT3lDqnJSRniIe58cqh1ZlFjaM/kh0aixSuzAByjUR8Lny+maFPyRU6+PNWt
3fKxWa2HRsz9Fts6D+CsoTKpGp2SH9Lt80eXDChR3mzi1toThKSnYyIwNLHSmi1UUrJIzf1slM2b
xfMttFGTZwIU0KazIXW2FYVM295ycT33TvqM/jLsqNrqoslw4nO2cAXrqrR5i02OdxZKwWkpbftx
qU3xeFWMHtB3xMnOO3VaROn111bP4SAzJ9iXfuA+jDzVnmlj8tOwokTkwLgKzqFl/VGSAXi0A/uj
8+ri3fPtdo6mbgSnD4yBl4X0o/WxepB2yAzWPFb4ibis9GL56Ee9vllYdUNrbInJVauufi9exu5t
9H0+H1xP/XVgbZN3zoE7to9CTXLuNJA5uVhtqU655Y6XInfit3guB9oianNjApvg4kTVyXM/yGYf
4E6KYiTMA5/FAFjCRJ1PgVMCeViuC4WHlecsySfpO1CtfmRgQp+3daaA/aWFh8YEY8Cgo50Nitv2
6J3NsO4zg2LrN7M3SRZXqIGES7kq/wxzz+UmYppGe4Md059n0yctUDktoSi12oZ1hkg/hjkN7NR8
6oDlA/s0j3bMBDzMdrB0+7QM3XoogyFGCRIUr2pH5jsPIeV2mVT94bS2x3YRwQ1/pKPsO1WYX6ze
JGkev3F2waztW1JdjP+mvJqyZaGdd6XK9HUyNIsBdi922Bm5pTelKcdTwkwDO8Ywt307999+HaTm
Y4HiuEG/XJ91YTPGEiHHIeIFm8k190GjnkYz44NCSLhb0tv82hM9Bo/twNoyzoNNutbPmZYfgf4k
Gdre9JM6+GkMfSvmE77pZ/fM2RihbBennoYqMY+sFFYUYPa8ex89FGUvP00y9sKkjC8LuVDqVQV3
3uHML4xDxRYbz00ftK2WHSZ43GfrRMCBZLzvXbc5DTmmvL4X8EyimVbKpU9vk7bZDTPml3mYncM4
2I8ztaOh0hTVg9yK0k7T4trl7xUWok3h8ajIqMsSK9tHtIqDj+aPK/xsEMzcTUHJ3+evAG5GxCr5
aOtrYA0kG1gLPuqKy3kWT1unSOWT5Ba4zdP5zjTw/vhUroKTGjdjMW7cqb3NzOF2jCUNs0P3E1An
t3KTiGym+Qf8+ZEeh6MtcmxXwt9ci0Kma4S2nYuDXkx5n0z+2SqHcRPb7btlll+O79+JxUah9G7j
slKwJ+SPk2NcGFzffSyyKnmoFvOmrebfmNSnqOUkRSTxMP3IfdXSAgw0Itj4WZ3Sg2JdS3qDIoxr
brxXmt6ZfKEVcXNPmN1TuWElnN4kuFJnrlSsMOqp3Tj4f3cVsl+yDhfU6gzDROLQMID0Xhg3RU3E
w0F90ZoJNmYfHWYM9FGSmFVkN5plUNW98foclpGkmHbenIA0XeS6Sp41R8ieiS/mmcL2icRxduNP
enrji0DdnQX0I+xGPqGrS6hL9d40U2kurohfa+arSASPr/Li3HF/Bd6WuyAkOGvHgM5lG4PsRhaW
eesy2KD5WgExgibHTVETALGG+NNoK6hZ6BMhK+6PwR2cn+v5FQ1mVfyO2cDoU9EaOPoTkKfNfZqn
ur+JWYzNCIuTNx21O3Gxm5TtuXeyXBrGN52lT+AagoXhbvCqjIUDh9eJbGOWXNgRZVWUgA75GThP
w/+BTWvOoA1kh7RlkHq37XrcxUL1/zfH/n9x1OJDufrMERVQPtm94av9uykwL1SgGzNNDk4fpA+l
W/aPk6W4PJlcJ+bNTCRDhpY18opnw4AGrXAAUFvRE8avhwawhlO7RhQbZSkJ9QkxPdZsxjtQxegY
YZ9kZrnV9MnkcMgmsJgC996AE2FWF8er+ZcsLrrS4Iy4Q0BgWNuWd/+f7Vv/liPt/xFl1X7XT73+
/u5hWf03AFhhKvsX79H/Zky7DPN39cUyIPlXJt5//KF/GNO8vwQCtGeatpA+5p6rH/2fxrS/pONi
oud/CAdUyPJ3/mlMEybuMxh6kmshUAioeP/LmOYGf7mYhqV/dWgHNg7bf8eYhrj1N2sarjeXn0E4
+HOxwPnc4/7++VygumA9S1xIaj3NNMO8bPsqqcOAdo7fqm2DaCZ4fUjzynpYAjY5AiFgm5u0naZW
lUfsFOAyxOQIYSTYe8Zt/xUy1Jfo1n6/WtOEDQo9BoH1M6u8z1bGr41231fud+jriPMi+3Fs7xko
2xSCp73y0TmSeBZQA1hf+lQEJ7kklL36f1gXD2HntuoIBoom15Sj0/PBHNjcf8413KCQ5PSXAiHy
3lt6wTmfZk+wLJaoTXKqWxNT3vRWfDUzLfWm5qjEwWkPgBYbcActGiVouHXnw13ZpA11RmZsBoeY
4+8S6KmjlbXLN12PU8ZZXogUfiTV2J8Ku3hIYwfBx+SnpJUbN1EuluI0GNdLbSaRtAbrA3jAAzmC
eY9N9rdM5/IU9CVDXtew4YrPV7gLJYd0A+Fa/RLZ5OyRlruo1ona5XbAdQoNZWeuDpJeQw2Eakca
7JuEGGElTH4l/5O8hE23e9Zvcg+qEpfo5Nz1/keLZhTNUttf7AXmahNrKQ4umuU5ReNkQG6g60zy
hSjjSIy/Wm5KUrVRa2O7yR0bhpfBXmgp12PlG/guOmtXMj/fTg2JsN7Hc5QBcNkEdv2YunAEO/aW
iPdUrtiZfVMKhsi1AV3DIe2Fau5I8rX61VnYd8Zq8fk/qFFkgl+Y+cvQTZYlMgfx6g3NsznGfuSL
ed2U6fjK04rdrrXciKmzoqmdh1v7aqnUOMNw719nauLOIQrnIbuuLFyK0Fn2jW89mXgsIOqps1SM
3WK86V18DQ3IACRmHhdZu+za2tmJ609Ao9VnjMzax9aFhwI4D6vKIqXS2yuF7ArT+TKXxNsOKufV
YypqXfN98Gj0LWyqo4idwZ8iGw+7I0wSGM51YH3BXyJCXK93RlK/rL63K1hm4ZtAcevEW6mMeIc2
Cf9K+GrbjwiCDVVxZEJqewteTT9PrXnwnWsmOXb/JJNgL1NPb17nYmoiZndMu5mEgJ93WzyH79pJ
ntt0jp+QUMcD1iWWWSkNmmQRNgt0GLvzD+T/69CIW+/IWojbGL8lW8umr2kWcmm2bOfuaNKcF/qZ
fu9k6WLex5O9aPj4+bDQCtSPJ3Mc5gNug6OZ+/4Bi/QevFS+H/l8MePrr94zC5Shhk3N9U1IiG/v
yI0vu2z0P8whwb2nXkYH3+LsJWC+YB1AHmpZJKI17a0BVFxKxxyaWnnbEuePVtoEaZ/HTzFYATYl
igtnltE86+11UwdM2bloIDbOKUlCK/vgTGBp6PO+piCxsGwWb+BcSlSdgjxjNz05In/Psol6YHrq
IEKhlDqa1VXKHWG0FibTrrf3bkc5dyO4vgaVYrcDZNTf+UZ/KzTZXd92EZJ8Eq516xyw4GXXnf0V
mGM6vGqF+7jITjzLuvZJngI7Guiwv+7IAhuKCpEnpz92TD581TxaR0tkArvouNOM2YNpO2e7njhV
DKhO9ac7MepjljjG3GYio5R6E1cM2cHKLDHZ/W2QLF86ngoWuyv1LqDH/qQJURvV8lcmXxiNhigh
yBnaNPMweKwvMNu+xri6lGPBVxQyUYiPz9nFsXorJ3gvNRrKVaTbUpH8tSa8y6X0QESVOVS0nG8n
ZtmwMYblTCBXbKYJNk4fX2ebfk6488rvAjdIyI0FEpAz3sz2/KdZENVzJh/04OboJBnmqnjy/xHY
/Ldmk+f/D1bv30ic++/mCsTt/htMLrYAffl/Rm++Zt99/Vn969jyH3/iH2OLZTJnMGUAt3T56NrX
KOg/xhbLtP+yCIBevfFXIq/9n2OL7fxFaxSiM855Ewi1/M+xxf9LkEDxA0c6kgcdX8J/Z2yxMef/
fW5Bp/WE8ANQTEBlidv8l/SWBCrTxbnfHtoyTeY2Akpory8NRKf2phsXMd0NM9bs16klWHhbqQUk
CW6PIjXZe7HT5mnk9Ym09g63ouCMd0D/Ib26Vg/jmrLFibHlLR8yBvR1G/iTkps01jn9ooGdMJeM
E9BiTkL6Qr/MLA+GrVqy2dwsCm12UwuzxQ3c6rnamvkaJyefY+Hej8fqLpCdMe1ZW2kenRjuv1Qu
iyfhUYkdrdloTD9DRh5hCx+pYv0p2X7e9b2ABpQkngssb+BX/WU1rRxfICmZ2R5QR9XRC4110z+x
c6eEhcQ15BcyrkvVPZt0lbZHTRYN6dir1KtyWUeSFc5WD2lojNuL18muOKap11R7rCrpE9azOj6O
Zs6/X062j6vAt9XK3q3HM5bHI8Yybm9cnkBjTt0MmCCRAJ0qtfLoBR4no9Uoi2DrisI1dnMj2fyO
9uSzjXL8cS/JavPkTXNPREs9Q/OMk6KxWGaYq/s42l5rbbt0km9uDaoL/hVURVad7sKxbJnGQgrH
Ga+8Gp2CC0lhyB2tnKpJfNBwNED/dQ0LhHgKeJHHlvtOO+k0vfR5JdkOAQ5IosaMoZOWHEJrEkEI
NZpT5ZUDvvJGTgOhIEn1e5vNlCjhVhQop6UB4M7nseQSYCycq4jdN/2b0aztN7CLNTvOOb2G+ABs
aCFri2tonzvLNbQUw7r903SWme8sqwhiQDRiWblkN26+Y+MxzceVfybesndeqgi1EHvmWCeuTUyD
kzqqrDz9TMaR6SaY7PVzTityTmtbiPS1mTVYP7nO6Wu2KOkzIPSl3pleDMYlXYS+qNEtxHuXT8uX
xc2yOCIddC4eiipPP1w0ND6tuexpALG6HLrNGsO40rPXPKVdOlCgErRz/UcByey+c+bT5sjwnYC1
MLASnmoMyu4JJChRt1QK1K2U9kJmeNfM95lyjX7LFcj/Lcq1QatT1iwF91dQTreGNl1i1ZMb+2cB
J4V5IwjWz9gZ13nX2iq1wE0QBzw7NVv8Xb+MWG2z0s2sC8TQCfiO1jB5Fs04el85IrXMHbenbjE2
eELH5mEse7t4AVXEjtfO3K7b5IVprQemWnZVoSu0XEXoYbgM/LCRSe7i7mlSr7xtVmwIF4c9Kvsg
b7w6JMoxBTHpd2XVPGObpR8k7PiRSrJnfm9V1G+6c3WqNRpxoZrOf45dkSCjgLflJCjmpBtwWgrb
2jilkbZRrci+ba4+5uaMSd5/KvJhsKOlUGTsq7VtMGSDfLSfMAq4n0QdMYv23cpmx+kZkJ9IK5j1
64JV/8aWkHmP1Wq003HM1vYQECBH+15Zje4H0yjZAMTJPEH3HTPfYc05CP0Hm0NOynxeTBVyzSFv
glGjgi6phx68Z9FX8WXWVbJuM9crqhPKj8GupEwVM7EjKhmVPdRUfh0nMXdxYzdX+/2Y53uQcwuO
W8zLKWvjUgf7fAUO9Dwoj2vaOox9hftidsqNT8XEM3O1v4aOy6XrZDtVOYHmbBdvJ4jzUS4PwTf9
pf1FXd8J2ywPEt5SccAb5HwrFpvI0WvTn2PTbI0wr1ZqKrMs7rt94JjYFGVFnDv0jApVEwQZcw9J
wh5UFpy69OyVFkagRAxVs4Wn6nymnuItcnWwlLSBkK+IGjtoP5ylS/uQtWP9Geh6kWjDaNUPC1kf
eh4XGuNCS8n+pcT7SeG9uzxbMr4RAfN/59lmGpoTBVB+7mZRYQcvkB5BH7pJsB0ygBm6y27Lfnwc
0vaYkKM4FfiwvElhhdDc0QrdbH12Ijut6u2aqVfLHIyLb8SYBKqFT6b3x2JVeQc7iDKLtASMiDH4
l5plwdI7MziIcTClRdEehKBZkGK119yomJVX9N5tXNc5rxD7vJ+c7qENyuLHUq+/AIQdpMDVDpJz
KJ9yTBqQzqYFV2JTbln0hlJ4D1ldv2MfwcxOlZCBibHYCMP5U+Su93O9cy9I4knpDRfuXMGlIW8Q
8eGEJKSrm3jmDYb+9guljEmQjENksLfe11I8ScU0WGdy7zKTz4AawyLo3pQ33iZy2LLj9zaylaEh
4vmAKcneAhKDr+onGx7kxSk30z10+fawAiXE6eWYoXE1hWpuE14y3dsZEU7MPRdMmIjakFughdb8
A67eW7kEowAW4qNpjOy7Ugjd4LdQbeFFZIv9O5msMwBO+34cVAfw2oDsqCu2mE68HI2qFVdW7Hbt
Z8jZQ0J1gN+xzYt5aqi0i0pRXfFd00ZgfECjd2qgV2yKV+yF58Q3jZblLcpLaHUYR+3FPXdmgxvO
nToMK0oo1oe82SZR8VG5G9BqJ/ae6ihAsuzLuDph195oZh/kimXvzJ1xM8s1P4xLselG/mvkRc4w
HP1jNRjro8rZz4067vAAIEfkQ7cbMDqEXeeeF2edX9vKwE3umCAOFs6mmmvD0Y8RMOFr5VhsxoSU
ki5+YuiwWy5FW9Sm6d2dZHNJ4lG8xEEXH1sLUyT3C1YrgNK+vbFy2BSPc/uL3E79x6OCAMqY50Ni
WO2nwEJBGk3kexdf5RsvcPbVtWu1wd+Ijau2H8WED7GsJkYFqc+VgV+cLzoPZGrKCJtjoJnZcs9J
X5zAD54XVYowGRNwq20KjZ2d7mc8NavkZyj4ZRVotG/uOCIyG6vGc6rK8+qSBxKNzs+YI7bw3joK
5P1015B4jHDWZjuWk0SY1u4b+6gXkjPwdhxDAeappSN4E+OsHrBiYkxjjSrmMFmyG5OVUjbIK1Ib
+/EcW/LoKk408nz2/KCIUvJxzGZ0g3Q9LlhtcW/Ty7vFWe7ynqDbd/H6Cf1MfpSY4I1ZK2BDNg8i
ObesNXGv4tt49UdC30n+hZ/E35ixRMrX812Xms1p0MFxTgnYs8lpNlPh3oOcv9NN3W4Spbk9Kx28
mHwtDwQVuu1sKo2GnKAEdN7PWHqJDJ1UPcyJl+BuUHcBhsKtX7K1d9zlwleZtQ3LHl+/ww0bQvOK
9K74t28Fs0GY0FAezcb80/oC+Sw48XQGT56hEXQuaQ4JHUolT+PqxIekgUMUN/k+jvUpccdbkXn6
Y1oN9w+rxc/JXNb9jEXUL51D4GUryDh2dMMiUL2wqqC8Ytr2ls/CngHquSUJLkPGIrRHS/EDFjZw
43zLeREf12XQ8FZ5jxmNqXUuCsJRdgCz1HFu6iJ2ogLMHRoO9rfK/OyV8Ww0iXF0BvU5VAncVLcc
wdCt90WpnYtIxEMHCm5nMp3KoPYOk+SQtXPZ7U3HFlEbBMvWSlq/u3GrVVyGQd7NcZehIlV4Hk1v
EA8N+3QSlxltAHYLak2qiq90Fipqqp6TBqNxVJvwR9g93LXrnOw9ligHngLFplfxwWrbHbK/gIi2
Lm+Vg5uxNYYILJJ+Ttgn/THjctgULA/PnQpGUnr8mu9xL7BQdO9T2Z3hJba89tl8Ml2wDDGUrO1a
JuZ3ZV8hsQFOj4OBfYWIgGsnb10Rv/A8fcw0JqN+LQkSMU3NjHjqiuXCN28IeGdB25VN5OBP3/CQ
PDZd9YvzyT8tbTVE1jr/NMI8WAOhm5h4zdOSGM4zziwKVTLCJuhRNlroYPqbfO7US0NMEstO7t85
+RzcIJIFnxS3BXdQFrIHw/WMDonQD8ztiAPgfnZN4xaIG5CWwLzHX6051VzzgQjFLzeHK8mvtvXw
ne9sn3nPxu9wWGIb2632z4x4X67n07tEnNA+oKsRCVrvkO+ei8B9hfLylGRB/MaaeZr2waTn3xxf
pIsMtfNyTKNL7ObIepw7N0wxJRaIbN/MhvVaQInGhbsmzwDn4x/OAnKlU2l+L+34NMbZbkIw3UOK
zPkaDm5Q70ZWuSq3/tSjc/Cc/kNW0gHhzKlauIMMbTGMlzal4oGDRKm7yjUtJg5/2QKhQHtU7fCh
VoIy+LIC7F5+CqTHT373i2FGJL6Sw7BOv+PErc4qvu7UHGbGDzigxsZ0+6f0mqWDCjHg56gfF6+F
1JweuEnh0KW+PBQdZirWqfRuT7dKds+16i9OMt7l5CmYw9ruJbOEfVdY0tg0ifNUYSAPh26MbMVj
ml/O3BdB9hyA/QU/b/mYFM182+V1BqGzkJ63L/Sa7U1YffnA1nkFmmdlttp7kLk5x65f9bn/6ovs
mVyOscWJcSPgjux96affevQwKHZ1EEFBTJ8Wr4DALrN4/g0xSW7TArrsEscuH4ApK7+Kzmp/FZRA
jHVlUmJdTV/JkItzboNaRkwzYffFmMBKUJxc4EZyyiEGh7uh73mWjAAlM69vkJ3xTvRd/z4zCu0z
6fya1nqXDdBE0WBNMp1WSj+Ztytt6yOoCugWwEL3VH9jeIJaZZbv1Mbxn/ch0ucPaN73WU39AmtT
KDkjeX4zEqLe5Lp69npywDi9grCZudxKqrEVqSpYpBz85QINrzGL+ZRZc0EkRqdPkxrZLiQmsGtj
SFpY+MTWxRkTqIiKSU1hG6xnk4wb1q45iJqyvkuESRuDdRSlAppXIxgvNra92PO/xrqrnrCC8GMD
JHvgQDmzR8CrhP6aF1tSKK9kkH867rch9jcco4l58kRCvV/BBgqucR3NHc5NaQWsPvnJ8gkHzVZm
crwyQjDXoFR2yw2mlePVSP5egT/eGCzPRdzfmw1nOxrvwSWv8Gh0Ar9QQ9NoSIgu2xupD0GSqHOk
KHz4iR12Grx9p0DnXlSA4iNMttA262AE8TBaXDoxVb/cqt9X/cSRajtgaYwDZAV2Dl2xt3kRd0sA
LZ2bE7OENaZp5GXmfIMjJr1VGqlB1NYh0WC73fG9y1Z9csocuCg04JPKdLNpA6+VG4qZqCIis/3b
KZLTkKa/M5PpbUx4LslZAyNm1SPPcUsKMeF5kkkrjlarYZCYFeZhWUybolvEXQG09HdgFFit+2z6
bMjun12fgLTLew0mOsGIFyGvVbvaG1OsqJ4YzhVtFCFP+tsl7RRpPP+KMtFBsUfeyo/VDI24dtMO
YyL5aXdZSEu0XPtxSRdnNdjNb9ttLrm3cLUHSbFpM/ucJwmIaGSr24oKhzBj0cbp4ixfMR4zNK/B
+5UxquKoldNpxlF/Ic14o3NdfngcO1iw69sE1zeWEcP8PfC5PXAGvYJD675toPNbozKHKDBUziXK
m3+VzrJvylmyrBLdKzFKrvnLZIa5Jv/Rw7gmLWLu1UJ4yUtN+WBnDE5U3BA58IvqgnZY4RXi/2DR
1xE7PSCHvfjgi/6rbJOfNm/eYx59FBYSdHiudcExZbq7wjcf6QVYTlxtORGTL4lP7H6urWLbm9Ux
BQiZV9WWpwnIUx3/ZBVGButK5ayTcr2bqqYhHSuTC3mTRRExSla8jORwyJq7zyh5VJt08cXN3XSH
/4gOF3ocTsrVxBG89kWTQt7TLxFsLCdOnrS+LgOUU9DKPLi2CEdITxuq8TCoURLTSejGDfzYStjJ
eertFZRU07w5erTvG1SOLRbmi4VAdPHTtTsJLF9bUjN6W4I33uUww29n0du3iwvNUmJ6wotHzBOa
6q9ZLxKup/wGKpnvBsUNzR4LzHAUFCbx8lD6sCPoSfQ3k8YLr3Fprn3CW5yzvcz7wIV0gTAdhEsO
kTiTCyN4NwJsgtCcuMeZkNpjSmnko53K2MWM5OAzKcDK7zAr5jvK0MjGrqU39weMezNvfnZw27yn
xdVGfeTZaTfH2ifjMhdpzVZXN8bOTfwNSbsl3+WAzz9gAalDIomHzuT1SBoUZiT9/G3xpt/9apjP
VJIUXYiuE/wZiMWLLbCy/FbY60daGI81xSu/qqIh1N0kL56tgGxxCb1Penhjs+3vY4+0dL+OblS0
H32i22jQXsfKx1OhE2R7iJxHd9IM3Xw1QqOndcRm+IyJ/LF/h5/ihcGg2Jyn5Z1RFMMtM617T8eI
fvbb6jsjLoE0JtnFatpGjtRUrbfNZEENNUqXG83qHeljGB6bfoKoROACyQduahuIn74pD3lHIA2M
+Zc3uo+0lJe3fV/cNjqdj1zSEtCugkNubsR3wjLqAJO8IDhrnjPjf3J3JkuSI1l2/ZUS7pFUKBST
SLMXBhvd3MzHcLfwDcSHcMzzjK/nQWRUd2Qyg8miSC/ITYmURLoNMEBV33v3nmuE9JihJM8IuSjS
Dg6/ZlXkwSbK2/ixs+OcbBT4BGrd2/ZVmyem4xEjE93aFgKhlYHVZG80U26uzEp1H7bFsNWj+CG4
o6BtYEluyQNU9eSud0bxjZ5hjBAu0iH7FrEGXnueiuxW8xeMStTl8jOCqvKVzSI1lvkvEiYn6w/k
35iIZHqcM1BvMSAzJkQjb25MYxljSRmtEUsnIKcwuPFYMdwv9nWhs5QQbcNumTSUIp40KSEMEoTW
OVSK0ctAwjhsnQN5AqoujmFOBzUp8N1GAjpg06altqnHiI0pKTNOpj4hhB5mLrlSRd3jo0Zyv0rs
KTM34Dytx0zGZMeEJFUV6yKKeqKLEhPnToANbtymXRzc9m3zVDppdYwM7d3JRhPLpEqAvoOydtac
qLRb1EHMiENSAB+CLBAg7aPuG6FqEUlaflPzhIQ9g/+CVI+LhMS2RJpB+/UViBhO7zp3KYte/JgU
pnVMKCAWQsZ8B0gwmtGFhRyRgoqbyfalf7HEdNakaldorkos9Ji8mauwJxVu7CCdAwAJ+n1J0aHj
VqyaoUn7dSNDcaiKgqOksJszKVvr3BflpZdELSHLE3TAojRIEG1oAcHF0xjfJ35HLwt8GVka8VGh
UX+h3HD3RSWyM7n3Z4fdY+P2pTzWBXeiSMRjVjmnNo2OGpp57sSMUFOCS2y/2fCE4+HNlfoyT/nE
/2TtXrPHIzo7yDhm0WxLusmB1WkfsSieY7NxN4gjnybOz+/LUQldJJOFUhyrEa2ELRtUWH0SQI+E
14KZbsZnPI0q3ISUPiSNWAxCc1HuJUBVlIrttLLLwrmuyCo6LFAmtQpNi6vkugdt0DhXOIHjPkeu
+7Ueg6uqrKv9wqPgiQBiHaayXdcdHcEOytFO68Ao0uJSI/J8xGXbDD3x1taT85w1ZJpEVxIw/Rra
TOgh++lXquX8GbvTyfKZf/jlQwOxZOla5luoHfUeG+RDOIqLauiR9jqH+4xZFk+Uiu4QBT9WcQJU
T5fR19COaGNYc7ph+SNcsUx8rnLuB7eaADiFLyGvH/12thGbzy48iwogC/LXeNbuVW8O10M6hAej
Hto7VScj9UBq9dxf5aSx4SXYaJFUkkqXHDBKJJvaRAQHjAQRiY3RdV85ZePvyMCimzwVw/CRkDPJ
QTybQEOgh+lpAeBQQE2g5xIWXdkb9ob1pyGwwTadFzn5zbMWt022s6LJOam+XQZJAZQWDSUx43Vh
RltafryJXbtbJl0xmZWOKRLqdbYBu0zl2gzngZJe5kdfpTm9P0vyHUxavDkmOZZlz2rzoN+aCdM0
8tPyXenYLRAHh2QTaBxIIRiPPYWGkpeScNeT7NlK14L2675pO9oabY6FHyda9KUJkPwTnjWKV7MZ
3jsNcHvn1mxwtNU0SsGsydo3tPzsPNZgqHnH1ue0nsGh7gYkoY1WFfjQZiqdyEPFHnLoNmKo9P1Q
67dp0vjhQbaAewnAyLyIeAauXHNXi2F8jnXCBzjXNhGO9lLC1S85M1Y4co+WdGmUGnCq31CXd7d8
ymigEctSv8ptYRBHkySPKUNDFF9qNjzagOtOWsNxamhyoo0PSfusXBfJZywhTkcz9A9g0/Pe4rWS
VRfPJIZUIboa66qzkgXr1OCCSKgUuk1G9xvxaWEv3KQ8X2tSANRqQ7nHH1ncDKbC0J7SSfLCcYCn
0k+9dvFBAp+mFr7TGNv2yU3GCoZhIr91bMdHbg8vMUL9unQ6x1kk4OcWovEqEUP3aGuI9MGNgjbT
E7qD0YQTcVTNFxrKWcq+KsWRBdibRQZNBdb4cwcMGUlaa7cPmlb5H4FIsN21daotj/NQFyu7Fbxe
N7uTdtQW8LvHOdJ5E9hJ/CvLsEAlbmIOO+VGy1O0YKhDk/mqH4f+lrBCxlVuzZlTxOm4iZKB9Ba6
GW8kwB4CJ+Mq0/tamWFv3gd+bp5CKzroZWTfNbY7eOmAntRlVKTT/dBToBIIX3DwakJBdzE3IUgt
r57M6QNl02RuWxxK1zHT9107Z+SchXC2vqR5lry1itnPWuEoQdlqfklpFXGdigcBP+Wqa+edb9uL
faFkL8AfRDhY1BvNPTlhPLUMpM90zGEZyea11OJnAA5iOylAIytR1ukp5hnfhBPTT9fOXM/mcLCh
gL7gknKx2Rv9IYGVDK48izZ6mkFnK/uZwXVVE6JS5M6XpBzuk3ySeNHq6Jzk4jqOxdqE87axGvMA
PfPF7sfbRGtQmc2Bc+uPzbNjx+KUMJf2mlx9CEZ0qPgm+9tQyK/OmLdsSPWrOw2PmaguuhkXmxDW
mKc3BOyVWqZjiVPKZUOr1A73rFiVRMKtBFvVJqX83ZSpCehriDWaIaa50iRRliMr/wP8FG0zV8lM
pZO0yTWj8K+6oqYCZ/UE6zK7mttZntH6Ep9XNUi4XEp7DgR6W0FgoPWN12ZS8EbruXDGnZY5EY2+
uLrp3fpr3OTmAYFHj0EHBgM94HLJsMgq9iCP3i/dP0JCaBS2sSAZxrKML9qcHwujORYBFBiAeyDp
6Pc29xSGjD2HvDO+dDUUIFpQn6CDG+OEA4FmNWhwjVc24vilqCTz2x6zVewEmFFnxXE79n3rqq0m
5v88YnsdyVzu2b7OWL0wDFpGrYnVadBnxHB1QRSdTZHCrsvTxumSE0ZdDw+xLhzGXuQ0+UT8Psg6
o0IMO240H6Hjiull+6Q7WozVt8kNvkNZHDStQ/GfpCc51EgSB442bCbGpVUuxexE08MxydfzlXap
dd19CgONtUvQ87LAkGTNyoi1wZsmGpi1ZW6SANc9S1nAFKnJqkWuyXO6sBF6kv5oeiScl+QmgKTT
s8Z7VtybWw7vCBk79l6G9DdmVPpryJc1sWu9XNfG2Hl2FL04IAq3sgtM0A0O6wA2cXSEyn9mlzFv
sowIO2X5wVdjlPXFsOid25q1AnBiepRV4iRlIu+HAIBpwOCefqSd3zfSbLdcB/0w16Z/gQQ0XhW9
bjMz8B8yX37K0b7zNbXv7J6mki+zT4Z5jUMeUTNcR3hV7yzqXYZTCpKins5nJBjXden768h10gPW
thV3QXDfiqRDnsvGsJ0hUt6MTh9H6woECo+S8IsvShoRBqzEuum77imVKnkQQBFBmow9UsyBgpLU
p1D56q7qyvoaYA61Gqk8TBXzOHAQcpotkWlNYSFWiPQqtTcTxVXKwLDqRo+2RkhdQRz24NXB3D50
NE8QjlZjcjbFjEY0H0DqEDJV9IzX+oYNAG+cWd1OZRrIaz9XrXqk1ENYvLFHG42sGXf5yLxBkukT
EKb6WPlLamqXti0LoNVP9W7EzbkrWsuOvB7KccwHLgdyNmeIzAgwdCJFKp6wN8NEvuxZs2Benc/I
d+gcNIOJNlBP4OU3xgwEOscWX0Y6lr45ldhk1GxW2Jd4/DZRbaUKMKCtnUtESOlaYdOCk2MQUEKy
apJ9mcYyAiZXOMa5N7GVaJOgmTg4LiQQI6yfCPCgQQzfKlmPfocBJaiRCBTDZHwtrTLPrt3AF4fG
Hn21LmoSOnALJeKZsX6jdo7fTd8CYzBuKgTNqZeQaRx5perm6rbHjXcowSBgGZoEGJQYBXd5LfS2
jvZGjNuJ+kmr3nIEaCMueGIsVkWkoS0i7M8g1mwANQGRHYDDphY6G1zNYf4tspEtrbI2Q61jYH4+
lDQf0HkHXY/ygEEYYh1GYe6KwjWs0N2MqKSc0nYvOuR2Gg4Ds+81g9PiQkZKd92SLjGzAWUzWgE2
CH9Lem83rGClVF+TSvKsTcnwwacgmshmjVkmaW5eecF3v7jTlTRDxrZQ1VpHhNxskKM30aa1Qxep
tkMNufRE9Q8dwUZ1VTtz0fMB+alXJWYuzK3BAJJ7SpwxOHJXU2wLFB7YbEmjPZdZWMX7WrclC4nj
aNYVrIRhJEVF56QUxDhPNyU8dvMuTsk3WJm0CT5nzR0fg85wLzOna/xixVBVp0kWMt2X1RDdd4aR
O/vZEQ3VaC3racXgt31nhWuvAxmjBbAFQtoM1VzJeDzDA6p0xryrHhjHJzFpUr0KXL0Ri/FokWIy
UJx5qSwqMtNmH5dq2oWoh5HMpV4Xj1bkuSMF7EhtfiHkT4asitlgrQYbU+AKO9pYcpE6A3AEvlSo
FqKOqZJ03K3nAaHdNZq6wt1z7REPzbDwiNAKJxxsMiAGkxlgJ9NXel1hwhSUjKH7aVCtu6FQ7xmg
FlkYPvj6iIN17uvMfM8Tlt37ZojoiKLkCcv6tXLRr9OA9LWQKYGa8zssuqzQMuSkvm31vJs2Zt1N
NQF2xM0helARB2XZiujmJ23mX2B0UU7+RBDGOSIMLNIS85QFWBzH5x9tGipUWQEhYTqYx+iKxd//
HdP7L4lk/z818ED352r+Wgh707R10f/jAGujK//x3/+xaYu6aLt/HJr0Nf/4WR/LMGp5qR8KWeX8
RhSKjfQUsx6MYZw1PxSyyvqN1UlZFtJUPD5LcP0PY89CnDZNCAemMJSOvQdZ7Y90eqV+U/jVbAI4
XWj8WMX+FYUsyQ1/vGNcDAYAoPGeCXYSJb/z+X9K6CinLKevmVpfanMZEKYaoMYa21gcgpGYXbkB
rfoZAhnFc22fZz2btz7d3lYUxIfp/akjXfmD8w9LezS7qTe2JHb7srprmpRO/uQseXx1e08LK9/B
RzBv8ASZN5Dtya2cs+umJ4EM2F6znnEKbCBTTsdu9t9TYdzZZUw4T15dspBqSUIXWtsi+KALh01F
I3fSdcqHbApQxDtf9d64K0sV7aXVQM0ijsvLGBVzfjPugjR+64r0xYeYt5ocHj7w84+cZZBi6drS
x2oRtpHCjbKCs4c7xS+goJ5kFXyRYfZSUI7SdnEO5G68hosKgwBXAnxgdAt1jmYGwDgBDhQv9cqQ
zfNUE/kOG1K/ZFXyFunOYzOpPVZFjeWZNx8b6hWlXYnO1jYGRoBVnIfHkMBpesvSWftVjf8gdkxC
6ud8J5CmbruQTxfrTPnHUTyRk4qaMPMfOyvF261F1io3uFhVnn7iThXr1hVPAmP4buqbRa2jtxso
AO1mUPGHrSEOSgXfW4D3vPEhe3u+PdAFNPPbZgbuMLUcfEVWhB/gSgUak7zbE83ovwwl5z0g1yFD
9b67xWsRslWXak3U27rUy4yDF6I8t2N2g5lI4V2a64NboWVrqqTc6BaymTji/e1ZlG+WWeiXruQO
iGySX9WclttqRr1oieiDDvSda2tX+sCXtkOcmVoRfuZa+AkU8TMqB+mhULqm3YtVouQSBTZogqju
/IMYJ20f9dq44TaJGOYEYh8M5b1NjY9dRV+ymHARdzU7PcdoRp0jX59nga5qj+cnjTg10uUDu700
lSRTJCdUO8LeGafq8AfiFt8WnsxkmzeR8ZzC5SGuihss8JvdLIYnjJiTZ5ODu4aHcNcolCTIK4xd
QCyC1vTmOSpV9Z5rhICVCEtoXKk7qr8SJbd+lxTxB57/p7jicydlMZ/KQRu/oDSCEMhkilwG9hID
9zekPLnpQLHtOfkz/I6K27w2GPfinlqNA78i89Bm7SpGV4ixHv0qftPm8iHv+PWLmGuQIH/xvl/z
vKS7xQJ2p+HCRokEFS2uQvJgAXgM/am30ms90os11G6EyjFPElQ4Br45NzsqSdzio7lTNN5XccGt
a6JEXmvaEFyDBDm4ueDmLvJbzHzRHX7dMzQd6q+pvGijpNTuUZ0bBXLzlqKfzv9+nIuXqpmfgN+n
q0nIJ5/NdgWEtltRj7Zr2B3XaZ2rbRRATi+jnNtOxVirG5wpeuQ0jw3ysUVg5j+WLetLXNGrVI65
SQmZihTfvRbdKXDS6xl9kWdP7mMjy1vC1lBBufa5mvlOYlj8QCFYjWYQVJhBO6xtyeCoMONPUGyn
Ki2aNX1YkidH2XsxHI5VWy+zO7BCL9/XP0o6a6XypbQIIsurBXdR6s9PJC5Kj1zIYhknEDVPaLen
6/zGVUoBqQSPipVGb41Ud0JDEiYdQFt5liuQDRA2RYTNAI0u6n9NUFFWaellGr8IFjpQkkGfSLrB
Ppek0Pn3oGjTw0zk92KYQgFW1Zdcry9MewUFMUv+5FbOepzyB5v2HLYo1dwnyw+ZmYu+dpQbLcqc
NWvqU2Jx9+SLbrlnFxB8GAJ56ksXslOU/quyws/MHOpDkRJaY8On2Xx/7Rwx9VrM5qHv7Ec/mYkG
6vB8JXPyhjhaUIRlzboJOOIOaVVuw4EzPZEkuzycnvwo/qRXjl3AF/qV2w8ncjsLRlI8smlOH6QI
0+tqSq6rjL9n9zy7zXAyfB8VUs225Kj4Bb3mpe4yebWkgq+ENj+VDadLGvas1qYzecbQwb7NLcut
tznIUwyVtpYThxiTgO52BDJFgLBXQy8jb+yds1Ead7Q/iYgNygc3y18qLf4SV37HWsC9gLwNi3vH
T6v8yljpA0sR0YRqnaTWWSdAdA8ivX0wktLeyDYuAUzxW0q2g7FrLgToJVeDHn+UNBZgwLXSG8hB
8wYMNFcpqvV9INW4wVmuP3LEh1s+AC9vZ3U3EBW9M1PNPdiOuwnQV3hDU/Lb+tYjGQsM5JASrAaN
+6VpOfH3+cO8oE/M5GXkY3lTwH8cm9FbgM3VC2R+HVfTk9ZaZ1T1uMtkb+8jh+4EfWfkY0F9yebU
hULJlWCQ882FuLqmZXvI3fSF++CSj9zUtrIf3cx955D8IRx73Eg5s3pHTNyNafbv/TGnjTw9BWl5
8ZuJygNi0cnIqdRRCLEpW9o3dhokzkX0qQl0phVSXTbB7EXXQL2WVurRQfnQguXSFxhG4MNAO8ix
WpJ0eAF/jzo54DPqXOZ+8hmY2NPTCI8BjEhf0LTKwEAkWNpyPThaItQeh4ngjVrVfAQz+UjH4HMa
gy1S3I+kY5UpiRjca2Va7KcS7ZwR8ukchOjeAJtiBZJ53Ckxy01l2hrPJz8sGxb67mBQ66wYuEha
/OlGPG21xm+nD+yBEWAM6AfRW29oVxkSR8/NtMfOZCkH4OusqN75NKjO6Gxz79OLTRbeCr5cVoN8
ouMsLDpnQ71cwbAv1n0bLP5RUcAWUaaPYqLX1RPuaZaIdrH6DGU4rVURvZnG4hvQ0lsMroqEJN2r
mfNTsS/6SG1EeEbdaYI0XVE1shwl/iOwtLs2Mhs8hXUJG4gHY65sY1enc3kOWsLY6zQMiZvMR0wB
1FxdMz5FueO/0o7ny6TNZTnfNbTEkKMOOep/pjXwosDS0BsGE8GSIxEHbZkXiTU9ITRTwkcdyEFw
Awn8usn012Jawir64iUrom7LuXnXIlXY4Iv5WIQG+chylSSs/oIIiU21JJYbfl7sTVSXJ4LDjO1U
1ajCldvssB3lq7jnf2TJrWmrEZ8vEXAbjRTX84CVgkJW3BFeTNtN6teRzVPTcjGBKBD4O5S3BGnl
bFgpPGALghVmLTYDWiArXM3jShjRW52x7KQZG+/YknJWTPyl07KcBTrD/dQOH3pNdtup5kZFR8gA
edlfLCP4KMrkJRiYwPfLETuE8HxqDWRuLFnJmkB22kPArfCgOY9OaHCctnLIhrN+QDpQo1/ezW9+
TTsAu5H2Fgg2M1XCaW80HvSUdNTD98UwAg22IWzxKguZ8+f9sIH2Nnkcep5gkLf7YZRYJui4b6Ke
ia1rpuQrt9zBUjHSCXL2t2VhQfreYONG8s0o7RFIJvqtma5KFVlqHcmxQGfMTkR6L5cxAVdFI7/d
fa/R/gsK1l+Wtct7vRMST3sqbJt//27pDL4VC+PhD/8H+3/UTnfdt3q6/9bQr/v3f+Mvf/yX/6f/
+CPO6HEqv/2P//ZedHm7vFoQFX9INFpii35dqWI+rYPo9eeSdPmD3+tRik6bZEMKTuo+ZcGh+Wc9
qsRv4OENNgzKS0Vhyb/8sx41fjPJRiJFm+6CchzJy/2zHtV/EyZ0MByGujJMEw7GP7/3j34Fl+z3
6/BX/Yv/JQ8OvimblekIOFbMpJ0lruinepTeu2v3BoSj2WEYsUunWPTbwS6tJ5YZ1W4BITNVqILe
sLaWqscvyNmdVz4xnGlytuEazBZYsCTsFAwvxukdXS87To+E6bgXcrzwEbdt5iYe1M3E3OVBMqDr
nfv+ZpRkjmKflCVnJDCAL21qQQFuXMHoanYr/4RpsEGxAFuOFptd8MRmsOs4RDPlvEYtafgMrXBm
YRjtk5sB5SVViHCvWyudzoGsChDAcQVHlcMqIljxOsNrDuAdOMnXws3Z5znsDjn1cCjOUZSMX9uq
x4edZ0O0w54eF6s+xqSGDA0i4MofFBXskGY4DUew5a+IBfSPMM+Q/2ODyJ5ly0+Nqp4mK/hlzGuL
BaPy106I4ok5Z51cCOCbjzmPn3XQpF7tIj29kaoGTdzh87qSdJSSHZHB2rlOTbB5qHzijzBOEHda
0DevaqukVSnQzOKDGSDselxVXfdM2RK1oWqtR0BguGiLWx++M+QmEPEY1w3Dx03UlSgHctBVRRkF
7CtaJ19Uw9AabUBa39nCRo9r4Gm5kAKNfF3gJwWIK1vnpkYbgaQnQHfmVSg6gQSrjCEJjtb6mUrC
fUtHtMGLti2AJo7947XXAF9C58joizHwa6/6kHyVvS8W2Z9Rsp/CXs9hTDBxw1BlZ918azW4iuny
T0O5x5MFyCGgilRbbchJkef0IClWh9Tx8B84X7J8WOpUTJKB56oEVTuGP6QpuZ1H2o7WLxJmpTQb
QV5TMstKEQQsIv2lPUyTskELglxF7tsqrbajcgs2DGHgdIEjC2e1Bp6Cfx870YMztPb9YnY85Lzx
/eiPoYMWFb0kGwX3WBCAO6YCbfovI/LnHtVkTGCV7sJTupqJpuqoVWz1itFBsGvYln2sEI7Vmwm+
GbYYh+h6zhmmnW1MouIjL0Q2fbLnAtI0fh1nYn/09aVNS2ALWqRmnvccE31gGlFtUsc5tcVRMqdZ
DPwzCaPNpHSCpAlX/1pqEhSnoqHL9WlUAxvcxfCDcRf3Cx4Q9w2lH69UceIBDFfWJ6hzGGmYYoh9
m/VpsgGVxmNLTsLATNcK7ZAgp3H6RAkSfbUZIAB26tuWxkpcm9MhtNyIg5RghcBuVdWfOmWfAQ6D
SeRaNxM9WPeF5NsweFm6zvh4n218KAkTqhGhBGLDioupVP3UAL36TPtBe4Hgyal+YGz1rS1L5K88
gcPZ7CWQq7S0TICOVDS6l9RUnjjS6rRb+ZEePjvAaQdvMCryAO0xFAFUW+aNgEl0tJxwmNNg3cwq
Nr1Ud2bhTVAx0A8sN4+Xm3FjXzFVqui+t+S9eEbSc0QpycYmHMHV5ltnnAYoJGaYZWvhtBmsTqvs
mHo6eLUR4je2OFiNM8S7NqpjH5umo+xtMRdy2GLaYmmyMPsZ+8nFacDhpGU5NALyNpgGU2+jlS4p
h2daEvWWxBwbIhZEZ3dLhoW64PJEPOc4Y/TktIX7Ufiiu7BxKg3ubtT0+E7MQG5JXWofXexcEVEj
fWLtu7KV+QY08aKvhr47bHOmYkAdG2HE73ycsTtEeAvGrYBk8jK6iikLX7y7RzAbhJusJMAU6R2w
4B0yWbr4qg65QyANmtYtQVcRzu+80F5zuubJdhga5N9uklYfgvAJj7f3t3FmZeuqjO4UBTiLcNXF
uhcWNioS4ub3MkAhb/qomHET8LMyyeDnM5G0BmZMbJqZ7cjsVNeYl0/xIBGd4xUy+enBux2dYrrF
3LwBucH5h6goPevORMuvLR7jrOxvVCXeG95bkCTEdFi/goOxM7oQWRuegNDiAyxnLU6nRwvEoxvj
tTTc+aYpK2cTBeWxqc2LEupjavKHMUEUM5TbXpev+qL9q04ZAcYYEhFNhuQWxAei3TZTT1ASGBU9
SG/wk8PswD3bQyNngFnt7Xp4RHCgQ7mNxr2B593Dv9FnkPWAvNHBcE55aDAdRQ8pKhaYDl1hlHug
OtccUelPimAX14zbBt+5co342ZwMvNmp4PwJPlv62RbYOh4Bqg0E9+vGmK6wJCdXqqH2cbLuMWD4
tTIVkCCYMPsBw1KR8aROAEAxsdKic/Y1DPzU6e8bvTv0lnvl6iVrD6gh/DcQ0lsvH+zpwN8/+zW2
o5gSjaHsQ4q4rbfDo5MY1wmqnpVwZpe1dtr1FQ1QTfCyZUBPLh3fTS3ON1kfcl4fTL23F4XWUw52
PM94UOt2Q9N2GxLilYzzMS4FlHv9OOga7o9cZ1Cnbrpw4K5hxRFJfqBFuAQ8O9Wl1op1FiffCovI
HNzKXSz3YnJoS1AtWATdEznnJE+zUIjuy5tGok4B0M0wLzuxFjG3HBGshOOiHJmh6Ya5/mSD5VlR
eHGQSdv3qJD3dYXwq+Nh9LpZrG0t3VZF9djL+MJy6sGjCw9aLmlkCKiDbcEaEJGyoypFXcTR54HE
pyNgy1eZhs+j3zrvCFz1R+bXQORlt7LAeaxo0NOWc8YTXbIOhSBp0GYx3vUhr1nyADFlY3bI0yjV
Mevqd0d9zzPo9RNDSwxg40WVML3c2PrG261jJzmHEPEROvWmu85MnyNapp9iXUEn8qudw3FjLUvt
YwYik5cDVrPvJG3Ano2yOZogVO9H7UpLblWMjzs37hcsYwPwE7y9tKaCI4v62tWo1+ckWCegExDH
ditmuHdSDVuAB8CIJCJkh98wztVtlpe7uj7XOEMPljLOOVSIUmuxNWINQsj0NkfhaUa2Ba/RM8bg
rFnmoZ2sW7uFe83i54305fPMeMB1N3khyDNpEa+nsCiHpKjQvcUxyyiXBkEFEVqhm2C+mO1beDhS
Q3FWB0coprdSz+5zmyR0MkBMVtRAuLeSfcYE8k0oPTW2n+xdeMLCrXaQkkIEXEaK3lxutbr5wiHj
stgo3fA9L51rld5FKHG7mtu5eOgmoME+P7/Zv3II1LzIpbOYMnIP5uG2C57SlLmtXm8By28794O0
6evJijdAv/1TWptH0cZbjZ4Mgco+2pRvA1EUGCH1TRUiZG3CEXaaxrrezHJeQUCgo4rSNO/Ful/e
CuXjC2GEt6SPCZ1AexSkhrDWQWJRYQ7JjYnSLHVxPTU+K7OECg1PxYNuQY6aVB2ABw4jYm6ZuGO+
HUrUqnPHETlXmD6zMzP8Yz7WQEfp2QxNdAFUW4OP5FxLO2aZ+levHK37vVu8jgg0Ks8iFANnT5uF
L3bLD3RAwWR/GGl7QzuvCikL2hYKvyYYAIyNI/JtkXT1tK/R+b+QuYIkK7aAbW0xy6Kva1qBRrGw
BiidPthdzADsBU3ZRWfVDwDP+ihS2ICtTL3XZpy96iqb+g2gHADpFpxW2G9kHOOLN80lOSDPo3qN
417fm1YvLCblFjtia0NMU6XfHEvyUQgUHRvjigKm+8a1TfoD8Sl2tLagpjKLKh2LTJMs+0xN3cVC
K+ryvtZqBBLCqaCUjGOQPwmaEv21NnK8urH8qL0FOxOGGzTZ6qGUgQ4To8SQsQ7HDBRJjGzkg0cL
G/hYp7XYZr1NGEPHHByarsMXW5c2mHhPZ2u4Gwa5jKjadrpJtaVZnOk1AQRjm43Dnq0H9yZdN1pP
zK74gFnOAelKlBZO+9CRy8HSTaV1VSSR9jzMhXZeALzVMcGpt1n0dh860iFaSWXX0vpEx/X2X9Vi
uPl/DGpp6NYCVPp1p+EBcUObTj9m4M3PHYcff/tjCK5bv7FdOEJYpvtjnv1jCK7rv2F7kZbAre4q
OE3/0XTgXxS8C/5I6I5BNC8EqR9NB+s3Q1KRuMCjaFNIwzH+laaDvqgi/jMEmLKWfoetDGOBXv7U
a+CAaPRgT2105FeNmb/70lqTdP8l1/WdVheeKosrF0IUcWM/XaW/aHP8kab5n2/IN/r5Dako+lQ2
EoiPMNYkLe9kh1zKmSOAPOXvt+UvWym68YtvRRvn5zcRgT6EHL2mQ9LdD7Naq7xdDyaLaBBs+vHN
Z4PpsdvV0PHmiFgDzgvKt/7mG+pkYv/lNV0+1U/XNLUy6l2MJWD+hl2BLoxkDCZSM4SKDFHdrcDo
wxdelDOeNmbXebb/31/b5Q79y3dePtFP72y4GqaRSiMzyEFbVuxQih2W/QKy4pFp9S1wrqOdWOua
2tNnQPY3b/urm2j5OD+9bYL0oQLFWBwmhjE33Tm9aZ/xdOZPBQa5v3kT2mx/+dX+JOvR9FDC8yn8
Aw5uiDF499xhN9U36BLWXQEInKHS33ydX9w9f9aDRJxU3GoYx8NgOTuy71aRQz3CUQRC0W1qYovz
59111h+7/NE0kGRn9eZv3voXP+DSZPz5SlqzNoazPrQHRe5FL27bARt7HeyjJQUG71PZcEUVbQpr
HVr631zaP8ag/8cjKRdF1U8/n+OOGr7guT0kEoH14K4NgeC5VzuXR0aN/s6f5SLw/b0v/eun81df
8k9rDrODyalaxzmUl/Ih+saRD90zGg4EuScsMEi2/y+v5p/WmgQMnWMkRnVwNRs19GMGq8SY3O+3
D/6KdWB4FREGemx8EX+7wOnf186/WFPln1Yfc/C1afBrQnq2lu1FT/olPxXhKcTh7WzD2/wgrwaY
Awnn83X/jnyb+e05P/XNfjxC33n3QaiEG2YPhA6czc5rnmLo8q8cPlbairUyME7Va3Eu7lMYImvs
4TvTPGkb12s4Yp2Luzg+tCen1J/TCjHSM5O+1btDxxACxNpp9q1x1SgPAu0q+treUzY6J7JOvOIa
q4u9aw7xZtqbB+3oT4dxO66VZ/jbaVdfFZhzt2o9HfI9mSL/k7zzSI4kybbsVr703EqMk0H3wDmH
A3DQiQkQxKgaV2Oj3kZvr1fSx5D5MyNQgYBU/ckX6VFmhkTCHUZUn75377l+/SU8Vqd6E4lds6lO
3g0WKAza9Fcv4kZZyavyDGoio5Xgv8YPxiFYA7PDKbrPN5y5AF7BaPlK5U2tT/32atLHyU7KDg9C
v67WgIPjvdzU/+bKqL9bk7VOeEEKhWKLOh27yBQvgGCk8VFMtvHZgbYK7HghWn3m8u/MuD97Bqdn
7VcPg/7zy6UYaEcT2DVbOb2+KvA5zUNlRBiY/hySKZNPCsvqOZr6iCwrbVOcRaSvB9QyzadvuPPR
K/d+hcbhy3Gj9TGZkrjIyQ8LiBywFZN9UBNpR98Rp2QKwFTd+4I0x9wKaJFacwUMHFJ5fCWFRgRD
ht8K9XBPhRvWTCUnZdTQ0dYNWg/rbHmDNr0KAPhLRtC7ztWilTCjJZ79BXuiXJQ6JlwFB1inMITX
G+0gEMQzgKXHUbd4NTgrpMGDMyAAVoe7ONC20OdJwTY4RLVyeCIm4KqGbBtPqWFpYJ57zTrigV0Q
L1WuDIFUuSSlmvml44hT2OJngr8toFbkYb0JtNqaSU2QmpqUKwLX4e1E1ikDHu9lnEeK18B91ppP
FKkflSH6uz0rNg3gwGXhb/2IxvCj5wWvrqIu+kienYIrOOKlLG7wzrnjAIkQ/woD3t+vfR+s6ROU
9Mc1XYaB2loJkkXNL19DQ1tkrrGIDEoAn8SywNnDTEGkY3y2pn+wZ2rvNi4Oyn1kq3T7Shx67JRT
wAMP+bRrEmN0E7ZkNUQ3YTmwvAfk9Tif/J4fFbDau81rxLQh+gC4G9mY5yyRM070hA4aixAFhxcX
e3Pct9Z1lt/8/sJ+dFO1d7uXaYi2Nqwq3pF47Hm7tK7uSN7aTDc1BvRA4ERbpWdLY6e29f0Y7Lzt
7z/5gwpIe7ebDUomk7qw413revvS1FE/tfvaU6gEhn3Bf09l0O8/6sOr+m4Ly6dxDhJAfZsP6jn0
1Z1rXSZlmQzqO1JPqIwIoW4AL4fpZ6XPtCD+YqF8u94/VCE9rqQMwa+2bf1mryDg97sbl5AKEUKF
0LR9xGroD86VT2lr8VWSgSbX739d3f3ow6c//+HDTeBTtHgo+foW2zYge1SYLptDnHNg1nqQ8kau
3sOsilFRNIcsTPYCaJIgSbWs6IP1+zHttmnpPxVGDiSPWK5kbdA2IfdxrtA4t1duvUoMZl6rPN8P
I0sRSJ6Vwt3TVkpDK0fiq9U3IORQlYxzV2GVJXyJRSvkzvrkKeNmwmkybdwMomgF3BjjviteTcQq
FInhum3XoMroB6OY7J3NWG0cRgX9Mt+wKirR2qagU5AP+vsheTT0Uyfw3D5a5o3UmUM8FOb3xrwX
2a3WrhMDrML3FqBhvW0BjRKjq62BZalirfXTl6a1VPVrrd0o7SakI2RtrRAZEPR9YizFjLEYesZC
P7TuwEGkjbGdZcomNowrevoX4N3Ep8b8WiMisGTvkVNAJtsG8/4y0HuYYu0qkd62JSmwLU/9kGzH
2LgFe7CWw1ZVx5PpPhj2XZtna3D6m5RcpEnd1RTmPk6tVQgWInR7MI9ortzh1oPCOasN97uSaTdD
7d6ZzUnLUSun9oUouCMWpC9kjuydqL/R6KmoDAgACy3DlM6YwF5O5pbmKUttqL90irvypul4XS2K
OHsZVQ8UWBReRy5K43FgzTHvRBqvxzJDD8bFUGpohLGrHtQwucSls4UEY6XfCGmcAUqf1eVzDeIk
2FSEaXmLtB3ErDK6YyjxqlmkQObWuEyJfMg7e1NCLmF8SFxDtiBTcNcZ+jbApCj08TyQ7+2iX22L
DvXdFHy/I2F07xbutRZWG8aOy1IaC68kPhY0fMB2g8m3rfNbRj1XMUNqesuUJ+qWFhl8JwyX5XRp
rjhTXprkwUiYN4yo+xH0IYJs4QqI7kuBXTPI1JU3FlvHlNu0qI9QgJZDDB3XdPrTELnfTL2/lcUR
MiQsYV6aPCEJyEG50w4bXY12XWDe4EY+ysG+7QLn1aX1BlJ1kaj6JkxTQP/WgYA9eziXCfmqpXXd
qt1Bp6ubgeeg375m3r42hLZR/Hxrge3wHXdjh2eihwhQtPYIKUhqTJah/qQUPu9vfx0GZjCj3PZj
hMFmEr0gfSJplY5ALem4PrKyMtN15ll01uzos33yo4XmXSGmYT40c13KbTlsx7rfuGWLBA4xbuiS
mslx87tgHtn4lFT2uCMD8PcrnPlRPfCuFHFQ9ptOjcvXNZCPBf4xaHjBRbvKY/VkSIAvyBZMlB2y
OOENn+XiltCjRUDBp9q3EIDmkMDmTlAuitSeqwXJzI1cOBkZt5g18ynkgApS63GqQrh343mC38zM
LnX2pKpUO1+jTiexy1p1zC+IRZtGsWtSChmVZQu0nkuJt7XzroMW6d1N4pCOiP7CuYhunP/+ErzL
GfrrmItr5Kc1fgzbEWU7TEsjRNkGcCDdpfolU5/YYVC/YDHsJfo9hThbkIvDuUZ87FGzqkSzqYie
egIe5n0XzzJmV0UTEeJhHKjcQKbby2sgRJ9svt4HLTL1fS2lmSHWXtznYjC2IZuwowCrCro1AuPG
vFG9U8XgBYAScNzrCgGem4ltkjUH3W9WonPmVZRxH88EihBo1fGQ6ftURW9RcJmZqKXJXEoTWeKj
0fC4vcIdmpepv66Z5yXg23u4XrWHQQ+IiO1nZDfmUIVCon0xhxChlSnLmvmIbaGOZ8Uo84sAWuON
c2HUiPu+pOL7dAQgPXoeNXTIQWskUDA1Ot8Nw0y3UqF2o3RpXpTuWQvQAeiHwkI6pwzXjTEQtM20
p7pOmm0KUCG+MhHH2/BVtJqnUOnnhG4d8oe+wICrkyuBwjiKy3nZEd0d16uMH19Bcer9dBkI5gHN
U9bgoHYuJrs3I1GHRVeO1SePlTUVmr+oWybb04+lg+JkgQHxjnPzwY21dZ6N6ppm/Hlo8nUA+Aha
vNXcyvg+YMRS9k9leG2Jdj4JYAdbLkfpztOmvpgyWLkpBLBFnUR4j94OWeTSDbdW2S+gNwBfQgsM
W0omyswxJGJ1fw1M5MpLUCeTGs/SNxO2vmVUiE6+Zeg1LFATzKc4xY4s+CxB+NmOG7LrGcgA3U3F
LvGcTaKXi1iwr1rgkst8GUfBUsuCxaSb0ilHfv/6OR+cENT3dbNfaeA7/Qr+3ZNfg/Up7SOb915t
R3Jsmk3q9qcy8q51aX4tlOgi1XXoYL7mxiVBejIqgm3t8lqrtiaPeTwoV6Odp7j77+rQfNBFvbWD
himcjoEonyMGnVvZdIhmVllmT3ZdHbqg37tKvjEQJqjpC3AQhkW4FQOcu4OydmPi3Xkah0y5UgC1
Fp29DQqUpGU1R4azAXBgYnQgfw3VRb4EGXgsYE8NUQEYwF8LgXKdf5aqvWwre60Czo3vyy5e2tOJ
Ob/14wJw8CRSn2FrBvidrEE6LXrc6L7/2eLxdgz51eP47pQA1ZmhAT6oXVTaC9cjbaqoryUNTCIV
9kNz1Sv8cequyfRdlDVsbR9GFlLmVGvO5eARKf9ZW9H4oPWhvjtEjEPrm7QAlK0boyrGlLNXh6t6
yDXamWgjklG+knt+SJ3uQvm9NcbbZhsk7h5HFOuvAi+puUazg8Zk1E00QMPDkN6NyL4hcLDOiVfE
aVva+jvdm025flvLbW7GPI93BmJ73dt0TJ+T0++f34/Ofer0XP9wRHAKQkDQ89mQqU16Y+GjQUer
sBeNNjdBdMX2PmuCe1019nm/tw1lMTYM7P7ND5/KiR8+PBlL7DxVy5iGhvCg6bjc3D3zxhdhyn2I
ECob2j3xosDqm7OH1LPitirwIT75/A86/Oq7sgU1h63oFX6GWDhXyL32RmkBKkzOfkyPH3jbW++q
s0iTjO9//5kfVCzqu4qlShRPJULR2mocazOGRa57ns71U+ckpTTpQhXt4L93dyEV/3yBgaU0Lnpg
Yxvb5Z3N2mwR4V1YX3USTyz3IqJikVvOAh7kWbGGPRCNvcU56Pe/6q9P9rr3bsNvS4KjDHJGtzYW
vE7Y61GeBhs9P78mlOC1Dv3k95+kTe/ePy8Pb3F5Pz5IEEuGcGw4J5YD43sDmYm4U/kdpysLTWBd
fa9LECoaij8kSJAPbfYBStPY+OxR+nUrkrH9z1c6Q+7dGMbobpn7r4VuLghRnmsJvXKuJzaRBSJi
UrrdOR6CVcLX+uQ3/+hz3y2MadpqVWcO7rb2MMs7j9O7W/r3tf4WTr3XuPR2piz6IjmX+afX+6Nb
+24N9KK3VEEVhDg0lTl9wDq7dyc9RUz/TbGcma1tQPZiBV7EMthlrgkp/JGw8mdpxOeAfrRRYS2F
HfH7y/Drt0r33q1i6QS0syRna+BbL6B3l7WJT1611ok/UPSr+0oZ9ppvffa8/XrhIKLr57tdGoIp
clt4206PX11GjwK+Cnjcab1yjXCpR2TM5w8Rh+Hf/4IfzEB1791SVVtBYCkuTzjwwXVkqgudHFij
e/QDdxHq9bkbaBYXj6WzVpXg31qrdO/dWiVCCWoQbzMVe7sPRlDHTMskb/C0LLqZs1cZVkJa+zev
6nuHgLSw/VSkBW0DWn/TgpHznvboPqdWoF6pM9/E50nWgmX5f3zmv+QmufwXMsL+G1pJiJt1HIM3
5GOVx5/kg9swgkH5ksE++Otf/xl+8NfP+0/8gf0PoGVwLnTk0QApWPH+xh9MphJTdRwNG8qP+APj
Hy5UZnJGNc1ydN3mf/pPu4nxD2oeFZOKicjuX7WbvO95Ugxapmny83STyFVEKM7Pr6itgxkJsmi8
U0rtwRz0HSCU67jSOMelAhOksdfcKdje2GN3cxA85d+AVt0iJL+XhnXUBE7fuKbXpxyjMbzxxxaK
MqjUrMOBGd0n+QgcGifjysYLYtELXLa5ZFiZBzT9htuhSq69Lrtnpr11yuHZBaONO+4yRDFdNhuT
hTeCT/Qmh12efwMUyXAnLlDmN94FlfAtaRbLCMD0hH3mfFppsya3v7OeAxQ3Djhatq7mXHJHuaiu
d+ULRgSwvEoAgdJVNgSPPQkOwRnmE3B+OXhvcjIxteTfKvzZAMdsOWs6JkVmhnHSipxypjKb7YhL
mqPDfc4zmkhhnzwpFLOzKhbkQgwYR7X+1iSDYFZpVjvHvrnoWs6fgZHfux0JN4V0r6Ydtp74Pone
gN2mQarVq04497XWB/MQZsCSFt3KNP2NV/Cj6qpGbW92t0FCf5zkj503+N/1jkmwxlVR2tSfeR7X
tqeJSE9QlnM3VzkhW3znisI5SWoOyo3SrttYXEOTwEiC7aIfynv+XzrdrrMZbNDeA/nuqYsN02r4
Y8TxpzBvxZJsA7BecVnOhVt+i1O+OjDpdN6GAju1iaW4n+A0acWdGOvyPg7Ghw6Xy6AqVzQF90Qg
5rTsyhulU79YOYJPtzfLmfbmL6mrG03aF9UD0cu0oRu+0dM9R0H0BChLm9d19i1AhEtjaBV71jDz
XfFtFBWOGJckKo5UxMSnMU7BFE5/UcM3hQ794MUGoe79syWDcx45p9RRkLAbyncZ1us0H28DEtNA
FNXFgpiCaGkN3sbEJTArSHCiClSW2JVucFpvtFZ9aNPyPtE4aTj5fao21/4oAQNlN1oOtqnLxb0/
Dre6h3tBUcbbaCKCB7mxGKMmnePjgmAJTHJuhzRbW916bAnXBCzrb1TamlZoHjxQeTO/JluEHKdv
icYdrvS9EibXrecvaabPHSPcoMfYybL6Blp7k7ja0o3FUYumW+C74HThRLpttXRqeN9ua0Hzbmjn
T6x/7RA2AI2k9K8MzmRz3rEnEJ5rvt6st4bvulavW13ZQELcqAVM+Dp+8gv1uZM4W+nSyC691iYU
OWELnC+kdyk784tXaLTPrW3RiLev1lEwZ6ryPQnNnZM620Lh4piddjC98HVQrQshUnuE98Fi7Mxd
qiLVNcAJJf2tWiobJJ+bweWpIJbvNVSKG4JenvPO/d5yLu9KLJI6oPRhfI5ze5tYw3OXiW896NrO
4tT3wyJ//qMe/o9MCu581tT/83+8k3D9uTbCpgELww7hvJ8uor2LLHhR413mJipQkuIx1vCMu1m8
EEXwpetpvTj2avSzQ9DUj7Egm6CzV598i59bJn98C0A3eAw1h0a2866IEqiRyrKqVL6FKJYG4KwZ
et9NCeIw0NMDmPHbuBDPAs92Mfi7vDKu9SDCtir+GM79S5v/hyZRhD9/eUT/14d/67/h/u+oLipK
NtiP9//jS/oyvPzHXlZR+n//9/+pk+m/1tXw8vWFWmDz8pqLl+hXGtC/fvbftQCbuqWzb7+l3VOd
/mctYP0D16lGjjnFCA5Qzid/W09tSwWQ5P2JT+L+/10LGLbKT3SwDBLyiZX1ndX0d9bTnw8Fb2Gj
lCFUQ7hOCUx/f+TG7VSleqZWdzb+AqtU98K0FwAiFjmOBk5yq0QU6zgfPtNHvOup/PHBnqfZvGem
Z7x5a388ldqeppdY1Zo7fPjLyoF5AV0ab+pSmfAZqiaWSoedYxjbI1JD8oZaaAhkgoFAxHJNbbCe
mGLY6HZmb68mXlE8DsuQzlymtzdxpS7TWC4CYHe4189d/qoJaw32aW4H1rVIk0tevIYMaO1SHMx8
XEIruUAQPXo2S4rH/C3p862d0ewZ+7UR208EQEJvN72L2pAdAIodUXoXv4ZmsVbr9OTBwhvM6MUA
3L1tK/cSCJrRVfFEe+jONGnjED+RRhFGVQDpISzIqr9pbck8i7MSEZvuqUudS4QxevqRYLm2bcdX
IQ91m1TuVecR65HpfrgClEXj10QqzsVKyCLj0NFLZRdzsG6AaC1pnB8y1f8yFDB7si7bZArm1VDG
qyThkOJ0xaPn+8vCGJ/7gXqgDpWQqTEZKiOie8Cl6sTFMIH0OEalzBvTPsmSFiZhDkimkgXL5gSD
ZCiY1js8gIvMFAdYoSSAkQOKo4owu8/Orj83FN8eF8zWCKktKg/7nw6xZV0K2ROQcqe69ULtLTJp
65VXDuiMrOvBl9jC7O4KIPyltYN96KVLkywRoMGniI23CYvbonFW5dBPROn6MUj7+xSwVpMX61Cx
NoxR8Ez4y1DDtxuZG0fo12NTrCN4GQMn2pnI0evZ5Tn3+3tRU/2F3PbYPiALedR8yWkT4wfN5hIU
q9IRPDLdHbhhS3qTi6qdEGGavMFTzj0jYDIKXAIzw3aeppzDQzSXYJTI3ZklqXUoazbsVhHP3UTz
kgD3NEcu5FA8pVa1Iz/whJd8QwzJNe6Os9CdAxTjq8Dor4qyvIU9uUhTZV8m5l0Y0fr29Lu2ClYa
9cjgi7PDa9KH5inRqxWch2MbfEEmvrCFOAcF3xXEdQpWodR4QrRmZaRi62ZyxwN6CHEb/bCk/mq3
feuh/t2V+uPGagbRx3AWTQN/6M9HkTapKuzDdn1Xqd6lsL1LrKZkpbmrQVaPlQp0qdP6q6i3lkUT
H5uOOVyV3/jtOjcz/CD9FXEg66qMDxHUFzUPVsD4Z3qhHwsrxQFTnCFBX8xBLqLUORQjqgNyEdWU
2ZKi9fuqLLdvACenPYo+2w4U7o3TLeuiefBZCWtfzAGNrzPet9gZ9lECX4TMAz+tdqipFyC3X30Y
PF1rM2AIY5q03X3l4vSQBt8IJUYkYCUTItY0K0rsNdGRK51KH7QToPSWyhzjdD9dehAabbYZLHks
vBaDis07nCwdViG8bejU6mNgtFdk3S9iJmnC6Tn1jxwWiHfSuqPw9DVIqnFOvs4crMeMV4IuC5zn
8h686pWPkTtPvnquA0uFc0OPQR5Pm86voCu4LqudrIsNY+BzTNk/Hae2hcHK7yvn39/xdxLZP284
4j2N7YbyakrI/nHhp3YSNtje+o5rfZQNS0pgYdiy5rWZbUp6lF5nbVw/uE4dH5mLt1TiYt0QlKD0
XEYeDuQHTwSRLT0zKsjyzDfFSDlmVKvKNDe+bcKsSk74KBd9Lh9qF+2tYdyVfvRlekt03lsOjauK
pB9/8LaEFp4q0lR+/0tSSPzQav3jdzQ44eP9wKdhs0X/9DuaqV46djI2d2HswPvlMztdLoaqwwjk
x5+sjW8qsPevkGFaFmwLcIsgLn7+tBb2PsG2bKVm3uwsQZbBzFkYnMedYN+UxEs6cONb6wAMet7j
gVOlaGda64ccHrI/ysUPFd72LwrX6Rd2NfwtKu2Nd111w2Lua3Rtd9dxEBrjcqt4NO+nTbXMbMRB
9rwgBkKk5rpyzE1bFJuuIezPslaC90lN5MLO7VPcGKcGlgzr9S6UziEPy8c+y85xFuxLVlS9zba5
J0H/52dL986RVT2YY7BvSwv1hn4nlPYG+xq440E+CBmfJpIPVtRDRQJlEAdfhSjXLfMwd5BHYPgL
I4m+1ezaut1f1TEfQgkk3Ow2GWABkZVWkYCAGd71h3uNv0PQSfEUwFg0+QszrH/LXFcutWofeiPc
F8RufnKTpyfmx3tMm0Y3XUM16CrRHXovQSw034zCkMtqK8aGpvbaSP0/bt3/75U+gx0u2w/v74Sw
+RM4c3oRAGcukcgr5fCtbr796OUCGPPH//lnHa87/wBLylnMtVxoMdOR7M86Xjf/oZqooN6sXCqw
mL/qeMXFs8UyBypGd1RLdSYS6Z+FvOJNTi/LULERAFsHQfMvVfL8vJ+eEcgxsFYnVI2usRK4lv2u
DQ6lubDMUS32qmritQ30wVsNAVDNXiHoMi7oEkUFqKUCo/HSd8xqOxJa9EDSu8GuIGtvleWuCjLM
D78CA64vXqL731tlSNCI2SGRGkWGXZlEHyD4VMPhuYkrfxeRw1zSbNJB33nZeMxkLuFCe3V4zh0H
8UHm2F/s2Cc/HdDJXJhmsuTsncJnr+ZAZeCBmGZ1bRkpKPw++lJ1khgES0Iiyzwjf7E6voWfgxye
d4UHfaY0coE7xQ74EwbO0DtQzZARNoz214iD/be371L7DlFEFann7hJtazGHLjNeDxb/1pMqeZ07
pXIpSQbZUp0l/FRXGubSDyR6xkoEOWK7aDw6DSG9o+P0eOWrFoab1PjlcrgZJLZawaNR2ND92EWY
2imkaChUqlh8x/IYt3GtzM04GQgEK+fK6OiYjRHY3oxJZR8IKRKXRujFU2Tl/pPWaz30L1B3xGDY
Y2addb8Yj64Jp82LNebhZmDGM2FlcomlDdw+CRV0hyJvZhd5v4sjiciuzbLyQdNzHxG/7l+a3hG4
4Jh0brBR003UWg4BvlomNxa+YmOmi9a8J6smPHeJnuLDqQxZ0NXr64eCfLhnbP3OpibN/hz2bX3R
NF95aP0ENfdYe9ukDbKl77kGsfTC3zl1rxMsbMOdtMdni4nq12iILRLbI6O+6m0UpbrpPalYjU59
F45UeGZ35WTA2yw5EiNfuuJsquBX3WSaAaud/kQmZ3Lue+k/dTIxsN0PAAEDzh0LqMNAt/w3GWC7
wrcQnvoodo/EjeePpBqrj2UYDnfEsthnFdcuPgP+ipmYyX072c4BKilgMqfWGH3SJfFfCsWU0JE6
ue7aTKEtlDEAmUHBUOv1FUCZLLuKYmJmBwq1ZZT3ZKFPxLQ09BvMhXDnN3XN+5BBZkH2k0Bh0HxR
PMFV5ECLE+VoFWApRCKD5xGx7/qNVqdDUVmhuUHxPFbJkao+ORppFV2nGtX2EIGa1MYmWpshoqfG
MqjMbWntA0Cg61pg5Em9ELFanJGOmUK/azsnuyUjsVgNukTILZ3qHOqWQsoSsMkJBukxi5xDLR6O
hj5ggIZSd7KbITz6VDRffdJZ1nYCfq0m7GMTJVFynNIwMekb5n06RE40GxU7XXVpE8TzIK1aqrCg
kuVCqFWONLhG1DNRKjW/xbWRdOjOCGAJDCIREuRgru4f66B2TpAl2fA1dK8R3dGd0pNh2rgyuSVW
NN9DywJXUMg+uaihnj8SjhjehjLUrxvR1XswOwnh21mww21Z3OWVH6O49aEbyWqUW7JalCntsz5a
USSnNETtQAgzU8i6Mkdop3p5lmMqD4UzZjdl0jKShW24CVhntgLY5qovkHRbamm/QM+SOzsM/Dtj
KLR5YEHPyQrRbX7Yc35xFHrziP29xb8t32w4ngYDzDE9931hDEux1jKQz3sTMsl9TuYeYkSy6NKZ
KwFQNpq/h9hvz1vbADSUae1jga5g7QyNfLTiqFtHStOufaa8D9gzT0VHyFul2PqtiJ34Ua3jZG9Q
P6/irBi3vVUih3QKzjeeyL1PppSmPU2Q/v5lXJuGEhUpnUtaXiaF4PsKGCyBaI2i2EsGEw9uZrJq
RnbWf+/HUT6H0zWs6rKH6fV2dafrTEYhb9907cPpLhRVbW8itJ3wQpXsRk9beTB7xBhJH6vnnm3p
2BoRJ+2h1NS1F1gR2L3ptusDEi1ltJqdCV4JSND0gIBSCnb19NDI6fGJpgcpnB4pTKb5Yzk9ZvTv
eOLorOR7OT2GwcADyQImd7XWdEck+jHYTx7cIgqV46BC51AapvtR45xpGMfFAgew+dUrdRZmMFE7
B2UWoa8akTk24W2lIEFsbNSlD/p5gcCyI/WdWBkcfMHWIuOQNzqIo61UHRLDYcvuM9Z9xj2LzE73
ofqcRPt4fCFw0YLzgrKsjG9i47FCV9UU34HBKv1zwG5qNzCeRuZZRxHeZNVL1t+VRrbsxVbPr+L+
FXw4cIsTKSTwkyiQHzW80NLTFqTARw9ey+mPYwqbKtmtxSGLp8j6/oUmWxUkTOYIAXcudlctm+gK
dSgOIPZO2ZKdtIz8OQDVbSJWU+ifvie86CZ4LeCmctzGgNAtXLFqxyclfYACZqrnhCRDQl0jsfK9
L66+GV4dHpkuupLeyh2OhMugpxezdEqlKaOVwTVODW/JfMQNH4Cxo8EK5nXazS0EJW4GZQhi6BZU
EwW6qt9lWXsSbT+LO2vXlsaetWs56bsDEFdEseC6uLHIeg3rfocGDsNA5XgmriKlATOV6BCBuk7d
FG7YYD0ARcFYgUvnagdlilmJifRZU5xolAMZJztL72Y6yNNhNE+iGslK91ASDwMelqx/9Kz2INNx
UVNrNUEA/5IH3Y3Mo4cbJCZm1oqmVtuTbXCgiHTj+9h1j2qmf0kHdUHV81UfvWhB0Lfoi6Wssjsg
5pu+rPcds3/R5LuukJaLDeNRk5s+y0+pCYSojtQrQ0X1znJzW5py4+jZphe3wNsJJzLN11Fiyxy6
HSR3/LjxXMOXK/FF4lTzaHD21XCwxi7Do6mHGBn1AUShiCzWchpYVonhBPoR4oPYWDYk355U1z9X
smFSN5zUvF8Tb3uIR4+A6AE6PXNDCeS606Aq4dYj2ydzblOJ9wXDqNj1zkudc1vM+eC+Gs4Fl6hO
+9k1Dnm3auMvuUHXhpmtA3t7iIn/iwnqmUET5iBLLrRFIo0IrjLC85iaJU6FTRttlYb2Y50qD2NB
YVYOi0Zm8y6+LnJQLiu1iLZ69cSk24fam5kPxNisFB8WUnyq1ScYeiVMPOGJvePfWgZWV1qNib4Q
9S5C0tMAOmZHBqMog2pWIlksELoHaMoCIiefwuFcgTt4CHV3HiDlSwPy7qNtoFJ/TNJoyVvCmxLT
+GgeRm/Z2waS6AaS0ZVLxpgs7blTfXUCvOFH427QzgkgvOqlgn5rxV9xRY3f6IbNtXJOHMg8aw+1
vtD1c6rDTi9PvIFW3WxyD6z/Xo+uWqioRndbSULlem2jxzeuSA6Gmi5k381jA2MsssKJ4UzqLBEf
y9FaUIiYyPQtMoSNqFoZHUa+JdHEW4OU8tYZ0GkS7KytKqrPsayXjvFQpCcTKpgqvzcjXCU8FWX+
HNC9Hxnc5rBVOpwgwC34vvXSba4d+tktj0mAYzsi9c0td25wolBHKZS+hsHFqs4AxPax9lhVIWj3
ABT69yId52FK3RtvCSJeNq0E0Z7cG9UI8HUZFf1CS8Nrib0oQgb/NSDZNwj3tLaUWttk3snEh5te
MuwWogCnNZUrGmSV4kGlhYpgoIlo2VKS43bq7HFmOAenf4LmMIstZTuo7ob+x1ILNl3Uzczuu5lo
eIxXhbptsnKphy9l/Kw2pGlYnzRY3nvM37ZWznmmo7uuA+EWCshPzSXEA0VgaHm678HMocevOiKM
oJemxEiVmjWDqjoUjAqa7KoyB0B4haO2z/hxPeqZnpOHIY6Nqgw7DA0UF7mfOhZNVi4eAT/eWnkr
CoapPgByP27hvqcrtbbjvSpAKQ4AERnsa/lVI6Nq02S1uQs7FUYb8bVUVzG+8ZZwttxL232RVMMi
CeJr1uj7QkQ8I1NVHKJ275pV5GBqlIx+wmE3qDdFuo/qaOtGPkcQiFJG8s3JX/NimRvLpC3v8mRc
kMPlLCSbxA6xxeTJU3mvfFiWYgIRtRtDDKtWDzdpETIMH5u1sImSnOly7E5qUonVWFwcb5gF9MvV
oyLk0UbWjQLFeIyra6VztyKsgAgFMwbWJF4fG3ETDGLP4fabTsvRIG0rYHRPj9kq5DLhlOihOw4v
kmER9J3OOaGZJd2C1NC6XUiiMezRUDZKOm5tj+FNm9013B2nCXACDzvXZ8xQfx0jtmPlPJgvImy2
ueVfZ84dJx5C0rWlPmLCbG3U5tVGqN5Cls1+dJ1bDWVIOkLXDuuZHV/yklTK0X8O82JvYGorv9vj
vQMNE+7iXCVUi5Ax9ZM+57thOc8iOhq6GgZ0G1RO/zQ+HFWrgn9VtnvYhZQOYButIqXRKJ+phcZj
QtzZesz6aNnVQcGOz6BBz0EjBQUF4Fv9/C+1r/4rKrWfZtnAhKfeUP2GPf5/7L1Xj9zW9qf9Xeae
epnDzQDDzAqdW+mGaIVmzpmf/n0o2ceS/sf2GIMBzgwGguHu6qpi2nvttdf6hT9a3D//+p+hivwt
QPx5G/s8LS/Z+GNd69sHvte0cOlRKY59r2eB9KFw9b2khV6yplOjNxgTvzetf2tNK+Ib9JIRyGOj
bugS2gX/qmjJ5huNJo527F+o/IIS/ietaapWP20iDEW32EPQG6fXbVFLP6SZf2wVbHDC1KqXW1da
BqQpk5mSL95wuqb2yLxlStPbuPi0mIlqNStYP+nLCgdVpByFpitK7vOaIEyL2HFzSI03sWrrWRqf
5GabMpafGCCUzt4+tlELwH+UmhM+1X0uQZZjN1h0rjzUQx1ypPVznxyoZVIDsG+YoEmKW44zDoBi
usO0mE3pXpel5AH7WAgkmM4NBVq4LUwXc5pMSuASPvR220pggMWmQCzPmNFQloyujkY9WwVbantC
UmzqZlgPZXrpswpRtFiV0wRJFjU7On07PGx5N1KcSIZ+dhcKdptr1vHoFWzNb8V9vNnHwrxZG5GN
kJXgB0D5Qc3v83jLPiSrgD252m8LLF5DgQKi8bUpXOe3Co4hNT4N/FiPsQplpavU7WGPV2hNRSco
jzF+idMXa8oFvEQSfD1Oab0I2gm/0iXxS73XB49ufex2W4ORTIHlOmlniivQTSJsDbuW2ZRlJxWR
nL2Z5nQ3acWzd5h1yQrrnQUoKKZUSe/r1KL+JybKGGJsNMZ3Y99hWrso1XhSEsOsIRUT49auq9VP
OsA7knVplF9rNszIyFv5XanIOq4g3GU30zMdIzOpvLA0zbrdr/vGq3OPgV1rKjDd9rX9nBYQ20m2
DfU9Oq1LWMb0CWx5a280ZcPZg0UH2Bn1N2XERFdTT/T/yndGUcZ0cLVmd/Ijv0nESdQ85CyRnc5U
sIJETLQrt/V2RL1vsKdl12eX8luNlqixkIusxZDhwNes/fmviwnfUEp/7L+PqXP4a6EgBqpDFOVv
gfsH9ojapBZDZMdeHMlsP8EqKZBxEOiQDRbxTSjMg6GUUWSArq7OgPgGEe+GutZDbVHac503xn1r
NCqqmy2VoVqqn2E6F668pev3wP2nLSOVKPNDreC3c/2mzE5xVpR+1cxQxy3G3pfOTwIYDJh8DuXt
Ls4G0+RJ5wX7N0uH34wmXtmHrTx8pIYgrmellQvLUzrWWUAstWpbgwpRi9Li8qqPevJqragRt2wY
QsEq1Ec5LShx5lUv9Y6R5xjQy8A76rR+1akbwrJBSIeJiD9t1Tb2MkyFm8im9dXaNHYL7T5+rGbQ
ITa9J/jaTSwpBpx/KX5bQQv5ulE6uu9Us7ypdAtvb7xPWqRGBr7CwWeQ3cEK5SuYqmIW7VQo6fv+
zSP/mW/w/TbqR9MRKI9m0YT7OVri3GfMS0qfEQtz7aGp+vk9G4hnRKjZWCOLGmkiBpd1D96mwzbJ
F4rReCnFabgzhEWK9Dkbn2MpFZCJnDc22IBCjG4sUEaV57955P/mVOkR0vslsisKGOSfT9XCgrfF
TYeUvZendylPA2nrdvebSZQDC5wF4gOH6RdTqfm72/RzZerbbdJNXTJ1nS4a2KNfbpNl9amJLSuj
bdX0qAZbE0o5LszjvrVPpjBLN0olj/6cDZW/7QP8QlxOnd1q/KrZdw9xy69xlQgXYNOVh7ucfFop
Kl//+mHKR6/m5/lLckViRQfZFBXlV1yWmddr1ejwCSFWs5z0VLwR4ogf22li7di3ASdFJK9THIsn
2S2ponnxrKAJbxTvrWRYwjnT1feyStgpOhkZ+1jAZtOcq1BHtQCxiHIKYHpL6ATEafI9LfxHqdhf
qj7+lGv9n4QbtAyQ+Qe/9c8TrsevdfFS/O6QOPx/boYTyzSCFbyf6i8vzY+p2L++7vcWo0raBQoP
ncffyQG/txiVN99a+7oqazQRf2gxyhpUA4aKJZIrMbCPLOq3DiN/Ij0jhZNpLmKCqP+jBiNz46dB
SakVIJAJAPaAO/ywmFAAUo1szpVrHmXn7jTcwJYNFbtFDcM2r/Lp+FW9MW90z4Dv6qMZH24n6RGp
Zuk2vs9u0Er36itczjD2Vh9f9luK1SfZ6d3hlF+KlzI6KhMWC67dRrBozrmXuKuvO6iiO6w5ru7p
J9zKvTlUnYmfV1cOWrd4IJVDCm09p87mdGF3HjzVQfvsjBRQJIQUJ1yIp2Efbd7oi4F66oIiyN3N
E/wm1E/tY3JSXMktbgY0zO3pKrlt1PqtDxbhJsH2yZZ8xR1DXN2vB5E7s81LcTXC7kY+Gbd60N1s
19TVI3S8T+VNFs1h61chEHMfEH84ncxTcx/fCTflY3GybpprFXaHbpqXOehjR7C7PeGqBYaDRBfa
G4ZdXfEMghkMWZga03N8R3/MXj8hthYhoODlfK3iD/bXyBvc2H9CDt2RAt3NPNmLX3WH++q3of7t
NFRPCvkGtwtAooeq3USD74l38WU9ZUETAEJzMD0Kp6B2Ux832mj3sC86T64U9KH+oT9DevYVR3eV
U3ExvMU3giKSguWuDmc+tTxU96gAB9Y9wtJDhMTdPQZxThFUJ7o9RQD7wamDzZ0dTBbs/JSe8pPp
K6/ou98VX+TP1kfKUpzH4Pb29OQkzuJSw3NmTzsNl8XXb5tI9WN79oqgDRHSddNwuhj38e122dzO
FX3RpXxkd65+mz+Il+rL/pbKFQlVcrgG2ciy9zei23vaDY5o1yEqHtvn2uui9VX0R0eLDBeTAJ/U
9zwHcpgHGgp4oyd5hZ9f1avmlogwRwRf6uPZo3FnRD1Ho3seKE7h78VdfcpcuJpB5orvsLg8gUR/
BxPMRciAkzU9JMj5eXPFUH2ozko0hVQJNskxb9QH6Y6RGMRe5pdexzwRee3LdC6fpbvsE/OHd+b3
KMYE9DP0kxoIfnZbPObX/CKfyot+bc7mQ341mAH9JY/SU31Sz8PfpI+K8fMq+cdU/2VlXppJbvSm
k65YrnkIQKz+6LYuWjvhZBt2yzn07usr9AHfYFaWURvtruqh/eKMrvAEo9sevOqFfrJTOhRR3dFf
PMoPTmG/zdzMn+zFoUmMf5udhZLbR8wwvwgldPns/HPmGR6jyMHR05FcxTd8Oik8b4VRPp7V5FQF
hYNQhzPamYMeTbCGzb12RgLGQ+g1SIIsyL5i7MTeBEfk4ev+qXqew/EM6/4ZP/E1zILttg2BlGGV
5sznB8ExHOEtFua8Nobxh9TXo/KsRoUTu82z+SG5ypF0k2QXk7F01W8ZkFESyU/7g/YALcqfT8a1
MsIkmk/JpTzvN7E/+OqtFijNncm7Yztx8DW7rgE+Zwzv9ZgP/uyYtsTrryAfnJcPpf0ZeUVvYS5Q
aHUHTzyNrmJ/ec35/OIyJ3lv7CCT52x25fJN3hBpp+WSh3OQE1jNmy4ckW3U/BktHltyF4/yupP5
5MRbaDEehXPyjhHnts6LbosRdmUO2puc3Bdi+EUNeChX4Vxfdp+alYdijzedrbvS0fituKGV4Zue
+aAadhkgpcnQkwPNpW/jInTrlR4bR7uOhNvtdBy3vG6fkls9wefdTjhk7jV+6jEFoi5sPDWgfuat
bmHj/Of2N6OTuaWje727OKojnfFBc/DY9XGrsBe7R4ZyYqkZPMGu7Ml+TVgRZpeob69uHWkuip4Q
kqKcd3Wh+NCFOQoyxofEpUJgZ+97vh1wVySwAgkM45xLQ9PGjR+MCMkfWw6EEEcMNz21z4k7/V2u
idPEnyyZv5QuFiMrgB2a4rXz9OvOUoaeSoBHptuF+BEJPJPe3f3eNR2ugFs5OcYl5UkAQeXmLLwq
uI/on/iTp/Fjxt14iw2dj12F/aV2ameyG5syQMDmB7QfDY7TFk7niWlI7uofU5Yatru6H81AD2af
pRkl0dyH/cuqOHi9Xy72MWyORZI/uInHGbK4znxaDyjoR+YpJlD1vkkojz2M6m3x43Qqo+MLh1Bn
jIlOdbP6HT+lBM3OG/g3eT2SGwEypbbpHC8xgl6O8TyE0H75HamWqHiABBR16JRZDAmZw+TR4qxc
7PHlnSdFOYNldL9fSE6iACybYJC6plu6O6OSqn+gXmGMO4bdvZ24Opnho3MxDK0bbhqLuOITvbhy
5obfvORPfD/3VbYxJPd0TwxGHwyKJ7mVl/FPd8gqTnwft5sxJdyVz9CvvI5T2l55LE7rMgE/IX+Z
POLSkz4P546xQw/GRTvHKV3B0aOK54wGFrGTfSSP02KYWj6imhKiqrJjBsBxyFUY6K7oze7GxNmc
Q+P1+NtxzxBB4mEmPhS3EP4AC6PGQGbDTuDUGMrYS7IEHUO58Sw+J7kNB6m5hgo9zQs+AW7sxtFx
OUeqhF3BeQuJBDy9jdHCDeIdgn0MPbwAuHl1tL83r8tp43YMnLXJsyefCOKgveCZcuqOgerqgXB7
PGnD3cKaGGAwgBO/D3DHcR5R9eQasAG0a+eVDp2NpYCdEhUK5uxxL+CjcdJQyL7d5JGTL/hPZB0Q
yWgQd9gZsJxOKJ/HQA/1cGRVxgLGs0LhTAw6C3dLOIS4lPjHsVSyvGOOJG7upd8GpsRSsXCiuYNb
he4IEWrbHE32DGbeMSTqC7EpLI+RTHQRGWIpwSP2+mDkFpN3OODDnMHb3+/v0+hoCbgpyrVNONBv
Y6nLA4PxrQYjqH1Gnsiq3H2Cbx71PrhrXkmDJRSYxcdIzW7MACVfH6apH8bOcrYiJP2CYzqMvAUt
P1shAs8eSoduSqpLiHaEMI3Gzyph2LocsaoM8HVgyBzDcuHW4qbFHYULyiEMRpXMvaSl6jEXPfHe
fF7u1RtiGs+6cqVr5R73u+VkaISGpL8u32YXLrY0RL3YIUfye86jDsrjfjgZ78HxlQlJqA8Wnsty
I/HpI/ArfKaNJmZCTCxSOKuZhYJ5QRotBuZV+6wzfcX7LcCSh7i7ue2LEDSEtYbPTF7zlhFA1i9z
JQOLS86zwZ2J+60wUgwfh1cSCfJXh7QtBO3gtr7FdSKORCAwPcttXJI5p+Qmjz431hVPyrfYJn4b
4asvEbGOleeYrZsjHWFI5FEzUx2F/BPzDS6hvwxIkbGO0FRxOme2Y5dWsyf56FUtfOzbqsepzJeU
3ILanC3ZxUP6pbk5bnV30jjRkttA9OTvrWeRkptB/hSTYre3VdCRqKQuVWGS7v2869f6trrfvq7h
kSjgQ+5lpCt9SORgqseBxNusG6uy5zO7Eq9kHhfXBBMdgjSQF7c51T5iTScATtgBXlDMTm+hl1yH
6/A1JVvefCtAEdMhCaL//wweK8hCzsWn9ebARfAZYHbqLkHn4MGJVvRs46VKltQErZ+FOxkUyS15
Ts6WIrMrpycrOtIugf1J56THP3+0xS+Ck7BnsJzWO/KW1uMB+dt1ulkvupP7KDAi62wFI4naClTC
Hvh6GY3qzIsjJXasmzZUgt2jouMWjhi1Z+0mfqJTP/KD+Gg8U6ECU6BfSMS8FAy4XQUmWwktoBXO
LsDOuC2ounr6E7ZNajSe46h55v4yUOgl3U7sQuqzfLcINrCW7FmNZDI45aP6xXxS77KA28N788eE
09E/ZF8RUjvrd1WAbA42JHZGsx48pZPcg/7z6K8FLJGkmUceKu225iWB4HVcZ0WmmPByzH6pckob
2KCLbvcYgiSxtYAX7M4Z7Dty05caFIM9bl5xyS5Jw74Gd9Zg8cGP8PyH8kXtwhqMR2R91DQ75WPv
5ccYkBDjhB+aJ95Mznc8XoQPfZwDNDRHGckm97CJjn2Y9e25WXwh7I8XdT0LH0lPGYDCcInDwTXt
5Ik2uRxlYHwDPGGc2s0/0N92P688xPjz4i7+6r3QziUo9LZp42ZkcI6GY3g0SWyd0YX/FGN35LfN
PdJQmDG2+i1rhL7CISCb4NNks+diewlGJZB9FBl5dTsQDK8DYXXsHCBVWCAlT/LnKsqi3ktvds1f
Xze/92IOd2S3SGKvbL86jlDy/TLT1uRInIVtQdYIhXvZ133EmzmNkTz5cCP8Uj6UN1sSqH7D4nak
dSRBhLWYMd2GbESvhsdoJ6wnfu5VLgwRjiX6Eu8BKRGw5vDgGLvOy+goLLScvHNMmpajt6TdR9Kd
+UeyfQzu/bQ7z695cOSzx+06tiCjzRaag2ws0a0jvhOIUbo9n1Cus3uW7OOkJof/E4BkbnROQCI7
ZyOAVwz/x0KW1adgdbFchFjIpI+sTjjnDosam9GaYOciPcgyah7XwU1nGxqAdeBkKZ1yIjjSE+SP
dBAVUVLd3DP97qkh+FtRGSCq/k10HYkf3sny66y3GheAK9CJcfTURdwvFiXoTm93HwFvgrLJ2pt7
c2CGLbsNFtLgqL+MQXqEYe+4y2wBCMqkBZcZCMXrQMYo+Fi4e9RwWVtIXGw+wAmTSPlpJJ6yG3zX
jjUOeIcv2+xAVHflYoCaeO1XttqsMMd2USCr+KHw9m8glXBt/iT9Pl7/oWIFYC2rtqaVriSpZJrV
7tQUlljXvS/kKR6auhtrSA3ahpXc4MAai+xMLYjKETGtIAKil89Sh3Y4icruJmF5d+RbayQd60KQ
EuCoT1FLIjO199v4Ob7G1/5i3fYRHswR2i9UOCwy1sGhxkRSvZw0akbD2/Jp85JwjGLyvcXRidhQ
VY9CTVidhmvpz2eEW/kPeuWxaFzHsx4dEXHyzcf52LZxhvO79d1q3xksQlUwPINruh2u+ePw9VgG
pKdjfaOziU+AFkp2wxIw3Bvn1f48M7nRfvgWqiyblhxLP3Ge1U5lOKeuFsJi3fkzfFtCcMmbczeF
fEaeeawrptufBaIhkKoTehskvtSP3HYkaOd+zc2jsESR7lhSdjaWCykqx3eonDibD0yRfcZwJK3+
sSiB9vcXlzDBe44cLb5f/SO70Sg0kDXb8tvdPXKDo3wne60/EMiOG8FaGgiB7jfu/u1ycFQhKewI
UzyRgWVEZXVuov1UK/eDznS3G0pZMxF9tBcyaSL56uR1MFEggv/7yKUTBuCFevNb4X5noine6ikn
cFqRxqo9hyzMwUa8BOMW5OyzMp/qO4v/Sv7T+0ceiVwZGeKRY7Nb4BpAZjjaeGvdtVfxXX4PxCgT
SfXy68L0PoIIXeDEcSqSsNZBujNjCPbuMSbpyrk9W60z6Hb/mY6jM0W9DTGUGFHer7qTnvojgITH
1pbNNXN24TmSmNtMwNsjRZzIf44UT/E63BvQHTmVHsJpzpEYrty4KWJpJZa0RI0jpWtJy6jkkNS1
yuXYlBjMx/xb5CKOXeLP5U1yt7grMekoOSAQQ6QqyWf/erZK2p/NVpg1P85W8LlaUaamcY2/Srfq
yQJZRp5MvvcsPuyPemGjaurv7pHImoTGI7WU/PoObQiqzOMHLcoetbvmTFXtfv9cXnj9FY6sr4Ss
8Z55QvnQT29j6sdH9hDfobn1CDbpLAX4g7021DfRMnV2T6bKuflZpJMYjhc20KQxbI2jmZSYTZzf
h3h1kWvod/3ZeN5P1PfcIWLR9IpTwxDJLtUFL1vr+oHFkdDvijcFAW/3vJqii3wnfxhP1YVViIRW
Zi2L/YkiZ0dpQg+HyLo3E3f5jGp+F3U+hi9n67aMiO9EccrnVN6UW/lmOBsRW2/v2ODngRV+ewT/
qHHzv4KhOQ70L7TMfwY85jsQnU7Gn3dsXIivDZoOTy/F1yHNqpefWzQHkJ3P/9aiUaQ39CzpqsDd
Mi3IXr9DZgCEfVNzkEV6JAeZi5LP75AZ4w2wGAMTMHryh9IDPcffWjQKfzosyel7i3DB+MJ/BJk5
ZsoPbUOaMxiVwwMzRQO9CVqHP88kJJ+wgtPK5j6pXnP1eRVByBSDC8bGWUFJ4qDuQKRyjJKQQpGj
BsP+w537N0vur7oO/+UMfiGhwYUpFEx/6YW3MfC01R7QlcWa1F2uW6ShIGB299n0sdJH5zA7sYQv
/3wI/2lH8cfh+d//Lxvoh5HDn4/x/1F97bPPyJg9vlTNTwP8+Nz3sS1IuvkGO3tAGCKyfZZuMk6/
9x8FcF5v0MoC2YWY7LcO5L9GN/bh0B8NgGK6CI1RhOT4r+EtSHQ0VfPAI9BrVlG0+Ufj+2deNVAw
5g56GVAtOYrCxPl5ePej1c2qNhuP8i7JaG5J7L2W7QA/1UjY5+MQ/XCP/s1oVn5ekY5+qn6Q0phM
CuxO/VftRFlQrK7am/kAjSoxuCEcMpD3Sk2MJYEQmIsqX7SuSHyxUxWQ1moSDJuAvrmkJjS94nkE
MJ6hmo2buRopmbJ9rdvpA9y6hJafJKkPQHTLj4mgFEESSzRScZY+vN+rDM+AOX9ZVXzcHamB3pXq
IzVAVa1PWpP64E6MyTxo/N1OdrR21Ye/vvafUTnfL10TRRRNiH+iJf0ykSWMiuOtmsenAliUk+E5
iQSF8n5H3Oxv0vSfe03HkQxJMSE10+GGmqr+8lStEVyPMurVU42g101WJlJkdKnkxsYIpFhNWgg5
C/bZf319xzj/IVZ+P6wGjFrUaGmDbyPG/5h1KGnarLgCVE/Ay6h5ZhN7m9HqXVUBVkEgL9wmwV5Y
H9NLbayfN31Yn/76FOSfw/X3U9AVXB5VICnKf5HKFPEr7FW5qp6UrpZvkq6nRmSOlt1r1U1jcMno
jC8eYlqJf5BXxXSYIgt1NXjyReEVgyZ7YwGTUEca8kOhgofc6NRHuWztJ936EBdIyQ3psl/KfpO/
5wp/Ctv6dXxYsmEyNkCnGEgYMSl/vn3JPilKaWXCYy6+02XWFeEkF383NH6d8MdBNAkNJJSOVMT1
fxkaczKACEsK4VFPq0DPvo7QQYgCwfqb5PA/ynz+55aNvwS2/AcmQOCyfxiV/4X8fnkZ5+znBeH4
wPcVAUAv0BFIBsaBImGQ/mtBkMU3iHfgjasiTHlgVf7IdjSTlQIPVUs+NKVQ+mDU/5btaNob3WAd
MFF9QuBJwpDhH2hXAQ//aQobxIpDyfLItb4JyPwao4rV2GrDzFG70LT6tbJG60ON+Rg8gWQKSkVI
vhY1UsuHMo/5Id7BGEKZntarCEtb9SWsut7qGCu0aMEIPZi9XE+wwlPaPcj3dkudnvUQWHBWGKIn
gVtFbFIty9qNra75EEu6RiMKIr5+stbJkAAgwyv1KqMAbV9oMRy3aRMbHz2HWD4rY6Ev0GHT4om7
BsWuJzv6vDJphaDS1BEL7dYcqFk3MJ/REFo2mhjKyuYw1bKOJmqXST76eiLbvTXGWDvGcua9Uppg
OFF4sWYUDbserTglVTRbmQXlBXujbrXrFZ8se2/UXgzlpRBOIBdpNA/LfofCYP067CkKMFlTufHc
rQ9Guff3sVYYVHJ2eQCvo8jlC+KY5vRuk6YaW+1JtK6jXG03mrxBY1pydXu7bauWeuvUppFlFTD6
st6UPmDTNlMVa9XZ8rs63t+DhGxTt7Dq9gXwa08JrhDgxUPVNUdXV3TkLFMETQ6Bw9H40i/Mfmcf
UxVL8jbTrgYWKUBWu1LFAQIj7dcUg863icphvFIxdfCNgyEYTr4kaWmX4iJcpdQy9lMOAf55a1Uw
SRYGI+/mrGwgyUypBvDHHPYKhzRpGg9fhuTtKOZI9PSwYZAWmk2xs41c7ymi6Q0E42xQYrC9u6aK
Xl2mRYV9uQTXNt5rI1q2epzgpOTSFySXlZPSCpVpLxLcSXxPiulmgJoiB53M5fB4FYQoofivmt/u
83TaEPCkwBhPNBiLGP9NR4KiH7vjYGiJW/dj24dzM0nvrdHs6C0avYK9PPDMqRE2A32GCbrPpnbI
p2PNPV2mWcHQA0IQ54AcZLKEk25snxRBq9+rfQ5gZjCb9ZPaiiVVGHXElWZS1TSDI4cJqDNOMUOp
37KdQtlU15deFGKcvLOhu1cFo3iXSzuo8abUii9Idwujk2aG/oy2qp56BeYKcFS7JAe3tcDRwxfA
ej/OEMpZ00sdar1xPPpmLQ9WpTX1nYdij4AebQcTey6n5FU0i2UL6mWqdHdRhqy4XcVCpOyII1YH
tbbdgrTD5xHylqyAIpD7FDnOBJnLXM3jPkB/DaQJYjL727Y/3ImyTe4yZ9wGqXWEvl8ofoGqT8HC
qhMFElVSsMPJl/Ey5CU24UWy9AKsOGv8uE6d8i42+z52FWnHubJt+3i4KmaBxKukFAbYlL2AxNhU
Rq1GSdJMuE2ZckUxrMxV06nkVRuDMh+z/Bb/xEkMF0PaD5HTnWcuofo6OGofd6bTl9auoZpgJGBC
gBTTfDXL2HDwnltrp5OHfT2t4DafDDRbN4zfm4VyZJvN92ZvNtIpE9RSC9d+RTZ2bcVC+pjVilp5
hlA2oGdKaUVrtN+H9+gGaVhdNQsc2apX5sqRt7zH/t2Utpyas47XCNXrgQd0mxUptKRkkeH/p4BJ
AWGgKb9cJtQdEHWfazW9YeeHBKW+pnSeCmumL72WCc82KxRERvVdfIuyoUVHr2jzz8WwGqCDdN2U
UZRrlOSTigHtx77Zky8zMr5f+rRC7SmtQcFdsmneLagCogg9AZ27piWOeL0uCVrAfrh4JzUKDD8t
nXOyJ1NP3qHgNnSXSRIzw6tbbXxXV3G5uZNKwg2UfC0aL1mBtZPpIYfiqI2MYBvehXpyjyqCR7rW
1hipd/sna5aE1e4XZU+dFSA6sDBTwx5XqTPladfVBNiEKE0U8EVD6Owmn/sCNXsxPo2NVNNtLbfh
XaeWwydlKUZ6zk03wAGOYa7YsaQ2tTOMQoMbpDaZphuv8SR5Rqo3oKV2MXV7fO7zSBAF47WFMa/D
iI4Vyc5nongU66mleBoSaYmTxWkDIn04AOam2hmeaUGQd8wWrQK4jyt0VS3VFxCItWq+z1gA8PtG
veZTL7ZoqEhtrtNmlYV5OCH0Nu4hytg9jmxNO34e+m6CJDB2+5MgxfHTYJjmEFam+UEw0E9WKzXf
gzJN9NMe98snbWqS8wQ1QbHzYYpnuNE0zJq1eepVc7wuw1C9TliPmIGY1ls4CulI/OQQn9tca19X
YRUHGDOiwWKylLPsSPrOSraUOQ3CrkzWj4RvQ7cNhuh7bVSl5UnIJfNhN/XxndlJA+iubJ3uEOfu
F6/Y4+VdkQlN7sTqJBKI+wLcZcVzsdNsK6N9izsBSbZ0a3yIH9A9ayNfJzsuNll2JV3UYcyiraD2
pfbYTOWauNVcNMgFaiWaL12NHoYNDcP6MLdVSgcNpt9LMUy7aSN4LMJ8LaxmwF3QlFRnbldFRcQu
31+5nrk/xwL6nAG7PVO9xLWYd3iZpssIradfb1Pg+omnFRISMklioYEt9vWcOo0EjwSx3hqZZE1I
YVSmS7zp30uy/y8r/m8S9TZcccha/7xmcn6BwZoVP1YD//jY9wTZMN8YpgEFUv4u8y6zS/peMeEv
KmUK0mPNlNhF62wvfy8HypQDdQVunSbLFtuaPxLkb9VF0j+E3sluD3XXf5Ig/8oV/g7jNERD+wXG
GRvwMZthi4OkXK4DqhO2SMh20rn8VMxlgGNQMGPo282Tk2VGlBEHJ521q3iE6gVyT7pfEux4YEzR
phXjl0TGwscoZVAoZlGgES7VwV4OtrxU8nktUUPiB8oW9ftCl33Luh/nwYZocTGkPoA+9rSr07NU
7FiHlXf7yFyWzDx1jOJ2EWpkW1mITXWDFf4ga+mXFQsyWzMmXhuei7z+3FVKlFhS7q5pjmm1Jt/o
0nBBfQpFJLM/vKxycDppx37ZwPSPcL1Di3LzREdhhhqkZG0mbPHSs8ZDUjUZvgp9+2CVSxCP9L7b
Aj+7Njsvy/huTmjmbdgupl8MdHKEWgSlJBqPh2PymL+P09dpqOC0mu+XVJMdY83eZdJtp2itp04z
YjEjfeTmmW39Fy1HTAHZy3tJ3L0NkQ2CQP5UVKZ87bVCPCG/fYs+F9ZqSUmTrG5V29zGj1I2A9Fk
7fA2eXlbtdrNbijLSde19r1Bmu2sVT4HY9X3H+c8c2Z5hWM99j3twqwZWkzadJQxEx262mrKHnlQ
GshGp9K43AfzDqZddzPpHW+UhqeqWFDQzVU/Q3D6PGGl9HWLsxYBPTl71ps9D6VGvJRI07rNvM3e
3Mff6zD/G2LMvy/Y/iduub8HF4oZfx5c7l6EMhM+p9kLftrTv4kxfPq3GGO9YSN9aDSzpT6Ukqm0
/BZjrDccyZR16Tf9uD824Yryhs2DevBmKSx9J4z83nKQYekaUHsNia7DUcz9RzEGEsmPdbQ/oOJH
fe2HHrsFPTJvkRYOm0bNglhHtbQWMuCN8t5/tKDl26tsUUkTFsy3mwyHHzzK0I7I6G3KpdxGYM13
mIhm9mLMfXPqxTV5q6mNdkr28n2+wPObugEdIwMQYF096f3MdDL7Ctok0pBaWm0I6betg5gWCXSa
l0FZWKc0LY2HVFkFoJEwAINmMG+FeFoupTUWb7WiUN+jOKuiHbNlkz1z8teuLj9CbjUdc1dw74vb
2FdlAUMoRXuUtBeU0XpnljYAc9kAurJTnVpeBlcahvxKQby51nG6hU0bY1TYb6SAVc1Zbrw71NBv
/qxldfyY4q+B0aSE0sWy6frHhN7SKSl2w2s7o0NvG5r/NmzVZSwbWiY15sSoUsbNVyVXmzDXlSRs
BKNH7r2uP+84CPj9ridPcFuNt8ZIJXzp2BnJRdGfBKq5YZ1kyn3XbIpHE3z3S4ofp1SCySoZGyHe
EvmxiBOc2Blfjv7/s3dmy41b2Zp+Fce56r5ABTEDHeeciMZAcBYpaswbhkYSJDESHMCn728xXWUm
rCO2y3bZjkrLklIiRQLYG2uvvYbvt1MXtV3nSO8qXh5imRsqcAx3PtoLLSdVjV13Zs7I8cOZedmA
02Rfxdxaw8xgf6y1yn2v4GKy/UEMz3Q3ekSkuoKYdFgvh7s8zYeQ1NLxalamnVkMpsdbr6pWe2Gt
tpFeZunQqCytg7e0HFlOubvfxrucmOLMvraWC/cKBQJlkM6z3W2drde9MjMpOkamD8RLsr465tlq
5B4Kqv2IdQyMmYaMZa7S75tUsxm8Har/99liMdzm2PRquaOm0VIIOGjkmg9I63iGc1Sx88VRCVeL
Zd3CzcIFpSXSdw461hAHeeM69d1+py+f54syByzGfivJqUsvWf6AwThXdglTdbNEEXBWMVy6hoTY
rN68mcmMmmQDsrK9oLv4ZDb+ne0n3IBPLKefvWSbH/5X/+1tHafz//0Rgl9e4KvxdEWIR2AEBCLp
jTsznjxClNIFUmZZtLSJ5/ajfyYJLVrR+RtHRQUCtOc/ApiKiu+GdoCBMy8ZCxKnv8R4ihN4loOQ
HlQcxxM6lG28JNG+taFHYwmUmNxZZFHdaILRmHfisu9oV0nSrcrASgLUuUluQeoiyofId9Wx9L4F
caBmZ1nQ/XMMgCohR0MIgIgSWp8ED3WrVzptgzonI3TgIbPd30x3y0hXImXWKVdhSoFlMUg0Ihco
ZFlte9krU4QGBzOklbHRW99cBxb0lEMfAkyctWe7TlzfJOXW2wwRzb7DcXg9PJnvh6c0UoxRnUyQ
FakN0HkXOpGMbzMAP79CjSyN5mRz7ipDi+DLb77Ub/Z99qX4olm+ed9624EwflbzwH7OvmRftm8p
dTIr7/h8oJhpmvhzKizqtzoOMs1z4A9uA5Mq82V/u3yxoF8eC8K8w42Ohmy7ztCNjOD5mNvHtfJO
RM9L9lDcl4iHBWez9aOk4rdZn5+dUjNJb6OXrc/mDPrefsjLiYPwCgqYym2ujQ3LGx3flYnzsB0k
N8e71aOOIIK3eqwoymV9PaKQ6bdg9oG1uwY5XxMuLf1y4+n84a88zEaC5w86zEsTxJGrfeaG/AUm
yCWr0CQ8/ftZhQ+MggAO2HdTpAAitJEWTNR1kYCR16M4LYhsw1YBX2b6qxk1j3XlhJ/fCZferWGk
f+W7aXJf/VTDczIPqL5QQQSBRzgeDYsHnzSbG7uYPmiqQ6UN06AIE/Ehyihd6tRgEfBhUv0nXUJz
Klc/P1sydZ8fwIkzfXZHIY5yhAu6MGjLkk4Q9LeOW0LT3oYGAjTYHuj1HOC/VcSybpynw+sM/+9W
g7lz8PhK8bfS8lZ0V7vA8yitP0bIHevPcS85+KSuVX57m7zNJ2yU0eqGvLa6VUY6EdF+fEtyi3/x
dfW266xbP/5g5KQ6PD0h04TaGAF6j5K7zCtnpMDDJZXYM9+6mQ+q90USKLfKcHlNyTk1+HpvPp4/
Hp+AwW3x2Ud0+lzPDXSD/QFqHYPyzqJHZu0NbChdD+rd5nUXra7q+32f+N41NLy1F18TGjAokzW9
G9rJkPYq/OPah2ZTUCBJC/TjsqsuAgW46TvQ3/l7/pK+5C/EJYRzN/d0dtmj19ZIZ9ml34cOY8qB
89s1rRNzRNmjTPFL1FsMclBe+kXrx8GGbFHK3sHbTitgrshW+Is+4nHrS9WWF4e5Yd+/D/NfcZgv
WZOmkNhvbU2+zdD/aMwoRDRt0xGevtjWM1tS7KA6L2rUHnJt/rbXjHF9gKNQwebruKVO36BurLzP
Ddilt2wsDr/FW54KDX5mswnDAF1qwWU0G0vEimqhwtVTg2a8Wtrc/Jv7I60u9HN8fm4X36ixOPzT
b6R9tOiB92NTQhibvubGVYy1DGgpVRIRgH16Jp0M/Sd7mfmasexo5M/am/wAB97dWL5OYr+tHFFj
Ka0V+eKydkJTVaCnAUrq1sif9BYKaFQjJrtvHQnTWjWWtxwVOXt8y8EkL2fkqWerm4NmAJtcoU34
+XXTPpoU56fTGKB0s7KI9S/pyNVpjVjsvRacfXZNNDtQnwCiaQcVGH0uoju0crUgqj8cYv8AJZz1
gvaI1LMPw/QJgBSBUOirFxbdD2/T8+NrjCtiYS2XKLYRQXPOu1Cw8u6MEAmtTdPyynmwOk5He8jZ
G6AE9ryjjL8cxhc02S4NudkI6P3Fh9xsrG//6iGXGdc0GWcjbjb2LdkiIbWg4OYVTwUZF3gIT5ut
tximFxb6S1Pr1HVxZoJ/j6l16VwlhHx2CP/0uTY07r8uNxImp0i4Jf81rNZmt1gvj/uVET08tPyr
K9pMvcfH2+n0QlTiNDjNwTt/n4Y5mTspFVfyPnVvfl3B8im8FrgE6et6zrtlV7repQN/14VL69Gu
9LUPGd9ukI9S7+mpF4RKFPasU0dgOsq9e2l4TD14GHsQABfti8ymzw64aV/KgxMjnEQPHCH3a+zf
bO5vJ3S1jFVKdfwiozcXdHIKFnOS94qrsuW3UJ4tvNmt3b1giy8cy6kw92w2zH/HY7k0YZoVhP/s
hPlw3T6bME0eo0lphGsmTJhdu2IR7G2+dFlksshwvXwdAi/9lddY//aO2y+LTatVMt4wQF4S2umu
1jdUPplaoEsBV8B6B320smkko0bE1W8QtkPVhyZ2ujbYLm0uHNClO+Y0EOeD/kffMRdHrJFC/7Uj
dpoBn9yhasNT3lhbV2rjQMAAEYlabIv9WccwAvVd9xeQNMC0/OpZ0jCXv/ssuXgRGnb1t7gIHwUQ
afBAoYuYP/EkvWEaIYyqx/0mN6Ig+JJ5X3JaaIdfEgATD+1l4L3NQ/q8aam/evQnG1qVO9PpiF58
muI7/dp/6AQdujQ7n9++dB98ZK9/OigpyT5fMdfbytlkRw6qFdkePQkEgqyJ6R3aixtYFzUNkhTZ
4YT3sv5GaBgP1hBpgUn2Xr3wTIoboaUICkj37pT2a9HRH+Go+C44kqKz8oB33AogaDILJ3drXx1b
Yd0jXtLpKr5Cl69FDySkrY4TxJGA2fgEBBCN58ApoO2134RecgQhl4dvZd/QPeNmTGhKCfGd37Ih
aIZx5b0pftRdwUygyjSwPD98rGi+Bb3lO69O8LZmtQv90usJzG7xzFL9TPNMO+ZVLU+NYv9lbA69
ZDCm5zc0w67LCkUNpAAJgrVH5y41Ld0dzbwtAHzC2BA+22yQ3se8pRUA6BpJuEyNWt375Tu6QO17
ZDV7nM/Lyn+xgsHjPrgfOd494S3/fnyd+BHN0YMUmME+SFmMo3seGmyomuv1Qsfj6XoP0YEjbctZ
N/V6o+lkkkC6qdqmZ4V9oY5swgdKvL3+6+GK+u624GA2sFfAMr3eaSd6jfB9lv6ryd+hfQOyJh2A
AGk/9LfecN01mXUsEPSiPwz7y24Jc4bo0NViAJtLXiwPSlrq973dQ/GOTIhgamlkX8KB29KpS4M/
zb+9pa+0D2NNiChQb/QrgebIEc5oI535d9Rv87HyXkePZjS7crynzvvWu7trTeAHwF32vGKwBq3H
PgTOYOshfFx1qxCwAT3Vj1BIaVw99mh6HXKZFdq4u3MvqsEbdFK/s/cubXh1cQ1/ZhbPboSGF59v
jwvqVLgR0CkO15wpJzBsd7Mo9q6GBxhaKW3mwdimWV3tPW66odrjENt1O/SDC17fJUthNFz2f4ml
uHR9Ggt9WRVFdShP10cm1WxoX+3DoeIhhuR/UUE3uTTx957qgQ/hkXuAVuT2fDzo9aaTC5fnstFq
uPnfjdZ3o/XvabQavuPveVNesg8Nt/L3tJ+a1FT8zJhLP5TpolJKCX3D31SManZEn0RSWyW8C+gZ
rI9CkNmB/gOtBZBvGyZ3B4B95J5gbBBOPRHoqtPzJCMlj8EsBOiXAg9FQqsnlBAVPKAWLmDgokIW
LoFY7Tr29Q5YLVQ+oIFW4PKdnqmOOSHjo4FbLNvpHRrREFVAMoQg4Hq78OnEYgPLImAWkIShMq1Z
RQHDQA7bA8wA7orbkovHsMarwZqOlsA5bp90/wl1Bz4cMFuD6C3xnTFqy971KhpfozOPY7TzrjN/
oG291cAdFS9QsfwBK23qDcaD+0eLoMDCA1EHKTWDi3Y8rdos06/9OxNfgXiG7eEBCpJmsvVe5dq8
ywFN31m+eVxgfuJUvL6+kg3tgd1ctdFlANexCeCAwprIT3AWiDS3lJhDVEogDYpTIEDMdfS5B8t4
XhjrhiuP+PkinZcZkf8A+hxXj3JePmXkhecpI9nfARYE2MYwGj36XLspcMm8e4CqI1ScFtgX5KLx
wmNANmvYlYv2kp9S4usJZB14kLB17PaC4ZffFQBiKN+CTxNDuVzzOM+GfRWHR8BeMHvaB1Au7Hlz
2qOuEigjoRCfSm/VLgb1g4KeH9o/VyCQAR5vQCLXAZ7+LNQ8DfiLCUnqxLyWk+FD5aiAnHEaFp81
BBVBolYnHGbSL0Id2o/abhEIWkMQEV5HjgeOolbgMDJZG4oTjCU/pZ4mXHS84qbVPY70STYAyzSo
IiBQFAFCdloCENm31R4yJJ6Hew7wGjJc2N53q1E1EhRy2uOVhhMQfxQ59xL+CkYwU1hczypoQa2T
S06l9x1APzBTGSgX9NTIJgtH1zhhrCouRZ+4Ew6oBifJgZTkAHuyA5x2uXkIDHTsgTuI2x36cDzr
pga9BsNs3oUiuITMd2H6XDQVjV3Zd1PxlzUV1Cp/biqam93Z1lBWsYOpgB2PodgAtdxh8A9tQUJ9
XRgAJoJ+FNwlvK0H4RzSkQtDtT6hSlugMEnwwzJMIsV/EVIdkzbsxoCOHjZsB8ClAYETypKgdtew
hXpBOqQTqWs9HJjPwrVTfZA+V5QdBNwV8zCF/X6U/QV3L50J7QMvaVy1vJH2sLimUbTndquoirj5
oPtRfdVdjLIuSX0olHLnYO0ulaHYF5ZPqUs8Dwqgq+bQGVQi/k5IQO5oREVD4K1Af4Wza74Ivzln
WTy2zQfamrBKBhYSptnpqw6vS/Usn9ZoeLEqFtOAPLYB3QXTUIiIQICPHUiJIGQPfAcJHMF+hJS4
iYpIfRbbu8KyptjXJbxK9Hj5O0GEyXPjCeKaGKdlUAz5O2yv+iyvoIIDK/j7BbxuJUz8WaBwwXf9
BBLl6R145uZNniFEeFiF8vveuh331E4BS19seQyDcQPLEYk7xmUNPmzNV6iZfCaCBhMOGZ9k8Npb
jkCsPpw0ziOJ+BxCgeR8JHIx7y0B4oNE453kO8fJmWQ8S9759Hkl64T8HcZ2tOskmFwxuzYOBDw2
UGbjVVcwTgMhCh5AFroTsPXd9fXy2njIuphv1tZqhFx2D2gW7CgCNicnR1jqgtMVjq8aCHs/YXyQ
SGaVE7yqEJNhqoNOFRudBWg5hVh3uMgCQEOftSPzEb6x4FlZl3K/8sFcw6FcXguoUIHVtwiVscCz
F5Bxg+UEbT1g00KTlaVL+LMluKm6QwsQS1oNUjHhMXQLM5ZkWZSFFS1L9QLIr4BaBfkL7uu6DlR/
4LTRmcWxmMF7nuE00EU+JrfbmwfTjKqfaE2UJ43A0wPGZ5mnP454E05Jzb0FKJjwM1eSlIxLFAhl
xaEdoXAcFd3NYDOwoymsbFmqiIQIwBxCGoyyVfCggnIWcqzApHOmvdxfgs+fgznUobXFQb8DYhdA
tpyhw4URXq8bBB1ouCy7EviquO/BJ0JrRKePqJU9cTkCF0CfB3ly53k2UQMQjwhUmER4Bh1C4d1N
V0eOgL6FB+PFekH3+wXGPOGq1cAZ7Dpd9tUZOGU22uDncL8Sr08oJ4D2/dDeIe3A0OJ5ziOq1MZK
7wAr2X+Hm+a/v6/9ySvpdH96O3paere3e+8Vr2/GgPnbzvLWGgV98fbA4nkg6kEoeTfyLgX/yHgv
V7C5hHvE17tzOyXsvGPwFZy977hjEOlcIbkWYgAsPNkdjDoakIlIEW8CVJz1MwZGbKFcLTpSWd4R
L4A8R14Ir2dA4RXhvX1b7y06PUZS3HFhd8MlYDKRLWcKCUwdqCPToWa+JhjYAj/Tt6Osa0cqF07v
WQ8KoaE04rT8kQYmE3HGcOAvOhLe8wBrQtRLruZX71m4wokAMh7BtxT6NacgJpT2UQZSDtUKF7yM
ciFkgXjLhaWnEdIxcifOd4cNeZJTtK4ARi57ErlhxUOVm4IMyml/cniQvYfc0NmIxac972hwjY9B
eWMCRKRVfyBAxO1o3rf5uerCtgZ8imKJ3LuWPxQ31Rzk7WfV295ixYL06uSpYtXEjuGxttP2qrcF
14jNDVaT+nYblVPUWYebCOYkvxNriCXuZxF2Gsu8xAJnrFVi6/B8iW0iOnf6YJvhQvq8Oky0qTaN
B9tHdWQOVwOQhqPdfRahk8dfuQAkyf74rTGaCNhwbLdYehDhJyvLyoB0AvethS38+toKP80Hhley
YzLwYZk2HUDN3GQyShJgxLfuqygdLO72MF6RkQfrGvv7MezK7qGPZY7W0HjlKCv0GGYBgbsqxINN
b+cwTIXvv73f35fgGQv8zhj7tuL1mQXhEuQgk0mQqyzacGbbT6Xv41aXTE/GiRFcRJtniKL8Tps4
4Z77X7ZAy0jtCh8aGqtfi3fL9x3gbtmDiruxxdWo8H3F2ZAxF4ddSNLAvPlJWIRCI4yvYJ9zA8zb
Qs3mHsM88hEuMdoFE1gW5S0XY8GsFrGHLXTYFhbWjfZst/L3EbWQbXsgQVqAJZgxqFEEUwWEmvGV
7Ub7K1BWVhUJtFZgKI/sFURyQUcZQt5OUJMiwiCqAQLlZ+fm6+PkHjMHKxB9UxkrZkKCaZMNLxtP
KkYlgVHx+rLd2XZbHthYuZ0EeyrWUcyOwkvaj/u+0l1wM58+2usefYa+201HLYol07tdzxwyXBJ0
9xZPyoSFPJxNacOWqTSaBU6Xz9NURJwDfLQsqAcvv6fjmsNyfXPkBDqfsriiTtNVrlmY+6LRcejL
wozz0JZXUNiazE5OhWCaAVigGNECvG35z+y8N90N7Q/oxGG5ZlxEmRImSNwB/MbwRSZyjFOwjxZs
AXE6uATJ4DjcXuXRCYTvr9+2BKrBLLDSFIycmLGYqQzk1kMgz39lHnOB5Gob1wuwnjLUdlDcy9Vm
VWSzw1y/kWVIuZHnym8dFFLk3yjJRNq1rJyyG1xEbKN8tKNvHBGeuOAQXtxjG43g7/c99vc99jYZ
Z3Fabf7rP9RL24lGuN627Oq43hONg/HbloWDlkb/ScykNrxUlAkk8MJKK4+fFQB837x837x837x8
37x837wc/s/8LRt/zYH/kP5kvyUC2syMnyVTTtnqM4OqKkkyd8V8U2pATLob2fjEF5oAL71HI2Hz
T73H5U1YI1XwfRP2fRP2fRP2fRP2p9iEXfSiG4mqX+VFn5jEn9j8ZosGgIpV4h7IlCCWiIhUyxdh
ri3qAPqVJFalcgzJLWQaRQbMPOUQc/amyNcTqDKQ4NIJpq7CI3EYiW9/jRpRp+cEL28Sl135b5mL
6NP9sUd4+6SMhipQqy3qPweKHpFeoPxNAjIS8/gaZ+3L/vhS3dfFM23kOv66Z3ox/XXKpJ8t5P+m
6S8kFj5yeCzk4lVYejChG/vVfbnTVG1XyeQnWke8TmJud3evd7X/TFA1o/jhjl/kAdH0PmWCe76i
oyrySUgf0VF1DJ6vj95VwVORh/VubhTvilKCXnqFfk7kjKt7bayP9OFhYtzkYU5Au6ByxCZdtSG0
5I3H4xdIMd6YqObaGxOKQhaqh6ZZWPWOURGYhPq3bfAzHnh2xMvQEiGwLiUhBzbXi7bHX++8Yw/F
V3vy/j5deFPSAByrErzGweSdHIBo7SHERKy+9u+kbFNp9++QjFEG0Aj919elT+0HmT+i/3dlcEfw
jrigKSdMCSdVIRCHuSI8Imc/ueNanK4Rr1y1+cIzpKhg8vp5tv7jKPrZyDT29ut45a6c1dagVlk+
+iKE8wUNzCDzHmyvfUMjzj3izN71wbs59bJHoq8XDjzqXwZU0NzSIxPOkTaKSXlI2m5HcqUN+Zgg
H0rKci5LYq53r5Ta1Ker9k7tyzJ8r73Pz+SUQv2ZgT07k0a51EGvFfOgkQ+wvuQPszfKrKN9z57G
T9akNdEmh/EmtFPvsAg0SiwtvwWEV/WVo2cPnSnNgYYGMkS6aQ7P2YtFki8ATaWgFoTY7sqncVCb
WNBwvd3j58fdECr42vhEQdU/7o2Go+5uN/Yun3Fv1CMVeaLgTVKgif+ikjMK5ggAwlG+TdoJotNK
sJquposh+ltk7iD6RRLTlvrgz4/p1GD32bVsuPVVOTf0VS65FTJUIs5qkQrR29XAoY5L8nkUxCAL
e6o18eFfV2qYUQmk3u/bPWqXkGQis0kWcHNKyohI2JJDpSaGHNGeFOZ6SM6I0HUamY8i6/n54cMC
umBvGiv7Ml207Fjh+CVbIJJnkqQlbzCUkh+REZPsgOSHUgqX9uH8WsqXdmTiZneiawqb/0qq0Ta3
a75LeluSzDPSz5JOl3ImSX9Lkb3M99hPyL5HALznRqBP5jel2y+MoECljMBz3QEA3kUunZLseHAg
SvdkXR1DRLklTJ2z3JP4ZRQdEqeomJKvOqXTCELLEa+7X1V6XfSaUda7knqFHQpXaA76KYni9zza
919fZ+H7++3gLYmux1C+09Tj/sNGxQFfFtyD03c32FChJtFxiXnLui9f90S+yVuTKEDkmZ8lCySx
chGJXfrlKZ9MyvZXTi+t0SKxNdJ4VutM+QQVM6lBoF8XVchjZ3+rdwpPsmegipHj5TZYe70eFmMq
ona5f9vybpPg9naaoXJ/OkNs4uT1NaX3TmzkhYn0YeTzp3vz1KB5tr63Dmm807ccaHG9vjJQ8Aqo
NIt2USZVYKg7mcFxoN1feNNLq6XWyGx+Xy3/VavlxzuGs/nQyNr8JvPhkjHWGs7TH3e3XDK7p8rA
s9vlu9n9c5ndhof0J1vVLzlKJ1DE2ez6VzhKl5xOreEo/Vmczktuv9ZwkP68br8t0YSfuaq2rQlR
zMSPblhHMyvmQEdw9ZzJlx2VO1fZodO9SqebodqhyDt4o5IiXHtvKIHiyVF7EGxvKaP34x7uBcKt
1PYgoj1ne4fAsol0sggJi9bmcZgRiVl6FOrthqtTXUWKAKgbLG5FMzRe+YtJHmWofk/Kwpuggjug
WfOCK3vx9Br7s7/Y6VkfOlhIHoJBRqqIPl5G9+yedhLk0ipxsFq1n95sKZEx7u3gQVxzqYU9BDjj
fnnD9oMNyKqz6lunWtHC3w6lDnTZljaRHfQaVLu9rU2hFXV70jwQLK8osmonQ5ctv5QciVy1FFxS
yoMgd8nXQ4RSjJep3t6KTLXtbsPPHbmLJ9fwFv5SJyfClz+/785GrnHf1a3VPNWMHbwOm2BHf3JH
XOPugX00tXctoiBRNDaIuOz8U3RyHI0nOe0yqs9+5MJ2Qpatn1mAsyNp3CLFDJLR2uRIrtrd3vTz
Mbx4mo0183c8TVOu6Gfn2QgUmHoWW9uSUE0RSi3paoRYltdGGcd7luDLc3eERPfjIEJlCevWHRGy
gU7DI1fPFDvytMwnhiZhhTr8okebrtFOxtrA6lh9p5NM55WXdT6/enJEnx1xY3U8zlw7cw4cMWzb
dp+A3ucvb3y4zT8b+cYqVq0yxF9srEfpAoPyVrW/unuWZjJ1YPgtvqdUYJodqdCUSvR1oHbaal/K
xmUHv2gvgutN4uvvJV35RCz2Ax2Jd+G96P76+hiWHsVp3m4fzq4/P/AL18Vt7n8PVktZHLkuyeSR
1rHJpQ32x6vGTxfGbYTg8+KwqPSCN+hXdBEfqQoVafCM2B4hVMW7kZlxZO/9TFy13fUiOtlSfmG2
n49E9974/20M6+a29B5zfNrS4yhpaJMIIaLUfq/0rlkLaXCaEsd7B7lNWd77hdHV5Sp8Mnvcxtqg
5Edl2VpwEliVmoN/cL2HggCwRIu/DOU3u6CQclYW+CocPMrgKVHpBZ8P1qX7zm2Y8T//fSdaKeer
6i+97y5N34bB3f7m07dhdP+a07dhrn+v6XthdUSW5pu58ItWx0sG+BTJOnPf/jQG+ENgHko9qmj1
oDDZaljgdKWoG9PaG9HzgvakTZQB7iHYeI+t86e4KLfYu4BeCklSXehcUFtiMH5u2H5684Z1Xh8r
LVP0A/21iV+MlnQUHemFrcPhiex1lYR6J6UCW8r5XZqpDsCmqPOcmjRCPffL6bz0nMJboIbDZqag
p0ssPEwNvbMLZo+UpLdHoxbnoQXvS85iFzn9FulfBHfoyskC3Z+2+GfdPUTSarQkYB+3W50l/BBU
7On4mUqgdRlqnRX7n6S9DBNKrHmQ7g8NB1oLWoEWPIkfXfDA58YW7uaFi9Ow+nURQ6GcMTKBTSd1
TTONWPx+xtJT41bKjy1M//BL69RNI701dBvzG9t7+HsWS7qwD/SW621ZIzJPegO+uPxlwa/Fa5JO
HOlHlFf7Ung89vVjMZbnwA9mU3hDCxhF/FLmn5PMIGUYaiQHHY9uQ/9Ae5dk2UFuyc+U+9ORRFu4
TccAUjs0WOz5K3qnkA6Kvlbvqz2VBeoAj+bzS/Y/rE8/TafG+pTM1WSbrZhOLXZJhfc897qFf30z
x9XDNdx4adCWX8gcScK0++XLfR3c6z7kOlTs6F1/hWDDGr70XifvvZhZn/sLJkMSXBrbixO/sS79
O038D7FR5xapsagW5SxFgo5RPLnzEqmQDxk0cd+W7ZvuDT1E9BLRQH5y+mPG9+b5ucAxm7zf3YEe
eHtzYD+t2A/PuuLh0U876L2/v9NLOO347wrpWBncnubJ/exPadGLadHJ6cNLIxrcJF+77E0XYe1d
sHkXz66xov+1zu6y0Wqs9d+N1kWj1XBL/jCjddFTaOwxf1NP4UNH20W5EEEbVdNPwYkz92o2s+J1
fWAtZJXacLsjuYuBB3V39HpPVrvlrXsXbPSHyFnn7C0bpxtrSmUtNd5yYauvh5YDlcIpEWCpno0F
7ac7dRclS7UMVqskaadHGKmGCmrUWCFLZTzs94D2iyTd+EorHyc77TlfFP4urcvItFcbz93vWpeO
+EOH4acjNhquXLJcIdi9wXBCItnRh0tJDhK/Xd2rh8QHKxp7OzkYkNsnKUrojebw+S+swKco/88c
urNDaDh0SWkbtWVwCGysxURfz0NplBOc3doTLIz0Dc6pE5rgXU3f19RCfO4DaOIVfXYEDa8pOWw3
q0XBEQxld/w6GQoQ8aoN068Sqs1tb+lNLrzlpevedDt+++t+Ipl/dtYNf2KTb6u9onDWarvAk6Mu
rPCJfRHqKCgrKKIj94uAESD57Lx9MKKPT1zDxJukVBPEAQUSdYchEe/XJOxPlIMipfe7z6/Ux7bu
bHo0lvaDs1MULeUw71itn8XDxCvD7SSkIS7tQxDtfHhEuTcWyOKLAVhIsI3RqJR9iDR2dzo34gnI
oe8lHuPTiH539z59//xIL05kGfMzg/PbT+SLQ9pYSf+gIb1kJkW17PxC/fFm8tLd2rDryXyFhHXO
HEy84XjQ+XzeXHjxZm3zL3vxk9DEJ3f5qT7ibFIuD7rZmu1ZkrhbNtzAKpgSwCT+ari8r7yBdMHH
/nqUUVK1BTkGXwPcV+6NgDNIxdOrZBwew8/P+NI93az8/ePuafWCE9GEyP8WTsSF1eh08c5G7DdY
jS5OkoaNTY6xZeelTJKWD0psTiEv3hIrwMYX9K2sCYr35RCw549MiuhqAiCr9mxELWJELeOU3nz/
gmdy8Zia1vTPcEwN+/pb3ky/SAfz/243Vfm0jp/SH7xt+fa0/SF7/2FaPVXxpopfNv/5jVbwf3/7
4+brz/TeBU/V0zc/hGkVV/Vk+1bW12+b7br67/98OXXpyTP/fx/84e30Kjd1/vZf//GSbdNKXm0e
Z+kH4r9c0P9ZOnj6lM4//pt/CAYbLdNEtMWydKR3JHL/D1Fy20Sv3nVaGhLkLXnk76Lk6t9EgpL/
LGKNpmoyz/4uGKz+reXYFnKYLlprFhj7X6J5qVrf3th/FwzWm3He/WxuJFYVg/LSDg+7eKsGu3lV
RFU5U6PVfFF4S6NOQtOK0158dOZeTqWcl6Wtyt/O4zLibLZ+Pl+vB2tF3wdFvSwCJckSL9XTL3FC
Cn5ntI69wsmTp3I+23VjZZa0VfMIRwN9G690NlbnYGzn/lE1DzCzN0bmLVcmMtfxS7EGCLmea/kI
ndwdiotu9RS7+3qIvG/i14dZ3M6LlVZ4dmntn+t91ept0yWaNiul1UsLN/PL7Q4VdATfe7m1M0Kn
yMs2CvQa7QeJ4ay9VrZElNZsUSlwcKyJuzLY9tiZdVfE4CiTzMx9PW5VXr0/ZkG6FRlOdVb6uZsk
vpUeD4i0m+QRd/m9snSrabYw0H7Uivoudg+1d4wXaGPq7rbtlvbcr51076ctdMa0jZ54yWqphW6W
mr61zt+VlgqtaVfkXst2pXBha6teZu+QhF+HDslqf2uqWXthLuOb+bp2PHvmbAlm2jFkgHJ+vTZM
Yr56Otwfty4nUahJZzvfrzuKVtLpUB3nr+sqT76sl3P72klndWRl++PQ1OpdoFTlYZDGm317ZWdK
23F2m17txp3U0h6cw2oRqpsFiEtju/HzqpV77sxYt2vDyFA6tXLNW5Uru709HJ1I3R9uFgVMmAMk
7CRbpZFrlENrddj5ZjkH/jHbKZ31/DBIuN6RbqMgN5+3bo7OIbT2y1m3tgmBq1uTLZ7D/m6er3de
sbMVL3UQNioSbYLAIGTNeF8OtlW6mlhlZfqIeaec4tr9stEr6HL5FpG5Qz7zUO0zOrtZK7/b2ft8
utsl9A7Mt3a/WFFv5K31CsLcEa3W9f6wB7Qdl3fb7WYb2bDnQ0Oxko6baOv7k134RTZxGL+U2Qbw
+7fm7mTCXrK8LuP5ovrvv4y2umnblkGqxTAdxxGdRKkf/Z9t5W0aV2+vpzXgbfPDMMba/XC1rdY1
0sEfKQd/+PJfzapim39rtTTVRD3bsUxNN/5hV1XL+pslOpSu7hrSg4Hj8KNd1Zy/aapjOI6FjK9u
6y0e+tGuKq2/6Q6dTNhcHRwudtr9RWrCDTETw1VdS7VbOgbeQdDAbvLJte0mme9ia/5YILjt7cqF
ea1ulqN8c+wrRfG2z5MwOx6ns/pQRyuEgZdGElYONQ/xUt2HZaq/nl3q8Vfv+rxDXdyAn3zuH4/H
4fQd9OaRTW7sb/ZlZSh1vZs/Jqu8aCtzBBVPX1YqCiTKyna8ZNv6OuW/rrcfvOdJPeb8TW0XxTLX
NWxL5aqf1rHzTdVG11KlVmL9prbQjVfLMEn25d28Zn2pysU6LAlw+GmBVS3SxZ21US84bLIHOn9/
F1V0025BOLZMw9FPq9+527pIt1zSg3N9NGvPjXfeotDrtrGKPUvptli4vTTWR7XWOnY/v9o/f2ME
Qw0mWYvhV/n4djdZbuYLFSls/VqzFDXQ7RXRCrwPT5/tpi4Gd2NYU1PNO0VmPH7+zirz9PykmcEM
sK7qjLPu2hY+wrfvvdwZZpqUi2SyIpEg6gLD4ZduNwEUNafVazYw0WIwRxW9LkhLdOPI6pZ9q2uP
FDC+DmQoqE3gweJInpd3yk7aqbxx2an4pxtqXW1Md9CJQwvb82VsBWmn9Vj23VCUH7Tu8nn/WI/X
/WN0mByuzeGcljx1dBzNB+7tYbIfZ0uvHmvdHbkMUbPYERYpw5cxL/ryUvHPA3V9XCdSFxPBYcF1
gkI2o2nQgcmodESmoYUQRxa2QOmV7eR92RWU4h49DbdjQoTKOpu5R1/YEalPtVtfH64OV0o/6Vuh
PdCGSqeFTtSpM9fPeDW1C4SR10clr6u0dc/tHMfGSIcfvIykze+9Q6JSOnsEKCVAtaJT9KXxZpp4
QpbSu0KgMrvWCErjzYaqmUuaYQ1Yz4/jqVFN6erYM+bTt+MZu9tqVpjKetIOrm7IEfWp+4nmk91z
jIYr4toOdLkwMbxDX4ChRJVClcjyGqRmTE+TVEYRO2u/RaNefYo0kQ3ed6T1UJQiSBeHK7JEAkMk
aSSfw1ql94YUk4JyauWlt+44NbxY4JV70GRAviAhozFxIeTQqLw+naduWjY+r+pig5t1v7mR7KvZ
Tk8mh7VLRae5d3qHXbHs4itF+3ixCbJ6WeM3OM9VqyoGX78ki95imyy6p5829f4xne9o6aIG1cvt
bBvGab3z1UNu+M4uc1GAVYtWd6bu/VI7ZL3TF3VZvSy0fO7bW+7Qlo18d2ljGriNjH6l7q9mOJe9
GSfQc+ebH7+kmQV5fDa3g59+d3pecdg6F6yY+a01OV0Z08SOaqxrLF42a925GZ0d08OyjsvlBPn6
nmIoAyNdXC+rxcBJ3pSqmqozAGfxaqQr6lAzj9NN7LSPRXc3d8PjpvC1Y2/Zep0v9EFq7G/sZfqU
Ze6ksKG6rtz+Nqnut9nBn232ANCfY2P/uKmSTkZfpVmX7fj/sfdtvXHjTJT/ZZ9XgXgTpVdJ3b7F
duI41xchM0lEURdKoiRK/PV7lMxg7I4/G/MBC+wu9jExutm8FatOnVM1zjeJic4q8iEmPj4Qlrzh
MTkb+tWnqCB/FrEqL+b19TrVR82rg+PFwahbUc+HaeoPCDQORkbZFKGab4Eih2GYcz5daVHdskal
ZGjuWNe9c5O5dOylXpMnL9DPpYvRgy4CLQQ5F8ZOgXwdz+hQ16q3IfLp2aTlkiIaS134I5ykvaqm
MyLebFN0XMtkSZ83xfuT+s/rs+8YNgwvoKToII3H4ATCjwsntnUiKGMqujUbEldlaIjXp3xk/iDs
NN31HAUKrZYvHJiT87J7ZRz5JQSPISeEn94k4RBerU74W23pdxQpGFO1DKhHWNLborQi1RMTqU96
4M/akrPnZ40I9OG045DFLCFgfuMa8xi+4Un6pudzUXazCO8HUtPzjZd3uo3rKzJb0AqLoDkyhqWe
hLk2vbmofDVf18IcF9JeKbSEuo5495Vz3+UlSqKlcOj/7HVv71s56svnf+rTvzSiHKEfSeJTrUcX
h5Vp4D/cz6T6HMNdzNow7NKKyavOVp9nNFA11YBCxr4RL5wNvsNX/xyOmONrOWCBBFadUTRhOIG3
iGvHmE6zedt0c944hxLCi7845pXs2zM1Crw6tOQXbe3tTVupPm1l937rmvmq7NC11w1z8loaWPxR
TVcLJ5/irXNvJ0fHs3FEZ+uf/4yMQtci7kDF3yTaR4UQYqIH5Q3w19t44PqtnPriPUdx49Ztr3V5
mUi1vDNEjZnqy3UHAcJcrQKiadctl77rQJLp7HQny+ImjBaRlxt7/3NT/lWc9HQEBL/znyDptv/e
vZvG79+n66/9aTj1CFv6PwpMgo34zwHS66/9pL42T+BJ+NivwCcOX6H05H5gWEikkDEM2l94UvIK
DgJeB3Q83h+J/V7+jSeFr+JYwibADgr6yyX8G08KX+1hFkkE/oCMNEKivwG1vxx8LN9/dvhPGpn/
wpMk1B/s8RNlcczrZRiCM0rIkDHb1+ka15ddXV10vXNpv6rPHUJsvpHPaCws0rl1r4e1vxCLBWmp
biEAYeYzIeWVbdfPkSk/beYg5/oypl/UBjWQnt/SUaIjMGl/FK2/D+j2SXl3PxHdZUuCctyh7VI+
9ehjbyvwwxmKwBflxRo0qRm1OiZTcjM7OIeJrM+avkM0ILs67zd7dMH2lYN/pzoj83qMXvt+TDsy
92gw/yPRIi1N9bpYti/NRM5htH3qyT21UZIxUtToWRyeRwAkJr3cdSP62pPxk7LRn+vEP29h9X1O
1NVG5yGtKP2oF38+j2GOrnJ/NEOwpmzTSGSv8iyc5a2OUQV+WABmqHcrYKvUxlFqlyGNqXa5UdVX
05D7snQk38T43TJ315iCXGOxOjXZNEje0hUWJfY1SHWtud6SpYXzNs1p2aFQNVXRcRuWm5DApMQt
gbtYld96hMYpALtc8f1lr+Bpo45C7X2AHsxBSpspZfiOdCR3AgBLJhqn0iWa3sYeJWrq6CYJanIR
1ewsCKV6Xyc+S6rk81gIUO0pnFE53nRVGB/Wvk5yH2z1Ydu26dxE03m51Wu2htO99BOqXCeoKgJk
0bCzQXp7Vs3V+lqJqTofbH0WLi0KDifzcuvLUXxbY3Tr1exPtQ7xObAqZAlWFpwnRcHyanFZ06OY
sh2DrKdT1aZNOcIsDt1By6a+NAUdznkdwweZ6uiHqs1h0Vvyq2jbv7Jm/6+hPjAs/9mGZVs/zvah
Cdvd2V/Gi/FXsE0C7gFFdYxfuPYv48XoKxrhEQ4BEnCaRDs88bfxEq8ioDEAY0MmBSLaB2A4vg+v
N2JsIhFm7xD6ibF6znidpIAlFSHG5fBfONm7T55qLEzCF2KLymft4scxbRI3kDTUtZmzJW7md6NY
lrdBPZLXSc+LP5xClJ0aTsY/Vh0VAeBoS89ly/v3mqxuyKYgnr4aEfWfbCFbFDieiZwOg576MZNL
pbpjR2vPjw+W+y+b/BDoeex17rOQIaCFGOslgAFEJ5Z47KUz4RiQTJCtzcYKSrrAarQK8HzIjSwP
ttVZqefP/35YoB0RULWQATw7cbSTtRcdaxKSbSXiS17kmFpKw/bWr/6yX5ZrN0b2BSfqsQ/1a6oP
xzxxsNfVBayf9jHD9YIUvUgLV+h0GOiX5yd3wsb5NRJWk1NAgzuOdeLThmOF6iO9pllFmFiQIaCA
lKsFDJ1Ud0twP20Jv2rVJrfUzIOe0wDZg9XPGwCNqoyugsCI81iEDt02aiqqtFcsQcfIaq4viKHk
ayjaAEXPmZ+BOjSJedMzS9H2kSx1kz8/GSIeI0Q/Z0MikM/2hBTZH/7HjzWZO047o32mdegbuHqo
/5S5IpzzhBGyHpBT6EhadLNcD7JlIwDCdvCfEt/DiXROAN1xC7kuis6jrjyZV3RoLYflu+Ibbgxv
hvhd3IFzmQYyKPq8mbmZU9L0gUvJz3nSfcq8puhmWfcF2G9zgzWJe7MCoNqXyu2LlpTOj4cCK8k7
VqGS2s/1tftSV/uiD/VWDmnzcy9c4IYDD+MC5f15XILo3yO6zBfV8u+bBpkaiaYwMZeCxQav6zqv
Qx7PJsiJ9+sPvvalyxQGIQfluMP7PiXsR91XPkhdS6Y4nWgQQFNMCz5kPVuKNV+F4/q1VeOKL2/X
DgX47bg2ORt0hG4cnMHVmEpPyUESrrC5KJCCWuuUlPod3rDLodTrQZOOLpeu00VGIr+KAxrRUzj7
Q7t+7IQ0VVYjfJ2OSTnfKdPy+61my+dB9GH4WhE52DchCo+ixUHRtHdtM5kLtS4bmkx46/w34dsW
hPdVVzHgkGRdb1Z4WmUqXFChPcditzsTGw8hQLQlONx2KsqzqKkRHjZcj3W2TbyVaTwJGWTzPBJU
1CltczGLFpBQW1ZgANYh9UdbrRs92m5CGwYVOVCx7GLQqSeWos5cINw9LbbxkoZV20JobXFMIjmX
IPQniUcFeS/suygKyhXVmUr6QxVrgtbrfGHfTSUE+CGaMmDG9TJ/RTLCfeiJcTybK2x0Uw5tnFpt
wipdRYhYJQBGka/LMoxXLXYNKFnbNmhOpHpXnNVDiN4n8RgBRZvN8MnuRnqphnXIot10R7sRdz/t
ebebdmMprHy8G/xiN/12fwQkE9O7/9luYqinYaSZTwJgpWUfHdYyrDC3RAUKDtUaAGS1YaJSFtXJ
faVbz1+wgeQ3IwjIDGGAjGJE/bjWJ/Cg4zF1SmIpPZW3HWu/xRq5vTaeII+YUZ9oHvEyUfqjn9FL
KJkgh4d/y8WYZEW53G1+Ox+a7vC8icEL/yC4hYHBb0JaGy8pAhI8qifm8p+FqazEjOnPycd1oVLx
c03Ez/VppkCRdNiXbdsX8Odv+N/gef3fF0riofvPHtjZV/8VSbax6h96YSTEh/5xwyJsS5iEMUWK
as+Q/eWG8T1BBvQmBl1BPnbDyKs9KRYniBaB0LIdLPk7hiSv4C8hn4GsG9BbQLf/xg1j+6v9DzIi
4QcSVH/AUSb4hYzvOcWHaCfghUgWfYniWaKZjsscyO5mYQjbjM4L5I4vg4J16E7SJxeWdmnp8F8y
EuP5aOZlzQlyPGVma8qu7ULrKzEkwXYE3oJOeYKB3zyvq761bDPHce+KCPOIJyfva9/mZl6D4NaG
tr4ommCF/esqoc86q1Va9BEpzyc6Q1YtOzAcms1b88t5+/+H9n/8lFj850N7MX59zL3ZZWS/jmvE
XgEiC4Xc28LHO4fm7+PK+SvEBBJeJ/IiADH2oih/Rw3JKwl/bW9umoT7x+EG/3VcKVLHIokokNnw
18f+zXE98aWYkPAGAXYCkwmRt0hOfKnOawnyC6WHtp774nKxtLpSQFWLczAKWfJFGNPLc9qVUxik
D671E57+ieX/OTQCI04EJI9gh5xY2W7wVVXzIjzwuUKb1U5v944vNpuXUHUvjHU6zQipVFT0QMYd
eSjAT/ulfZBJXVpLRA0vIVeuRfrSsm/gYqxH35TRRzJM/Y0qtXv9/PyeHJPs2f2IApniJ0srgnpd
TSu3POYb+PZsHZDtUOXHoK+Dm3ro76Ix5i+MuX/nA+MDBkPEkT8lnHLg5kgdPJ6nmCcZWp5sOe9L
hRbek2a39QZsPw26tXnXjqV5gXb/1IgIeZHHhc3bU/OPR3Sb9WOjzJYLN9RXLBz0VSQ9PYYDcx/C
AJjZ86v6xHhIRiDQRV6cJbE8Gc822saeDOjAxsortdRIjCl1M0ZldcFC6rLnR3tiDxOBWjAhFaAC
iJ/tJh+cm9EmtqpWuuVhPZTwu7dbEjTXVTsHadSJcxard88PuOfCTjYwwRmFeBIRPCZ5Eodu21rG
zVZveUWj93bRyaXwW/vCGj41SBRKgAR7liNJTtaQBmvCIzuiUVRBujK3zmxz6k0cXzw/md9XT+JM
INkI9IMnPDyZzFD3QxgxsuWlG/10Fo3tgqxZZGh5nINEwufURiEa08BMxQth4unYMKs7mkwkrKcA
WWZfgwc7R1vddoMafb4sGyrylP30nqglPBYW8qCy6lBvt8NCv2BnTld2HzXZKSMczz+2b0c3Hozq
a19IVSqfV2tXtDmPigi5iJiU/vj80v42ECwZbDfcDYKzEv8Esh8MNAXRaJQUPp+kLlOnVPeWtuFw
++9HSQSLYuR4kFSJ98v4YBQZB64JhArhj5PtS60TG+cC3JDoX14ziSAfeQEg+LjR+0CPx1mGqC+1
KXwu5qj+xmFTD6Eg7W0YtfNVh5ck03E5lS9s1kl2VeJUAO6gAJx2JCFEL/HHw8Zz0ZRW12gdTc/6
COzK+iAtSm1Rdm4DRPEavcP6+SxkLx2T3w4nj9BuQ6A8GE+QDz/l1/B5s0FQ2y0fJCtfu5qV+RQb
yNzjDnzPkpsK7ZU3Mr15fjtPX1yJFApJCOPwKsAUPI21ZJcsDgkOVJ2Kxy067IncYk51sQ3oPdqZ
oLp+frzfDinGE0jZIEEJNhJMzeP1bc3owqEIwrwcB5I3kUGvyKTWL1yF0xdBCqSogZ8CD0LWCPTb
x6PIheBOx02c99UmrtZKbm/GrfPA8oP1oNbKv/Di/baKGI/tLLud7LEzGh6PF4zcuNUr9J9TCQrk
jskKwo5yFbhvE56LFw7pb2uI0X5S8aLdUQMf7/FoM1/bqQJTKrcyrC/GKS5Sr9bxBT30U3OKKNYO
thKYxSnq2ldaicDHKLRb9PLPLjTmT65tZ9MGCET+/Kl4eiyG6A1Yr2T0ZL+mVQJsbSKZL2HRHAZn
q2vA5NWlX9bthQP/5OKBSMYRyINsicjukf0qZe115LF4tNT9VQyedOZla/+tldy3CJeKwPfCK3da
M45akbhZ12hGKBdzv3S9vmxL3b2wRU8d84ejnMwlatlgmcCxayMaXAF8295sbFa5VyXL60A175/f
pp85z4euyH6vgMfA2O6Bhjglbo0BLxbYL5mP0eTe972u3jkktq7qaquPREc8xV/pMa5BKhpZMOeA
t9Dnms7gJNfiGJZL/QLh4Tezuf8i+GEgpOxHh5z4E6rupdxanBxpl/YYEDK+BldfHpHdV9kYzt9C
N9IPzy/Dfpt/WwUByA0RF7IrO9jw8Amc286btSUyX0GXTEPQUs6SJkD/aDkHH0pm7spidtdTs8rz
5wd+8prstE9KgW/hwXg8sBqLTQatQH/PYWHnpG/8oZoXnzVVKF+IGnY7/Psc/xnqxE7HnW8q5zHH
WTmkKxW5o3NVI50sUDKEteexDf27oQro0TBjXtjUJ+8okhMR4t2dbXwyuEksQyIEmzpqB3g+8exs
s0n33xidf0Y5hfSGcouUWyS6l7BlveIzsuVdEveZ6Pn4gjPz5IR2kw2LAMCJnUyo8S4Y4Dlh42iy
nHVSmi+g8r0UKDx5LiOBOAFhO1yZk7sQADwWpcayrSLqLhPm5eVSuPLjCjL3V0NEd4l4XpyBJkNf
WMqnR44FniW0ZsSpOTmYcRe6lmLkxtUEFMzBkPMorIKjmI26XAc+5lFU+aMbl/rP5+/EU0u7I2wx
EDaK6qonj6GvQiRhggVDs0q+8x20HBVdyxcs31M37+EoJ0u7SetCZr1EwwWC5jaB4dlALLiEazK/
0BTtpQmd4BJTm7QyRiIk7+RiL/Sgi6Od5pdA9qeeDiQ2OZCIBMDpnoJ+aMNkF1rTU0wI7IEkJ6iS
mdkEHhlBGheFhGJjXzgiT67ggwFPnviQjSE4DxSdbqOm+bMTFD2oi6b6YN3M/ovbBvgKBCGkv+FN
nGzWEJd8XhM8i8s4sj/luGwXo1unF574pyYENAUJ/BCvPP9Jcn4QCA2Wq6EUuNM1T1CVNyTFFYWc
6miwe4fnz/iTQ1EG9iECcwqk+vFmjSosVW90nA9d3KdVG5hvEgmr87lQ09vnh3rq9AEuTwjCVWQ8
Ts8FcmR+RFAg84lxFKPtBxCxA1G/cBieHgWEiRAJHgYn9vGE4qSOGLReSCUhxX0E879/vRk3X/w3
c/lnlBOrtNUWcUyAHdpGDStfLujdzEz7X40SSwRuhCMk3jfv4TkowLlcF9g+M3iZ2m2lKal19cIR
eGrFkhAB4q75QILj5AWpl8Jz32IuiJR5mtCyhW1nL6EzTxw0gK54dROg00ionIxiqZhn7XqSJ1qD
Wj6uyIQfCtCyjqIoyuSFe/r7aDsIFCLYBUseMcaJSfCC13NdIBfKEYdUxyhg0QAv0oVQshhhuxdc
mt+XUEA0tOtTQ1AEsFWPN4rQCurDUNE8GFtyhCs1pnMZv1QN+4lJQQO7u6Ngq+wA+uNRbDzvKpmQ
5mYami0dZM9Qo3UsF7A44rqu//W5iACVA6cAmAZp2ClYv7QDXApk4HNTheIbAK6NI8WzupfgmJ+/
+7FDGDF4FSA60V1vdlpNoieUbL2I0U1k2Wr3R9EN0SAPRAYhROrJNm0g9Fl05PnIN8nB/FuYQ1Hy
lo5QldACsQRiAfzlDqA3rY4GwflwTEiNFkemiBOd4W+ka48F2Hb0UNgFLI5lISM7e94m/L494POg
6iwcBTx8v8XO5Qjy0zQyxAsz7uxRSrGU4GnyoTqudWfunh/t9JWNUbwxAqgKOgS4qkj4PD4M2DGP
uEcUeYeUP+qitEH9eR6UafISn0tyVB4u9L+8VRgzoTEDG4PsBNlTBGu2EIU3HU/yxPokvuodJASA
klig83ru2pfSKKe3Cnn6PaPJoAUniKdPI12RVOuQ1K4AoKMkgIgw4p/HaKEvWNnfV3Knf+1sJawj
0rUnL0YQd6M2k0JbwUYOOofQWH7fWk3TUhT9F0gziMuf37vfJxYn0IBC5IcEMYRnJxcZSLADVkwL
XGQ3nve20xe9sy9VRtyvDw7Bw5uFcA5fD1kDBKfAVH+WaHjwgNjR2Q5ZIHNwtOnqr00YBcO5jOG8
3FUUpJdjOYQrKEVbMX9SunG5mml924xtfFsubAUzS3lWpXJLOmiZjJreDbouvoIoE1TZGEB9DGto
Pvm6BP+I3HclpMSEQnWdcl0wNL5qk+KGtPDMo6h1b+DoNjKdgLx8UH6YDmAM6Xc0Du1dQJMBKjRw
6csr0Kz6/sqJesxX+FbqfJtXJOpqQrabTo4C/Kmoau/FNLszVlT8IgSHCv2qpBYfoeIZz5pi2G4C
OnzvaVCBuDt71AMtFPnW6gF0OyhLv5AtsVe9lc0bFxA8q4EZ1T2bq/YoGQjBBX4JZPegY3Gx/VGv
XVmlM9+md2vSGJUmy9bRfNUdKdJlCCRKlILdhGpKZVz2Z2XtovIQ+ja2ae8XEaRN3DvAddyfR66N
r4YJHZAhrJZgkwVovDaIyd+01uiDFPOYBSB503Qbh5CliH6g5F9ms0vJawJSD9jcKeNtqA/cNnGK
UgH2eitbprOk7sLPsljWD5oDEQEVSmS1gI7E9Rry+kAp9p3ThaIhQBCoNlVz5dIRshJUM6DTuVbw
dz9MvQxKkILEvlJdWcobpZ1TGUhQvkWnLyCRxyJqtU7jSgn5kbHGQfiRDOEHZ7j85JQTqH0QkKTN
+5iYr43uBmye7cof4IN3V6CAlfN9QBoDzs0IBqxBpssgxVimEeocoBaCmnv3vfVSkTe2xAdzNtLo
Vm4kKS7xtRbgpK9RcU2tEe2PyF8hPabd1JDrgc10OWzN2J8XZcPHwwA5P+hEBixL2hYkuirDVi+X
xKilvx1gdMSZbEUVflvmtuqPXTLIjzVTAbRuk68Oc1y2H+mq74jaTL6Z2X6iG5VtagMnobA3umcH
CG94k60QzP3pyVS/2foZbczmRpEM7LX62gW0WFOpR57xsEG1jtGCGApr1kcuB+gJhtnQVSXYXJ1r
IS2bqm0rz6mOnAAnTkeDMMuxkkShclbNt/6C916h+FyVNDelAXM9rc1qXeYG299MFoNlDoUhRDqY
uELpzIhOaOCHd3e71n1Vs/bOIIwB1rKWRb2+Z/NKcI9cb2ymG2glsrYdNnWHB3LWR0qdFweZ6F7f
RSDI4WY7kD7LKi95s5jbZNBBe1NONkCJBSwHnbJVlHbO/RSDYZrUsubp3I32w+DiAcJQmwTlly6s
O3Yuyw4lESJdBsGliSd7G4BXt3MMrbNJysstVEh59m2RVWGFnMkirV/yxKCoPriS04IvBk+uOMoY
orBDFJdbkINkBS5cVQ8QTVUgXR057uqcu7DT5thtcf8mXnCTjmpt/Jsy8XGXF9HSIc+0bgi12FBG
39pitCwLUFdE5aAaMnJs1QR6Szy4Ykn7Egr9Awtnh/60YUDjg7K1/xCUAVRIAUs2dpCVLlGdolnV
bdXrzqfx2PVgcIb0VqyFq/I5HIItNwTCZqgnkZZXxFcsj52rLyQtZXAZV6T8Vo54/XJQ7Hyc+w2V
F+DPlE0CEq12SS7Hwv/hdB2yrO/i5fPiaS3PuCZIsgTGll8jC3Zm3poyRLpVgeeQDrrS+L2kVh+j
MRjA+xycCw5I8QfVcWN8PXPgLqosrMBaTqfVRG06+nCY0pIN29U2+aXLUKGknyELgYTl0IeWRRAg
sJauKDcTrzqvolXLC+mIi67xtgOjxRloyWVoSFwfw7aSr+ut2qCcnoLZHeZEoqoE5yv9qMohgeyK
VSsKCkeFjlLfLduPEGQJdbHEfb0eF1VGr5O6wpO1iD5EU8Z4JW/o0G9VRkZvFayskj9mSDVv4Dox
fq6qWXyOosmHl2waPZJeq070Oe9BucwgYYUdMZqT772rFn/greg/N20XYVJuMyblWynlcZVk+uiT
KQbttvJ1fz7h6XgLwivFA2FQSyQbfcNcKgqZFNk0FPHrAnmbb0ENMWfaElTvSvUwWZaWQ1H1Z8Rs
zGbNLKM/ccimEjzRISQH4lFDJO3ZtoyQ0mjLUXeSN/pMLSN7q4zW4qiGoA2zwZn1mzEaNiiONqvy
GZqR6cihdNV5V65OZn0reZMiQZRsWUitQ7qRa/ijFqfhC8M3omb0WjQuA0eMTQc12uBzOHL2xTUV
UOClbdknVFmAqK+abF2fESSYz62QKIZJhnU/Ua2TaLjc0+Q1Ebps8qofi+9DwNc6lcIZmSYjFyhF
GEFpc6wBdNC0jar5NiZNhGo0JgCWAeTOmgPfeBNDUsvWOOsUVCm5hejl/VT5JszHltU1XmVo+I4Q
561/+ALG+iaian5f+LpC3ZhauS9c+vo1OiGFNOXVzpKeuhJ63xm2EfVYJpW8NZHzEKFXQYfS0Jtt
G6iqJmcgv1qhCjehwvu2BAM2MGkTx/JtqWVwZraiRcfJTg/d2WZ8ZY4zFhvVEusNU3Sk7FE6em1C
D7mPiP4U8crY1SCN1GnfdT2KGbLYJ5cq3BTPatfEJsMVq1CxbQ3mOPU17GzWLExZWIKSaSgBiLlR
S1GjZAwQhgQuRFUmiCYSsZ2PmwmPZjQtyWTixvkTLWDpL5a+JjrfrBP0azFvmhw8p7a+MZ1Hwj41
SvUbxN2L61DZpWHDWz8ID8kxs0bpPyStKvNtWoOoAPyIWjnNGXfR4u17xJSNNzdOTnNQH7s59CWE
TkPJdfcWjGlHi+Mi9ipIh2IdXY+oPiAjkJeaNmJMOdYPovKw90MEeVUURLbJJ78u1beqUbT+JEHn
bkKUMxIOpggOG8dNG0137Nto245NV41FLqbazmlVtlN/W9BGXzL8gGg38RqSasub77DXU3mQw9ij
ypJSHuTxFjBUuiSDoelYOfXd6rKAsI2uw7uwBZfpyIUXZx0yDc1RIcFZpdOM/8lxgek1qm5QPKoL
NjRlMHxl1vVwhK5HTnVy3Npy/Mzx3cEhVn1wxoZpcWdBO00mj0c4pSgNImp0DW1X97bRE4+uVlcH
nxaCV/LIS0kMJLLQAhxcC4p0chy0WEfkk0qURmKtnsGpbzUKYwbxjAaoHjrTsBxIdzEbiMjfj+MC
cT/ejD7+2JhghOrByOrrAi6gz0g94fXzyeKTYz23I8vcDHQ0c36L363N1EHe3mjUa1LzWhfHclWz
yhhFkSQo1jqiDzFdkrty2IYb2kdaXAVVsFyBNROtKXKO6jP49Oyz1p1R97rv6uEM6j59q1YLizUO
1XQ5bs7NqUxixg9B0mi4jEh2fZbNStuMAq8oIYEgKGsxzTHvjiEf4zfdZpsfpG43CU2AncN0kWC4
ww5SR3Ou5XrXyL77AxaR3rcd2aZM0GIszzzTGi1ZUFUGCVcfoWxUN6kfO8sCZR5rOn/bAmtChDAx
4M2i3/rzDWqi4gAeHHSKBu9+CqAm1OlYT8ubdVe3pcKQ4rum0YTYpY/gug+br7+vMZ4z6PSH8XW4
+K3L5oDiZTZovIYYriDjZdcpuIWLZbI/NngRjkENvChnRDM0IUhYzw81Qh6X2qpePhkvPhZ+67Ow
Kb8Kx9Act90nzqPJogXYNv+YBmhCXeHwzUWz3BK5VrdjPH+DgKfKATbp67XsMIHKjnFZ4+Ex9o3C
Xb/v3Vr9KCpB5wsVzV0ey3k4Rq2CRAteAukyPIX2bAP+f0RSJTjquqTwkAff/jE3y/BRB/zdikAI
hVcneEdpDyonWg90NT+DRqDLdWh9DoXPEKcqoihgNZcRZM41XGCFCj4gFOvirnVxCG2PHsjruAgu
vI5V7raV3PMQZa18PfbZOG3xdazkcKRbknxIkIC8SuAjZFZ2qAo2hy6476su+NzyGvUO+jk4VnTk
9yN1y9slbqlOi6T60kFWhiDUQ9CC/tWIXvdtG/Pex/5Swb8/q4pWpTBY8mMZW/euTYTPCuqXGy7a
BtV0RjhVAcQQkWjv/dqdQ8bagrAyobHtEi2ZG3GzU+U3ny0hpG1wfXZ9m+Yfq6Gpzolp9SePF+QQ
THWScTd0mSjW+BrqjAo9GXC30Am9wLRMvb2zEu/h/2LvPLbkRq51/S6aoxe8mQLpyrIsyeIkFi1M
RMD7p78fwD4Sm+ceafVcM61Wd1VlJjJi799m9BJdT0veX2Ug2PHcm7c492+CkrbpYFliNKrEiAi3
4ioE6ot8NcRyslSMcsH+YLJiX4Jqlueqmu23FWU6CKAq3pcl+WGxn5rBuzVbCXuZw5t5EbjgDR/H
rymJul/89ka40bUBG/NjGbvmahrzj5F2s3vHNHRSuybhZbma4ll5xofMdJrbpfXKl9Bz+6fF6Bf/
NLpCsbFOtnlx1dIfTR5FZx2dkyODt5F1M14X8wqaqfrQDsC6qyrp0sDcFy9j092whOYLtKsZveVN
EWQnl4C6JOsiP3bx+F/WtEgPy1TlVwj2/BvV6fVHGBrORTaKkVra+SFijV4n85Nf+8aTiqS42Glv
3BR5ll/yGjgizoy8IMYkfah6r3twlZW/5LlPtsc4yLtsno0rcIn5sgQ1Z9m4fB9Qapy0mK3YK/zh
I3iUPtaD7GMRdvKrkOl6XUE73iqv+lwye7FZOEFc1K576MYlv5l0mX82Ul29IPu1r0ujpSNcgDjE
i+/zHoemQiHbUG3NSEkmq2soJ/ZAnYgAYf7s+MpcIcV6XCOqs90R2Wvi+mUbr2vJA1zKiU4vf/QP
NcTstVmWBkF91vWoJnHl+pW8IXrhvSsc42ENrTkuO7e+8czM5Hlc5+qDn9XBfeDbTxwYwXdduNwN
fuo8BFL86N3uw8Br+Mz6UbWJ9lT1iUCZTMVuWPhHTxbds73q/lqteXtxzOmBAAaH7w2Harw0okBt
7DsPyDEYu9x+esvHHGPRygY8DyLH0+SwiXAvOVaW6BoldMyiXwmeci0+Ws4iSVEifgtT4tDVY2Lb
vR/FWInWi6obrux8lj0Tet7OJDWY3TgnzG+Yu0iUObCMWk9jWpn0lOSO1yZRCapwGMQgl9htlGFw
bjXdE+EeTK1hq+wbvwK4jevJdT7Wnq7WLdXL/oIimzZtN+rESboV5q118It7Mk7KIQYeUoLCmXRK
Dw2fVpHUHBFl4qim13zh6/CrxREr+er53hmnmk2k6jgLRFpSMm+JTmLJy4bSd+LcLYFkpwy0J4sM
HZFeVrsUWBiT6Z5cnQEUe21hyVirtqCWonYG60qW4TQkq8ebFxvLjAV+ykYyJqWZjdXBr1XwYIjc
D5NmJQculqGzvBmFvWT4FX1hx8pInQ+VkVpVDDfhkwRb2FTWh6Y33VVuEyxJYenoW1sZ3Re/7/sH
Neqpw1jopulh5NT+Whp5SI8OcYzOqW8jUtdWtHZpEhaB3R1zv3Jfy9rgaENTmcvDZIQtFxOzZX03
AKPQSteTvXwaWYmoYV9UUxyLzu+ey5FGvzhCjxEQoy97HgV4u8/KXgoSlAjjJuly6mc6K/PeAxCb
SgkOZaWh99gvrrjrOwunSQnpJOI5L6b7yKstgzM9JYNR+k39GvQLuDEx/eKD68mZ+7Zd8vTgMor9
GFqJ+63SY/25IoxBX824dtB5T8IO7gxnW5qXoA/XpKxEhZrYlVw0drkwUg6M/jjrRdO81WPIa9AL
qGk0ghzFnLS8e3ZK7kEcYrZcEnuu6+ZAvEt4N5aKdLVmjIjiKoT0QXfaZT4EM7v4IXBzw7xqRmZs
BAftdCpmCVOxtH1RnKxh5IjMS2T9B8Qe5B9EZejjEVStqc+V2RmXRXhvjqft7OiptJDHCRi2R4+s
liZZlnYLUtBpTxks5/Z7v3HE97Tg5kkWvymfwjzvsluboQ7b0MbUgPmo8FsNNTke06A3eQTTTDxV
YgyDxLDtlXB5tJ/6SGCdWBOXdetVjYQ6XfEAFqx9YepnR5ReVU08Qq+beErlOBM54VI36NqLI0+h
iMa7tWpZyKKxA0CqQ01mRW6WSCltAKQw6WozZHvUwWC/VKExpD8Kgvf746C03V1ZgG535ZLWw7NJ
imV9Niq+UqwhDWrYY+nyZpzC3JzIwy6rUR/wzXOBmM7oeYd8rf0qmcsoDxNHTMZNwLbyrYDAmZJg
XfBKWW1BgsuCPOS+kWXx2ZojwjMa8krf2fPCATj45oDViaCX5ihcr78fyMjID5mjDJ7ITFsv4xCk
wbkfltE9IOlzi1jVKHQTNxUZpYstK9l1U1p88Icmm+rejy3hDtw+fT27rz0MkKRdtytJ/EbY47tJ
Ziu1Mr4pWODQmcSPZlEsP2ukqzwWujb9ONX1QFxh1Q7La9grQx1LzjrwWj8gyo9tqnioBkWEhdGo
2YmbyJ6aQ58O7nSM/EmJu2bxiFUFFiUGMBN+1J3LWnaI15HS2yiz6m4inaOZ1j6Pl2LAfh30nKOx
O3prmOiVzMSHRVqtdWcupTb5bPuKrUS3gwk27siBVFXeNMwxDe+TcFIdXM1jVNaIKpgUPizAg+Nh
mJgOT16FCq2MBaYh8/1cGJnnneYZQuAmWoJivgbIHPuHrkOMe+TIt8dnrwvZq46D7Rh8klrnhX+u
ctE2L4XyiI0clDFNj2JxzPRHW5nauM4QhdXX4eyh7eNgadrnKRptlGl1kUVfqsypfao08bYMOrFy
1/DOHsxQedUx5UakgFk+mZV88/LmPgfzI9c3qrPRqhJTwyJZ8VwPU2Um/VrVhMVpCOsffefOX6TH
ppawjlFxcjAXWlxp8KjVrK6AZ/roVeEfREIqtbEadVJGwm/GmF3QACpXndX5r9Esnfnd2hlB9JQr
G/DHyvHZi8vgZksKN+w67AFL5EnvOLNI64/g52o6GpnbGTpurIIM2rgwVk/e+xpVVX2GrnRWYr6s
Vl4qG7QoSY3GYIX0pjGijClaZp85r4RtigGvu7nD3+cVzbnOqmA5mkFrBNeTEIZRk9Xi1IIEEwUU
814380RobDOPTNsGV7nxNNl5Zkic6pUxvyI8LrLmYBa610bSLlE1nTvhVdGDLvpluRFVlKc3Pks+
ddXD6MqDA1OQH5p6bAvF3RZN8mKotq+fYKeEffJK6Y33yrcriPhoaOrwWgoEtWs8dGVYvqv7Kmg+
lxZk1/OizEZ7XHezUdc/aeH/uhT/YW1Ogn/jUuzaz9/VX2y123/wp63W+8MPETBj/aHdB3kLSqp/
2Wo5A0n6xp/tkQULH/s/PkXnD3yzLgISZKr46raI0v/xKUZ/uPhfw5DMBfhtsp7+jk+RRKe/Mqeb
rxZnjb/9KP4U1Ba/0euZ7vIg6GkMxABbHFZPrR9bodvHcLbXj6IaBCuPGLvvS+DU70vbWNQpnewp
eAyyrCXUqfItmsSkBs1cwT1PTWZ0hB8J7d1b2xJvyki/jAUawzjtvLU+zjBl703ZngPow/LQjw7C
Bg/HoopHp+9QLlRGQye7ETactcGC8Ll3qtm8TQtnWg8pe2VxmGVuWKc8DNWNa1XdlQoK+24t26G8
eHCGhFK6usiSERMGQIhRNd/dzun62NNzXd70rosTH2GFG52JSqxsxhbtVs+2I+z0aqqyWh1Ry/Z3
3HuiuhIIZy343n5oT44z9EuS5tGwkp1khX3SlzCJ20bKIV9J3xouDnCgvJqHIkRWPhXNl9kfFJVB
c+nhdSeqCag2hfE8jAj2r6U/9qyBSyfptHFNYZIrAFqcCB1yQ1rakw65FWp8bNpGZEk659O58BXe
wLUU0ZDMw9CRIViYykVIXVp3jejK911dBvpcL9HyiU0qmBJQZzb6fOVcsEPt3Tr9PNEpaU5OdSec
4TO0aD9dTFFk3Onaa+Ge3DDIDn6RR3XSmSUCk6J1JPGfgaPyxx5M81tkBOuTdkDvYhggcUnTxiZJ
0MnD2wptNdxtxSSVDHNfVxyTIrzhxC9pcdcpwEYt8qhlICg6FpTcX+i0rDxYnVmOej3YE89dYgct
r8tioGWAb3mpwDskdCRrm0ffMddVNZNjahPPU6TVt3GsvPDYL9L4xHaJyEEF1XIO2h5hsgpCeacj
TtPEKS3ja9RnXQupNZhE2AIOuOdu9cKP9ejW11MxFiSBLVPqxAXZmOXDkNbFfVeYE0/mkPciQQxS
NkQXWsaPZXErEshnazm7TbbMgH59Cw21EGnYXtwgVeNFhx75l6pqHO/OIh9rutGLyRwCBIKt5qM0
myE84A1uxDVakLUDqCkj81yvgfDPrMbDDMOZAYHZ1gr+C0E9X48wusVT4czVUMTRUhp8afpsuR7M
UlHiaXNRdcSmu2VxsQwJc95OYUpEiQRj5z7OoyekT6W+TKW9rLBEq12Xt44kzOMb0nRCX/vcu+SN
XYLdNVV6MMGybFaxxloTWVjNS8VDQITXnN829DNkcRZM7RnHc0TQqEP55hjpv6cY5bjC+kQwHeem
aeGs+e240hVZNAaKjYRZpjvOU5bHXbTQcW0I66cz5L/32T/Qmf3b+6z93PzlNtv+9Z+3mRv+4ZPS
tQnwA2wFBEr98zYL/yBb3Uc3T7a0RYLLvy6zYAtR3wTSf/6fqID+dZmhWvO4GfEB+0EQ/K2MCN/8
TeFk4/zziKpgsuTZ2DIr/nqZQd94lAqYJWeKQWJX29InkZZe5SRrCQ4pcnURFac50rEGSrqGzMku
Hlhc9grNxNZmzpmXPQZWo+ULWir2ygrVFEQm74pNgmAF1292Hc523ZtRcQpYytKzOXVzeorYmPxr
3B06uPZXggb9WHat03waGu0uT6Kq+d56VEOo64K6Qfe9u6iuY67GgwkJ7WsrPGeoKd7MWRMfWElo
KHAIg1VH7PvKsO8u7b7HpO2207AAsd8M26oTtp3KIYGakqNg34bSetuMsn1LEvO6+rG5b0/tvklF
21JVUE/SHImGHKrzaBJ46yIYxF585w2BKx/Bi9jOCDfiHlqapmdtQ3ABjHzAtT5N196+3el90yts
puN42DfAad8Go2WxXvJ9Rxz3fdGWcrg3fm6Rg2SjdPbtst0WzU4tr4rAV3QC2woa1jNkwAZaUrQh
nTKW+74abquruy2xqnOLkPSybbe19j2XKGZ23mbff1kBR6B3L7eyU7fvyClePBZmTl625zRzV+MI
VtO8uo2luBC3/XrcV225r931voKrfR3v99Xc2df0ZVBiPjb7+s5QxCo/NgFrfbBt+FwWrjx5++I/
7yBAmg4AAgxA/Gq3TJ3sqLrWbJI57eriytuwhDadjTWpd4ghdTa4of4JPRideOJKBpDA9gI4EW44
hZDEvB2dHb7oKoew54YN/inbAY5gwzrmcFne6wWq8NgMRr9eiigCGGn1bGGclggmCPLawBPum7fU
NI2Ls0MrYodZuM+BXID4WJXtHYpZxhlraSlDEBRCv6YTugeM2GUwp9ZVuAM6jqjX+TBYq+IR20Gf
acN/lskP7pwdFIp2gMjZwSJoW3K/yqlDAkAEs3pHgNcmgdhQpoEdZThYO/iEsnnTvXq66c/zDlCl
7gZWdTtwRTo/IBay11Zf1Ru2hQoCmMvZEK8wHwDXvR0I0xsm5u/wGIx1/bpmHqCZ2AE0NfbTfVG0
kSBRTckM4TloG6AZwBuMLCCckW2AXE12kgAF3oTOegftJMjk58hK8QmKHdardohPbmifyW5WHKcd
BFQ/AcEdHCx2oHAia3REyLQBiPonmLjhitEOMTohdF/S7dDjsMOQqBWAJIcNnRQ2ApEDGcDAbhQk
9A9lPvRf5IZpAq4Cb5rmON0xTAF6lpMEAK13MNRDL/NB7hBpKje4tAvq5c3PG0DUlKkrTJbM9x/U
DrNOvgjQYq0RSi5zh2KlKoBl0X8B0ZY7XOvv0K23w7hgDEC6xQ7vRm4N1DtvqG8+TEyL+Q4Gsw0A
DDtROpcHz84YlReXyIILep0Z4Qerzley4cCYmx1vzsWokPjtOHRVd5o3fsenCe2R92pHrRW+B3HK
DUSMKdzcl2ZHuJsN7A523DtcB/tm2dHwdQPGXRGAkY87Xu4Vi6YcHYdQlSCsIaKl3OB1ZcPp5Srs
n7odfU8dkkzOIJOg8h5CT0j1DawfRIEYZEGIOSY4ccHzPVLqsoPaYH5vR/zLHf23dybA3VkB1bs8
c/TyGVd2uDoga+t4tIvsXclNlds69i3BHEOW6iv6HucqUDVMnF3c48Yab/m40uPSm4/SS6d3WVAc
UlnDhqtUPs2+e6OKpnmQYUnpT5e/WzSmp9C4qdrsWSAf5Uawb/qlfhBTQ6prZ7iJH44PzrJlyjXX
vkRWD2JZmzrh/K8uGhQI+Ni3DlPdNI/gEtdua15lKeNg1Ok8jZ3uPXec5A8QT0EZFq9ymd4TC50f
Tf4I38wSyZj+LTXns6Xt96RYXIk8w9VBcMqUCv+dJchbi7wv6CpeANT8BHMRn4iw68vorzVEurxb
N8uW7IwzwtkvlS9fO6IyE2Porxu7c7/X1nxaQJ7vehyB1zOL3XoYUDx+dNN8jv1sXJJ+7NIrf8pe
Gn6ChUUihbALszQRBeJcCBOe91gMQ3PJWuce6smKWyRe2nSRrdacciyFI1vKOzqRwpOTa592oEWm
R9C/9CDsOXyMqES6rKsk89/KDPSA5ucAdQ4y/IotqauaU5qrGzFV1z0yo8QZ89jtlncq14+ql7fG
uPTkCLae/Da03p00dHGzpnp+DEpuFL+Z5YEfhG53vi+GfHjRI1yQpRfj4i7F69Tm5R0f+xiHAKa3
QnY2UYXzdA4RswJ5AvxI033MwH3Po+cv3jli5aZ5JbgYrnxttFIA4Ny8SFSgTIvhxnYFrLOOLo0r
7wS1Ts8dTDj0t7YercEOgcacx7ltaCcNp/KTZ8N+hLoJH4TBdbL6JnniPVc1a/V9H0atSmQEO3Lw
kCs8j1Nd/vCCpbp1w4oysTFbTstg+ne9MVfvzLb7Zhepc9UYJYUOwG3xYkiUS57dRQlBvt+7ynrX
2YVdgHa7+mIuafXs13QTyBncQHdlGcNJ5Q9FOo8pXyo13ldNFhzqTEtu175OUbRND7KOwNOy7KWd
sw9m3RuPFqNqgku5PeZ5/UEM4xirKf2qVP8JWpiRZvONPBupWb34huecRCOdb4ElXgtTr68KN0JM
eAnzywoFtZDkObn5yNaO1BTtTNJkSl7S2vmEsdmO58H9hsIo8QM0ipR7HPMoNZ4D5KjDYVT+wVtQ
qFiFuK1tUgnmfuHvD5hZ8+pWNpN3j54GdYkz33WIAMlv9qLiHCBVuerd6MqQRKkC8TxWZbleLQZ6
Z9WhikISfwqtQD0Mfmp/8xz1JKb142JnP/LBILrWmJYXGwb0U9o3aCqvaBWDmM09gqR48WVtn+mj
6corshSxoh45UG2yXrqsJPvQXGrzwbbsUd7ZUDchZFkvZ+9Hg2CX/E9b5q5zmETT8xkNbtc9tT2J
Wde2bqfRSdxsjNQPsqRt1PJStFMPG1PZa32YK5Ol+75pwww7oJqCEX2hlOhcvo4h0CcdJgR5zBp1
buqU8h5hxODAtjYkSV4DPw+ERyhbo+6OwxD90WOROX3zjOTSmN88rdNgkyUxRznX/rJi1zxnOkOc
/dJqw7IRz/ranOUtAd+AJw90BKiwexglXXHFZ9G0aaMPnRjFD0IcAzKkkeryJ3UInT+5RAjEDcjC
CiFGrwg7vevP58Gp/aeCurpYm61UJ79GBMuSP2KyuW+NwnBeC4yJHx3Hrs1jaWeW+aHOM9f4M4Tx
v1stWy3r4P+N0l5X7bff0uS2/+BPlDYCcOW7AZFBJg+BW2yO/0RpIxZNvKkEoZhEav4Fpd0SkDDd
Ea2/bZ1/WWz5BxhebL78e+PY30Fp7d0Z9ou/xWaqJy2I388SAwDye7jHOOcRyOjQJxGEy8Wz9XBb
rBWnISxOFFzYElWfTKlZXLkUhK8nI9AHpC1LyzRJrUq6BtNVZznvcZgjhsnD+dFu+rehyg8O1u/7
csyXV0MHzotttFGZkHg4nWunmE/oidfbmQA4cJa6fyArprnrPO13185kRelRzZzKR5t2vPYU1TDn
11TO9Ft8haMRhZIdl6vE53y/47Afeqqb/DIXOCBIyP+uvE1pgvjEJQDJIWCN6pE0Cw2YUWidI52O
NjUAfaGJdDtUbjrPUNW4QdDJl7AukxvcTM3oNzd1kIXHtV4KM6a1vqFQy4PXNFutka2lKQdnO01X
YVXaEO7IqmOrX0vyxphDuV2cfDhSSWD1m4J2Wv170NfMTkzuOvtcDgxZT8Joa4QqhRlWj6lY8quu
n930elpzy2wQnTPo4ywO8vSqderoxekGYU4wWn7nIqGA77nxJFGThmXoN0J85+BWNTXnWzPj6UuR
+7+bkS4nxUIkSGhqq7hzo2Ie7lVU83MRBwQQb2XkfXaGtOU1YBhTL6YP7QjUsB99q1WkOj1x8Igi
2nQYuj518yjGjAzCsIgOtBqJV4veRe+qLkLRFUCrhOteRxKTG0WTOH5QuUI4fE19FPx4VQovuDGR
oHHl8BD1wK++mvGKDGUYWyEZ1MnML2WzDUmZOnldMZzqsm/NRCl/1Z/XYbSAHC3Blerh43S+g0qu
TGe1puBzWtADTznBz8kkNS6OOvcUP9FYv/Z2QYjaPFMCmiAQM98QtuTpUUPrms92qxbSiANXvO/D
Mf2sXDRraK7Qu8VeLiNWiiKTz7RdeqD94QJ4TIgItCTFGUOVZGYR8trqargJ/Znr2hjoV/DcWunD
lu30rksDjAyQnzCeFkouGkwznV+JKXR/BK6j/djeYGysr6jmie0AonarWjKXGG5wCxsI/s1uFV3U
jopncgIgX7F4Iu11ebOW2Y3upBki6qVAprySrZOjDVwLl2z5al1eWq/NIAImOXwJ87pn3G/d4FsW
dEMEhD2bH8l8W16durLpvyavtETkWkj3IMh0FYnbVFre2iUivrthIU78TNQkXAe2v7K8SemA6eNm
o0OGnRkZd5akJ/0YSwmqCdgT17Pu3DElNmEjVywoV+tk1BvnUtnuuIIeLyNcTGj200G0WFh5Q/y6
Oq1IL+2ju/M43c7plD7in0MXAp9JW7832o39WYORp23dSCFzo4d89LH3vlnCGTH956e8LNGkFzmL
xNHfGSa6hIbgkZTxWSGbhoQK2rT7PkRl5BBobcwf81bLJwKrcxSCs2NdCDpEo5pV44zhgB8UnJog
mN8hOSovI4IxEhoWCxjHHjBftGdPuKF7WsXcyZNj33Jrs/INm4qo98MTml0dm2Pgpj9dx/+9iP+B
0PnfXcS33798Lqu/5rpu/8WfNzE9nb9ED3t/WFRvEslHjMKWMfrL7evSAAHKS5kV/8FfGyAcslzB
p6lscNEOECrwd25fy9tc7b/evj4xGFzyu0HX2XII/wort/2IeU9LK5n9vG+PxSjpz92JJPSf8o5A
NBDAopdvemObjICshMOwc1AkiodHWnarb0OR0y+H7EG95v0kvjBLBu4BU5T1IATmMUTdBkl9Gnfx
p3RDTFA8zVVsSkPeEoYjy1Pa6pXtqrNgHhdjnbmO2jFE8wrxRvCxb2HUMiMx/VBN5L2WKipeirGU
L6IcWXVLVHPPVTBtPiAYrluth+lFL31+b4zD0h+KMU9vyXKn9Ey1SmQHQGFxsIzZbOORyrePPccL
nh+km1tJ8pDeZ2S51Engo88YRrpFD61RlvMZdgpXq4U08Bi581JyF6kKV4431IC7yyTf0rz+pqZW
FoeGgho+Q5avBiAJ/lebrBBuE6UysVO0rxzuzl3go+50MuteeRCoRwPrV5lIIZdT6AwBC8nQpyc7
q/oDqe2NTVOCLYGvbPzi1PUto590s2leQ6GWcNlgjp88ZaYwb2pcIlyzFms49kTHiJ0sVE5ipWXR
H/inqCZcqOgk5Qz0k8xS0/NYhNCAHU1ZjsnUzotbWFZVFRUSbRhdvodssUxxJuzGe8q7cvkUhkJH
Z4K43TkWuAg4f6NyOmpVoaKbO39+VwxcrAmZm7RUOPhVXNhwNXxwxUaP29PkvIl5ipaEvEqIzyrQ
zWVgIf+qqpHyG7C65rQQA/BDk633Lc8AhK5X2AArkaXhf+ftYlsxqddBxllLxjHCvq4cezYQvUeD
/tIuXW2cfBMw/ejOoMVxXaRsXW1O+RGkI7YjmkFk+5h3+LbiXqBBPaSIEV9MZ21+kF3FjIOatzcS
6cnuBdumflYot9QBfaYm996pm+t241ZnQDn3jG0SynU/Qv57mv6DYJx/d5q+078tNdu//vMo9aI/
wi0kmdSH7ejcIxV/LjVbUPOfUhPbh53zWX4sh0iNbcH5JztncRR7aPNh0rYNiKSFv3OM7slqv5yi
1PSQMLUV1MMdklnibEqUXzz6eY9dVBekX1hGuAW3E98tT9gHTOdAP7r1gDbB6K/GMRybO2KVI0if
YQYPQUuOe9WomaxjAwz/R20IbH6mUYv7wq5GETd6QP66Ld2b38aKAMAJ6foadj37tpOONdGcUShR
i0st2Q5QxDwb5Ti+N5cm89AfV1SIBq1dugc3qvH1+GZjPva9kX0s19XDfJiFG6JHu8Eco1utEXaS
/CQvROVRe8ImloHtdO38pjFktQd7brGVyijAW543TWudPM/w1bHvrWo42QzW1yQOFuKsG3Y9vEv1
upL11256+KWz5DHiK+TGaHFyeepknjsvEdrdG8o0AVJBPAr+91wgUM1TBB5bzQpHXdgNGAZI7nNj
l+HOuA4os5IHOWXO82jxIpNqIUg3toL2P2TN7ckRf/looV3pWcLmaloUXP6ez6uEpcyB6EKgnqhm
yBpQSdO6Q6/zxRfKfyw4IA/CYxrs7Sy4Nzuz9ym6zzF1WFMQXvjB5X/IqPyNCnZCC1Y5JAadENyt
VvG3p41emVRnU4QAB/7w3jL8mXChKcT9P/fXNs7V0y/fuoefL/bXgqX/z+9D3hW4/FI7JBLzt5gS
enJGZa8Nv2/u1hP6j/xNhFxJuq+6rxYbzU+13f9Zqrf9/b++5SB2GwGNeox5xAYW+uu3aag7GRKb
GR7IWp8JqkynawJUi0TkQv2Hl/a/Uzz4VVtcIlEotFN6nBC/fnE7pBaUijrhwVhwVaNZrr7mU/0f
O0v+16/h+Nnq4k3TDkJyTLd3+NfzYeopH0rz4JAamM1Je25O0A5B/O8/J9v+bZojpddGNbf1JpN1
x+v57eXIaXanfKUophdk5ERHf/YMCiLSyVmuEaDlzSveBtN7Uy7rOkGDdv6DgcCmtLYgaUBgV2o9
7nLleiOnUEYc/bt5grdHc0zD1VsBB4HUzaZdqET3XtswWLaeREwoU1pe4LiN7xFpB/ouSh1jvAzz
6n9wJ0xHx7UfeIAkhySkTOkCfsckCuCBXXuPhLcpnFb9llkuw1KSReuigVlwbzArliw3J4TA6nly
DM6IfoRGPxTKrqNz3nXCfSyNBuETXmbfhPeA5tFo/caUkm8xIAVAmDAYGJ6A/MfQQ3uGNHoT9mbe
gprUmL0klT5QtFF6C13Plq7g3THm6Xtrxat46P2hKDWKUxmIG4qDaRMTWkvzmJpWX4Ar5LUqgTun
Rdzq0fTzo4cDQN2Lyaz9V18DEiQh2mPvCytqSX4tyE9zzsKuK2/MqhQfYRWM7hCt6KQ/zoT3fF0R
vD16UuKij2kOyvuHFVVF8V5HWdE+OkszjC9mFNTFJcxlld+tsqzHuFOlVpu9bYIBPRS0DFgntxPL
cOnXemzw7M2FfJ/mi1s8NTbuRDqn2yy/X4fSsIlUn4flCxqTkj+lD5vo3cgOSd60DtvsxG8MKwiJ
OifGIHe9L4tUiliMdJlicji8Edtw0dXfyDaQqMuKPg2HCyBd5MSrj8zZg05pDePVGFQUvJJ3gIc6
z4dQnap8jdwtWFr3r102VO7zSHDL/B51fFoeuzScSTTQihhTKzSW8Z1q1jLdGM9GiY+MZo5/bQVu
S0E7lHD5ic8Ce/Ql66fAwu0TeKP92U6HwOjPMGu6+UpYfjBNSZpuoFQZRjmpG6kzGojYc8s+BKAt
z8j4IFWJMpfpAZh/LG+UI8IGN/zQLRcs0ehcYLKDM+kMjn+u3QqXUT1vbGnPhxueu3EIMUUbhhMc
e/5usKJypf6uaaFvLxA11dti80we1kFOaTz0UTkf0N/BJaguFeKYy4EIlmJa6j5BeCb667AHuTiq
GsH50TUNYl98EeIOWER6a5aY74+z8//YO4/lyLEty/5KWc1RBi0GNYFw7U7SnXoCI0NAa42vr4V4
1dZB52vSct6ZYRmZZCQhHLjinL3X1iIqL1yq5bVmI+EqHNQa56ZRqjTXR7RBgp8DL+3oA4RuRrMl
WY/5JEQUDkukfXkYYl7US2T1BzTk6H5ESmHThqxwbR+3kZyj1qus14hQvXJFTcQIXGwkcbmqqsjQ
t3pWhUTF4LyiDcJWFC0kzemli2fmRznpreCmR2eq3YfhKAubQulEosoTMT81vWaUjEdlkQAL8IN7
ted6HXTyTC4m8wydLqmLlWw+TmpdpgL4GEvJOOVZ58PlzFOD4yyKlDBiK3kaBZKn7GykRWxtRuYN
RiCVCE1W6IC95KDaIeKrqDW7XZ6mwSo1o6pxUXyWmbqOhtyXgm+4W9LVHKAqwL4g1YNwZ6oBlrZw
nv6aAxhC2hxdP3ymMabCg5cj8dUTCMoq8TqyysrHMROGeSvTl4rWohDIry2viXXIi6pvD1UCLW9d
5aNoOuxkye0MYwgpD19PIVdTryovQjaTFYbEjEjUzJUGMc/9ICR3PcTYkas31ihmVLH8wVZmSfhm
6v3DXv5rmv9zLMVgQlwmehbhV5MVq8mSgQEZrlj3+YqSIrGtdI5cVS60xwly2LnEe8DX5ODkm4Lo
FSNghzoJy+3XF321vllOhD3qsokwF2C6cnXRcI8apV1cPzJwOn3DVBO8q4yHyJrhzVkHs/bV74B5
n58GlgGSJi4CQTjGS1rPh6fBzyVVUNXBlaphctuc0TUdi3+I/1ueOfhrMMBZUmnsUa5WUj31/7Ds
FzXRsKQEEJmw7i1U0l/fv8/XokLT586x5mBNek0oqwrWPWkWoWcLWxE0kipvB6Exfnx9lGWV+ffj
oixpMWzVJCIc6SJdP5pKIw90BlLKT1VqeJpVqY5WptLKKixmiEX8C4gr+tdb+//33v9Jistf9999
a9/+4xei53Y6vWW//vs/j291QzJ3+h/bJn3LfzZsvP98d/vzv//1v/5rH87H/V/sCqhIqjp7A3pe
/6e5yL76vxjnENICfF8CM3i9/3dfLlHe1HkySZTAWswKn6Hwf1Wz5NsaPEsYwwlpo/Cp6f9oX/7h
kTEpn0q81Yv3g9wayNdXI8wgZWk2kMB4rin1OVIl2bNootfA97QkKH+zbVkG8P/7gP7raDRNiUIg
rFynRvvxlQaCNYypUGZnI6Lcnt3Jc3AzgI5Ay3ikIAaCTzWif9WG/p9bpX9zTGoY1I+5xUiXr2NQ
cKCGcpeNyRl45g2d1GIztuO6bFAs9YWxjoiDi4iL/etJ+HY/+OdCmRsINIY2TDzs9W3t9d7qCilN
z/KszZu+NbftaD3BB9iz7ZW8rw/GmHh9X8FV6njRkD5zXxEjX91XaH5mDPbwbN1o/YoiixK5ZvKT
egV8AHIwf0YsL/P8uQsuUkzF8WS2NwrdngRgoCMGLjyzWXqzZmJLwNX/NIOfZvEwVk9hdyv227b/
rahbM/a61m3DVRrfq82NHu6hGVWaF/WOQVBAtjabl5k4mZw2F6QX+b6rtzCb1EN8V2ARUn5OBWuW
S5if0vBmNl50gWLx2jTXvnaGJlrKd6J6NpHcNBKoOHlBXNy1orDGO98Zm2g9yhshCCnyGo5yNv2t
sjZ2CsIeEH+FcWM9zm86KzYNMlu6i17Up+RdLp0EWoD2g2iBY6Rjj8UWXtxCmHDU7JcpvoCL0cw3
xGZ0EBGllrTF3yE/ujAKIYL86v3XVsNYbeHEWzXKti9Yb0aprVTP/nzn524TrsQhpl3Uc8WaI0zP
iHlsSXkSon097nR96fKVtiXtxXIH6aRBtemwI9Sp4waBA++IZyEo3TrZE45sDC+d4OisvwQ3KrZG
/s0zeZXMw0PJUwIg04ByS1GQeMaPT0kVB3WQDZZ+HqKMZFPdp1TUTL47ibi4a99XV2YTKYd8qHC8
Cou/A6b514/qx3XEn1PQ0ERIukSBRgKQ8/EUJqNtEwAd6rk139qpDZ12aGYHKZdlU874Dqr/744m
MUDy2ivLS6h8PJom4NkqiDY9p531QNRraBt6h8e0jw9jHbbu19f2aaCh9AORiNKTxnuPr+Hj0Xxk
SvTix/R+JLjOXizsams8GKW/bYdsr1vRw1Qjz//6oIu18OOQylGRpcCFJ5BFx7rz8ajsbXIRBFVy
X0/aS2tswqw3H6wWHxk4g8qTFndVDdnIa5JhYxgmz3IZ3kdZf6cPdPKbzlS2WUvQ/Ug8ElC789fn
h4fj6vzwmqo6mpVl3UOM19UnHsnU/RI5sC55eTQ6TFaOoTitiYqFYGmMxiTibiZqqatxKw5e6bu9
YYelJ/xCp0F/Bsl3r9nqBXCn4MSr7FjvpV211XbGGspdR8Olcqyj3nGNDn8Q/s+i7xhcPMSSo9Oj
xyO+01fQy1QbEqDwUzg0u2KjlbZ+at6DS7iT9/VrukM7sfa9Ckgg1A9bNtDhuf5Ze/n6bvwZiD9M
gH/uhmFIlMAJBbqeAFHamtpUJdbFfBjAhvwIwEnge+MVqG3Iaf5vY188pJR0btM9NwIRnS+6Zb1C
drn0pB8rH3GnU13K47CPfxXvXIdR2pCxvz7PP2F1X53n8tT9tROrA3EY5j60LiB7DyqMVNMJt/Wq
2BcbYZMzjP4GtKE8J6d55d/1z9JNfsB45hm2758SeY1R0T+GW2sT+I58VrZK4Uw094uN1Xmgm4XK
pQ5QErOTHGLVMccHqBg5LCroRsg2GocZrDftBEaYbWyMvb8dbqW7ETYP22W7BANdkdCBAtKtujW2
A2W+Ucf9rK0a/4hPf/LfxOKlbc+AwBQAbc8UmuxipW7KdXxXHosbGX/NpT7G6+82bNayXLq+bxQx
l0K4jkdqWdH9fd8SsPOZjz3gEj2KO+lG2s438aE5ZSfL1jbCk/rY2NkdWAHio5PEDkYbmcrcOL1F
8I4TI+J6zUYvzR1qP81I5sJtDecX2Ifk1GR4EmxerzsT8uYKrltYgTyAponS3p3i9VK3K4GQOpXq
gaFpDjENDzd/Zd4xTE8Id1XJS7dKX6uLsOu25lP8qj9Jx/5E6M8tE49CbP1dPDoEZw8MHpdOtJG+
Wj2KUJf3oSo2iuoKxUqI1/hwrd5LE49GNdyp+JuEsz8xgp/vog7nh3upkXP28S5OMWucjNns4h/9
Y/TY7ZRt+IDexU0PFdhOMFQiXlHUTg7QJyuzs6O+7VbpPt9H68qFgbhF3rFSV2Juy09Ta6fHYvP1
CyL9qej/fY54sy32WAxpMAmXovLHc6SgNVa4Vqa71FxHsEmkHcIrs17pvI8BpVRl3BNjjz3Ry4Jt
EOzKCJfynd7fxflWtHb6sG/KF9WCXbHDymgERw0PBzhGfxNHTvWjNFdBb7eIx39PNwu0u7aVu7y1
axELqK3+pJFlvQW35W9Z97riIZiezfpGGj2+DwkPbD7252lwzM4j528Y7EJa1QXK6MtcuKiapmFX
4DDIvBodeLROw1UUbNjgs7YJHYnXzlJwq+568cGgAD3Fpzk5LhXZeBlkWf1FIOmoIbXsJjso7HL+
oCsny3J5MfvuFyePbccQvfgMHLp7byRb0S9Jt48JO0ruemGtT+8Ta0U934CtcTs9B/OveIsrrNYQ
OqlcIiejFjW3lJXgUk62BcZIBecqBGHMBDSsNy2AIM3V4QcPhIbXxiEbz0Z423fHxoxWvfkYGfdy
PqIK5G59l2J6vbjAMK+zwOdVVzT0n9e1GR8yiz7PoXjO1ba2hzHe+jpU3ArVojNXxjczx6ejaWTz
IALF/kotSL1eXOBugIEVJfU5MM2fqPxUG15ojOHKwHdbyt8EPVxV4ig2kcRHRqUpL9tDZKdLPeOv
8b+NRL0hXzm4xFQs7U6qCN/M8x+Kri7r/F0Yq6ITGVu6qMohqCrajPCGKB5urNLY1YXif7Nu/Dcn
hJ6WYA5OyqLAcZ3/JAyxiix0FM+S6T/h29RWLBzt0NAPgQIHJgz8NaXAh0HI7iySgNHg3Wl6kbEb
Ee8MwKv/cCPLCo9ljUYXSSGPFOvrx/vD2DQGmSjPZ2Tra3XunFAdqK9XJDJQBgSFAPyLW6x9My9/
rD0uHwukcIyypFqja1Kui1VjRBHOLDrx3EVl44lJIzoANxtnLHnyvh7hrlez1MJYpLBKofvHjf8U
hQVYPAyKrDu3cNwhMnuoUBsQhCH8quRVUWLdTSR19fVBWSpz4z4Mqxr5duRKoBVg3Ief+fHGjrVc
KnVZyuck2RVgduJtqP60kOUkxQkPohpvOutkBG85elosFpjVGBTEkykeNQtXUvGiVfdqe/aBVYi3
47jPx8tUPk7N+2JCCMdLmB6G9j3S92p7YLWc5Ptk3pjTBvbQNG9KwZZUL0aaIykNILPMecZR1Wbw
a7ZGtUlkUMl4diXzZsYxMm9QHIzlnRHx1t/mHYmLm0x8ESsGcFU4VTNWHYw9vwv2HLOsOcSAAxwD
5P0Uq896cO6ss1E8VgY7oY3BiZg3AkomBWXPozZRyj01gTvomwVsaNyl4tbS9nWGP/K3ZdAtaQ66
dWMaXHRGpMNajHq7T3eM/JhbLeEJa5Y8n+TwzA7b0DEqAo3mLgo7Wf3ld2utfwPAmyt3UXWfsr3V
210srYEzuf20jblXCx+7dg3hELWdW2amR06AC71gAg38A5QN/bo3CV5jqL02YeRYgV3qa1RHEH6L
5i6f2Oxs6sgp0Bubnqxu2T/rBqSo+5A/GiX4vpRLMzmj+dhZ5Bd5xMNSo4h8Ns7LWN2U+FxJR/hG
q3C9W/pT4V369LpC55z36ePjVUX5EBhIPs9hFKRs2HVwkKWJYqRAXjJpEIAiqfyu6fxpNa2hYOSd
pfcMsmCJn/941HAOADjkonKe9Z9YtjLcIcXsiSDxzWKfVL8b4SQmtjoymQZ3SrsLlJ2fryXcqNVj
m60YUJrxRTBXqXHMxqOcnSIZcq92Z7IV0O4m6dVHNqei51rpLBrr3ZB6oCJqfTfFtzilXSXmzk47
sCq95fY72TigJFQeWNXNyA8d3bqzegjGwFAVkohXYC4J7RAFpzHJD0UnJu5ycTc2v4J8pWpem3rF
T7AUmAb5jnWH++c0K3aNPTF+LibN1tLaxopjS91hVu9KA0Jo/Wgou6B3ovomVVYkSeTRN0meaJY+
DR3oRCmtK2yGYd7rV3sWs6FdO+WKfI6UXRItO6r+kG61W99LneE3MvTiONOEfVYNV6IHPNk45eJJ
p096J867sajsFXwQZzSOZXhI1fflP4KYzl/26GMN7F1a2JiTCKwEtm2xYr9Mp2LexcYxzI83BbW2
xBG7nFWzuoWgCPDk19i3XqI8d7QujILfDsW4zaRypfS2lb5a0RtYUYuaj+X4xXqKLmHkyeNGeC9v
peZoEBIQ7IPezfVHf3roO3rkQYXe+i1Q7xS62VpzVEnk1W9KEDGsA0QJDjHaqLK+maY3sztYcIFb
40xoAfvoQ48ExvHbs0iIF1R4odvlJozT0Q00ZE1ura9DHM7BfaMVnt+9SxGRo/jbtJpG+rTcson9
YJdsRKaB+iizuY7Zw+MSC5wKxSX5XdOjdOhk8inWMr1X8aRG5/ptcAPpdkidckZJJRxTXQUPf6P5
Jz8e3Khfa/VPhbEtPMrduIna3vEH7ZDXt432KAX+JqGTLZNi0Xpv2gJG7N6LUQO3Em1DhR84VnSV
32PJzYxfoh4iBivtZg5XUrFGPGGjIjHaH1LkGJnPuL5SjGLZCvn1epplT8fD2EPRFNT7rNz50xbT
ZQlNuOm620DBrKW/lymeuXv42r0rjGstWXcRa+ZNTPw66S8Ny3ySmOwHPsx1/voovwt0fed15q9E
0Y3PwkMnutLPIF6ZbF6qlQJ8riDBxKvHYxKumQ/6u/Y0zmyBVz1vuctEk67D7URCorEuQIgVmVcl
uyl1y4c22VNWXaWpTXAASF08MMFWdA9luh4cDXw3b31zxM0CUE7fwKD0GB/ClySwi1eCa1bFKXkT
bivIR6SPnLFybIdNR3X4pqOWqm8N6i7n8DXI7VGwxU11IcWwvyMMiy5StC338ROGHt8h2AOd3FP+
zZ5P+rzANRabE7VJEamRsjQ8/l5xFqzls8TK5XNcIzPqo1K0R2zWbBBDm+4daRKS5cViLvOCUtcK
0o6MDGuf6hR2oko/har0ACHu0IjfBeR+7N2x6KJ+aBqyQvSZhsZLXsadv9bCkEAz4me68RyHaEcC
TS7cBMvUP11RcunEdkgGDTxCQM2rOQLlkV9BGhDPMc1lu9S6R9i2t6rYs8mf31pxviU5/ZsxU/qT
LfVhuUWtcgneow3FnaeH8PHagLkIchxP0hm3LcgU0XAzcUMhCpUEdiJA2NS/R8XTpQ2on1hYhzyn
82PKGEsVvtyav6TIfWf4QYNByaID8CydsQNh5HkxKkgX/SnSGDP2U/ir02/n4ZeUPRvNXkzf++62
AtEI0rn/PZtoualiOZiCjBmHCnIPTMlupzmsOSWq8DYEbZ6BOCTdBGqeY41ewUoq3kX1NieudYBX
QYgvkR72gJd+wqDqhunOpKy80hx1I+8paGxYiNw1HptJh3qhS+lqLa0mp/L6VeMFJ/POfy1++w/J
7/K58DS32NNH4c/RNVqBSfH6l+Qpe5deqr20lV+nO4HftVvEUxHMLhxG7EILl195sJmlVTKfe2il
+VYxDiDy87WpbMrsnYyoKTuOMtaqldAfxfimHbZCA4aT7leEB167xNVBLJ4zN68OvOCzvIqqnZTs
LYo4wRYaNzJ2C1UKGnewsAHuFId/9mfxvnpJSjt7mShzF45BvVNiZGMIpG1uGy/R+9drdTa61xMu
0gNsiYRvUQH5vBuZWpMdZNrNZzw1SrUZ9U0cH0idwZ7vWx6LSr6uQq3HP4VCVgTJEtvqq1W5ter1
5X1uvHfFiVq8OR/bJYPEVqU1Lvky9PAwYjkM2L7FEKyc5py+CM9l5hSnxmFxTYUgtfVL63uD5MaZ
J9/4l+kZFT2mAHxZ2p363D9Kv8Nz/pjxNNwFh3LDCe2qY7hK+AHWKxlgOCiKg3/TrQjVceVt/li+
aY/9ulgluS0QKXVhuP9NvgNsDarK0Pcjye3IDuUEN+GNAbnZFt9QghkbfVvWdi3d6zf6qtyFr3nh
LL4zr9lCI7lAiZkku3nB48+pHZWj5lmO4GXrZK27zSo46DaTiSOuao8djPAWU6DhhYJm8kqtRbz4
B6T2A/UOqj7iT3kbrPE5QvMyiUM8FrvhpGz6jf6zYbT2ipX8Lj/F+wkz1B2ORfUeFj9v3Exzy4tn
l/DEYdpp1FDJzsg3Ij2rHvrt3dRvJ+USlvNaGw9WuIobh+9Fqr1MCrltnMWX/Ck56i/dYAMbC47Z
QwUbtaL47PGL/Apd2OjFapQQ3tgNbonEwTkxcLhhQwRZL+zN/lgMItW652baDdQwGd/f+42Bdglm
KFV7bwjXpAP1d0nrSA/DT+1Xf5RbuhiEdyF+tDN6lIlHBQnVZK07KSyHflUm60Zby+0pSY+iuVo8
NQidUa2pdvgrVG0YbXrsjAC8J1fsVr62g9RZx3t0fxoJlspWklZmsQuHO/w9dbDRu99qxHrqotAi
7qGfrRv1WIB7a24GtiYxIm6XL6KnwtdWFG47MNQh1caQ4lDYXsg2dC1o39GJ/Gbv/7kEAo5p6fQQ
uE3oMOLFj2O1qoHHMchFO6N3J3xi4A33oxEGQk+/I0yMXZucpfqgy91tXngmmB9X4C+gFholXiX5
Zsb+NGFzOotKC9iWTH/tupWHYH0kcDaUztIzZjyYqBrokLKgrQGT/+uhhlbfp6FmQXuhJMJ/pVAa
uKqri6mv9IlUzufRzTbVrjuNh+FR9uKV5Q23vBoRNlygs+GuG+/LxMGKKFEifpBv1fsJJvAtVfK4
v8WlE1MxF9iPsBNeRRZsV0eO1iYQ6x/zwyTajva2sDo0W28dqARw1qllQp3Wb2XDy9qbtHGG3sNf
yATVxd5YuDXbstYWb2N4Cs50M710/UaJ7wP1NBGow/B8O92We/ml3gTb7NB68y5YR2vrnKwFr91P
t6qbrKmtPvHnbhjeH/O34VCe5NXAuKScVMjF8cngkfTdJvZwufr1biI+CkhKeztCNFQ5D1e9HcEz
ho6KqDXzfIX2lycYdxJTjuSoBp+NM9wKD8vYeBRvOf3gtWAZ/iDe0l8Tn5XfAmNkuqdODP/Hf5nx
ebY2GyLGGP1WOeuu7iL4tbXVfGB9u1Jt5ltXXs2/CWYhf1R4yN8h/pSNw/kmDwPvnWlXv7jRy1Cz
mXf6c3huCBS4L+7ZCgH2v0uRIf4iZotZ0/ppgTlxCEsWBpuvN+89gxatpIQNht39BjpxrG6iZ8om
O/PU7awNLIVfAfPzsKsP6b32Y9rJx+QdIS3DrnFLUZjfhXEXPygKbWVX7dhC262015Daas6sH8Bp
Nv7ebE4EjAmrpNiBaJzGw9jfde1tpB4DdRXVq053BcUtF9Aogw7Dg5sKazjRluIK3WaO1lG4IoOK
KoZaOvorBWsdPmXsZo2jxTwtdvKEiHFRFgi2DsTntuyOsryZMIFMZ1k9Jo0T4k7juvOD0B3T9kaA
LJloRysCqbPzYQ5/U9f9N+8snQpESIBlkXqLV40VsyOe1h/b+TzPWXkjkIaz7zPCFPx+VL2q1aZ/
PEagxZaW+E+o34jurxa1caFPxCoKydmnoEzkn8mIWVe7Qkx+Tibsn6+HiQXT8LF4iFKKNQdmFEla
6IRXo4QF0KPvMOuc44ZMSxTy74AAulvFSGpnan+IEgPmxC4pbAvPQvhghGPupPB2IKoyXbWZTO2p
oVU/Ceu2j0LQMV27soLmx9cnev0xcOepBi3VdRF8jCxfFTmrsRPjNs5Qb85WQWun4zHV9RbjH6jC
AZb114eTrmu5y/HgUdCTXGQQxp9dwF87GLA32VwCCIR/Pw/7tJoOY4wFJmnIWIqi+Uels6Oa4LZ6
kznTaAlNY0VpGBKEmtYwW9kzLgJyW4hVH7eOQAaiVhoHYha/meP+hC3/vR9B84Z+AhXFgnBkb3J1
Z5pMqPykVuaL/NpxPMlOAfLcCzfqWrv4a3OXecUd/dLwEuyKX8oTQz1N0egVdACgb9YrNSHY8a0K
pZUFWM5o4kndCRaCEq3I/kuIbUg8woRlSj9SxPx/6dST2m+sM/SlQNrnOCGqPau8KoV3YOf4x7SV
ZTpk5mkmRNh0K7WrrmYRsaL1SQiVoKL+P+Yyxds7wT8PLPdjL6o8agIsRKY9/4qxNHovvOmuAkVu
2D3Kg8amktErlEiciOUSaznmo6eW0Q+NFbau2MF6SZhHSQDb8M0t/iN6ub7FBDjT1uEvqu1XYwCI
Yhgdeipe5rI+5F0GEcnA4LFw+GDGjbLNW/vWkzdhlwTiNZl4o0qwIhHkb2mK3H79aF6/sToad415
HauWgs9avFrTsBUOdV7Z/CLLkUQXJ71B8Nuv/eiHJGN0JtenLzbxMH4XnL783I83geOqEF94jK0l
zvzjWipXgNXpTZRfektYtRKiLgITYSqB+crkSKaYpTfe15f66aXnUjEKs3KjkgDD9qqMIKgSSR5K
lV3iIu692thPik6sdcVqPs6S1T8+2PIiqbxBuMC4yx+vbwxGjZAgjfsaV89RCNMiUcxfhdQ9TAQf
fvNIXS/O+PEUEZA2sBxcppWr0o1SKSLF7WC4EFRIyS1vWGvLtGy+vqQrVjkM2cVcSB2d1pCILPaP
vO2vUSxWlbGRKr2/mEeKbpRe7fEesPMAdnLm9WfR55hseqONmd5qDR5lT2O9g6A1f+iibZHv4/As
WDfluC81D/tlAQZZS1ep5smE+BK2MbpDdVLq+7Jx08CVmvUoEMO0aRK3JbLG37eSZ7BRtPaB6k2q
V88bC5c7vp3alX6znaRrPbJUah0dBtl9di89GiMwPU+JnPLE2ovvp48J4QZE3IaeVDkBq0/w2K1T
0DJMT4XitdFmzE6xsRr+bOJniFqC0yO9qVYVGbzGOt638M9A6A3r/pivu29u8qeZgjmCvxXEx2jB
UOp9fG5wzWRhhJvzIiYzXLT+hh4faQjy6PRt/dxpBQjC4pvH55MukRB5C8G6tHy+PKx/Fv9/fbC5
gZMi1XTxQvcGdmY4unAMQw+jCNquviE1Are93fXjhpTvwKuK8rv28ufLxnZCmpVKS1dSidz6eNli
QOrLoI35JQXMC6GP1G819B3SMCuvjWXZjYvfnVGk31z55yGBIRg9JrR/XNjatcOhgRJRR31ZXya9
bnatuRbQ4mmhBgQxEL6pL/6bu0xqgILDW5fRCaIz+3iNQiviUqkLDjaYl0qUNhjtoLpUv8PhthAg
KglSlzqzRQspLYtvFoL/5ugoT7GysPxgaYah5ePRiQmQwzyaapzXItR9fXb7PDgqnVa5WhQdp8NQ
xZCklOCRztzz1yPH59tsWWgPFZkkBZH96tWxZZJSA1AZ9YX4wX3VyOxrYCE7dafbo0UG8tdH+zyl
cTTKYoBpFlX/dSHbGsQaiZ/WXJBWtBsKWUO7hWuEhU3WHxU5DB05x0IuQVr/5nH6pAVFAs5V8hFT
yEWVosgfb3LI1RgCgZJEgxDek9TifYgeOu8uHclxeQ03vce/cxzxnNkWE4KDQtT01Girg9zYQOwX
F+LXCkyIfgE4dPr6xnxannN6OLsUZnsa+wqv28fTizGlIcYNxPNUtSZJBtPvsK+alQ7oFVYg3X0W
AwbSdVqZVgLuB3LqCYv+E7Y6ml1qpq5aEwRhprPcK5WzrKWdV2co3mDzf32qn54Y5KoWi3OMTorJ
Sv3qTHtyS/Ux18sLVnxwRZhwCbupJCIVkx9hhaLs68N9mkAXTTYkIh5QSWJppny8MVbTNVIeGMVl
MkYFSTm6ldTv0m/eQW1Z2X1Y9MimioSGug2NAJS4V4P7QsQtGjmNLhVitcjOLPlFkcZzE85bQtmK
g66iVgummSawWpV7XeM8LEL8jmOn3/hiYN0WvpWs/Bl5z2hou15PhlOpRco+kagp6POzai6GwzrW
b6xQQDc0d9Jqln+YCHmF0H8H70YooUY5taYoLKfjyao0qt25pTop0C84WSxUWlXYCYlfnK0ME7PS
8gHMs7ouDbG566iO+pC/7mbDS33ZOiMrmLSWbKYK204bfbM8/bxz4pYhQ8Qfw/TE5HT1yTQRUSxd
k8aXucXTHAAJcnqxKlwjXfzRMyW/KG79XdcltwzmMNlofIKG/yW24jGRfU8Z1f4JJzqBFdQBaplI
NNyF6jdDjnxdicdYhAwJUMeyDjPZ3H98gMhoCDrLzKOLNgjRWoGueSO1heAFfUuiXMvj1PkFagIS
nGiQIz1tu01ThTzQals4NYWA2yB/ycCg7WYrOmRG324TtVtHIOoPqhDsW1+SN18/9J/mXB5BnABk
5CLHwNx4tQRXurwm52roF0WXtVZ4KA701uzgTwSKRfxkao6d+8+PyQC5rDcMREZ/7uNfK40B0Kkk
m319luP2x5w2vyCQP6V+ss1Mn0mQvpcghquvjylduThZuKLcY9blG0uhlBHl46cDobWW9bQdz/gn
lfyoqxfDAvQ6kmZqB3VnB9KzluH+3bfVLtPR7KDNJILdt9ijBs5QVcBpAzvAzwPER8STEZmNq7BT
ayZ0BT5JNGR6l/K70SL/fQeXhJ9qX1Pww/sj9zewsymIbWIYudlZHk896p4y2fjTbZu6hFnlGIph
hFiPTUp2aPmQSe9D5TW07zptS4ymFf5G9otnnCCCtU9FPVMf9GJjPuW6O+TPBIGTPJcQpdY7zS35
K91EJwzBD21S3dPB68YkA4y/hfKcUB3PKjcft4lxVPUbo37wqd8BQEhVz0xuAk64PgON6osV1vt6
pBJ7mkp3Io3mhVGXhhcx4L6xMhaZKT/KS3LMFUznCCHXUvnNsPx5FrDYgJoYZSi7L4lMHz+3VJyG
qdNlRkhFQTkxUtz0oxN+fgevaPLNo8kY/Gl45nCLD4/ZwFr+9ePhgCFmYlSpw7lTV4NMkDuZezdN
w4cnVo7WkHdIoUB7NmDPl0efD7HwL2H7HHa7RnlR1F+S+mscKHGVt0H5KxWOJPlUs6cmT3O3RvPW
FXtfpAfzIJkP09TZavwU9LLTAhYkc20V0SbDhN/6dDQQVfRoRoZk63fnITwW8jownzsLiVT5U25q
Z1aoX/AJNV3kSDrYnQoI9vhk+bspJI8NN8+ga86UU1enkjI2gH1CwVOG3JmcAQGdOnSUTgaKchSW
k5YQeuQRC1WhwM8Qk2qP1d4XVfTBPDoZQGvll6T9jITSzqVb63lkM1Xj+yKeGjPP2g+e4R6ue059
op5d810ZCxNQFuqrj6hibDGaCO5gNklocPcv2ivWAXDDMxC1xx6xUurI5l1dnuPkp0rzOJEt6gFb
k4BYK7i3AvIAXgr9LKKYCZ8LtDv6vrLY6WIoQuiWxWefk4HBbBXrrnxBPoWMeSTdEvUET2y3FjTX
RJdOJbramrI9PxbMeQ7BuZblUGehj9Y9yL+lyxi6dMAlFXEXFEecCqpjcMIh5vc74Y6uYP+u7MfM
oT4frUE/qjUYY4dKlIqMg3oN6jWZuO7dMkmKbmK+D/KjYHkF9EyZH+P2g9slXgCDnmAnUuriTZqv
LfbG/i5Cxji8Wg0lya1sbKtpFderYXHjEX49CvBmly+P001bI0LHH9eMT2Ba6cfBkX0Z6eOiwh1C
13gcfs4GSAhIoWvMhTRoa/neSnZA6nJ5F7TPgblN51ejf5t5Mk3MK0v819Kr7kIvYRzjOaEraq2L
zgM6Y45EHjsMhfzK+0MtXBKUUcmWPdko70Apm8oh67y4POkIRfLmPVn6yaOdNNtculM5eaH82Ut3
fXrxx0tMs7H5H/bOq7duXs33X+Vg7vVCjSrAYICzqpe745LEN4JfJ1alGkW1T39+ys6eHS/n2JN9
PUBg2HGhKFHkU/5FoHN2FrRoMWCMmt+XyUUZXTrW3o6RgT51432Unef6NCtOG72k9858AjqynK+s
8gxl/NLdSYG9xWeIfE5/r4udPOjqagr2o7ur07s2hxr4ydLXmsZ/9Nnm9ZjHgwi3YXAOkF2KE7s8
CWmRAoM69WhIVh8UmtzltH8d50EL5phbUHAW4d6b6LXqKljM/aeZBmAKtrRAds4vOzTXLfM2y4rh
MDfecOV2jbtSMj4vR7xT0HxP9olJFaXRNnXhfAx5EUDMNTnhr987yGx4EhyDjGihrHTY3wVZeddF
S//WrraFb4J+WIBgJWCtTibjHn0MKjAIcO16xTFVhGa+FsnnsHNwJ16E7CTgBYcUxGu6dVp44D3n
CnV4oFkfnMFvQl9iokUSijwwNE3xA330y8Fv1OjTotJf3Noo815jEbDB+goxg6hfzb3FYdxDZgni
v0et1Mo0Y/1R9v3mmXABCz9w4T4u2fdygb9cgNBW789CFLckb+55XF9TDZh2dee+IDeMZVinNeQe
isM45Q7rMp+/QRqn51Sz0N+/F8vTf7U6livBRNCm/RP6gH5eX8kwF0lYZL28nQvza4woK6gJMq6K
UHfv2ZciZF9/f8S34ekypIcWJxB+Qfp3lICX0inUbLuUPtXQbRBiHtZd7j87dRhcSzeGOKHtg9ei
IBRUKsJktr1qR/vO4TA8bYIJRJ8n72O75dcCRK1Nt+zXXZuvQvu7j4wJhm7B+MFd+oHqen2bYBmg
u4EwBJ0T8zikTmc8Wqa0yYHBsT56q0z2/Ygw8oBJwMYa0m6LoiTeQTHpkgdaNwtlfI0RRR7TbkQx
pd+5cWjtJ9PUe1u7aCBj6pfr2NrFkfKw7azCfeAvHBg0q7ez6tReWbV3MlWgrrCPf55KX51PltwP
k21+MDv3zRpYdDXZJEwksJaE/PUaUFM9RpU757c2pIrVEKi7ycxOPnjqb+IZ5/UgR089inGJtxHq
vB2VSaNj9uUutdoaHA0f3ADGnx/bO88rKMUWSEJ5KvzS6KtyLOpd5pvtriDjtgb7agzgBw09kC+6
TmsTKMNmzjDqRc6SqAzukkQTA+x+cFK7MbSE2vB34Yan63wUyr99i5diuk0VCwEY0ONHbzHSTh4O
YbPxyesANlV+Mm8bs6c4EMTDIalJWvARXun4XIxLeTeOW2i1gQdAC4Hw92/vjxL+0QKlc+EBllxa
GGSpr59hFyLzR5pkfELsYy86p983OL5sjdk9VMKGpGDX024GlefmYm1bk3MVph1BAjyJbSwIwoSk
05L5HwEZf3th1iLxgNCD6SBS8frCynoos6JtjU8N1nzrLh4+IRR6ID4oNuxtkH/L7muPuuwY8Qxl
YpyZ1BGQJQUl1RsjVjlGclvJ8cv79+s3mxBZPLseTw8ZIOsHdfOXHbjV+DzgoR3fFlFQXs7ks56j
91ERDGc4aR68CDPKGvfD9eiO5trlp9aeqr0zdGS3mXE2VngjNuhKlcZJrDpJrOC9lCFGJg1uMusR
XsSPC/5fXZX/AA/wy7N7o6tyg9BK+1pMhZ//KWpq/7UcoGFAZ4sOkHD5zk9RU/MveGoIP5OuuUAc
lurWv0ROLTI4hBJRGFwQvPzSTzEV2/3LpUgLNuGnc+Ef+em+3lZ/1ImWkaEh0MxknGX7+GWJ+S7q
VFYdqY1qa/eCmhj4VNO++eVmXP/jDf9VavLNICgi0aWgcUs52+L9ej2IRsbTAATRbobCQEm0tcRJ
00zR4f1RXue+C/OWP4+FFTdzeYUDbtmvU8kCZVSciu2mayLzDOVrSsltvEt7Az0607A+OCyWP/ev
zezncFTduXVLjXJ5Qr8OF42xwVY3thT38ift03KL2xAIR8CmsFSJ1pk1pR9wgV4X6v85JmRCwNaU
g4Ll/PrlaVVoJEwIuTFm0RfnWROHhy5vp63NXrqZ8ZIFBuqcwOaAECUA+bx/g5dd8HjGPkMvmT7y
COJo++4nXKlkwehh4/irYejlhkAZaEPQxR9M9O1QGJkzxrIlL3paRxtyGlNL7hUmQzGK2+vKRJmO
9LVdCwzHPzqVfqPziwYFZ+QPHI5v/vj+L3dVotaoVIpkb1GjtAkKVMvT1PbjW9wYvXKLvF77GKC/
Db2ucSBmTMGgD4XQ8rFoImffiwRFlazIxEUz9dGD7QUJILspT19w4XFWI27GX8YmrzZuPZq7CGOq
DDLmKm0dYIB1hbblGqyL+jLNRfzZxQHj0QBafRdxWjlrkVORXkdR15kbGxPJaK2AJott4o44+wYx
xCxJ+n2eBCKFFzVH3TnanUQfrm7Av1h4yD9A1LWeo7nVgJhDCqT8rw0Yu0/s8GWs0oXO06gJdfNG
xR3oWS868zPLX9d9GFyEmRM/RboNHzplo/ZQxX0BbL4uvw2aBsNhyJRATrMr5D1S3nOxCZDZxMZN
z/fpLIK7SUzufQLBFuPQyBtRMfVtkrEYpbSvWWBNz/iVAcmXYsgs1ANldpl6gwGTJfOtnEpwUpTb
GBlIvQHPkqAJFAmQfg6KSGuI2AoIUuf5/crFwRRgIB72T8qf4bBEXmI2FHY844xCs2w3Zd1Nz7VX
xt9N32gu+jxDisEEKfTFFFkKYDlVmJa0wrubO2dAQzDzi294cJGkw3A2L4bMaC7tbJq3nW8C9MZS
u6SukSRXbReap7K2XUpUwFfxvG8DtFTpBmM5MuB34lEO6oZdP2lqClNliXnd0zzQwjFOMDbzLi1H
KUjfYQayUBbqJjXNtN6bdoI4T1W06EsnM2j7GD8tiLv1nD1EqNPj4VF34NaHrESdQWVl+lTXuetR
ZhzFWe50uA5aU4/ByVTW45Wtel9te8uVWzPFgfok8dxqE0eNj0jCBE2qG8b52yQzCH/jNHfIN1gF
0Hx8MccXXKyqh2LIpicl2/6zYbZzhT7TTP2bPVlBnCAV+BKIxp5WfVv1WDD6vf3Zr7MC2oVVEElX
nXegdRxgZ5r2f+ugcz61JsiFtJr7l65TOIcMFr3zJinNG1tbqvwAS/ijK/V6BwvhxXAMw0q2aOkd
xfe1npHtQrF6MzXzOlPhqqEGMoT3ZWyvQj1usURYKcHtoM+qy9u6eR6cM/w01k1Ilnk+yivM0TeT
c4GWPPK3hW3sRvWTqP2/UdR/2Iuo9f/f8Or2SX9L/8//bZ/+Tp9+DaZ+/NrPYEogMkc1AqQkkmEu
zYl/BlMOYRGQDHSzqRMABVm+8zOYcuy/rKWTzwMHQ7pAmv47mEIxHvwoaAZI+qZpQ4r/r/98JdOm
jr7+NcxBVvL1CYn8KUHbwksK0KsC837UIIonnNMVGxsoPqsyqPLG8nvqhmRSZUv3cRRsdHY7z+ba
NmwYEpbTTQ8zqE/r0LO7hGvTk8VLK63pNsbRAFKr20EfD+xsbyczdXV6PWhn+kMEITmMmyV7zNYq
mxrqx1kbfxNlTL1WgW6eA7FuA7M8w4CxM9eOE7Wf04xX3S5T41tESPPJr0uLgik4bG70VzSVs/Us
O9yYAz0gttuUjoImksdPo114X6c4R/An9YtPbNoUuQl78gOlAzRAeDW4btJI3j6UaNvaFi9Y82BI
RH0IYSNdutcigrjsGMpd15Ez3IB1A/xNccFP105U9ZAWejClfZi4+0l1HS4ciMcjpNnNEOrrRs7u
WaRw0znN8wLKVJC02W0aJ3ZP73Ck4eKrKO8uELemzIyq5EVm1DnouNIXX0yE/Md7W+i2PMxRBuML
henvUeIVezcpsDRNggQsVGE3xf2YVCnbgxWiQS+zGFfXk7IE4PmcN1XOMSP7XBfyAfeNKew30RBJ
r0ERbsaKsif0i8UGTkFjJbhu9rrpX4AGUfHMVjRsaoVXrpA6sozvVlgZ+tpuBM5kIQ8stsMtNmO6
ao2N5PSozYtRioDicjwjmXyZIrFcAcOw8ZOG8Rzbns6xYLGtMrQusiCgxTX3uk1hjLgwq+3S1N9A
MU9cMCvogthEtYeh0RRxe5FVAQVnRY/N9/o+2hrW6H2ORABtVXlBQ6Fxxu+ZAC8In7QWs7WqRB6e
+W0vOqibnTsHiMeVLeSUpJNUSkcdpyx5VES0duzioqM51n9CeAN+nCtR4PgqBIV3MUdyWlW67cPP
YZgHdwFB0aVXZ4nemUmX3/jeGNBczdDsPgxR3aqHwQhgEs9h9i0xS8e9aqq+fhynvEz3WFTRuB9T
WDXNGMK/HysprgNORRC2tSFxasIUPblXg59Pe6Sbcewd/HJ49jAwjdc5assoqBZ+8ExbOcZOoba7
5Ayf1HlYWzXWT+tOGCo8LYZ8xktGEN0llorPZnvAzdYAXFqs/DG1IdeWxqw3BhWTqyCxwHz1NWiZ
mYQwhL07tTe11Pa9EIhDo1zTTF9LEvsJNBFx4lrlOt/1gwy3Ig8669QK+gkBZHwkMH3unbsmnSLU
lgIrvM8Wj12wZBPgumoaqF0bNWpVuOw243aOm2F+MoOhHbagkeMMpRFqB+ie5I06wQg3GdddsUSc
ZdzVV9jZmShSzUY+35XIzKHoNbEWV4PVWO6VRLSc3uXk+N/asSy8tYHzTIy1S1vfadyBOhQSUg+/
ei2TCT0zLCW3Mvd6qmU2wtP4x4Ry27UVqjy15SVPdS7dk8oaIKH5Vk83ojTyr8i4ZxOC8aFrQFGx
bB5KZA3qLK5dXn+qPO732aud69qmbRKKAWZKFTfZix+M8KKGosIHvQvtSUPATMx0Q608rU4n4pDN
FJuttxnx4KVer/EVnaq4fEBp3P6CrTyxW0eV6TMGAuLraGlKTGHrpeAnywk9r1pESrNUfHCPdZqq
DkOPOAbcN9KvWZcplulT4+qYAAuKyxxDDUccO/xssLHWqwHvgWCXdK48VH4dprugsaBIyEXafIWU
YQgHLmvmolqBsyjlrpFdiiNZWiKhNUVG7OyQMISR2XdYC5xhwR37B7sJK5WsjNTFNFFhNoCqUo8L
dFLtHT1EEUQ/Q4po1/VtAq40okcBgnsxrIMAE3gzVWjDNHvvvK68DAvFeFGJkit8/BDvIoncpnbj
eEg52Cb23f1GZlWdYQvXxJNBb9YfbCd36aoI2fQIcA4N91Txkgyz613id1eUEDIA1LI6mtZWdEQN
10iMVc7NDbapQyQtN6O/GCGWP0wRG0c0bU6OajS4+nEsWudYS4+2uU21xd/dJnEPpmg3YeMKj11g
W24L6QP3LnIMh/eBi650hF+ijvx+Q9Fy1HqrE98ZzgAj4ne6Sp3cG/Nrw50jJG1qN6TzninLeBYY
CdBwHeKxOXeRTYHJUlqPYqBGAZbJoKMrAg0fLg7a8jZtQnipXqJpWA5STN7ajGTX3mTYa+nzCKGd
4SQTGBuciFGpF+ye1J0xht247Rzfg0nV1vI7Rq1okUeWp2AJzlAZ1hVIiEck7ZP5zhgGWeKF5ecD
pUQ7F3tJjucDhXPSGtSu3UIAG00M/OIaBwU8gUkXeQQFVogAbZXd7RvFxWcr3kEFO1MGvfjSS1Hj
oTe13txddSSQxdKTxq+qzuSgdj7heIo9Q1MighFnbMeA/AjOnXny5Hli6vgw4SY+nA9Sm2K74E/E
vDfLtHAvoZ2M9vVs0iFBtrRN8l0D7MxDhi22HIizvf0YKwdFscKa63DttEEGZwlPppNgmIKrjhmF
D/gIoJRjcErgdFlEvXtamD0nVN7mRp+sqNKb5VWXW7jhBIMprswSAv161h0MpWypWTwrK4qrdYAn
2NeiMeJ2LXHQvRS9Md2KOop2fuKybbZTmtDPdu1MdhblZW0/Wmmb0JNHsal6rHydfimsDshKXeYB
LmUZ3hYHacRNehPWYPytybTFg5GN/mRCPM0L+5SdA2uDgm5kh4mZFbYvbsWkHqpAljSuM9knG4Wt
FzR0Vj+crbbwXXOf4f08o1aa4xvYRYriCWpUGKCP66JxG5RGXDN7pj/j1dugj2eEoliL03UvxyR+
1N1cPGbeKCDbZB4XmuGawzMtSlFvK0LeFDJsr8RdXBoCsUEpBCIsxIYRkJNRj3TtEis616AmZsBL
c2zdpRPOktu5qUIfE9OwsR9LO9HqWk6ivO7q0X/MCtdstpgM2s4e8QqWSkmBvt2KwUXJY8DaAUwj
sEPAO44l0/5RZ6ZYFBFVIXZTEMIqTLB5BX6Gt0KDQl8MKKbInOILpgwEODKRrdg7YTQnhy6oJ1Dp
Xs1R4M1+Bpeu6Dum6DRLLiZU2C7URGEBTjAmwCa8BRfWONify2LMrmxsSqHpBdO0FhEw023XDM60
Vl5PFN5ZHMFmRTyskolylQeaCrnewnVI5fKw/Wzitl3j7aw1qoSD8I1tgUd6fpWLusuvwIBHcPry
MoQ/NxnqdKIXuYZ3Naa7Edw5pDczeIpqRYcPF6HgsaF4NWwki8a7NXoFW8WMfFzsphwaHeFs8eLh
7n0SaYNiS6Zd9YJP9Xhf6x4uOdL0yQlG0PWnmVd12jmTYommPlunxxQOsd0X2x5u2k2E68RVa1jq
m5+kg7myzFTb6yV2XBuzYaJ5hz4EOP3SZb0YQ8KqD2Jss5AKTkNopOFgIidilHMMw2eOYm9HsdM9
myksmXKFIWbyTeb4Pe1wOYXXZ7uJ4KSVUoWHpne8L5WRZ2dV1ztqFdOh7tb5XAU9BGpzfBJtMyH3
5jfULDriRchYqvAkcXWE5B2ucMmFYUXgESvVQndQQpocDZX2r4nSwyd8WKpdhpu4WHVOlOKtbmve
Fyej5rUhyu3vknnw4TN2yXQNGYeNZ4rR2UIgTrP4k8gLt37Xjn/nZhZWB4mHZrFS+HagdVZZsAFM
MWh0Ckdtye1Q+wnshpGNffVL9vqbsvdRhRhALneY1psDwHFBES8F61/qirlrjbTlALrlbsi7khNK
vIxi4FpICrhmUJf+SOG9m/v9+yMf1YltCoMQD6hKsVHi9xAc5aFVS3zRlHUJLqrgYMlngSxeifxz
UQAQog1UCsBQhrx20q46mQkpPuJsHZX8lytAYgFGnFjgHLa7fP+XuXNMN3OeskXX0owulQESOlKT
enl/nkc4RdoiTHSBx4OPxNniTel2LpY0aIBJI0ZKqBu/UbJeay8NcUWl0QgWuELpOppH7gJRHBsK
dBxnXqPC597ROE3qD2rkb+ft+kvqj5ayF/iA91/Pu8uMKirctFrjA4mshEf6XkZTfPP+vH83ikPr
aFlUJmWIo1FyK6l6PyF7EIE5H0iMUNJyo/IDDvtREZ6bi/PDwksNbJCnIEBez0WMAWljhmGn6ZG3
s4EDmSBraaZ7upJx9cGafTsnKLeM6FvUaDABPBoNGmjkAeUrCchCXpEJy6qtGdW9+uCtPGoTMatF
0xvBmkBAOoCZ/3pWdCw0xx3vRoTPaLarDEG8Gk2AWk2nLtG+Qtbm8P7jWv7kL2XHZUjaCo6JqSFI
dvLd10OGqIpztMLSBxWgXtrUc65FkvRnZqK9O3Me5DPHDbwrPFLzD9bjm2fIVOkiwlakjUJydbQH
VZ5Zh96EKmCcFzQwINkZlIqU1FTo48x+fH+iR5wZ3kfaQh79N1piIdSZ44Vp12ktUwvIWto7HDtd
OHIwZMU03YteEmYxvn8TwRd6CJoACIpo/egyBRXx5f0LefOQuQ42P6gJoR36gIde3/FJmZntGEIi
UEzXZzWUMymE1RJLrc0m9xwE37wPV9Zv9nuP3dYBNs2GRFvw9aBphJNRHgBvFJ0QD7LCq8qCGRsK
rO1Ls4/3YRzMGTLKbRjLD+gfb54z4CsIUgIRd+KbN/uOlbVLDpzIddHjZ2Yieol0rhGolzhxSWH+
6O7CSloIsODfoXgz3DH3bFKeNkcXxeaC/PRM6x5JxybwvhYKBSREFzns3h/waG9YBuQIYcOj4MsM
jwesw6xLbF2hzdiBANWZQNnu4131aNFQNrZ9n9N6KQeDAnmz3wVpkdQhKpJdLlGICZFom12V+GCn
7ezEM8ePjq+jBfOPAZfhWKwoWh1veZ6Me9xAa6h7sWM/FiSsn0e2IComYqNj6kAJHaP0g/3vaKUw
KPgwMg50Ul0ihOMdgfZGSxdnsYkzhm8RJZh1WOlvhe2NHzy03wyEcwMGjPxjZz9mbScTupR2m8Xr
idcC+aN4WhcFDZbMzv+0M730ieErkF4wICjDpS7/S7QxmMNkpiQBqzFCzOLHpArCU+T6md77S/EH
WOGXzXy5fwAmONzpmvpLfPd6rCLyRKYcD6UFhxlZdVYGFDyHrr/IGjFnp9Hso4gJKPBylqRaK5p9
HZzYUc7RvncLr7iorbEYtu9f1tub7S6OV4Jl62Ig7h1FBGXXB3Wm0H+wZ9K6yARqKAPkXsLlsz8f
ChsA7jOTh2d0dANS0JhjmcSIbjf9va+H+17qe5PP/3wYQkjOLow3LDy8Xt/nLM3cGufKeN1ZaIGW
ONNs3Qy2dNi1xb9x89DuRTfYYaW+ISGmGrhhv+CoBiWndQKQ8hL2/4iXIZ+9P6u3rzyEc1pQbNQY
HHNWvJ4VBZYib2186Ih1shOqzbzfY6/nA44T2Qn9DVTVcfp9fn/Uo3yANUsQzuEAYoQF4h+fTJiq
G1HmqBjEcoKao0mueTkIra9C1bFOk2T4PKctoIaAdk4XNPKDePU3qxOisg2vCDsXDo6jZ0myPASN
4Sznf1/b175Z2I9VscQG0pNc0PuzfTsaUwULZJkO6Gn3OPeQsqh16CPJ17TTvSENCt9ed/8/2Ave
DkSrD4cmBFFQk0Lu6fXDtDIMyvoEi4d8Hn+8CTTO/q03AeVsiKhLULyoxB7dva6uRsyQNH0Ob+43
Kc/oAT2WnrYVn/3prfOIjgFnslaY1/FCGTo0LR0LTelGZafLuw2/5/TfebdZCAuqDWAcO7Z/dOMK
IciFEZxeBW5SnVFv/SYdd1E76L69P583gYNHt584kNibbIls6PUTEomBNGVHuSNzrezEhbu3+Xg2
vxkEWyBQtsTawdtBOl9OaZUF0apwyvLWFYl64Y36SGj8N6Ng3cDWDnKW7uhxdCKHCsicGiPE05z4
hvOlPGs6xJffv2FvlzRKNrD+FhwsG4W7fP+Xk5T4Nk3dpItWdoUuyMZlbv1euxnhc5grIvh/YziA
kSAQCUXeWFJEkyojf6JUaqPCdl+AP4HHQ8GgAFm3/fOhoFMQSZLSIhhxtOacZp4sWgPGqpV5BNUp
TKszMyd9rpo0+Eg/+83DoghgITBEgm7idX2c8eGIHIKaCQ3cyUx3h5AKuWzC4nt/Sm9GIWpEGAFW
qM16QBzm9cMy5rztXYbBVoblpqi4buop+OMbxyjctAXqyHHMmfV6FF1nPT4WeYSspanR313sY8mV
pf+JWNJtPig6vAnCGQ0QB5sQAT+h49EbO2pHBV6MaRCSP+mD41RgF0yn+TRZPf32zIs/oJj/7h4i
wQWehJOCuO5oPDPLgoaWOvS/paRseHa/GcPgI2bBb0ZhXogPshoWMZ2jxReR2lSYcUfoMRnRdGbK
kXQwiMYG4umfrgk0UKg/EZ9RvYGa+fppTd0MkDfFvduWjc5prtkIlUIiC9sPBhJvQhmWxBKZwcgB
XcPH1yOpeBhKgK7Ltsfe3aN/cJFGkf23BI1wXisHsuAw1NVVHdLsxBXVKRAHnzLwHa2ZBas5yTNv
RYPERLUKtZQzqML6HHwDtECrk+nW8id9qbtePIrKc4x1nhTq0rfk/JCghFbuKT9O9x5s8PqsiTSN
KL8Bv0Xj1k1vaGlT9+tiTDFWSe418SFXdBpO6F9+biL8G09lJOKvSnRjsrOXLOt+xJD5kpo6nEWa
NxU6zmap7oe5DuJLwPMR8pzadK6b2A7mjQLQcB6OFtLlgRtH2datHNTFeTDh97kfPWhBljvYQIK9
8WSOpyqA6a+sxwyXadpWvqb8+8fPnbIDKTkVtKUOc7SOVREoHIh9TLdiYliVGyWNpw/X8du3E7IX
ZyndRcqtb0hpEbcD7jjHgxtUlJOcYowuy1ATQw5GdGlNUDH/bFpI+JJoAarCz4Nc4LiGXrVDQYlI
YOehc/Uyhhg5F2X/Edz4+PVkFDZSqpxUyBYVt6ONNAsMoKrAPVbt6BCKp4RZszDk7ftzOT5bGQVv
TWgmDhsBJbmjUaIitbVKzIjePcxmjNVjaGKoZqBrAW73g0TjN1MiQ+MFJfQnED4OF/Ks1mlVaUSI
BhSVK8mxENO4/Mcm8EdYxbtK8u8/l995ruqpBXXV/UDN/euri/S5rVT10r37U/vv1WJTq45/6NVf
BpD38+oWFsarL7Y/vGxv9Pd2+vRd6eIfVxF/r5af/J9+86cj7t1U45f7XOmyW/5anFblK0jiQpR4
B8nIXXh68/P/gDC6NpDDpfKCwQakSoKs/4Ywir/oZ9iUaQnyF+A7e/c/IYz+Xw7VzIASOdwpXjHW
1k8+COhGvrXw7ynroOHjhX+CYWRpMJNX1WoCZo9LWLYSQk06AEf7uhbtmHWGvU4dQ8YQ58HRdUlk
Ot/LYhp6Nmtpo5yaKls+WbLE0MdVmd45ASrqSJNZrGoap0O+jrwcUUGnQ2FlK6sR0bBcghvASJQL
OBtyA26in9TBczDmZbQb25ztZaV1FxinoTbSDlFB0SOf4JhRdE9JPw83I2jmoVjwOzXyG6mXYCKB
u5A3yk3YNVaDHqTVNeUztF/OyBVo4yTEjqQLu7K8tKTv6tvU70YXhd2pGzuYE7D5/FXcVbF8cWSL
Dsk6bOCbNdrpxhNZ+Fp9GqPFikdmiUCmtm1tPA5p6I3ixbF0T9nA7jS6tjocW/M6oLH5N1xAYQE+
n2gQjiuMVLLuoSnQ/Tl45djY+6nzZzwfMyRK1kXYt7geGDoAqrKSxpQ9gmeZ7orMU1cNNEwXxODa
HsYYxx0reVaG91BFzmUX4wRBPf3cLro9nM1VNjrfdZrcNMUAqBKpLIxtNcDQsoGwP3XIRwVZdWHY
crifE4WEQKDacwI+B9E5ICUyNLAXmj9HOQqH6Lo3Fyp3T/sMP4+uexoHVC3iXVkmZ7mEsNj4em0G
+E+kwPdWSI/5EAzFeYg+HHXOc7eYtnPnnvgV+BDlAVvI64dpbi5q7rB9YciqOR1adTVPidtvpomG
jz8kN0NcZjtA7hmGJZ0+HUd1OUc2Jom+W64iChbw4Kf8y4yT3SVFUveSnvm5iR5EycIgkThJcnE7
cJFAL+IHL0mckzYx8htp92BLpx6tFoKAeMCiUI5TvB3xKV1Teb7vjLZe95mfoaWYUKercRFpUMkp
sgxPlgk8KepOXnhCjd889+Pylkr1xm7lQ513MTIJTUlVXwssXPRYN+sAnYX7vrUrDHVbNFGmBr3m
Jk7O0NlBSjTGH0X46C9QS1vnQ3s+4JAZz/gTmIa9HSJspKbLuPQysa1w5Lyr4tCIt7UJAhceL9aZ
IQthFcj6JBXtp9SdkXz3o3LXt+Nl6uceirBlgc8UEgeOWSNZEW6SLFxXbYKNqDd96nFG9Ou02wxz
V+7pIt9bxbCTsYE3YiSH6wVEwJGB6A8EGNZCiiohxKL2IPKaqnQjJ6R/CaX5z+kUh4n5LCo9Z6c0
H3yFWdGq8jwMGqPMOJiNdenQel6FU4wPnpXWf1tlBwq5Sf9uxxwZ4jDJvvm1zus1SIEnpYRz3g31
uFlCztM0zNMz34Ob5i0gBzcfT8APN6hc6AbTzXy2MQ2MXASX6qHdqVLDpZHORUbogoy6EV0o7YZr
G1TLhlmF13Yau/2W0j7S764an3Kr+DY4VglCRlqXbmAX5YlbGdM5QFNrnxUATDGR4bdpp/ubYcCJ
ZjCM2D6FCNzF+9nDSIrmtqDF1B0yuxu2paa8t7MdisRozTT7CfgBL1upNTtBYDfBZg4B66zAO/b6
nFA0k1eyMV4sQ1+ppH7xIg8grZMadAmnqrtTI3ITSTLe5T4oFQuJ0aTrqDJVxTpgrz03RXQat+6X
yS8L42/pNDbuI2i5BtUhs8CYp4Epiaij0nlWIbmAiYfu5Wi04QU6yJdpxVaYpyGitVFlXLtectqm
9WVaKveM/Xyl68K9Knr0cPLA0OxogLrNvkOs2uRpxp7mJHCslzKrwo1XBDn6Es33dpDRS5v4j0WI
NEYfIj/i5HI1myiTTwhMRP10YQHAPYydnO/tEiSyGYXNIeudS8gxTr5OKgLqtapl/lRFRnkVY4K1
sQSg3tYtsUDLrh2jv5zyuAW4Cm521/uGtTO0xcpaoGWw4gLAmwI1oRBFkFosRNnhzMrmC4DmDm5j
yOnS8jA/Ww3eZ26oEuPGihtxRlJfsNWgfVdn1a3fRZtgNvlCneRC5GuUhDc6SAZKxebecWtxmXNY
HuqoUxvPS4LhpG7YMmAwAfVAm2jqxWZWHBhxpeiKTv4ttmZfRTR88UXln0+wqsrmpAqa3dijSKMK
dT7jbzUhXgJYW3/BC95cob10KNtzMR/GsMIyrbnKUXRj54B24wjWftU8xK3ZncXRGKBuE4TbxK7P
gG6Na50+s9NpzDVjcTFiivEJga/4m9N/L+oCwUqHO2gg2XOdsjlMeXETok4krHHfRfk5mUayMWuk
zGmErQrpmY9CkYuH5XmRILIePNWd6M9jMwNsi3naHF3BIbswK61OjAnVDa9qih2dwgohNX1Vw4HA
9vICMB4+X8VNbh9MYwRFhTtvdGrFGKE7JXFAtUnM4QIPqPN4wsSptAzkfwRIcQNTJXqccdkepB1/
Z/Md4oMP221ti+SKylWxo213HhgvtXWjF4C2KnYEB5/7cKYW42UYEMGXCus8XOoLe1emRboZmvy5
Zp+s6jvb+TuAzNcn6DJn30AO0zGvrogNdiYaF2Z7EYGbHGFY1WV8R6GM1wwqPVjpzEBaaNFFT1Kk
Vy5b41Ya7ef/x96ZLMeNbFv2V569cSENcPSDmkQgWvaiKEqcwJRKCX3naBzA19eC7rv1yGAUozJn
ZVZp946USg8ADof7OXuv3fSHhLI+vTyW5DCI5p8eQeqyRsxFVFY/NiTTq31R9rfOzOLzMpPz3rOi
oMtfDY67dr1bjno3vLL37CfXecGWR3r7hoAURa6FD+25SdIga+tdlAzHliSuzmh2jvsjl/adl5j3
cVFtsoZUQgGaHRpSoX2ztevCtGbaN7rBlqDHOOrfFP2yKj5nuRs4hUF1bCOsv6QOxRDM8X2PKNNN
IhLHCPmQs0N8Bs5Ejbgmrbn2sU2uwkgNxJV1/gK7xsAfW0dOdduY+MFy9O9qD99iVux7575pY/o5
UYW5L07FDaovhMbKZ67oon5I/Yy9CHtkb61sdMtOCqoWR6oJQbY4zObOhrU1DuaOYkBg1MwWxKA1
nsSj6vMscMNxhxjrTo3xkm1phB0Pu+YzHM3tw9xo4mBbqjwi+kj20cS+1ENJ3rTtTZV2vPtlR9SH
ZR7QmKKKdNy5zFZOmMgHoZJPhbxz47Tag59vgr6Z74TXXhlyuBLdRpqkdQi30odVVrgskVX2yTaL
+sto+kSdRDwB3CPoYdOmCCrrlztl974/HiAo6pDHSKEtikdk2dZ6su1+P5RTso4nY1tk8kr6Orr8
err29PixMXMd+BDy2tg85Pmu6sANri1Vb/g/ZtHyq1Wq+KhUy+zGCoLMw2Hbk9KvX3si/h6LJTYr
fa4i4GilMh/DieyaBJod+KnJbQ+WnX8WjFzKBBCRg3BVeF8s8pp9rJirWdxa3UMjlhlPPafuzS0W
mzXfYgSPyRoh8rWR6Oj2Im7MKqvIwnQ1Ml+HdVF7+ySp4DtE3SZkczwl9tpXTNZk3OeOTvYRIutF
x40gOojDYltr+lczYa85GkE41Y+FVd2m4wTB3DWfWl0+L3/LkfkXfVyQJ9qLb2c3YAA/aYb+q9OG
J+U36UqyJYAWBn2lySwqQr52NyusfVO4bXLS2cfmRs+No2YWRzchNzgm3kEfxaNhtU8j3iCz+rPN
eb3+BZMvyIFymAHOi0G+oY/62JPuTdTrG2cmDTwZ/a0GlKlM6qexCm+t3t73FdLKtCfzuZalvYk6
3XxSLvYSx9FCGO3kZjozmTe2Pq407KvghrL8IBJrA6tjrWt93FB5daagiPBapnhv7DnaciggVWgc
d6h/XgD/y6tYjM0+lAbpD0T6KtyJE0SrDhqwmT9E4dEvzW9UHK8y5ko3wtfCALXCI8uPRQeaS3+L
L+gYQbTRipqcR3/c2yTHTWn8bfacaWWXU7sva/27IPMZ+tKqwvrhsTqmEIksPAhL26OzjpVLPkDj
f3db7bMfup+jfNg5lbEqixzRoTP+aWdXoQauzKoxrQoDqErs3znpQE6KX9C8n69SXwcQaNtHTaEx
dUZ215ZNHhIcSJf1N8K52mUwcU28XUrf+TUOeFFsXaScx7gihsSdSPtKDphJaW6W16Hk9MBOhVVm
A9MG9r6zwTgbKFrlwkU2OJBTaOfXNWE78XxX6SDdrK802jdm9ysCStnP5UMyQTGse1K8JZu/Lhi5
R1Z5p+MmKMquCmx2xqFiVxXpD7Nw9ph/9xZft4zUPQ1gHHnI9DwlJWbtS9vducS8NnZ800YcVqLv
iv1kME7+NnIccvaGIO3Ul2oA4od5AOJTpmWfqe3zfTAlsTFtdJu2iJnCRPvlmESHe7LAUkw+WBtN
IL9GOw/A4xMPM0xN/iOLfAu/gmuzzdOzihNOKNuJ05Dppc9un9Fs8ayRvTgG2fBHHid4mNHoj+Rk
VX6O0bqsfWvnmiGnnrmY9J9um4ofhuqiTzIuicEKjcT5HteyePH1trDWZt4Vv2RYsqwDSebzUpj+
9GhNuWuu0IFPzU2s/PQAKXWSgUYGZrYefLtBZqxrKW3BIjPugFzhSJtsg3Cm1DEJJ2CXJb/rnBHZ
5cUeynI3jGgiZmHYUiDEorQctaJI8c0q4pfcq3BQtpbUj6Y9DXg3+t7ha50LiF+4EjR9TYm8i7au
2ZM3U4Xj1nUklLvMLu14I2Lj1nHG6hlXhHnTi1h/MRugw+u+ALu1zsWMmnTUpklucEBsYskmOTBj
q8OcWFCxhqKXVxn/hoYVvC5kuCk1p6yvcAnl7K4GHIFktdjOU9TOLks3Dd5bOwH6HPSmwRZQ2ZP8
ahW9U68LmYc4YMweClM2JNH17KmxC8ImTW75YepzpPX1tRJghlZ4i9zHwnWZNAl9/8/pWGefs8a3
n2Y/VL802yAwd9aln3O4K8ER6YZeEOPQLicLNep8Xu3cTsttY+Vs4ATMJXbu1Lhn8AAIutfRgIcR
mqxkQ2INHDc5KEvnU5jXNnS1eWBlmQZs60ZtKyB8LX72dTci+dy2TqlggOhzkW3MuRyh6DmJTYAP
FdM7ywLlGoR9794BYBwpM9VVf8XO0hPr2XB7SFQjH8u15U1E5YDosTsc+Eb6aHR0kdgS+CQN1VjJ
51WLgeJ7khXaF0PmU7TL3SzRH5Wyk2XVs/RvtBmNJds4xYOvtPlHlaBxx6ZQJKjmDXA55NBjnvpX
r/Nv1Ur/7wqhd/XP8rGTP392N9/r/yeqoVSf/8/V0Kcy6X7+9dvY/R+bIpHfu5/t2+Iof/2//N34
sb1FsY4Oz6ABaBr/Lo7axh90vSnyoYBAdoXs4n8XR4XzB9JaG801UgKaIEsM2b9hOeIP0NE0qfgM
uvB37L9VHD2tqVOxXcSd6MxQQyOnPSngO35RNLkgQpbfMmxR9ZeHhMrHhcbaUl99LTBbRkEu51tL
gYO0D27B6xa8Z6rErGVPWpVuy/Xi933R+r7im6cn14YLCL0ZHLIgu9hcgAzV/atnc8a1cNqlYHj4
OfxDbCjwqdPcsnxOSIJHMhwoHPMbrdBZd43YDExZX6K/L/fr5EoZijYvw9AXFSdXauJGEEIbLXJm
/a1VzJ+Vwx4B9yFuZrclaVYr+1Unkm8fX+GZx8j9Xfpk0Ji41SeNSzlIzc4LcnBUnBKeEpKngmXs
kgfjtFW23EfQSguLSEe7cwrvwjXlzF5o24HOmfB6GvPyRWNcAMmFda1nWf/j46s69ULwRmD0MnT0
sQ4kJ5Qob+cNtHfCUpRrUggfKLThADto1MGo4IeigopE57lfOxxPtr0Qzi81Fy+JXlH5Ko366cJv
WW7hyZPltyD5WvjeyD9PnmxLocM14sgCXQsgUixBy2Nyh1ke3MhANiHMg3UVtjc2v/mAZm1Fs8p5
iVKqPJreN+uPf86ZKf3m1ywdj1eiFq9o9QSXMZB4qt909trvehjpR51Wc3zh5T0zt2xEoWDuUBMI
Xt+3Q3XWUpIYyRtWJkYpqD+Ped2KCxqJs9fDXVmETTYa7KUz/+p6cpeqSFkiz/F5U48IDpYI8DTe
Z3NY7/7BrXs11MmksiDXj+QVmwG+NL79bkzhpK9vuqjNNh+PdPbO+VhVFukehKmTtpNJogkwf4/0
OkpJmBr15kqZvfe3pwKAMN4O1jXUC8iA3t66LKV2WbuEutlU8g9lMU8HXJ0F1Oi+/QdDIQBCgkG/
jzbKcsGvnlLMYwpLy62DQhXdF2AS2n72CvElakP5N0UsC4OMXY61KKARJp+uNV2PuIQyAcZ35da7
uOLszYnukhDoVPDBf5j/vi/QrfJp4Nvw9oImxx91s8Jez9fb+Om0ZnrdzgTB6w61UAWU5c9UDOH+
42nxfq6/HXRZaV7dxX50m8IN2bM6oeFh4Sdg20l1t1sZue9cmOzvp+DyqJBzMg1Rd5+G3FVNM1q2
dKhlKDhN3eg3x8bqwgsUovcfBsSi9u/Z5/NZ+O2heXVFUNbZWA/EPVHXNPZmW7t7SEXYJVXBbTQ0
+4IS4Mxjs0EJOiicFq/B6eSw89GNTWlQ52ubpRw3V2oduiP1YeqHxyZ1QEZjpr6wEJ55bljylpu4
hLu8s3O5VRyZfhH3Qeab9topZXHMKwlKNzXkhQs8c0NRRaIOoWGBwOJU5BnHzUB62MAF6v1wV9my
f9TnxAuqmgKrFfveeOHaznxq+cra7DTZtwiWkZNVsY2ydoTXLgMMpgQhtl2JqcppbHKrFWg8IB+C
GNJK2t9rnL/k9nR99+AbqnlI/AaT7MevyDLa24/tAoletmoIAMD/n6ycSVdmbpF3MrBzkxby2OUG
JpKuyzCQwAP6BB8IP/U0OgbQq9Qgff7j8c9MMNZl1myHCgzMjJN1YShbAdqD8Xu/C7dmqUHGV4DZ
OFN+71M/PjQ9Su+Px3w3vagGs4VAEM2ihDb65JqVp4y569o+AIGTbtohoQFbETw2VeXPj0d6/7AZ
Cj8bSmKujYX8ZKi6MyPPwTFHN4/zZFC4glhH+lUH6XQmEJZGIWmr0IDNU2u5axHG7sFTVn90c9Uk
wce/5sx1o+VxyS5e+KCIyN4uh6SOzV0vtDboMM+vXM1tPtm5EX9GsZZe+Ki8e60Q+y4OBQ5OyzQ/
jfiZSw8eiV10Qa1X8UYmKUBALRqfwphKSTT13tePL+3d6st4CDHRUCNxpv99omBzNPrvMmTFkLHv
/8g4o2/xemiHj0c5yaSGockwJt9LtFEcPX4TxF5/UNIhDBF7AfUGlRdeGS0NZlqIxOJ0Ghai42RJ
ucnGvl30FDGklyjduFCljqr2uvtCw9hMlTqyqMF0yebj33buDtgWW0cQyRxlT6N7HJGjtC3hpC5m
v+NgmuOWvJ74wu5xma9vlgsMmux/+B9DoA1bptir70/SQ5nJ7RnKVZbU8Toe5uw6mbMoDGow+juT
zu5Ny5IaCFqvextYgHZhEv8Gtr/7CRjEeQ7Lsn0qh40aIzOqcCDxMM7IvXZJlWxCMuhVJeyrPm/Q
IeRxS4CMN7pPzFH/vlV9Qd4KlFUxS2Nfg2y88Fk+e1twq3NXlr376YoSiUq4WdnzZoVVQjul1jkr
TErvaMOhj9lj6Rr3VBrlVpSdv5lqQ7uU6fduIeXJILvCIWM77BxP9x/oNW1tdJepmRrNHWxuUj2z
KTv0aLN/zRrE+E6bjQuv+UkE2/JCmDaIVSoNUOOXo/jb+eD0+qhFVa6C0DWfLXlbVh18Qy0o0Q0u
ultMCQfTATIdT1fpvKWoeIALNbR+0BL5aNO1LaL57uM34f2dMOlSU2PxKAVxjj7Z9cW+MZLrQNPD
lmZ/TaNb3La10dzPFlsILZ1pxU1u/efHg75f8JiSuIbZSyByxTX89kZMTal62BR6ULZuejX9ylrk
RnWx4dNW/N1PJrkCHjGygAIXgeZvbfWrd7BQVoneK5sDyKPyAegpySEl5pGMvu0eoah3PZuWuADV
fT/Dl0GpklHy4PtxqqU1yIcsselOWIi4i7Eo0yNt0XafT7Vd0sTwkj1uBZ1Mcr8nmUxcFPO+/3gx
rsWGiQ8Lle3TCgVdLBuFdjIHOuCmdcxJ+Sp0q/abkrm4sMy/X0rxfrEjweyx3OHTIlqd1st+bJ6C
MbfDv4oyTL6Uvfnt4wnz/noQQS9yYSDdpAP6J29OrXrQUx6DKL2Xj40BjEerYvNHJulsfTzU+7nJ
UJwCdMz1ID1ODSWKkKLRiNMpMHqZH5zWqqFMGwlrdksfJE4m3/vbH6PlC0kMNw4trHvucodfTVHF
dSGs7KYghGq+N2Wj3Qg12Bf2ce+f0zLK7+MWVHM21Sej6JHszTrnRdeyMcDpCebpcrbw2VHYH6OP
pyQlfudYvbqWGd6eGhNCfnODvUvRps5Vn0bjhTl35hlBcoDNjrqbooy7/PmrUbJep4XgAq1WuC4O
VdUsKKmw+WRZMfABiC8X7t2Z6WcsIX9UGAFnIJF/O96Y9QSyQysLCi/RjmaqaT5KzLx0YT6Nlz6P
5y4OZ5i7PCW226d09TbvqDq3qJ+0sIuDlL5xqke/dD29Z/aUF2b7mefFuYqTxLJSLd+mt1dmAF9z
msnrUNs2PmemDmp03PT7j9+pM/dveZcIzURYQZ3m5P5BhqFEqdl9kFrRzyJMLDY75reOJWn3Twbi
kMb5lALt6STXeikxVZo9CXBN+alRJU5jyl3X4dz//RWJ2YDhbPmO47E8KT9qXjEkXqj3ge4b9b1Z
2eZGI1/1caxH88Iz+s3yeLuJW2rb/z2WePuQZisWkedy7G5qN7oeUDXJtYmuGd90aYQPZtcOzrbQ
DAN8pS/nkm1UPYKrK102fnCtKp/+rVm0qw63zUzLTXQkvxqDB326BDv5WRHx+1PagyAQMismYsVm
GKzBx8/mFFnC9ocAWvy1WLPYBrmnueqajNN40KohsKFGbpAMtzf92HVfJ5wBG9sHzOmGIRqWwpq1
a9Em4X5yrfofTMXlZi7kFKpnp16qnoBjMnPkgDYI/VYk2OditOl3i5XxwlBnXuRln8dOB+IEW6uT
WT9hJ8ZpjBexyZvspkRfjNww0upriTJ8Vcdm41xYp86OSEsB5Db5Czgc3k4Uu+QRDFk3BBZlk0Ni
Ov0eAgoyywhl+42Z1fH9x8/0zPJhsVGhv8MmiX7d6fIxYyG0xKQCzO4V6jEyJyHmphdmzpnLwpVE
BwkTB5uAUyhJl5NmMygLvnFa60Gq8v7YZKncz3oi77QWJOzHV3VuploGBQ/KrxyJgGK+vY9FKlJH
VN0YkOc4rKKp6RFTCWTfaVp9RuahfS9MIPUBpVtF/p/v/+n1bIL+wXvPHo4aPV8Cyk72cvdffeYg
Pzk56Isx0B3i5WVGoKVGTR2gCAi969HK4zvSrYarScRiXTkoIToIlmsa7RZF276+B2+nU4GciGlH
orGNVYuGe4gqmC68ivgV6FPNnugvfJ7PLPdLPwrbGjspvManE5/zC9oXTQW1NyX6qnS0ce8Xyrgv
S6V+fPyszs1AZjyvNOmpC0Dr7T3yVQRwtSi4RzHCj7iqGwhzdrT9B6PwMns0+3TgHyfzXGm+N4u6
HKkk1+E+b9PqWPvgJz8e5cwBkXoBviI2gfTQXf/0xpWx0tmCAOMuIucvlTfgcYs5RiKaQdo76EXk
96RRpsbTFBYlWly8g7dDq+cH33R+6QoKr82OZDu5WXRvQ7cdVhNVjv1o6MOXj3/r+3MjP5XtPnsU
4Hug4d7e9zGxrTEniSmgyDEfpjoprvNIEoOMqHqnckSwvVFbf3486NmJ5dJ4hZqAbWpRJrx+IRrw
PkPlV+jXuuxZovFf6zqCvsifi83HI52dVq9GOrm8lgpnqleMVA4lgRZoqG/iOVcXKiHnrwfnF21r
ExvHyTrTdw6OVpc40MrzSLdF3VisEiCFq1L46SWazNlLwmZD6YNOMXlHb29emoV9oykWtUxlxnZa
tHey1esLl3RulKVuSq1jKdef7l4bd+SDYbdjYCnVb4wp7ldZPV5iA527ca9HOXkfM0NvG8PEulJw
jnvsKzBV3VhNX6w6hGT78VQ4U5bGMr2UaJl0EJZOux7KsAjAizrFNAA3GlkeviCQseo4RIX3rKRv
HEfTk1/HWs+fAAtr12HXJ1dWMXnOpRVimREnW0EUOcQ78Q7QhXRO5uWAgMvXrFYFkzByVvox2RR6
/DwartwRofNrMJOg7BGQJ107r5wxiQDEJhe2GWefMcUiOD5stF335DSe9mGsjzOEUAneb28PRreq
4EFe+Iq84z+xWVn6WgYYLaAByFbeTli3xvrsVtxycP7u1VxE2UPG3vWWb23rBQKI4TFpI3dD3F/5
p7ZQ50OAkV8FJb3vuEGMS/vwc5Pu9e85eVutOnMVXFQVeCG0qV5yA+hngAUWzj95Vy2fjwAleoHI
4eQOZxnbElohfAgmEyB2aCFKrrPowiK3vCWnkwmp11KT5LRJnMfbGyx7BW5axSpI2bP3qwS5IPDJ
pff0YOkZ4vABx8G1DuPPxM2RVn8XNrc8YPo8giowG8h3GDh6tpE7R7YKKqyjx2ZI5Rp+vfx04f09
N10dZFbspfgHV+/byxRNnOF0peghzSn+ngs7SgJ37rXPE1LGK6Ma8QuN6dBi0SrjHwQwjMTvDohj
DnNnaM9KtBadiFCjsZuAUs4vvE3nvqTc00VR4FIUP02Ab7IGWf2gK4oZurkHHk4cterc+9nzir1T
4Qi0rML+/PFNWdaJ00e/7CvJMbU4LZx2EqOoT0RWsKZNVZ5skrjFRFilAF3tb0anffl4sHMPwOXO
04ZgV42p+uQBVD3+L+IdqTH34mg2HokHqd3/gy8Pej7PpKi/0AWX1/fVbnkwMpyeCfeR+ADE/2Vx
P3eDfPz4Us69MsBml94Z7XaM4G8HSRBWs8WmP4C+uv0Sdr5xW5DwcSw12b2EmuVv0tAknkVXxoXL
O/fEXFQM8GF9+qSndUkadENaoREKzAgHVAxc/djUxJdtCgdK7arQi+zp42s9+9ho4kHgQ7xn2Cfr
XVPBguYXjYFSxJNjFrQCjZzM7cejnFtVuSKUdAQkQLs8WeWTWApPJcYYhCG+ULMd/SOtmO6g4/u+
8Kade3jQsCyErZSIEJi+fXi5tBxU2RlmishUtxkWvafQ7cr9KCNtU/DYD5GWqK+lCM1/cCspuRLJ
ilQPXMzJG1DrbkuHVGO/Yo7Jl6SqzXVRlNaFXs65B0ZNg3oUJyGoFyfr+YyRPRlyk4WuBUpa+KoA
yCoq/5+s20BClg7eojn0l9/x6k2r+QiXTs25dAbMsvGVP+2cqW6CjyfGuXWRpiUbSRQ83LSTe9ZE
zEhpjSMmrFDd9EmYxxvVG1RedUJEiP0rCHnRc3VB43L28L9QSRl6CTA7nSV12eEcMthbqt7C1WuX
jXsfdlP7xOLo7MNhHA4tEtDdXKXDnfLj8j6fm0t433P7PEK2UBRyxFpAFW9vsTUbbWWMvBW5CsU2
N/xhNzh6/T1tw2Q3zaX1ly5m8xvnhJZwiBYrRJR29n2Up/OF7e+5SfX6l5yseCmRE3UWz2zonbrH
uBeLberLSzCqM6OgGefbQM2A0v4pRAWMhRVhfmd7PQ9ZDG7BnPF85LVx4emeGYc9K7tn6vnsn08b
v3VhiLpoOyOAHVdcjyl5WJD9L5Ffz0xdmrygmhZ5G62xk08RCSuNtM3YIMlaw3UzONMPSPvlTqLP
oQkY2dix0DvsPn5hfObEyTed6Qqd3YWvSyrr6ZMSBIlFcW4EqonFA16jeAsZc1xn+L7XPeDt45yO
DcEq8bRQImr9wkw5s5Ijk6HqiKh9kQydXLWMySiJo8gIfKPX7wsOQhu3lNOji0X74ys9OxJFMbaM
dICYMG/fDs835ijHLR6o1puuiAhqNnPWaI+6SVblx0OdmTAoZWAOLs1cD9Xi26ESldYqTDwjmJCX
rUbXUTh14jD4eJQzXyaS5BfkGxIBhJ8nj86TdigllDFSWF2UTL7Txs9R6vV1EBLgtCRadPFtLOzW
2kZlmZUXLvKMVGdJsv/v8Zep9WpFd7I2djo/EUEoG/kLp11/N1i4bedkMXRWhVXuyD8qNpbmtlgG
vNHYkXBifRGJdgWFelMlgFUiK2p/fHxfzt59X180d2x+3xFyVDnMaUWRNoirAiPrOOWBOzniwuX/
Swbz9tVh3/07/3lpmXMUenv9utsrX2tJPiVgjKQhF4DK1xkTpGXM38wJo1ruyWxnDx79Mbgy8WcS
p6osaI3YRwXch+VtpNFQWXfwYjTc+UZnf+4TqUXEcHnlzdjPeOV6GILOamgiTz82hY9vGoSg5xwi
U6T1NpHSjQInipJ6W2EjewnHGmMwdraKcA5tImY0jMdpP8/9xKG+a0V0XcQ4D1f8hmkEizERCFZI
bcp2RYiiijsVYWtJ5IiARE85TgeGiFo0Li3IjlF6rb8xVJ4ATi6t3NuAeouuJ7uen1Q1p1TVSki1
q9FrCNLyBktFGyLPwu6Yqanu1gkWC9x2Mbxb/isV1B6hXOplep+paEX8aiEC6D7VNwnpTexLknPK
bWtQViNVNbXdjRwQ26xa0dbeLjemLKYjUy0ulFiZzm5QqUv+vObnR0/27bTPEFw2KA9pV121ZptH
AfqdKFoPVu08hiP2lsAaO4U70fMTBb48hfBftYmdPZlRMtpPmdfOD8JWE1G9+UjGDucurdnGPfFd
4FUMl5xgMuaeBcUGzEDQNW6qRqu/2nZLHppw5bGekP2T25bU1TpXxBaWlC4y9O1Tox21gf0S7IF+
JioytI1VGk3+RDZT6LkEx5npcJULQhjxCrYtPMfE6gLDyyhXRx0N5V3eOxlhN2HoXqeOC8rGCmcx
7ogt0p9FVKTTqrMz8zaJphgqTcxaf6Dwk+LM7EQr1s4Y5811g6VI4LRu5WLv7Zsr3wzR18Hzm6GK
9ourzwgHt9kPHmTiO+GW2heCH4avZCiDMHQVXQMgsaXz58SM/e54pbqTBlZKr5gL2s+6EitOOvpi
jkzVZ90CKQzwVaqjW+GZX6GxMYjeiqqu83lbixGnuxd5t3rX+tpeEaQ5fus9r7NXKcAmXJBdR34a
8U5FGuSDbv4aS+LMIJ6Y6W7QpParIoHTApKBXwV6QMmM1UFjfWKxhJswl3PxbBfAWEjao1iypiAY
v6Rp7R1gqxY/ibxJ7pUxDuldGLnWc5aALURyA2x7RUpPrAdARUPJjClQ6hZ+hwdYRYBBDgSgtcRU
2lPyXA5wvVFKqLC6HwUpfgEQ3SZfz34i/7IJtKlWWY5rdxW69fDSwQet9w0grmzjppH9TFSeGnbg
/UOxpo1k3mXx6Ns0OqEhxuhptE2X+3O7iq2Jl5KYugLyUubX+saVLoGLQpv9uyzKNazNIT8kwZoU
rXIe2pKMOBl/SY46gAHN4U+4JJoGvspOErLoMus5Qc0frTy3ngmmidMkC0Y0KHKDVsrwDj5WaT1I
fI8NXenDwFm37ZzcC95l+MeAFPv1EGI1WGNlLzUQWnl58K2EAJSkLk3aUbKvqVk7ZDmu8rEBPSOi
lEDlXhM0kMc46ckX1rOyDpRnD+mNIzRlr5NZ+rAotZgUEA0eF/FQrRnLgKNL+VUonaTgfiiqdDf5
krdT6LFXIPsewmwvldOD9xG4fclGYVGg+x12CLt8s3wYR89+1GLVCGADMxZtoLDKWNCXCQlRfYux
PUSDO7HgUKFYodKHQmNXmdqNjgQNSivMmY/F0JZGGhRQMtD89jaxhiTBjlpotH8ikytH7UHX1OyA
aQPfq+VP1Zh5RHADZxS01v5H2eCz81BJBUOblLfUvvxHm6Xosy2kRjmNZPWNkzj5MYWIALlBJSws
EKlk44qnKTZS/pjw9ScQUzUzKq+08sIe8Z0g1EPrQWcJtwAFegQ05tsvXYS4cYATYgWpEz1yu4AQ
GOEEU0vPAyIS2JiWsgnMMPuLrxIW7FQjlQFB7sonw29d9+3T7y/8//fq/icih1ebnYWM+F/EwwW9
+D//8/ln2/3H6nuZvTHoLn/nXwZd0/4DeyqiTOSZONSR8/3boEsAM11ItDqLJh/Nz6KT/ze9UPwB
dnkJoFlaouge+aN/0wuNP5YePSUIjtMo7DHMnSQuf5jA/LuY8GrLBAeZsw3CP0SplBERO76dSA5w
7DpOsFgYfnYcQutLZzr9fZ1gMu0pVe+dhmVnUC7BmOSHXnnzeC9yWW3LQnfXI+YKya4CXBL91ute
l9ZO1+iB+Zk531eONe5HMpQJFByFtaPVGJidPl1RlNW3SeF04JsAF7cd7Q9BJwjkVFZt+hIvke9o
7gopwZWc8i4wRVPZWzPutFs1u1+0HvEeNSxt2w1O+iskIP5OdEb5nGmTcV/1pvYgZkfe9yrRj2z1
i2t7IKJkVZXTQisk9PPZKOL2BatZDBRr3qRy13r9TThWG5d2ROoPP5sFwBX37qeI5ThIjJkXCTio
UwwFxqMJFp18EclX0SePMBWvY1seRF7s7AkiTHzIvkMqJJhgvLer8nvoNC/l3PwpJSQd0W9y178i
rve6csdtoup7N3Lujai8J+W1W9nmvFeh8RkIVaA59c4JN8q9L730MZb1Y+kirRWle8tmYoOdn0B2
Y0Nj5SrLx3vlfU0TNzCTkFi7fOeNxEy34/WgGqwYfY3BRntpOqdn9SweujZ69CeYkK6dvnQjtoiu
eCYq8TrO3KtpCL9l1fys2vwQGuASq5ZAIrGJendL6NPDFEnYDyHprhF7Ibf61pILN2JLtbXwbhiq
CW5SulL6NzO/jpqf4zQHVZNekwn9SVRQ0uoiunIrfzsS5rr2InEFW59fkng3sVH8ajheEXy4cjT/
Fmrlvmm9O9EwIjbEmVDTfeSlhzm11/aQBV165ycrDpl3fWRvGhl+54j+V+nOgdY9aCK9S+NsM81g
XDLSJ/e2uO/JLNXkdp6/DeWBJOsvsTEvwXkyGCYwVLr4XleCneqdZUAVQkG98/18B/6ihKTTfdVy
bSu1edtG1ZMdfq5MuEH5J2mE2BzGXS/SHd/vNE7uEy06aGBAJCHEPg0vs7NviR25FaW3baovc/sc
lv0B+8TL7KJLLew9vakN9JubaZiPbmG9JDK6j8NsN+r53aSx37EqRmowszddu47M/KBlL+1gHNlI
7O2arZ8+rceJ2Ukkzmrwdo0QN1S/o1uOeseijl9s8Z0ZdDXLdmsM+rdMfEu9T0bMc2rIXQsb8rrV
Lz6JD3qmHssBIp8X76KsAfFjHtzya6k17B0d+4qSyMaru2tT+UcOJU9JbwdtV+OrvWnxr3lZv5XG
Jwjrz0bqbi1148EEsa9AChP56047fxqvYVBfSQePYnrUo3xrLvpxPuJuae5E0m3aNnrxc0KL7TJ8
mHL16C4vX+z5n41h3/SfrOZnge3eTLcEwAelnW7HDgo1ZnjlHRzZbD29vTardOvU/k1FBXzF7qMq
1yodVxXJL1BIVrJy2boBrTKLO1uTX3PX3k8ifGJLvWnr+lrLCsBfmv8w1PaV5jwMxMW7pdhVfnQQ
nKXUvCsLuZnKYd/a7caOXybLvm+7FqtGm+/UqH8Jm+GW9IBnOsE/DI94nzpRbHolYLpuA03JdqqE
a452XVvD9qj3VnQEzm0NC/bGWvVC4OtIRwiFlv+k+/q96ct1Tr45GLqkXEtaxCvHyLej8efkTWyE
5iDy3e0sdw3Tl10+dpzhi9D/F3tn1ls3lmXpvxLI56bBeXioBoq8o+7VLFmyXgjJsjkP53Bmof97
f7QdXZLstMqNeugGEghkIMOyeAfynLP3XutbVFlShl/jcA48dQ4pcrMD8oQ9qdKOTy72oS7L5xoj
DQt6CPsUFJOqmydy7jd2PFwDKxxWuav1a9q8SZDVuXfnlnXDyl8/eGEsj2ac1qeyzUXQOOqBMv3c
UOYjxHaqoEHBIKD07nkX8rQyYYq3ZkJIOf7DUMuPtgej1m269ABU/nKhnPiVpnFzOLuCv+rXNgbW
VtM/ZeV83Vr5Y1f1Zw04hIOIJYfvtlR3Vqb1x7bWMU+S33ZmsvNcWUWjXwyToZ3p6j2OM6sJ8xU5
bKshVYMouY0jO0ERHuXcu0LbuomzabzTwUsec3gtSB6KGSwb0PKo2SHAumwLyHHpVN0qxbzOwFzl
TN8O5VbJYKilGD3aMSNZmOrfb2RoMd0eDl6uejucwERpimotouSONT8PiulaJw2b7MVtrlYHPXXv
RdzfVmao+LF0bmUiAC7xZWXEsYNP645FeZEUABH0JAQYZNGnaIrxpNerZ1Byn+fOuIGpcyjTQQRh
RHxwqZ6TFA4tSVPva7sOH2sJhJaED79NeDrGk5JwD3IeISqVQQWfJ4ipBUDZIYxoSx6QoZPIcyin
1ELSmdDsNfLlO/CA7V4x0mjvauNpOj/CPLwfJn5Kpx2RbovCXXhE86pMlWcVu1LRE7igzFuvFMMq
i4yJtscckfOUn5U1iVAeYKiFY9H3873aGV+VSUh/1jyErileM8uIQiQQVBrdaB7p+xyzPLzR5vAh
G8IldfisL717dIWPg6dfoMfaGGb7HI97oV9FFanv8QLqZVO6GQQNsFRVlZVh9SpkRcoxvVKT7VDZ
pR/XZDkDU6LmzzqQXONgsHzn10YejWz5UC97ePqyn8XWbCyxCZdPLOdsHuheHm6qXOtO29jlmZ7a
j6UAAUB6VXiEgmz4zO2jYxJnp4nN/g0CmYZESPNDMUX/xVRaZ+MyrlqNHRMRuECun3lJe+K08XNp
E03gZfMRuyXIvzmBWKQV/b4MrewYN3Z2VtiTuk1Mrd3QYgEM2rQuucw1YlG50wsJIFrjU3YdTksz
5Z3tjuA7zWY72OU2NxQDzNN9PX4SiXmMSMEOCi+8MBxS+QyQDxwvLNYp90ZpvfMml/uRZcRQh51s
UIuMrfTJMTuLsievoiCEsNWtdWs6cwdxjR6d3G0FqKSaKZcAq6O1URc31JInE9WZG4cy6EUfb2qj
vBZjfJzLVGNha3NQvLI+sa3OPZQtQX1BqxjOWQ2w/5TJaX5B0jir5xJLSFyhZ24qbSovgdDzqRkn
tWpdutHk7oe4vm9Bz26MZEe8oXI1kzdxS7bONPuGV6cqe9rQIQSKwvWY840Poi22osibbSyMO/C1
zrpvlK//o6g8Q1N6A5224ZBQ3O4n8iiofmmACKXbCwXm3iLPHevpVJf6U9IUK73XnzsOmkiZAsLq
v9d//yq3/kEr4nfl1qcvxZfyVam1/PwPFpIJ8Qj9HT6pZbL/raAaKM/+7R+m9gEBKz1h5OqUXEvR
9HeptVRdP0orTf/AJIIHFs8BaQPIrv+gsvqeMvWissJPsLj4Fwk3VR+61qUp/qIZXwOVsehb2n5F
RKKyNVLO7xdzZsbsOFHrRT0Rf+NyTI5EoyRH9CyFtUX7MJ87Mz2jvQ3zcknL0BWx1Y1SoOxJ5xar
uF7QSXeKsvg0gel2AhFH0x2NP+eTW2UzeOUwq+5cA5aN3xE5otUwzirFGYKOjp4L/NBYoF+hdM0e
OKlkMgqRO5smfkkc9v2tZkdQyKNcxEYdJI1Mla9Z3pmFDMw+1rDrq7SFMhpmSrr4f3EBgx5SI00B
QWrQTz+6YQrnUjRlfGzVThlO8yEp49WcqzqswXxKi6XKcZsLS01sc08vNDZKf5oldOx6Eln16LYq
cjc3to2IsBPqgnitOUqW+9LJLFpw2I9jfZsOcCeOcde24LJDVOS4oobOeqTV7qo3HDQsZNSZNGbo
0YmVKLDYU5lWxcfScEX/MI3NKG+B6I9aUMuxgOQ2lGGx9GXJllt5Hta0ImBQYUxncw4m+tKbQ+9h
RKZc76kV+/h0hMJj5/6ALjSV7CrKFFpYvZG160HKLwMmhN+tJoQDyxHMzzCi8tlI6lkdf3w10EGD
HJjWMiooxiANsDaFjlORSejrM3Sa/qtKfjt0PW+eOp3Wf1nH8a1C9o7N6Jr8L69fRUaBRcTvrXY0
2mMu8HxAlqUVln0m/LwHS0nmIvzJom3NYpfarky+is5U9GvWvnI7J46MA0vxsttQrdtH3AcpTM0c
lqdXtpxG1DDNDwIherpnQCCLUwd9M9tQ6Vj3WLOlsUO5a9cn5VBo0a6J9SkMqtmk3dp5+eVAZtWq
NT1xWXcdmDs75uztN4OtXbL5tPtW74e1cIlE1OvBu2/Von4CPHyuy9q5U6NUmfD0GuZlZcjis04b
WgSm0ZnwI/AQ3kNhxTwwpmZ+X6ujei0ifNhlX3ufUPpHp1FEc3xl1VSXgbC8ii5xV26GRLk26n5m
iFPlhynJ6USYk9U+DNZYX+bxYD7opgTXrcfQTAgFSGBp57OxcQfoxa3C3lgMenLISlXZLFhEg+jw
PWMdRPINWFh35BDN0/yV2rFaQy6kNJrVmz5vAQB3un0k5ZpfYeryKnLLq/7bZCI3x6/QguVhmip9
XZWc8Xg4MjIcmcVcN0VTVYE3WilASl0sAOEsLex1XmaqTSmdG3GQkZCYnQgrob2QJJpnrFw5tO6m
98ImO8tVbUzXhl3HxT33QTo8L5QILyiaIUR93he5WBVWpNiforSZ+HqnkVQEmNAWJ7N4Jgu9nIGA
nc1j2MyBQqCHc+5xcrGJhGBS7VdzFn/N6IX3tLjt+qq3e+9iHBP55GpZ6yypQk5MrGert/ympLr1
FExr0HIZuQBsJLbo3vNQw6+l2msqUvl2rlfVZKY6XvY2boMq1Sh61UjV7wetlxA7NIODoj7UZDBm
Ms2cTWxWSflYNHEmT4g5r9KdUs+RtiYdDT4uEvzIqPzRG+L+zrCFO1LZ9pUeGF2UxkdRuwxWwlE2
c+vLUNj5F2co9fTCrEVdb1qjklLdzWQkztccCFqF3Auh5wdZEnZUrhraeJFv9D2zlBc73MX3LeOv
sisueHFtw27FRvFyI0GBzTCDXE+SqdE7vBUEwKlFjex0IYTtlrDd0kHSvqpr2f7hlPbbdTAcozhC
fwfT5/WGZTFjmR2jD/0ZYPNTHQ/Tkybj9+Ary6T97buhY85ZC2UsEUJvJvEz4JncZgK5ECiNHU7u
hMIoL684yo6+qLPmdAp5KH7/Ef6kBlreGw4HG0EVEJqfIBb5UHou39CS8oWKolVGA7S3ClnZdOZ0
TV5fsmVyTYhFJTwB27Q2cr9GCvnx969j6aa+ffPMudFCEQOG7vvNR0ywl0OsKHkPURnREEijI1st
7VJ3kvvfX+nnmwZBxeLtgI5A4rTOMefl6cNl3UwqDYh7G5XejTWH2mZupvfUjD+/H4QqOp1tnHi4
BN4KHkqnSHvw5dRnHs9D4+nNKo7K8EhUTP3HTwGdeGBdJp8cYRRvERjzZDGIs8vQtxilH1xmZvGg
v2cQ+sX7gSexgDHRMi8entefWm5bKiVc6nGuDzn8RCZc2TZ02ws9y9v3HAm/+IrsxVzNk22DInor
aIZHbPcRXoXFmXavqD3dgChL3rkPfvWOOIci6OEeoM3/5h3VljCUxBw8fzbSKvZB+rbZIevLmXNV
BbVk9ce3nQ0BZ/GMLN4RYxHEvTj02jDPlngtWid20210CfgDY9F7+cPLi375GEFTw8VhMx4xl3Sw
t0ZuB60iQAjT82OL3lnT00e0Ox5uqfTdSVWqz79/U7+4HGUBk5hviZum++ZZclrXSOrGduhJK8nd
SGl/UHJPP8jOq86MaTLfAc78vETieabRBjCL1Rgd1usPMZrpTolmorHuxbaft9Ejshra9712Ntmg
ufW+eOeKP98lXBGcCRs+yxzS6zdXTCID+DFXBHhWbWZH0PHgc6B7mL3Hlvzlm1sWDYAl2CLeuiEt
s2x6xNeOz+kb2Hc2DBuyR7sbx2WqFGlpcus0A6KC33+Fv3qD3Pw8BYsBE7n86zco7TxiBekcH8Ff
v1UI41rrdSY2TU25//tL/fxYA1Vjded/ma3xRb6+FM2/MuTQG/oac7FDojjLObPpd7+/ytt7ctnQ
MBvgNuNfPAlvpGZl6xJW4hTc83kfP2UyU/A+F+W6nfL+vGAMs/m/uJ4DMNHEJL8swK/fVRpG+eSm
TOs8B6hGbKKj6pDR3/csK51Pe6t452P8+T7hbMDgFKE8G7f2VnyZdLOyyNZdX0M+xsjL5uitx052
YxKOfYJZl3nOZIvhPfnjL6/LqqIu7xOT1ps32o69JqeOvBMxFOZNXk9aUOakdJTSaj9PODCvlQpB
1e8/3Z/vGd3GGQ1wgw0OO9ib29NMvMlRGmKX6cwy42hy1XjSUcq8szr//BQwX0GMjLDTQ46nv3lv
NDJ7YI66x2SNNAz8+8+sQdU29UhJ/v0b+uWV+EpouHAxjJ6vb5c+VSVdXFTelao1jJlo6Pnm3ECM
gFL/ns1qedkvtwNIyMCHuEl4EDjx/GRitSPZaTaakyrMt3o+24HSOJ+HyKCTZ9TvQIF+/qrQGy9h
fyj9gYi8JQ+kTiXDWSkRuAy9GqhjSKvYqrx3Pr+fBB5LMKHOosw7wuOAHOj1BxjH9ZjHpUMrN5yH
cNXZA4OzbtK7aWUrVemRlOTymaa9E98zV5HQ5lXSvHxDiZ16M/F4WAtZzyzINy3V9yAQv/wQliMF
eIKF8vfm1VlUmmFj8K6d2haBHTLPn+zwPWzkz48igcYQF9jt8a2w9rz+DFwku7HbMU6IiWc9VvB1
LiIVqZ7mNvX15LTiPkEe8w7e6+e3Bs0BhB9mFtyKvL/XFx0UJ+wgvLl+w8e6ja2pWDVeHr+zur1V
CsNzIh6aTR7THs/HWxevkxOYp4yN7cuplJ+tZMoUP8kzOlEJOcRiJUnxU85ikcK+JvzdeI+Z/tMj
AwQHZQlnNTxBi0Pi9bt05iYpWrvm+iQtHLtopm1hSg29Rjkx7Z3b5D0r9vIbXz2kXI9HFN48h2jM
SG/Wns4L6yRmmfeFE5vlrRlW4eyzd0TmftbSwXtnf/zpa0RrbFP44PTFjgeN8fUb1GtiNE2gEL7W
EivshVgr8IH/8Sa1XIUVlUM8PAtcca+vksuhdyGAWH6eZQ0kz0rbWpnZBFqlawEKkvpZhFb/3tqw
3PevP0rWAwZZaNCgWXNGfH3Vcm5DNMjEpGRehOZNG+8TW/tYes6ZGzc3VtE/mUgzTKe/iSvUHr9f
2bXl9Pn66vgtcHpho15oQG8fkLad20GbcoukDkuuFZNE+DhKuyCbrfHCFrTRHNGml0APhq2CMHjX
BRaTt+ffv4w33y/nRyyPy8vgRAcZ/q3TJNWqErnkXASpU5Jc1wJMpRf+h7aBb1exiUFY6lu8GOab
xSDPommuE5JALZLHg0TEsJznTHvnI32zGAAog5PKNwmIXrPxJ7xZ55JSxzOqDzLwSBYjMzS0vce2
Sdw8UHRDTuiHrCHdNLGATjR0Uz4//v6zfPNoLtcHubAceTiOL7Tq1/eTpUe1G8+owRnqKlfsHARg
Ec896huF8W/7ZxUpV2Nvw0aK9Qw81k84FJsWWVSOdhu0EWOIjI+e/MUs7Qrfdgb3PejMt3Pii9uV
yy0ELp4WBHg40M03K93IoFgmWt0HquEqaPC13isH35aNM2x7Mhnbky5FaIkJQNrTjfB4QWtyV1xl
a3u5Is5M6SEbho/R9/ajVPGmr8wetcDK0SPtprerIl6US06Nrb0cSA1DANo5K2An6sOU61Jdp5lW
extw3CRQ+C0n5wopgmqm37/Ff80E/wFwjHSNhcP9zzNTbrry6a99kz+Wz83L+eB//t0fQ0LrA0s2
JpmlDbfs8TyM34eElvWB/eLbnckjgASFJeeHHpPAlGWPpv2Kpw1L1OIX/jE0XP7IwBINlJtXSN/D
/pOp4ZuVAMuKvbgFKbA4YlL4v1kJNL2YPWEhuXZU4io7MiSHKr5Pjeyp6GJ0aJgJNxgEXnxQF9+f
hZf95W+OrhePyLer0orFUs+JDpHqm6vyHxKb2DJrpdXknbYA8/3YQN08JcVJbyZnk6wKRF/GNi3y
C1xvDsKTgvGHjG9TwuxXcEkJXitTc/Pthf3rjv77juZQ8s/v6H9/6v467RpWgS/fctr3z//24u/9
n7sZsBQEAPy7NGBfqIu5m1WYdWAVUQmzvC/sib/vZusD6E3448a3E9A3X+PfdzN/xK8BMUl5wzPH
dPwPZuDfNo7XNxZAiOUIjy2L3fMtElMhHQ0BCFk4oo1OjEmDApyGZBUaEE1nXUMul2brwYqvPaLB
lNkedj09eeaoyN9I9dtYszbtxsjelzPPQ2O5VfCvO6ydljuFogxAj0Gd6nJEdEGw0LX85zfbf1yt
r9dXH9er//XXomj/Isu/rhnhvbr5fvkrv9+HqNwZeWG5W+IEDFqIrNXfV1X+hPtPW5ZVmkY42jn3
/61yNz7g+vQwh/O32JqXIuTHfWjoH+jA04Ch4/ptvTX/5D783jF9cSP+6rN42ZYmTsCQhMFqQVSE
li8taxehkF3j4J93SZtghhn6eAt/6NTKlcvU7D+Gnb3qIm3fWCbqVIOMVdmhl5IWEeqZ71CFdl5z
lokmf3DdMQx6hVzogiLYR6+pb/vRvjMk4rskBzI2aSi1XTmZ5yrCrnWazF9zK/qESarcTGTTHZU8
HMh9nQI1L65IZWQ4hRbjsmsnNL19Ze5rLSf4uyUDdhrKFSCHmM6flxDV2VdSXEmdRnE8augcumTc
Tggj/NzBNAzsf1ON2PTK7rQpXHPj9cjk07i+MBNjCiyY7D7+wJvKNB5jmZyVhX2lxugHLBU4JSns
AT98ViG/mqvkI97SSwRyR+qC0zjRtwg25nWRNR0Cexc1l2VA1UnrObB0YnKl421NtdPXZaOeIv36
ipAAZXqEygs/wLHo5uM0q3gCTM7WRe92CMbVL02cPzahfRbFYwPPHPG9YSoZg2Npoe8dmiBt3D0a
OahUOCOPZW2Na62fAnoEB6MmbjAsvesszPeVh9pUj+Zt0VbjF9mIrzTbmyC2oqVcm/athuozgyxa
ksocjvswQ0Sir5gHp5TdPmUzyfLOeZnkX7tJUqvWXUsuR4HywJH1uT3Tru5y1fTTlBBgI1aRBTRR
2+z1ScUxKBXzrJRkWXDIlFvSuR2/I1txHarjrmo053rQnhyIZOQXN8nJlMTXcaTPle+WRe1bYEIw
X4V+h4fzLknm2yJ2cBHCeQXuQihnOVYXE+PuYyuH4WJeZEa9Mignc9l8aprY2xbwjl0n/9yXhtgw
oMaQqYdr0+qdE9ea05VE/XxotOnooGvfKv14i3obMWZG2RzotQhGnehORHK1nu88pzjP0uaGI+y6
TdoVkgQkel8RRmxQHwck6m4Fnmu/6YygK+N1Xyd+HNX7KkKAPD0gIvSzTqwqxQ4apHptqW0l7ay+
qA8i0oNS/dRX0FbScW3JYq2EsNMRBAHfBhVp8XAgJHDzrSMv1HjcDotBg6HxWda5fm4zFzHI27VO
SZ5fhy5ptIqinRP3pfvwstcqLtCyBw9w+9+4cywnnM8VUZxJFLf4cX6ceBbz0Kv/s/62sV92X+R0
9aXp8vbvzXb5yf/qH/44HtxMNXakz+hX2uW3RVCOXp4cWHb/+er/7/nTY/l6sefnvy/tuvYBEA+L
u4Y9aOnmcpD4vrRr3ocFHUjjYxktkhr4nwdmkxhBJhMQWpihLnlOL5Z27wO8KFZ9+M3L2JM/+vtd
/zir/s7AtFRvLxd2Wljq0uOBH7DMut+2eUQnEoFIiWBXSJgUYKjPfadPlXVFyPZ7lOXv8KFXl+P4
D/eF4hW3FL2fpSvxYrwpLCymESbnoJWVeT97bfKkOoLA4bzpqlNXMbt2M7gl84Gq0IenxigwQ+WR
jssoRUdGcnlO1wuvRHo+hlOUr6O46Tw8vXV6aXZMTldxayeoUIgCOjRmW1RBUdbDvu9UOJGJh8bd
H2mG3GcEEIW+idxsJPhcl1MQhVqF9FxPi49WLFlDNJkal5ktqwsIMj2vhfRTnwGz0wcmLNYe8bGb
3MuwjvZR0inEmFodeqDGTAdEaEldW74qIZMEbRbqD55BdEowTU78saFrrQUqeVJIXssCZ4JlKaig
ZqU1ihVVF15DLNH9WSTz6q4Zw+JQDXV6FWFeSnepMZl9QOJOjUl8EHDtVRgFiq90Qlz0PVU1UTyT
1n9JnUzY65aq+SGqPOs8DmMkWBP7wD1OAWRhPRR8e4mnHWj4z6X4CK1pTHZKQ4YeAcDRdOlk8KPg
/elYvd1aEZ9obIV3iQfycoUxL8diVqoNHnl1ZgtC1jw8mGrSLIMmzb3Tp3408D+3xVNRTMmwqcyJ
7ZLs7obsetXFNDdGnnY5KFFh7MzWaiyAZFp3mWJ9J3SSBI4WbVHiIsJwzJ6sqtHuuoBMV/fAXQu4
gyOBd8MEOK65X1iWkYXUDLvwvtkPMeY6Hc2ebj4qRaPoQT6nRrQGqhRLwsYncTENbf+USvg2fufN
Lct10o3EQZpNL3xIvPotAELU09k8IgITYo63xMBOalANw3Tb1kPJd16aSMVt0+7PcY3itWn6QuIf
iCsLwjw2kpIo6nFr0Lb4kpBrU67hSaDi1wcnP7qSUOJAl679jE4v1fwpn9SbMkIPunBc5UzoR9+o
O02VzTrW8r67N4dlq9KnmLwng61EX+fg+B7Y7Efhh6MNdEtWksN+JJyEvGgmHpYfol8o9gVpQZD8
zXyKA24T5cnFYU/Kr6IQncRdx8EOgA7EJDUOCTzO3Kkx/JFzU+V3sSKuDWmxOBhy5NClGWB30Zgx
SwSsW0J1aMQwPrmDh2xRiKzN/Bqzb7buZ0MgNVeSRvdVyAGZ32lZU/j4M4evXpfWhT+4OU8zL+PG
MsZB7GwwbM6aiaZp+JUykRgzqJOnBEvklLbRvaG7aVppMGBMBPJAFM2ksFsojhDUju5ZgU2bhPnZ
Es/oVjvcR6HW4bUWXjWtpZO0jzWkL6Lj1QjvUuwO+cMwtdTteleHchUmiROtzTkyvgwGYUSnaU1K
/WasZVNt51hLrBNPmaObOB/qYa0DDi83ViJaQqxnenK4tlXjFEwSc/9q7F2OkTLu0LU1M4oR087t
h9kGkobrSurnLRrlj07SqDd13pdXEcJZFHpMpC8sL7e09SxcXawAHjjF6r9x+325+/7P/9+ygWkJ
/WajLp9RGb6qyvj57xu19sEhCZhqapkYUsQvjfsfGzV1FoUW+ySNTKr+pWX/owZbNmqkOuztBDFg
q1wUXD9qMP7IZDy1/CJ2OhTsf7RRf9Nnvdw66WcRP7YM1BmUYBx7s3XqHuZWep+pH4aV+pSQXXVh
jtXoTxykg1ml/duwXezD1nFveydvdwvn9jYU9VEQdbmlF7v2WtyN/ExKYDYnvMH1zR4O2yjZUBLL
dNeMsdwNusMySMf+c6HirIzyftUr02XIHbp1jCJfj50XB7NeZfvcnruAqSlOvAg7r9SSBzG6n+qB
83FZGYdpDG9VOzY2ZTvF21DIg+YWyuIbvK1trTtDp/MlZBMUFZHfFeGtYMyKOzH1/boRk3OiAx/f
Gno7rbVCA3CqNK7famP72VTUK15KcdrDABqqQeIPpdop8awxkJv082h2k02hTSmC4pkV3EvYewe7
X4VKhdlkaA8t6IPNFHXlenbtedMOMlrXlfFM/Hi4Suij+5lVbDs37m/SvL4yovo5zJQ7ExgEn3Ri
fVVwhLpjEt+EmTR3LMI7r+Kor2SeCOqink9motW/y4z+qKF3UxX88zak+9Uj+18L/d5+qRYLfvP2
V/0/ePhepH2/eag71vvXp+/lL/x4qp0PoJ45J9N7JlNvQfN/f6i9Jd4bdSAjQADXiOHo7/z9UHsf
6LMsEEZmzNDslpnI3w81eeEsEyYdGmyOqDOMPzl9o8hZHtsXjzWNm29dRo155NJqfyvnSqMEweQ8
poHq9eFJ0xWBl0/rcXDuwyjGiueIE082W9XYGrW6AyuA5HZ8cBIGhr2e28tBML7xrKmbfNoh2S35
3GtFcLdjuhviG5j4mR/H1jY0kL8XRhSwg9mBl1Fh5jr2+eSmmQx8EWa77/GmSjZdmyhNX+Ok5kb9
HlSAr2f3bWNVR8PDgt+dTLrrl9iqfXOU2crksFJF2SpxTrL4XO8IIbahslBqnBIZzOF3vGo4JZTm
naLhSPQmLGrOXhRzivlvPjftLGduBnAo1OHOjHmAkmetyFNg876clVWR0T/Kp0+jNrQUzdlWaPVG
wE+SJRCBJrzHdL5D7R77I6FWiRWuZPRQlbBkhhOtflgQPHXi3ts4AWpOH8anDpcuxX053vUKoecT
wdk7xytgleiZ39jNiezUWwGLALb1bZeZn2dme4yKs9sKM+vkAovJvI2bYRVpVN9IiZFTjPHgZcrO
6csAXdumM7PoZNA5O3qkJJvDlTGG2CXL8aMjAMy4N4537giMt4rlBl2hBSzk5xKjY1BqRbfNytif
Uye+JCt1I2N1h30PK3pxVMeHuE+9S0CI6kdwJOJGU5LuVA2rj22r+5wrHiLeaKOq91pb+7m6nNjr
kxazUSWv07jBrcCpEApX7hdxu3C2sN2FstrleCYc72l2ldOsmQ9tPvbkItfrZh5OSM1xV9lk7Bcu
Su+K5ONCnUHeVdDUUeVadasLOYUfBzMVTzNsvy9ufReyIVnj9MiORQS3e4F15ULqQ5CLy0XEAMXH
p2m38owxWhUF9UVRU9342LeOOszDRpo3kLebj2NX3k551vgjhq1dUk3pRqTYlVpVzenuaFuoCYFn
GCunxLte3kL8WA/aaTLnl7pdH+xQ6ckOqIKlLROn3lmoqX5YRKumS3ZFal3WXvixqvhIJ7Ba2YmZ
636T5apP1u9QEdOMncmOTmt7H+LqMQpMj7G5G5VqFSmdT4LJrcvNbTnPaVQEVXXI6PQ0RVz5BpNu
64Awc8N2hm2/8j2vudFj7zrJP8/RIZpSDDsHfvQUehauz95c2f3DXDx5zaVNz9QgmHKstp0HZEMb
KTwPUAxBJFS8fm06DEr7pIWLl0zgR40vQ53/bhRY1SQ9wgYDcIQlTGmCUiS3YlIvJI2waYFQzeZm
1omFtwNj8jS6ngJz60nulvnRwwMqvPpG2NFl7eyNMd87Ya/ja9F2GGjsIIKD5uupIGJ9gZbUxki5
qHwdEyc5WG56oWXy1BDd1yFJHgrZxUSUpvdVNDvbOFbXojfOPB34VKckAnuzNX3WZhHdz3XtXg55
RX84LNsVpTo9T0O7ic2+P6H4as4Z68FDEKXp0/Tm0aIICVIQPn7pyQu9sa6lUV1l7nCaeXKb5mn5
NUOu+jF3BuhHSGR8oYeUFxk/r/h8YehXr7Io2VhNfBKpza6PldMuU1cSorl0mgf2bnoUBc0xS3/S
crnLwxaUinIdtm4aOOknsxiCNCoxK0Nv2ZS0LwIFTT2AD1z+pmJCR4jWkXgMx86PqhJ4UK+fl8bX
QRR45+3xvjMPuAiDvO56vIZttO7tKH4ewgHlsKUpuj9T2zK8yaa1GtJ2NRwJXauY1YcBp+IRYwmB
dqVbrZOmbSEUqN62KblNhesQNdBYyqoRS89xWqWRSVMvbPHUG+K+0N2bWJOkaUH6Y6eY1c+9cKG6
VLkZNJTxaxCQayHudEfcpw4ylTC8J0tZkZ57JZJn4t94nnMnyERKvXqpp7uehwNDVWmvFOccYozZ
RhTU29b4XElECjwaNSukOEwcPYuof7DTIibkjQCRyDjJGnWTcRvWeMtm45Haj85nuTYSevkQqrIh
X4VLyT2aiwsS/jjOd0eLt+p037CewY36pHLcdEQR+U1hQiecKetypyKA2B2u4M6t00EedcAsdZFe
xZZ9Ta+Ovqqa412rC/fMqZMHpNQDtJrx6PL26IvQG7lO9CMNCbrF2LJPdHVeze6la0afiiRZRUMZ
gMNcdc3RNK9xXHKDqUGsRg9m2qz0DA9Xm22jagwYNZx7NujAat/IYxPdh614UBoeanGC4MZfauqu
kH7PAdcr8lXsEPKsRGeib7dOpZxaY/4pcca9LW6LXN67NaRDVsEDyV/4JoEBrFEnwhAKaV7Vdr6J
vdY5s+sI/RJK97iXixhNoz4f+qMyZJdE+dZ7cxGrFFEEpG+cg8I5o4LfOrEX0I89y03Xr3q+5cl7
Nie5iYROwo90/dQCiRbn+ZZ0u8OYin2nQ4ivOWgw24cb0vd7ryRElZHNtKrN7FOlVDfhUD6ZOdnf
OE/9oQhXpAoFBXcw48pN1Vb9dVdqmzhzn/Uxs1d6ZD63tnfXagvnJGpPTJ586BH6jKtK2ptJ15QD
gHFchaBrfa90AxWBuJJ/Gm1acNM4G2vi9nxzyO81MoP2o4BIJnQiuV1lZsLEm1H7GzHixfQ8NDRK
skG0sE4deW8ZxQ0UsEtNkAQs2noTi9Dz+4TWVj3nydZkqYrbeaOxw2eEibWzcajtcRNCrTHS4H+z
dya7rWtbsv0iXpCLdZeFREmW5LrqEPa2N2tysS6+PofuxXvIzIeHi+xn7wDn+OxticWaMSNGNKP0
6TZ/HazpAHzmBkQgc7xl2+KpQIuyrQkLRzs1TX0d8wP0vdxT8S3tW5tPpyWlWRdHcqgRgs5NsTkR
eud0AI0pO/ASE37Rxzs2JfutcgMaLa5NJ7xRVX4nvfOkawfumj1oVfsk9ephVcarsJZHJW3CRY+r
D90oPNiKT0U7fKjq36rS92Pzl1qF49yftOQrMSFb6PVhVkd/UebIbst9MXQ8Ee6k2qGrnVN5npzP
WBzp0NG4o+OagCXUInk017farcNWBU+ZR+7GU1arsfGgkLqvOhs4Z/5id8ZuYtmJ4pLxg/Snk1m0
+O6MYFFNRizTr5slmrWU10X1md8OeINai7euvFFATL/RoWIwsZoO8E8xIwtz2D5pW8l+j/S0Mj7l
s2OF8OBxMed/VYdbaSxOiTHfZY3TeHY3XfL0AMz7tND+WFuVekEzC+Dz/enGlmioaoRO3kQEE3cq
QqEaywhGC+1CMgtas2Yd1DxYheD4tnzXso3mbYR/M9FX64ijyKxDmZTYtbdlB5HmxQFiNzjto9aD
NOAyuKGIs7+2WgSbVvC0VY8EfY/6Vt/jz8uCrXJSrxsKnvPjK8xvzh9DGGexhuAWh7U577DRvRpT
d8g4Ol2UMpNsy2LN72GBeoapqFz7cREmU7VYnnWjiSxENfkucqdxdsTIvao/6uZ5rEjZ0tv+14q3
l2bmV8An6Cc3Upeb63FkMSb7JaHRhlGeDdODKbtvy1GHwF34TqylOWWwIMqaIPcKGVdTSBprVxat
h7n5AR4UxCajQ8Vu7ViqM3PAgvEgfxq3l9ogqdfxgTb9QS/cIN0EZI/GOatlf9S67nUw2Ca765uZ
zq+FLc5lpp14T/gzI3feqCeEjCAT6ZmMTSQUsXjaNp6WvhW+NCYoa0BWFMuudrUwdmmaCx7EQoYy
h3JjqaE0Rna11urhq/erZnzO+y0C/xgw6jyvfOTkkgNywuzRtvpuqoUD1AaWhjUNL061cNYdVdDr
+bbPDUk5RWJSmzx89ch33jyqfzi6dh9WzfMfGzJMj8oyeHhM9T7rdRoJR82oAyURVmBRRg1aFZAG
q7b2ZGPsjRKx7lup6RESlXko8yTIhvgJgSW5Lxel9qe+ky/dxp7agwE821dlXYrrAsnaszSpQjtC
qHdN6W2banCW3sfssi2a6gKrdnf2WHL0b/kw0lp5W5wmvlcEw96kC49+d5qyYv2wdbqM7NF8XhTl
4qCXcsE7XJGyQf7ulFnzTZVwsqi3qAEDDCZxDB07Vd7wmLPDrO34U7Hc+1xVCBWbnNg1UVzX3N52
Yi76Q8lm1JMF7SkYXZBammPhxo92p6sYi+UlxUvg00h83wG59Kf6J8vNsOwGEViG1MM2K4CCVfWX
ZuX5fZYn/Y9mbn3klLg8SXL6c8bRrdX1zZ9tOLJOo/R3bA1q3wKSi2CT+W02wnMbeJHRc0DGXFWO
5mQ8C6VMA7JWwGyZtMy6DuxFfE2i13dweNsoY7kSzKAwva23KpZjnX7g/LOXWsfDT+b+qsra693N
4UvaybrTPGu7Dm1xgAvw0KvuFboARRXkmYrpx96gaxnbiIEyYdkhfvW6uKs362qPLWdNbhYx2j4W
9oTNjcL012SWv811euUcD0ePYXc/DHxt8VZbvoTPtFvBIfgaPntmov5TdsS7O+1RlyJae/uuadtw
0Osr7S79qQBcYDgfnTpGs2v/rbM8KOrit5tML+vjLxynEG/+OO5rMmuvutY/daXxbC5VeozX9A9b
lS+z6z+bqv+wlfEx0/ntFUNccXCWYbdZXzLhVlCzcHVTjsxgjnohAx2gWJb9VAzxpxRWF71BWuJN
E558Nj4WkGRSw+iaW89BIh+3t06luK4hdQmcrwxyR14URWGzArcYsm2kl59SQ1JP1KkBSzFcG5s9
l1mWZWCN/VkxFfMi+hJAgNPsKLHxt0Z97Hl9GGVxFIs8Vtn4nS6YWO16kzxkrIVqSpeHHqoFdtYm
Sd7KOn1q6vISm/1FCuDGJYcpuf1MGQkRXrx+euPVtdCa24HXNfBUBuQ5XB0VDTPfM5U/lnLaDQXr
kNVev2ZlisatV+5sJ/mbccwB5Xsq2+m+Vqcfd7DY7Rs5Q7/NtnOr353N3iGc4lixqRxq67DunPcu
B5qDB3nwagmLWlCACIgLN8hnlg/3WRpH5mZ5+u1FIqw2LJ28DDEJMazCpBLbsTTcfdebXPnasdb0
kzqPnlqOL6aoIGZV9j5e7N0E4r3Q5iCDk2Rnum9ylPRcnlSFtUbdsMDmQiEadfG25Wx9MgN5Q+sZ
s2lRm4dDOlocpewvI2uiyumPI5wCZ5Aw0pA06A4qPXcsIJi7YA05oq5TrN3TXX0xYVUPukIlCFN8
o1Ci0Zq5oxJcmaco6eV4ZzdrylF0OUzlyoIxzYfhjRPReOe24g9CuEdTfaDNHP3w8KOmTYl5mdZ5
YfUiF+2Q6mt2me3b4UTRU2v2NuksD6CzgUhBH5kfclKwNzXjSW9lzj/o6zsstOMMFHBecFl5wwTl
a8z779YyQ3f5ySF8Ai97TrPlMmX6b1MbA0/Mub0kulSkbxrd+pLE1lwgSFUITS1vXiMcMbeMvIC7
ZGeDlYkQtdXHNq5P/LUHP1f7p3rlG9y4SUI43ou36Mt1aoZwqnsf/AxqeVxfS755BVv93LTnVM12
RWU1e3Vw6gBLgRUYw+0z38rAgWWWkNVMy/Q1NpvQMZBlxtk0MRzFgL+4NXyNEVnP13dZOgfEc2NX
Gz1LJzkbR6tvHmFiZXcjzPnQBl0OwENgCFqOYOErjwTlwgo0L57bTnYBawWVuGFaBIosqOhBCvKy
avlTNZD98Mbe5+O6u1XwgqQxmESiebADfOE7DZTATgW61obZwmU/TIl14SFfvDk3rnLOLMDz+mNc
h8pLZs4vg1VhnoKDgidkvYxmv7ysVbZ+KSUd0UWN3Dle2kqJsjb5wwIh2yeSePNYmOyxsZtPPEyP
pezYGFrHqXwlxIeXLfYTiTcNcN/TCGpDHRZkfQsIu37oF+OvDtzfK1YqcszsYWnqnZ5vuylOGMjc
djvDfntTdJUG7u5x5iYmtJo+9qTSvSQ2/w64j29nFN2acTDdpflJ0dQAwqtvmP1e68pnR/+jg18s
sxKgov7o1hNlZ61+hsn/I+aWt2jbHKauOGUsQiOxxY+50Z5boe3VBWlqBUASTQOXfnn7XNIye+wq
9VzZ7rJTk8nwlFbP3sr4o8+XOzE8utVja9VRMps7lhXaFWHKMhN0znIv88UEMdhqn1u/9n6fm3WI
CSuQbXkxYIhl8bfUn7LNBqm+ocl1+vsqQ2wFAl0OTW8hVeJM+SVbFH/jtaQMqRIoNe4pYrycRbZ3
RI8jZbqRpiGB4J2Bm87rr9QYBrT2abq1H+NI+lBoYPDqglo5ixM6Qr3nFM5jhrEiHyzwQyZrVMsN
rU5kvjZUNspKe8rNZ9rwApOH2cA7lvReWCfZqWxY11ioPRkKEDizKFFXH2MAQAs8cdhwKD2ao9UV
PlXFUOZX522J884zYwcIGzHAlLeNVHAG1MNHr1x7VGlYm44k7cCbZzVxDZICtfo8MOyN5xGooyRQ
k2V+T5OHSvls2NXPN3Kqnfy93WDWJPF8t3s48u9DybO4nwvk+vUyJ0+L7Rx72zxYqeopZubn1N64
bwXXzxKrD2PVfBZYEwD+xaSwaT0deCTPw1PD4yJen3MrDprN9G+UXfIZ52ky9q16e0C7+3r5w0r/
s3fBScXvFsLEOO3m1fnNmXKo2DgWY0XtderfoHiWPR6LZdilVViPYSGe0uVXVF+l805I2ovTHwDv
J7ebQm0EvV989AAh26NaZXuJCq0aIAyTGcykuet7xgZNuxiusiumElmt7k9V8ldCui206tyRfWwS
de+MLr8B3QRpyzbQKP20dX0AYV4sc2enpG+2VewYdPnkoHyK9DMV+qEuq4My3ZcaKnJx63qujCgD
RdKa1r1ZPzn6VznqN89ECKzmsSoZ6jtDgTQ7gS3qimufFaeYuQ0ikx5qVhksoGzrDZUaOt2Dtc3f
lZH8NBpvwqWnTdgRiDfGvVmpdxtPvbbODrSwsJyo0vrYqeJNUkRmtW9wS2s2IfH8qunZTiZ/F/YJ
beF34o1CgRn6nVu9NuvCh9v7hkW1wKaMYBUN+o2Xx2JiHUHCcW8tAyYP52hk053aNYjCSTDp79k2
HDI5P5fis6S6IZ9sQEgGcM0a2GMaaPEpMT+MzIlqeeNRuvbLSLEQ9tfyru7zfdaWp2a4xu7YPGtZ
iuakRC0gU3oAmRTdwI6fsjw+ER2j6QP6mlh3uZnQLzNTpCN48Tv+UN+3ZBk2JeZF+Dgbz/W4eY4Q
1dnKaJ77HMVxRfAFdonN1u4IZMw5bs4jex6tu2OWMrRTJc9Y02mJ4HI6Fs6hz7aDkhxrTshpHhYc
FrOwrl/L7Vpa1c5UPxVe4/mdbI5LYkc5Z4h0eYbDdp6zsFRXXiIx187RxQ2SFUngEAUtuWRuo6Gh
NFG2/cQUg+GUfKC112uXNwf4EYYbDzblGY25mW/S83bRTMbIWd+pdXIvXFw2GukNPUpJc3QgZwu2
WA3FbDklxRnqGgDwgITawW7NKzROTFK8AiCR1aHansz6ZJZnS33tlagZkIsgKmpeI3+X+lXvWXyF
meAdKO3HtuI/1ZpznCGJsEwuKbRX4EJ5lfLaaTneUZYdU5V5rSFCZ9uvUo+whvlOiXmpu3SC6zbB
Sjp/6PnD1gcrjQVILB4epbu6Bs86+kjEg86DJeMxJXaGu9EXon1rm/OU4uPxuur+5kpkWcEKxCHt
5donBYJekNywpMJg5V6Cd0ld+21dZz1stjEqGME4QoUArw+Ehjy2BaTBci/lS1TTi1xiEG3gzsNU
ZMXzlOIsRWaymdc5CKWHOC7BcKtOdTDWngGtvJMaom053gGSaqJakdchjb9mq/nUFQbcYXzDq9C+
5VNZH/FrcCzUCnmmKeGjWN43lRoJte//UOh41wEf1scCtWf0s1GGThoMqrOrlGsRA09HJHfXdd/Z
Ck9hy5PrNVb5lddPpW6ZhA1/bJvsxTBUJI7IMEYlWvr9IlbqPNja3iTf54L5ot16M4TDFFYwhSt5
t7Yc+Ouwcl9X7bXNL7qIQQ8O3qa0YcP1uerlLsa/rU/3Wv9n1pVD1nQH4Xxhh3zMUWFFdh9j4XLs
LrS3lbNMu+tQkovmkJaHdQzT+F3Mp9p8QuW+dJXO+XvYfEEOEds5IlTfDk+04KU+hsIPl2LR0v1w
JnknLT1wJVu2NoYh3Do8SqpDXm5nddV/6uTbQDwOyJyErsBNlsZ2tmvt+oJeoKNFSSq0jOluUvlL
9mqGD8+MKrMvrjWNHB/WFlOHsop77q2B9sfBCfHLOSgSrvLBnM3tZLMF6sePYqv9tNh2eqk/JBXW
PdXKfmP6lPoS2PaUbMdsgcMBO59ODDKdC6cUR5FBnnMlt2TLPOTQQFntaKIYh8UyrAnZKd8NtHOq
UHCrqMalLFzn5GTD9DxtxpelcofX7vKooQ4tbvd3HNoDURqFRqlkYO2F4u8iT/odhDllWR5cN1e/
BlOxon4bnaPFiGJvAwi8r5VVOyUQVNL1FRJLMlnVwXbXM9btFkd9YgWAWskNOGn7oJjx4zYyfYxm
+uKKRPdRIqWfxlLlfuqTKK80/aHSdrGrpxyvr3NKjHxV5tmrMv3LTYFRrsApGTkX49ryPPKcYZ2j
BhsmTy01i98YDF0uIXc75Voy7DHgKceqHTUztNak2NlI74FRdZG0l7dk4dtoZ2MJje5tnp1ISc0v
cnm7gv50/PriFR8nI5jY9SVVKWK7WlN7YEO8Axq4I4xxkEK9G1z1YqfAN3MFNKdYlmO+4XLHFHS3
FJ0alJui7l2upHvbWqmVTSZc5mDuD3VhljtV2ivG9bws3/DbGXkoUEn2fW+IlBbh3B4Zk3Sh8DxJ
nrNilMKz+xTxsoDUqAb5moPdLcOedPpR0U2AyiU+o9Hgd+rZOqDRYraN/djJzF0cy2bfq/WjqYv6
sdFYkNLtZF9lItq9XudDWFiZgJYjzwUVkSGjJkYqe6YYSTLbTPAQg6pBqthSdXhqUV1CFH3tfi7V
FIP9ag0R7Xzsqsel2nBNiGx9aKeWHTldhtpOCmZjLOGOV+kagQr5Z3TwPl7qWOiIDUmjf8yV3f6d
biJvAiTblzNKU1nQPLZl8CHdZBt/uQfhLFJidN2azg71okNdqXKWwdhxzxU/h5NhnRirNoX/BdsY
Y/JYUCwhq8yfSa69V6aluO8s+3Vykcjg6UY55g0an2r9g5U7i+mGEqRRbEpIro2nRz1rgUqJN/Gx
zH1PipRzbjnM5HTEbwqYeYiAKpt3LZihry5h6Z3gd/iVgLMrb2052avEbNJZiaAGVLXnbvRCmVY6
3hnc+tGsGvWdpSA6NXHEdzHwbFzMI1WBv8OkyavppkyOrCN53y62L3k1ofUok8G5blYPqcK5DM/x
eNHK1XwHXd02vtb3LqDPBTqhoSoTDJNuh+wxm2GWN9B2mGj2MlXQfeO07W1iMU7HHFyu5W9n2MXT
OMQAF+ulZ4GyNdi/tk+QqNVOrbby183h1QQ9YhGr2EmStq6yOn/oby1WysbR7Za95Ut2me4mp+Bg
UAnQhrP40OpRXFs1Fh8Dc81B4ig7ixn+tehMcamYHzjhSE5UzQpMDUuopuGXaWl6SgEgsaEEosh9
rTV3ee4iD86ps5ctMQ3DuQGc3Y6FSlxIa1+rZ+y6CpvExXB+pDlVIRtttQss3C1XXMfuN3kabZ9v
Ckxm2ZnnGLbGTuV8cESh5hDFu/TaT8ryZk+kqEQnrHvCLf3OwpeKWClN69Thub04hW4HkxxwwuiM
FLSwo+ksLQ0ZPP+n73Kma21PKRozS1yqfqd3tXrsese4W4l7P2pDUnkczuwmjF3WuQxga9BkSgMu
pMCBnehDf8YSYhAAaNbkfkQAhi6oTfeFtfD7DY7CVlqz5507DunZpACRnwFyzq3MKFeIYV/oiZn4
iqQwII63btdW2RIZVel8TsWQEGOnkaANeIspj6LA9mPbUNbjirLrfI1/qu5mGq9ZOpm6poX0HjY1
EkXsXtwE1YS+rTEYctvha8nMg9ab90vcVrw1a430DIUvSBuWxqTY2Nob+HL9HoHH7fAVyVK7WEVB
B0pOxS/zgdT8AhNJqChOrnHPiuYObQP9OzenAKpL4IiG8NaaOw+2TCgmiOf8pHb5FDaAYv3EBu7v
NN3wGJdL9iCZL1phV5ecgySmjzn+m8lunb2Yor2zbLL7hX68fYphUqs7dTfaOotcytWiVQrhZ5NM
3ufCNo75bL7N0G+vxlAv90IM4LdyoYf8WoLPOo4jRKTh1Bax9n57FO5MlxlKyHp9mdWJL4Fr4jEp
hLlfO8nPLhlXkdGpB8No1mdrtFBdlkoLASxzp6FPPKidGB9QqqTC6p2cAI0Ik2sF6Zx3tpcrhgmz
eaheUjYJsUMPGsbP+RRTjnx05r7ljkiUYHE055dGBLY0ZPJ2jWTryz3EUqU1uDw0jvk/+ZyuZwS5
72ZkY947cu9uE5vkgVawE1149cVuXManvOd4T9+NcUi7Qo3gOHAJz/p+BZW+9a5zADCM4u+Q52jU
9tgyZz/I2hjPLC2NndYu61lf+zWExM49lndwgKF0PS5xbZ2FM4/XdTKXqGra4tWhPBerPBXMIzaF
ZbzobEkw8mdqzHlnKu4Xun126U2NHUT6uFadfl35bol+mIoesk6yo5IGlix3ygfTcse7ybDjN2zz
Kopb8a6hLviV0mvBtiwN7R0VAUZj3sF/pVOTU+OLa47vYIqcEHgw4mizluOrM+upDckzsSCKWmQC
EKYHGXUt6QhzKcQ5zw02/0mj7jj+sEcq2Uo4BovKjQXp1TY1bFlU5d02yaelmPVLT+eK3xXbJ0IP
+kxDViCOddU3ygXvBY1mSOjkmRfZbZM3sElnYlhjEcqlQvBU1JhtcQUJf4JlHdpzWQccGAZeGhxE
6qIH2DROhwo1r8QgzPhCuYFICs3ggW1hGnKZQQJCMMWXVvPVxQJjgV6BnvOK7Oa/aJeZEEeC52Ro
q/i3TjTnbkX2a/HWBJuu4OTJy0B1G9tX1Vk9coEWkUuG47sqXMyZLCWvmDh0/qDO3tMyaLHl0YRy
UUXK790UUTyM0Ka6ZLEO6kwFArJuwui8DvGVq425POvbEq9TnD0OGBs5YjpTE+ZSZNHA+cPjj3Xe
6NTooxZn3eo52cTXkjiaPQV9f0uvIgsuV1GMA5IRLraLrZZo63O9HHIR51g+R7IQht3nb5IZAc9X
S8+p1JLl71y12dW4Yb8aa2Iko5uvR7VwlyP+VzY6Kf+/jPPxNml3jiPb+4Lc1He/2Hx08HHU6wrn
42cdmg3Oedkc3U1d6f1LFDYF+nTbwC7JJw4M86rwJN8JBKijmKaswRxjpg/KCrQYyvBwmkdk8jkd
tGhbpv4DvklCFYvJaVrHgu2SVTujYTUh8GhO0enyUTI/cCc2CoLhgMnjeYwXosGQnc9uHE90Smwu
dU+Cyo7etFV/VHH+bc1C4cyKZAHUBXdsmdKu1G0tPtZqdrormaRoyQmeSl5JB8uptaOAX4EVaanP
bS/rIMvX9bo02Hm6zH6M2U/uFlvPP1KHxJVvMraeRuWfFRhW2Cnp9tlSYkpoxcWelTesXO1leFV7
LipvydQOgW6wT9C0MCjOD7qVvKPAY0ZQ1+5Strm+H2oxXhc1Zj+dFbb70lmjjBqrBMACaThUmrF/
AFfPiwE2MG8hm0rwadigw3QOwNd+W53LVmO64p5R7lI4U99dwoeZ6gL+UZK0rNlrZDyC2JoXg898
2PK857uzVCJV0sprf4ERExZmrr3xMPke2SoeWAtTTIO0EM6zsu7qbMnP8UpPLe0pOffCbG7zl+Wu
LnUS5zJm9ZFSanNPQU11pN+1+6lqnbdTfNcW2x4927OtgSMAdLidrd3e5ptCuhWd0sCk7y4nc8J1
2A2eqhlYaquTUZOkHTrXZJyMt4Wb3rnR7gcltiMOKOYfdhLGB2+OeI9XsSTx09jmHxcy7etY1WlU
ImSwPWdFvxDSURUO9rkV2BIqcFCWhBpUo+18QX9TpXURwb9XFflv9J1NS+4d/WgbXdTFyOuym1ke
N912KG3E+yzpAqkapwJGmD/CtFZoH4md8VVp+Dd6yp8mUPLN9fefpvf/DQf8m2SuIKfz/w8HeL8l
6cvqP0d5bz/wr3CA9Q+M/A6BGhDM5Guw+f8rG0B9oHEL5t5oDCBpsPr/32yAqf0DMIQFYQYEN33Y
NgyS/5MNcP8B9PuWA1L/Fdv9H0EXbtCo/xwMuEUPiMq6JjRli6zBf8v7wDdayrayTHIovMyx0TGM
jm9jaZziqRt2Yvt33NXbx/D//olA2LBzE3AAiPJfw7lZQ9tPDiiF9yHRR63AjImurOTPrFmfhMsZ
TY7Ucc76mzuaf1S9e8wz+b1WLZlDRd91o/mbckYmM+pbbf/e6CuTOrbW0Oidf9Nfz9fz3/6yt0IQ
mJWkpk3yxBgM/+tflvLn2ELsFbxTZ0S+qlw4Y7cFPhK8B3QjaTWnzjSPBmcQzx2T50ORFXvK2Wem
oO1lbWrIwEnNLlCPM4o5Op53C6shMtL9hTaADzPDb4sjavVJ/uqfbCYeCEewcIIxoI94tzbnmmTU
FbWFvusBV2HfsvVwGpPppUaqCagiYbaJs4hoGc9mFoXfixguCyc05p6bjVXReB5oNW21aHJJj+gv
eGT5Y6fTTeGyyu7EktwR/bUDlXOz39nNZ7U5YzBtJdpTn0JgqK3eCVIezA/tMCkPSZxYO1fU5Ptr
xOHxNjy3m2345aiG1A1cbDxBu7ji4IQBe9V/CTUVvz3ug92YKEswCPYg5qhg6qeQlZzkU+90uEqr
+i0dDPdAUef7ZsgnE4d5wzvb7xdcFQUn7z32qGJvt9t2RybOPVAV/KotCXULC4/ZduEDUl0egIAF
2L101HurTdtjWFOO7tS+JGulPm4Tmcpqm+gmUCaSCHMpvl1jzPfxqu/5/tyobZrxmqht6jOYmueM
Q3qV5j80UlT3pRtndwSSR8rsENT2GcO/V1RpsWe5tccMAHRkaFXzYLoIRPTuxsbJWQkxZ5zYnlqB
67yJe4ou2DwMzB1eBgCUXTSmw1U1XrKiYrtSuAd3E1/4zolqA4j3V3RF4nB1FWqlfo9k0oXjsNH2
0CNvZ2nXXEyFzdFUNKi/8jYRFewtU+pAziUBab924r+5lSY/yHNf/TqUrPUogqa8Ih0iaVXNw0YI
IagSaCT4qxgfHa0JWoxT1DEagCimNNkRUfxDZWP2JRzldU5L/aqz1bojr9rvhVT0U4rH096a8r21
evWpWNE6U9VGp0nMuA+knhhnUHVKKP5pkTDzdPZrW7LOiuXFxQpJsI/XKpN36tVOcvPJ2cVBoQIZ
IVYjWtNh4OikdU1zTX8eMjvnwzHJHHd4n2Tb5Jc4xlBblK75bZPNwHi+mhRnLd3OWNL7xizxsJs1
j5vKdVHN8uSlVZdH3JQ5Nyjdht2wklGJI4qlUXutbg46baAPppMwAJI06rpqCR0mo8fSwGNqjtLc
i9poLorqbvT82PPHuMXGQ7nebFtdyg5lndJ4L/BResygfd2P1OWxeazMdT6jrxojKykH54wd74eR
HBdo2PG75BRraZgYZUnwZUgbhon1nM32i4GGbui9cQceD9RI44yhWdyWEQQehoepinWf9cVOpzZo
r1o4WefZbltP10Qf9pmRBcW4tD/TgqSddIb1Ecf9a0VePlrTGsN5Jl3OsBI3WEIH96tRj1+bqORF
KxwjsjvrLaeo+IWRrX/o9TG+NL2WnHkEZSQPei0sKEoJe80khDC4DSMJSj2xM+dzVWqWgVyrD7Kl
r1FmdXkv8mLy7SYlx26ZKxJtgSMvqzWAuPILla/f00E6/EVL07xstZOraRDGNzLa8WYxNO8tRZlr
tfBZjsPjsKraPgUDdKrMCYaLol5J0T8rwnhbTPXVZOFsMarL5FzQmBQVBtqTL/JJw7OlLkezFNqB
aEkflDwgf7WlxvXLDRxJLcZewnENkaCWlYvhIk80OstbrsRpzE60v8VrYOOtiHRbcl/3FTA2liN6
pOo1ygAkHsEqpLiVJa6tvMrWpLxdX1p6U1o5fthkRLNdGY8GzsIUN7FP0bb63KzNwifb1X8NOVbR
NiCOqERx8js70fYDVaROnJU/xFZFkLVOczLk3EQLyXikLzu2v+lxb3a0CsTB5FJh7y0l2lE16N0R
8exGy7aGIG4Sk8rPXD7EXVkwnZVrlCyGckgYm3W66cSfLctagC/OGD/39gj4dkwnjcYXOV9i6uCO
w9bXD4BFNVYB3UFz6KrEQy51D6jBulPUZgvGFEZlYumMmpVpm0HlIgIPqeneA2nm8NtXJXTHOcBw
ZmLpxYChu7iJJ+gD54Lk1N+2Mab7Dk3F3Wk1J3Dump06KgzxImeLIQz2K5j7RrY8pLrcuzFO/84I
Yq9NR4m9wjv+a5hs2htHgwm8RU49iTQt5EWOVPdyIEefazRiERvVpVeZx8a3suK3jfV5ixZjehJt
HR/T1R7ZdutGKFGAQumOv2mVlJd+qZoQKKZ2W2gcyfUUISjA4b5nf7Lrzeo/2DuP5cqRNUm/Sr8A
2gIiILZHa2oyyQ2MZDKhtQggnr4/VN87VrcXPdOzG7PZVlUWmecAIfx3//yt5WqO8gCJht2gig9z
UlJrmTMzKSc/veZCRMxQR5dlAmwUrq1APFSGxeRgMnCWZb6PA6Vulu/QmN5lhU4uhV4PebALiuYu
pkn+BqCfaGUWXnx2ICKRipzGJNHF85FNckjTbJO3lLNya6t3Rp/gF/NH3d3CIHvsC4dwV2uFF+oD
7TebcwdRhLK8k37jHOaBAdyYUT6V9gp3Q2+ImHGw51+a3DaPmWOGfwaPYIvPjnGmybI9mE7dMj5K
/ySUuRxJglbnBg7Ja9LxkLJkU9oYE42bm/Yk0nqcHrmeYs33I4HYRqPBgWKSAViMHefrvOzQw3Sc
bjDGTlenQZ+13D9o7w7+vEoHu7yY7mfZlYu1p/MYvUbXNjbxcuVWsOlcjF9GkZJb/UsUrSUBPeHK
m2olQ/vBqH/pZAoPjcbt3TkqPMdT2F6icUrfIiOhP5j84zpj+zu34wRwogmGaec3bXrCsFATOknC
s6JG48eYFsFVFVG1tYpKXVU0u3sbyMujg/GvV0O8KcvoSXVmeRwR6KgsFtY+sBcrIlFBdHcpNjba
8sFn+dkO0QIvTav0XJmGfUcowV37ve1cHBfHYxnM/V5L756xDmOeqcIj4Gc/0mnCnTSQE724ZGKO
IWQgBbeKepyn0Eh4Ac252gy2mtdqbMrDmCbmzZxyXD8yucQOk8Sy9Z4VE1eSR0y+HQoSy0pVJzA3
K1cW9muNjvAQjXpRBCukyfZ3Cwyw0jiSw5EO1kxkHN/j9MFjmrJN6nF4YCQF5MPWvn9jJ01fx4HN
kzqtitWxac69t1ghFZSwIHV/QptRGZVv1muSRMGb3zPLlukcrMmT4vajJM29j61S3StCHwlMAGwo
2vUCEhlqQKdL0vosA4SFKkl/eW3I4dEi3kWXXIJqnLc3c444EBp5ytpd3Ydm8ex0JBgtsxTMGFK5
twd5sijmeWLocW3yDt+B1W57z8gvNobNpRFmRXooP6Ymtqaqdck8i3Enaw/rEiaxwkuCrfTYycY4
/VO3g0aatX9ng/tZhP3zXNUPmrvYFbvNN8PyT7IQ8XO1sOLMyGLEUjzXHLIxEMe/qBvrXaR0EgmB
mW2Q55J1YOScJgsePgXiZpc1ozqmSdisMT/W6zyXwyEJewx3NExvqtSCTddM9Z0u9BO9yv4OGFYK
CWkiFxMx1kuce77JRQltr3Uu6keEejyzBTuoM9T0AVThb8NNklXdkeJa3BQg7fmxc4zdkua3dcMG
hlUOEzW6PR7fsqufqUSLLxmx2L3EFwPFbyWjZjzimCiuucRJFdWgxPTQlCubPB2HUd+6F0kOps2J
nR3IHPz2uof/xxAmrZW/Q4STj2qqf+PFw5c+U6ec0qrYi3RcTZKMlXJtTJa9uNEXAaWPYSnioEd7
vNEdpjaZ7pwiYeyQ97so9fW5JKiBQ9Ro4wuU7E2p6Kqzu1aus9wglOaZWHdYIysXyitJy0vd2sV9
nOSUdvc4IKDJ9SfEyQG/WAY/qV8K5spEX7Jp8vFaV286L79Eo9UGPp9HKBLhdEUQa/yKMhRwWF75
k9VHQ7XC6cWDOskWD1XrD1gvKmddIcZt5rxfTIKOjT9RRsNhaKgoxh8ylzAkVp4YGJpREVfz6HHF
1GH/J8qE3FJlxHJM5yG16D3DeAuyxqbtxHvT/VHRhLm58HH41sn0rtQY3E2xFXwjH2l0rooxISek
VUC5BdOiaNpNWVXsE+k8dgXkGVTIhzYLvhjuPOV9HJ2calGFNdfIfvaeEhzTB4uh1q+ppDK54Uo+
Fe5LH/gVSh1p3byZb2JZ6Tw6wzFfkWoLAm/YFoXjF2uQKajOHPWrS1CYR3+mgTm16AYMqE/uBl08
ZdESny+l2DtRdocc5tL5F2h8SZJoULHUryX8Zs0QnPid3t35NZ8jZEOzuuOybj22Hmg6Ny/1qpjm
R1nh1PBTr3uvrIxbsh+5TKsycp+wrfAzLVfNSS6+Ngb0rea+xO837gQwEEwWvLA1PpcNLegFLx5/
gS3YxFNdZMWOB2jrwk3dBxNHYDFdlJUDB+cevvbCxwBE0ZXiSbasAOMF/WsvlZdTKd7zpYeuviSa
m6sWAV5v1kUNtvLJrmLjlTM3wxfbnY/k1MNvj0jA2sWXdaKmaKOpZXtrs+HkZRjR6iqe115Q2ZuK
+zntF6o+pS5a/9qxa/HSMYvbMzw1rhp948hQvNt5bbVAF4v4R9tz/a3tltL2lNDg/5cQ/0IE/u8k
RJS//0ZCrDrgfv8GGfvfDj+t/okqLjuf/6Io8uf/gRuBzmfSkQQSCHLIQuj7p6ZoAnK1fA9wtg2H
BDIQf+afvBH575YnQVbbluMxU1nor//UFJEiXdvyiPOiy1lLQ8L/gPaHZ+dfZTNrAcYvrRVImxLg
nwSH8ncAHzQFMkOjk/6leEHSm5a69JDp+NUUmkUe1YjBC2e8bKVlBMiaZpTBJTsWLRGLqYejn4oA
Z69DPcFn1CvzpYsBBhLS1iUpzaJt0+2kFQwtGinNiHx8D0dQWnnjH8knUxhtjQhCG/JIGFsmF8Hl
JsVUgoLoZvEHA4pCQx8pQ9kOIwX1oO2N/NXgFMlhwwVHui7lYgQLkWJPntWzqiaYAF8Dw0ne2ijO
Lm0wBMzTc18+KRUDkqPpe0mF6gmcA3l7DPjSU/wDzDMHMxmpqm3KgKEeefH22gcFxsrC6tqzP+LN
A3iRu9vIG9pz4uTBkygC6BJzSNgIHYDrYumPNzWE2N3x9TUkREYUBchjBTP+Aa9Hnwlry2+fAXSJ
2nNeMK1iqgohbJ1kiipDoWkaZNoK0Y9sSto8krXr/3Qxy8g5d/jcN01mYH4KiiRINrbKWx+SQhfY
B+10IrzQXZWM61mKcGs2guNk6LYx6mIdJB/KEd64ImYR3IHglXgVeyWxb455dDXSzv0w2sJXqwF4
xneVCe/bcGo9E7/LOPxJOH8oLIl3iMKUWY/tF0gCYx7GLx7mq3alvHLCDSIyStT9or91VifAK/gj
FBcvDnnKYr9X4woLi3Vxs5qhbDuE5NfLxHq1WkMcs7SuF8clhIXC9SiZ5cOHEquzcnBXZuEkL9hN
2fR4L+qX1Cuir5LwDparsPL8VQOB5K3wW7aAgmJgY+vNzl8/WgjWb5JtWKGEkPd6TApuxrXnWuil
TN92GEys8Oy6AyAM7hc4q/zQNc/M9fA61W2CJFCnaYy8gQr3hIVw6b/1BmsFMiM95pzX0yNNy+hB
aaFunquzr2QSiLuuy5S6GCPzohEvCWhLN3zqgzaCL1t2BJfyMOVe0TZ5Ym/MJCl+KSZB5dYojCUo
TaV8FFb6fvb4ErlzKO+jixYPtp46aDJOWVCnpf0ufjICi5K3IZn97yQdjTef2QKwRWTTT36l+aH0
rHA8yLnlPGG4ozTWA1fLc41fyLza1K5MyFEhqY6KKFKwARJuvsqGEdwqG7v+2VJxMUJt0K2/lgZ0
2ROyzCDWjY2FEpMa2aUbzK3JXkMld34TeiPYGUDGu8+yoHxLptz6DsKi/UEJb0wG2QUf25yhsyn1
C4Ow+pULK3u0FcGsPYzDkpQwyR+1r8aM3JcFt+ExHOkbwERtdg6C/oRzaDJnXOB27rcBgVPRIzP4
uXoIEsHJk3CQvfZ6KnnsJYrT9fo77jzSeQPN1sTwTLyHJERh91EDzJWjF45z6imwA28AWeQ3US/n
3ewhFm46DKGa/7fyJFoSZLAE3dleqziK8y2wI/TCDkf8JqwVLZct0BIEXkbAzT4wSVTnCdc1wRLG
t4LXgKZWCr2RPDN4LfnMAXnbTn0zX3hbOW8FXj39aEPlDxRVzTkWXqMHpRGXLqE3FFLOpsvVOsV6
/80uYdDHjDwFe1rAjzECfIFrXgGIhpab5vHW4JL61lXcwxjZJ/Rg9xxb9apWdG1fqLBEdw3IlMm1
MaWARjFv9sWtiNqS3Kef8jEqNTyEAaLjupWVfLS8Bqj0lC1uDa3NdOP69hJv6bWFcyLQWm4SHE7Z
yfMxDqy9OkwN4q5Q61el0Chsfo0Hbx0gIbGiR65x6LypVQDnqG6C9RFZr2DMCdTGHrTcQ2lH/pOR
Zy2WOjxTcmdQSH/jwSqCtdv2CGJNAopn43V8SWszisw/KDRWDm+lIGauITXkJyqGDeMFsZz/PGa7
Ctae0fTm1rO83j9jKYjqjarNwNgObNkfgfLgZpoKAXOVeV7v7YzBsG7CzfRjVXWGuQkMAvLARtzp
ayjL/M2lQHs4VFXonUPHzIlkJt3w3ceJuhv59hbPvwd/hyM85tUSh4zB64THIwOUFQ5x/PG388j9
f04F/95Asezaf5sVsqvTN+zbrk3hGZ1//7Ws1sGKzTqOoSLo0+6+MKL4yK7tkTUCLGOlpdwgNpXn
mZDI/8WJ8f8MN/f/Gkdy+RD/mzPhT/4J5epfDoH8gf88BNrQ95kmC586EJuqFJ9J6j8Gy/a/g6Hj
+OW4fzWk2HyT/zgESpd/ZZlyOSRS+UCa7X8dApk5W9w0fCp4YNNQ5PY/apWg5Yrf7O/PC7NdEJL8
FE6cgC79/3oKHDEfZQkNaaSEYLgCzUCwNKcG69Kg2e1R1gAleOBHGKW1g+EfZR7djapJbFIBeimz
T7x96ZQfjSBybAbkxXQlia/OBtMxtmCrJopi8RdZDZ14KKNhJg5c5U+MPIHzEIBfyDSnJis4YKYG
2TfBFgxfArcyaOINzYrdCY/r3i309BL6xkiYBIt66HYb/ivMTIoQNSV6E7Q8UpiMSeoB7zfTtcIz
iQ55sniYkKUOINLfa6djLprGm3HoeP2i7q7MNYMH5VATF4uLaWEIbdh/V6g4McTzHhmxrveuTTUZ
6yFJtZGTXR3QLVXxDa2iJlJn4qa/Qbr528orn6N8ooQ9V1dLlN09+3HDLTiC/mu21amMSvsIzgsO
ZmdnBzco6F/GerNpRYM7r8mNQxZ2zIkxwq5LEcO0yAb6szMvjnc+k559pULAD62t6UyPGY9A9Ulf
TZ9bqtBKP+dN5VKUWofY5LEd0f6LkrB0eyEkXxyZDH/6wT9QPqAfy2g8OW7frOMCGl/rm5e0ISo4
VdaFLoz5lBYh5Ab+//E2Uh6p48z/abDD5/haCSwOFaAn9obppcmc30GWtGiEHTH7tnVPugaZEurg
Uxr6DhDQuIY6Y+1GEjwYpTP0cLQJ4hVyURxgZDNJt6EctPeTPWZXg+G2I7BeAfHkMbDz4Dg3FZPS
LvXWDB8DwlvD0WYcQ/4DOXGsErWps0zC16LboemTc9KaH0HcGNvagEkInRBAyHIwwDeljdgA8kFQ
npNs+2GKXAM7avJDrBqSco0k9M3BlnycP6IxuJ8pYdQFGDKbxiXKzY2TN5ssQ+Gf+B5l3V04DKwb
071Aej5FZfHmMjDmYeO7wFMAyCRtzZepK0mySqJCRUzWpGEiFjmHEbw7UAjchmZr6gN5aBrTJQZs
CPwEFauhlbwWUON5PZ3utZ9y6TM5AhmTJ6o5E6ttX0ZOyblmQMerBagHzgWfPhZtRA9Pm0SS8Jal
Az0aTErjDqsxAwP/wD3Xv0Petb9Toy+5bVgplQtDt3XEUO8coTAix83cryvL6C+mmOxTJxsH0alt
vG1FvGVbLKmIXnH6yAA6OWVqnhzEk1Vnj8k1DW33Ie87TLo0L/9W2XwLin5Lan5fJXa1KXP20tq3
xo2QqYDrw9UKxknx4lR4pgv8UYTuo/S+qOuGJKGcTwpQ5ToccVEqe5j2mR6QpIeBnLmW/XTPw33x
Omt40pwjAFcaJM0xTpBE7pbgcn/o0wG0XcBZu5rDPTMKUt6NTypzHHJ5GmC+g/fGuJ8rtY8RrFcE
yHvs8CkGUe/TcxvvPI4Nqn2SccBibH5t2wHU4kzxLuka5t+D2ZLVcLXxkFgdvtwxZSVCBl/Hagq3
beK+uPH8rruYu6Ll74OsCI/R6G2zksIOOtceAYSPuOU9Y40jtdwwG/J2gCRYYFPcH0lnkIP0w+DU
EGjhThmZ8lbVIe71mOUiTmV4X9XEk7DL8aWQb09cA9JR8KdGoSxqSGdjkn3IlqJPjdMNcrh7FR7Z
rY4UDz93pCCCgaVNGJonl5u4XDnjMNyNIAUuRL/7QzwlAGgarOWI3xswhs0t9mX+gvfUXxumzwgN
6jAjsHrpFfbqbdPa9d62Oy5BlvT2gv2G3B4sjO1Y9AT/BuqOSag7Wye10YdHANsJberVEscdcyau
HbwofJuq2GaxeVcExfs8D8dY6+eMfSJqvdNU0wsHAcUMxq0zeGxh8zoNXCZhVKFMMSwWt1sNbvfl
ohWQ+uHXTi4h9sDBsW755N9HQXKiGHTVjANvZfXAqbXB/QK7RprQdzDGci0eJZD14b1IjLt+fFNO
/MQIEFDI/OCQTPhmiJ4jEhsw8vgLTkF+H3kV50hmdiB7uE9w6xi4HKU1A4mvMfWvM9I56Y4ekw1R
r/jBi21xF3C3uHBuBf2dM1xe29bQb+YJwmAwVQT+mK4+15H/uyqmgiGafIG2p/ayCUZ+WaoJVqWy
SJ/LZjyPdGav0pHejl7Ef3jC/EMg08zayKZOwKiIYosCDUO6d2Z8Pv0E0Tit8ZpnbXgHYN7BhsRv
3k2Me7m3neeyv1px6Nors1PRIe+z5GpBZcm4HIFHjmfGhZ5q/Me68qNPw83MV9fHDb0iStzvnbZI
mNUydblOtpmdAnTVq7aF+asnSzv1s/0V00GzjrrU/WozkjUdk+I9SRrODPZEVqXrLXkwsLuCYxYq
OJLzmw9NmTfPwPeD2+yJ+q7rUlaLGDGc15ALdFYXDc/c8s/Qi36qllhSgvW2HQKGeb0fu/dZCqzA
6NBqXcng0B9PMZjg94qCGVi2dCDMjPtXbo4roiXEsO0E9gwAI99a43pmZWrxtsdDccFfg8jC0r+D
T/ZUQckhe9Z/hWVE3LMEUFfQlIPMr81jhHN651UBlZ+uW3yNYxxcebA+KoSbFV9RhMoRSHFskhy3
dSv9x7gYvFsO9XM9d9o9EFm5hX78XoRWf5xq/V7KYoHstLwQg1i1LTc7NWfiWaWTOPZZkB8GrNW7
Uk7VW1FUck13RsCXHjdXQ402AOBEh1wUlH+ZuCVtjZotDQqrsWPa3XM/jkFil72+RMh6e6WxWjOV
v0sDwLvEMwVMq0G5KwehfJ2imKSgwg5UbnA9wi6QoTMVtNBE4G+SMazeS2KWO6f2p1NIcy5skg7F
g6qdaJPaZCGHQNIoYPsPWe/Fu7YrKEgHz8k0PyBWnJfJfjBV8VqYFpzXnt1rVDDlkrENIV3WxT5o
8w3wSY547bWLuDDj7xg2ypFXo4cDTnfkC8orrZPyqamKDwxwT3kmVomAE9FDD+jQKmM3vI/MEOCe
TzofIzA5etgk21jMz1pn8u2vfog5mfdBXqXfPnabTSGH8tSV8Xhfdf6dO1c4tDJJDqxI+q9Uh+qm
O9NQa4W0uZW1X8KZiu77dszePLItLzYZwzu3xpBEYyv4p5o4PL041XPOp3gJIqvfJBI9qxo9OrPG
GaugpRgdymDkeAlZox/D6XdGc8+58Y2drZm+97QTEDMqviN7IjgC2UYG9c7L1K0NKPNdOBWuImbs
QvLiIZV1/ehN+uhkM/S96OgOdsxpwNl2rr8G13eyUv9XMk1vStZgVwQgHcnhboowMo3ULgjgPv68
RELAfs5xNR6KMH5N4eTM4F0BoQwPaiAMHoKgk0lwMmeBR4ZWboX5eq/18OjXLu7yHB+lQTfTt6AA
tIvFOSvRQ/hl2o/C8D+GKiQADWxr9KuX0S/++LO1I9qAJY23lcrRG0AqpvedcS1HOjf8/sREchtX
YAvK6ikllIZ0DzVLmzACrcdIRcXPqHJ3Q8PXdGqGQV7qDJ8k+Y303MFOvHWKtGruOxvGuH/FVjk0
RR6HJC/urkbkUtMkYHdF4t3o2H+ngiiV4yCMVKx1/EpJfoBr/0ahDfFmk1VMEzBiQwZ+Rm88QTTB
/HAG8QYiawK2W0M7EHSjZ3EXbbJ0zq8IFvZhrBPzvmaAfsCURyhIx7g11c0ghWnToPJuEl396KVz
Y4aYrAgSWXts9lSuJaXagy6IHguyk59qxsqpsxTcpRh+7Jg8OgLuwjeNho3ZDhApQ0/d4XGct0Ha
lPTpSvuOAeDN9oeHCSs91ILU/PSSvN5xgIp/0iQhojWJ9KvEsjKVI+uXx6szjm/0WZYvAaxusNBA
6OI9oPIFmrBiU8BTAWRq7WX1dMOw9dstzZoij7YnwM1OagvyTqi3TO2k+xNTBo1ZD+CmqOVONczn
5yr3mX9j2IKwHNqnpKx+wgGLiZ5n6xrY0UtnodeHToUrqvtKU7JihPOhe9Qz8UQzu1p9Gn0GsMVo
lAUapdcV8aV1aPpA59AYPxGdOhIHbbIbfb3N7ERtOXpa6zHLY1hq3k55BaMFtr3iMLfOATz61fW0
egJe8uD65Je8snmo5NJKFv+ijuGKeAWdJUq+yJw0hC6SLYTzg0G7HdtbvDLEkJxo/nCuoHPqI8tR
co5tNCS/Qw0UhXDhm+eXsOPkFjSl3jsjlARyX/Zb2E5iUziV+1k2dv+O/WZj93AmbWOTjoBBObBu
KyCmcS1fCwpx1lyDSFDYh5yBQDm0waFl/9nnkpeaApdxNSymNRW9jA3J3cmfH6w8+XKdEJpF4Wd7
yDWfY4WpBMO3L7PPXkHQqSfbI7FtiZ2UHKO7mqWIWPvKGcC/mVCgLshpLsi0/J4ah7swFN7K6u2D
aXyOhYFpApuGctxDYtWnqTDuJUL9Zz+NyLlWmh99R3GaNXL2k0jiWdAEsBIl7WfqD3FnyNbfuTaI
ZhpsGH00RPVrU6wZhH0PSXu0wQOfLSHSm6PzaRt42YB+PPhnGO1PQca1BhdssKq8+sNXYXDwR989
oGPnXHWWforUZG0N9L1tFC8Mq8nQOjVDILJX/H1OdtK8ogeilxoj2Dv8Cox2uNSdNW7MrcMZv8Sx
7UA94fVcBcxuQZmKgsNy4bz40szJoJsdxy/LOPZd3pEb9cqL4WGDajsUu94r+oceUxZRfq3BKI0x
gJlkwSXlJnagsrDi+6QmytOYSUWAiiNHL8vxUrHN/wTExbFtIQS7IpkvhXRfgDrUB9vKi6+wMttn
YnPWttFJ+dMWNjwsZy533uRkm9kKoejZBIcCQmcb27JD1hw721Wwan815Gfea7sYPhlfIm4m8ie1
BmY6fs4EByjfDvkVTcVHNokLSpzGWCxOLgD33sSuU6m4Pgl/rnZhbmdbXDD6K4trY98YLkh1fIzh
KsyN+pGvhpBbHtR0dCVwuWZ3GtfD0MA2KUfvCX846jhm/wfCuvZjb3vEtVtjKg49mjzJwKnkm5lb
iGxyuLfHpr7nNu5fqlIoLOlEryaDgTzTiXyd+RRMzSkxqGbqOIBUmCSNuI62pcYzmXtucvQTQzyD
yUuuYW6BMza87JpCcJ0L3PB+mHanNIygh7dGMf5qRr6GfgrmoyMqcZyFBP/e7JOBpyUa+3GHr6Hm
3VEsreUE9HcorTurxWUtRyIFWJvwB67E3HNtxrHy5XhNvecIU4LYxeznAYV5HGL9yxbFNVJDcxN5
7W/tKuPJjBZDRdWbv5uwpR3TTNn+6S8vyN+WTCzW1dTlT1M+fdWZQVEBI96nvLMX7rMXoHhH4TsY
cqjS8GbVxuJuvdzpidvGRrEtympGI+yQYIgle7eZfkZoq9G7lfh47RIPaDwXnGuAAo3F3LCXPHdq
vYeASA+R24+sUDWfm5NAUq9BAITiK5QzJUx8PGfOm/FqdrCz93X+hIv33QDhTaLPRDgai00zgvOI
3PlkgOrZiM6zOYqOpsOdCnrIXPgLGiQlAJ4ZDJDg2zADo05yOjYqjwIKp3BfhzRvbExM0ptpRrno
R+Ef3GrI3+zBjA8lA0M+MVOfWx7uc4iyf5dFDn5IShre/FzctU0NzrarQxbmRjPi9juBJBmVydaQ
dditahAvSuiRp1DPN+llkjtdGT9UVVOchAZH50SkZmIMNJiOgtThheh/UGlCCMGTPtHmYdHhY7Sb
lBStm9rGXkB7u5vBdZOlXDcYxmw7g5s1TeFzXVZ/8HX6TBc4J6xTlRH+C+j9aLWVAh2EeIqoCNVD
dMaxNbn4evbCpnAJt6wtIyLh14U14E6TiyTxT4w0CT0UC5cx6X1F9UewC1uXagGiFynozkZ4nLcz
oPE0V5KcNOrpKTfD6EJfnbUb6KA8aisHW8w95N0Fhpz3tj60ZdyeGU9yjHLkvSvMWxZ7+XMtO+5L
dYJ8Uiv/6MqcgyfzNNLajX22nJDtc+rEqe9n8HN5Mt9VMwdJLqEW8Ya+2KRWhPhJIA/vcT9T+u3t
JOiMjVmMn8LyfoczylyccMLFSlhQi0FWwzjUASZjb6LUoYlNdIkuBLeVjrDm8izH6+zEH5Mlcb2D
BU82oT5FqtrgaqBWfEq1+eBM1cIX1ztQUP6qbIJgb5v4qTqzYSbZI0v3d0D2rkLXdyrgJDwLwlAN
FYcOUgtJRIt1qx62bjG88khzd4zlQ8EAaRUG4hcXs1OgOIRjzGa5GfcVE54/aBibLjCeysKLOLc2
0e8QYlmCSWFXxg6QWt2CV2IJfzNFcOpH51FIPN9Qcv6ARA5IKxXlK9QdD1IG/aCuJkjU2NMXRbfh
LlTZI/ga5lX06b7B1ctuvcWUcp3mUDNGwrOuGb/XyCmqdh4NH49gcaoMsAQGH2SQByAIqh3ayBrT
mkW+w8UTHndnz7VbrvX1eHN7091I4RUnu22ZZMsLPEZQFulAL9QwP83a7LdzNP9yWgmUTJR/zLYj
xyvCfVJTmZfPFnlk5e8VcvQhScvmPNWlsR3r+ARodbjOXaEO+KRZU0D/nbPAe/dcFf62UDkVyGuS
781z5OakpxNc0mfSDF9czRnML/iSLvPYS+YE/ruc1xXnXwpdRoyYBD351xgDYoC2hiznSzeIrEW8
TQG7DLR04yPskzuRaJacdjbtjhY4Ue06kAbDKmcOjRCXDcR153qMiy9yxXS9VQUTWWpMBhC+M5NP
lx+uvUWQxj0LlCHRFPdIg1uBCmW41k1e/3b7wLlVaWRkp9BPGSwTZvLfzRF3Ll0NZvUN4CjwN43V
Jl99Wk4nq4sU/comab6JQt9tTc3nKxwjXH16+ugjwLM8K2+CafPiOk3jk2/YOPD0inMSZlHRobUx
LL8IriZPpddEa2eyxZ7kmOBd7YNbFHXFkyqz+KwxqfSY6SWD6DgUmzEcB4wGDtObMkvN3QDqBOI5
1zyaZuOzqPsUWGDqHulH3VBnTlwN8O/DQPZXes5HHcscRYUyLRGQ+6EGZ/Z+94D4sQJUaGHzz5Ck
xduApHzndbAcDIPDuD2U3q4mR79yZwiLwQzBN9QEa/QSUwri2l/PNCTsRac+iKA/9OaYHnVNWCCa
VfQI0wTgLxcbabAMGaXOXkKal2EQMhkOmZJZnMBYXVWK0bvbZh4xqczJT2PGTc/EuTs06bjBJDZv
zRAa8GQx58gLFO60D/2NxOJjNi6aW/xgTiL4Hsdu+uxmAwuRZv9j0i/H1awpcqItOdpYqteQ2Mtw
eCiG+Z4pN8uGvRxWMvc201+8dSrFW6yqXHGWs/Z2ouNjF6Uv3G9eeEitdQvWp7LF+1JhDIH4efD1
sS2DhzJW9h9Er4avTMIjFQ1vUFxm+XbAmR/jnGqf/XmiCUaI35ECfJbTU02Pg50eKgqwt3kIbGHy
6hsInx9HsxuDTLTvMA6sHJeskoI1gH6vAaysaKRaD5R0fqC6E/CbiOCENN9sKk4jq87C1+AOMSOb
zJSHAc5h5XaE1BywBFCEH1ujP4ZdyKwo4NLMcg/gb4Q9UU+xQ2TQS/eG0glIv8p37/tCDesiLIad
O0Y0diy11v7UZoTNPPdXYFQua4wgHYGlmE28MH4JCozYT9jO5xVeivIxa4b8F2O3cqM50HJFLrG+
J390jREoN75hTcqt7ZfJO9YX8v3hsK+r8rfP0822TvrFWOmGSgArYXqSlVVzCCvu0b1ugj1X/+fA
RP13Wo4+VeL/ZvvLMeRDuaAgOvfD8pracgZlWsJxEl375MDVuC7fYO+BPJSt7cA7yB+FEEufqnZA
lCJLqjwE0WLkFFIBUqYTRN8VaV3u667rNt4IlVHT6NW59NhWRfZNEPXFncqTivUqN7JDZEvk7JiY
Ug9VHXBO++ozHSI7BsaGlGWzs4OQ2Wxj3HsOkCNeCKe4s6Zi5KqdHGCRzyvo0DPVNb766JTwnky7
F68qTV2CDo23sbggPJYFwLYpy5xFOk+3gDziC6PG+LGZUxwdjKgehGVD/+srD8h8sGQ+g105RSZw
XGGg9ug6f+44KG4KCjo2UxEYR7//D8rObLluJMuyv9LWz400zA60ddfDnS/nURL5ApNICo7R4XDM
X98LkVnVkiJKUfWWGSEFSAzux8/Ze+04fySbxxx47/puBRpPWxSV86HCV7Nj3fPQ6IcEQoSatFPL
fWO3dHE5jOzvLcPMleSag8LC7KezRy+ywkuvQn0StsVVIwd4Ho2kni3Np3RZu2+AzfEbf7hOd3ZA
6B/mKmueWxldA2H3UKdTv2DzdGHaqKQlIMX92oehh/AnIgEldW7c1FZvddDjtkZwvgVQgJdXcBbs
GludeRnrmyjMgktSjlecABkPVfqQ8INfpCbezsU6wzIQ83Y2s2OOl7V/GRM1yiZNEkmTf+7AkjLM
EuxfXnetJsu/0KEeTw08LGvq6ieOhVBHR/fJIgNl0wTqrnYMhGiQR5s0NgEpR0jZ+5lplQRy5reI
fjwvobdb9XuOSDXsczfhjGRNb+joMjQwBEnfhwqUa2PV9rGl51uE1rvV4xet+a8x2YSCmOc6vnbr
Vv/BCvWZEevVPMQcl+iJT13ff3Qjbh5Vc0Y3JUcCpb5E6TSz7dOJdUvP3Mll2k6tvIiTcd+ZZI/B
Ue4qWsZbpd0nLatt3eWXWocx5B/SmO/TJQ9v2PTVfnHxzeY28TvFCMHMyTaZw3qatKtMvkqhMPbJ
ToS8ZUXHPAKNIjunZ1Bhl5zN+vt4CIuLzKirbAD0rcPsOoOkxVS0KgDEgzA6jGPFIFj4zwPDEvjK
Vn6b6NragVqjdWsVLV3R2osuuomecszxaMrml4qRRcoXeuYO4Sjyna2A5c2hxNtmbhUDFGX05zOk
OY0m8Y+OzPv3OYeOaaa0eyjipaFmRUi4z9VEx9RNun1QK4JxRiefMAGI14CG4KWDHZ+WRngwQHEm
Xhka2x5iLaqPSLX+Y6RkzvR6ak5+p0Lyd+qVS97nNzpzOiokNKvQ/fJtNdfOxtb0fomXTk9N5dwh
oW0v+5n9ShJZtIvxVPMQjR0RzOZ3eB4L/4SJ6GVcl7oiIZMhFD0Di5B5Y1W7wD8RIu6F46aXiWgv
nKW2jrWkQVlELwacBz8VckzUtZAhk36vM1ZZYNze9YibGGDxKZXtuwGHZOCXdZM+5l35IEIEXcMl
DbatdOcnT/OJZ4x7nRD6UfPF4QGh56f6LK9JsyZGxPlSNvSTI/1owXjF3Mr7aRnOZ3R/uxBJIPrn
0aW7qt1jh9IzHJybboqIth6AB5JNTMRaezHa8DejHs59454LE9JQG/b2POwqnO0531Gti30Dq2wa
7fXzZxiMcK/uihmQu0cngX3MNKzSCyYUXbnnhhiazHK+iRwPLl9KHjEcTDGrEkqMgzjYa5zcpEjA
/e5AB4wgo+IBZ7l35jhAe8G6kI4QzJ8revsMCJPy6FBonhflO7cuLl3emQrUqRITEYmYEPdwfOwt
jdI7IoyjY1GU043soE2PTX/KA6ZDtJW4h7b9vIzWUaqpvsOU122dPmK58iNJEqRWuybGXob2Zt65
XQ9KK6EXVdBWvHZG91WIDGGIcooz34ZfXGVppe/wZ/rbDvTwudM9lb9iN8Oc9G0KA+vI0ni7IB7e
WQxF2bf95y5icNJksvzCboFIoFYIxPMkPsqW/CnDTBB7ZgkauFmQDNofUe3Pt5nAa5FNpufwmM07
nzQJWtYi/LxUPR9wyVyPXjqheUesoZsW/EJueS8eRxTCm46xS74J54s6ogHhjc2u11DwaTxvC5bF
faCcUyL0zg8x5ThR9s65Zd9qRXjuHJ/SzFwAaNP7qJgWXN09IniTEIkVegRqevTFvsSzc/YynMnD
uMsVmuMlamIEfBwd2+JOZeu6mH/MOj5I0iXGIZQstdlCBrB3Lcgli0DtVAaJMCoUTPBwDcjHyobr
MPQPgU1nHwi2cCzn3nCq43QTPRQQvS0fDmE50ZVFn4hhjXFNDoqYI098x5OwbhsOCi+eYzhod0kb
HXv4O0jiTebeIJzkp6CB1dj9TqD4ar57HOsYIRJufxoG22ytefZRe4NgCiSd/ykmIIIB8DOT8EuT
MsR3Hba13FvptmWUXmGle4xHku/7JMA/F5KAR3OGs1mSWVQx8KS98jLlhK/yZGvn4V1IIpbI9MNi
ZZ/AtB8nkx6jNrzLfPHgZpW3WWj6EQsB5Sl14sfU1Yyr8BnsnRwIYBZIjGe+Rudk87zwrUn7u3Ai
LGyOJdrPjoKBbjsScmfgRfkzriWoFIOUaX5gEN3HCODpei/aw0NloxBLxb0i5T4BoVg1PQ0Zh10P
L2JKgBAJdTCbQjI8ZGDThBZaSRTObgwvd+CL3KGsXcKnGH3sTkmwq+2Q2s8TfKV8xzk/iPEN5XzO
gUIkHZR49Ws7xGrWLeoej2J6QSWJ9Cz21h6Wzbo0YBf7kOTzwKKMNnO77FRXumcOpYTdab/ai7Wx
Cd+cuLGZgsjyh5vAiHJrbOdWKIyFqHAaLHkkFsTJar5cl1gP/6bvpmch0/ZaCtgnuCsJmIYwhjZO
wt3uPiMf40jg9ctZtVV6P5PKUkdMHXLI2Ii7PmxA+MvoZsC5o3nvkfpMxKEHTDUemn0U5qBRTGMD
YAowZ8o7m2UID8p9zgsH9Km9aEp1Y08g5wr1vPY/D0Y46uzjptl6IwRT22M6EIP3BBKWxc/zNLXE
+1g3beGyKIS0GEh6wHPatg/IzBhnLvuJdvtGlenBT5fbqEi3S7iOhldZuHK8B8ea8a0DuQrs8omg
1uZoBwryfrIwJSZITgD9xc2qaXFxZG/Zw2mYgcixbhrTyaMl496C24Y1Vqr5W4UIewcSNwYtjK/a
k3TW8k5fDYJ6tdYLgV4GDeIoZvVAPRleit7u2X1q6wpSaXAs3T8+KSIoG1+7BBbl6baPp8d65vTW
2XSao2nai8TGmCKBM2JvHqjOUmbgA6po1eODKR10/cLLoCwS6nGYM8I9YqEvm0ZZx7ZQHTlKFZAU
r6xeUsA3W0F2ylWdUfHpZvyCT3Y85b5NxmNi1M5O4ZH3S7scmdZFN5nRHwPDBBAN6bgHBpndWYNx
NwHrM1R7e2/i5K2qe2o6mYJONuZkDfF4qIa1cvWpymjQJFexPb4yeDUnNJ1sn9hPdpY3xPi27ZQg
tpDe/DKmdz392F1OWsuu6Jm3JMq3bxDT4cRzm+nJULVccK3nzMvw5MkZDPgcYayji5TA3vfbfZCz
PoBRtw+hGIonKv1pO9M6hl7gxXetzNp7rbBHzrDheKrgCNLWHi+R4i/XQAZxJ4WQxvZxlARnP2wo
jeIekK3TAwPBAnHvlYF7iVlhvG5QaXqbCX0LqRaz6HZRCHCBztd8X5miex+roOH8nCfRUzC4d5SR
WAXrDowMBWPHkBSIHxb5WWIl2BcI28odOFt7ZzEUZlzBDHRn8dND1MQlOYNh/a4aV+rXJgEUuy0R
BX93Bx2wqCHl2sh4RsPXBD5KXikn59J4RlEfNea67eSQHbp5VX3gYE4j/Kteele4arlv3Jq2DHY3
ijEFN09uUy2bFbUNeJZyA38L9VZlE9KYh2hXW71vvEYc+J7bHd6BtybALR8scti0FRJ9GCJUbWCb
zAkANCjy6M6toQ8JzitZv8T3feiYHcJX+9JvmY/t/awG01j4oxNzmkQPYtHf28XFdJl47lOj4vJW
jpRD81BcjX7c3DsDibx52X9V2r8lEcDD1syUuIpcfYE7FMJ7wpi6UuRNuiltM+nzXw5pIkI3dK5J
iiMmRAF9iZw7LyeJcFBq79Xito5ovYvhi6SmJVNh78GFM91wafN0slx/VXH6Oce1YktpdnQCrpIw
Pk99ubdd+nrUhnsYxZhvnMEqDj27IwTG0EsvdNqDYpmCjEPObF0uQAN3eSf9I1VQRPLI6F2mecA1
UfCuM6Ph1TXzoVF2QmDmKA6OhFMRrrYVuAT2BbmLwYOG3k9tLhPnqxE5SK+hSYZPC26Q1fmaf+1w
Ze3kDK5w13oJyV4eoZAdxa1EMtImV07ZdF8owO5x7uN2QQcCSjw1w7Hg5ALBR+XsbH3+EVYZwI2w
eVCeT3JVMN9K1/5QAZzDxjpjD7+yc0Ui5HSjm2FrxhYVn39lqfYxqYNvpMSxRdc+58Y29gj0ixLr
MOVW8xy6zIY3aLhvijwDD6AxCGMZh0BVBXugFWzaiOzxevXRVEZfy1YwGPDgq2zbpQZZjeftZeqo
7GSagahsiV7mkFeevbEO9q4L9VbVzm0/tv0ILl8GV+FI63nD4T59kUD8CRJT4Se8e8ummOryTMcE
4G9G4nPCnijG7raStvtcFSWFvcwQ+2jQh8Srks4xOMnBsyz3hTbrg80s6EKUfB4cEKz3qg8slM+Z
ip+rhtekUHN14TZRfpqCGltf5S1fZObS9mBm/IGCQl371Zw/ZchlGUtY1rl2Nfejcb4OgfvWxFS/
EajqW3J5Xvqy9685rsyfbddNTkio2/sZ8c/RoGL5FnJGOPeN1re23fh3qOvdS+xE+ZXh5t6yKjO7
aEvQVAVPsmjr8SzyovgGfRFFMMqMeMIY5Pd0+by57a9qd5E3ONqqfVq1uzlM833bOjHpF7H9OZ/E
t1wO3eUw0m8OS1TdpCk5N3kwx8T2+PdVlxbjqQBi8prWZtoJzESPfK9bpqQYzrPQPqOOviqq8TvB
mOelS7vLmaAlVCVDDiaqb2BZBv70MdYowLISe51PfIlK+nYX9PO7JYYO5FKj7uO+QdJfdHAaF6e8
F8NMb9GOAPIrUC8c0+bwMVf8h8Fak4ppK7J9RQFAwASvnV8UxNyS92O6qH8XLHBE7SJA5ijN50WT
nyaVWZzmmAnXvWlAlO0dL/+mUotBwuiTKiDNh4FS0p1oQFUHZfXikROYSwZNCr0Ccg9D9eY1Hxgx
jlbGZxORL9dU87PCmIfYMcPKFQRn14rUDf0g/9Lj5IO0gG9/zpcXshmJTrLn2KBYrB+hfbEVmDKc
T2YMX2Ufx1fVOuaIprp+rsrQJzMc08Ay8FDrAumJECnrdzZ8qNDDFOpWuGwVTeCltt0DnT2kWD2A
8aOXdNmu9qzlMBob1X0lS3HqVED7ZfJMDdlrqE7eMAQM1DGEjWIRL5w9mBh34dnx+stOu+ismsTv
T6EdJJcOEPSj6CwyFDnI0v1wkvNc4SftV66HjnNSUkR04yrcXJEkCRWj5NHUEawxm7ZOUBRERuUy
ukuWzkFmIqwjX8TCCGpJnlw4cW91FEO0kcgqKRfK07IQ6z3izT7aFFxf0QCihHTp9Qq66tR9DmY9
9FL7AHIY2EDn85CEKaE4MWrekS4j6zbZz/RMKIzC1n6sGN5vUyuNtyYMzUNp4ovY8xQciulaCfmW
LYBEGUbmVwxDSTiCkbzPUUtAIa4573gAvU4gfmEZIYvYDlPxFpTjJ1LLv63WbGRyuj8b/LmnzoIc
PS2Bc1AGurYTzZ8mad2iwKYhDSq2z1yA1sp+GTAKwm4EjZ7Zq3hYx+ewrm/q0n+MYwgDozAQJouK
pFJMQPTWA/xzXnqs68TeD1o9uGzT96MpzLEifnnvSDK0PCskjj5CCkUCUDk+u3Vzj9ogIBo9hmpm
rxPYmW6sDSVm5bTfMELYj5pQSf3Hy1HXwYOHagNn3LzslaRSc106UCTRMh/vomgNEDPjzoZibdkc
XzOoEnHvEVPk2N0ZDWd2otZm2QmX6BNOLBJXG007T1n6pIkE3cZhQSZeAilWWlZwCto8uJId72SU
Yi9Acdv9kU3k1W/oZ8QpwwKaknS/HVRxbVuZfdP3lkMKlZ9wX8hordh7DjG+xq0KqGiQhXAs73rW
GyS4k6eLXYohkreUMy6kPTgaTnM3utq7NRFKey+dV+clBvtPyMbHUzs00xWlV8tEzXpbBrn2hhyP
kDpwZEZT68x5RV9prbXSCiLH4o1XZIzN/+Rp/rfYsb816L1N//sNDBbCU9n9239q+Fuv9x9/zPzb
//nX9Xdfu68//R96WVk33/cf7fzwYcjo+3emwfon/6v/8n98/FfQDiEOu//cxndu8fHV7z/a+Na/
8E8bnxX8I44BMsRxGAUhMi3/PwCxhPPBeYgEdFhsUavR7wcjX/APD2+KJyLfEfxVwd/6F80hcP7h
47njn0KdpX3Av/r33/xfLk9uGvcQVfpfuD4xBP7g4sMGKEIcdC6R1TgD4SjxI/zIcnA4DxkDZH+r
XfcldILlEDfK3edLBdynxqb9w535i8s5PxNp/3k9fvLVMbjCacXKlnj7+pDVqfm//9P5X4ULMBD9
RrM17A7MaRM2i8ZNcXgBHD104dAdWamJ2vao7iWK+i95QJhF3vnq3Jh6vujGiVNsQwO9xFhowZoi
5mm1SP3+B+X+/npfgvXYEgZe7DjBaqT88eeM+VqWOscTlon2VSMzu5AeMXLZrPXF76/05yeAiTIO
uZqAheO5v1zJ6Q3UDMM2MWA7O47TFB7R4CAPJHT7VUyo4H9/vT8/AXyhghcHInHkBP4vTzxzy6xq
XQzfbjEiGMgXkGkFch/YDvN1P4Iayjwr+pvn/he/JCgLruY4wHaJb/j5dsJfqEzpY7auPTxKVlmx
U5uCVFMUiSdPWd9//zu662v0/83M62vGu8VAjA9L+LFtY5798fF1pk29Mis06oRawmvMiuFZOgVW
AoW58kvuOvQaeYGsR0/g4Way34aPGtzHu7Ap2xhON5wA0rllyhxSvpM7ZmEgAQOULdMuyf3wCXqu
9ybH2n7VWYBRvnHJP+Pg4ujT73+Zv7p3vCCe4H0MXd9eX9UfPpk2g64XyEZvJ/RlV3XbFscKWNdV
lRaK2D833P/+en9+9aMQiky8viArR+aXTzTIgVzYkmlBYGf6ErObwDqR2/tWG739/aXWx/DzY4qE
DVMRozJUvtD75TFRNU2RqYizGucchByJWacoQkf2+6s4P0OpeRtYYolm8nzXj1HO27+8fUEQWRAF
uYwdEmqUr8nHDk2Rb9PgQTUlmQcpeTLtahks+6BU3bFvEK50bhL+DXL6T99exMHICX0+Pj/yAu+X
W5uKsLX6AJyUNaA9iAZe0Ib6heAQojRMNoGGRop//v2vv37QP91kLuq5LrWh52HrD1YK9g/vjxjb
QWetReFYevnW4+uHmG/hMeCIhGaCGnSwOyC1GS7J31/5r248iXEsooGIvciOfvl9nblahUf8vtKn
3gJwSns+h3SZWJV71VpM48eYc02OSuyyH9S0g9ZFHmriTn+z/vzVjecdg8POTXccf31DfrgHTp9Y
XaHyZltUnPZRNlyRtcekixHHNk3JO1vsqP2b7/bP992PwtD2WW5tm83d+/maYR2BiNU08EVQNsd5
ILJywXl3QX+Vg7j445BH1Lwc0vpvnvhf3PcAMBO7ecCzd2znlxe+SyyhwRYBcAxFjiy3bS673pEk
lqXZJ9xeyLILZPAcjuQ+C1vcX71f7frWTY+/fwP+tJZE/CArIkBQ6VD8/PKDTHlUVFAl1pSOFsZa
ja0xGOgv5GNUbX5/qT+tJVzKc0Kk4HCxmJevj+OHR1yOKHq7QODFraPipMsy2Qceo6r/7lV4i/ic
aNkJyq/4l19odqT0+4kJmbbtFqRrlT2QKRX+zev659uGbBXmjU9oD6Xhr1VZh/0zSkHvbptGYEOV
+NiY080be4Av/vtf6M9fBntKQPNLgMKPKSh/vm1JrgfZc8Dewkq0+z2aTOvQZVFIGGU4YN7pE/Kk
U1Nc//6yf/442NDIP/AdF60rGQg/XzbTrWVql7mSETQrZ9Tdl1OZ1FeDMyKL7MjZI6kAJmn3d6th
DO3sl/VQsK1RblP92EIQjfDzpZcg7Dw0kPgGLWEuyBlZZU7a7e+yzG7Qi2LHPCpGJAjK+gkjGxmT
X4ZQxZeEGfU8A7/y8IDg8afpv+QoZEhSo/fogtG8sPI0nPeZCCk6dFzPH1g4gi+69y2gmH4qr6Wp
UpS/hesbVPAQbwpEdkh6Zqf+xPfXjczzIjkdadNEKHr8ILiuixZHuqg796Lx2vSe/gyGDsO4jelG
JBGWKVBHLJsApR6mHp1wYwb7q8ZNR1XiENq2Idc0Q8Ixm/ihQ47q7r2u5rBM70PRj2P4FW0mv9Of
4qzGCqqIIEPfoDLaJOwn4NPahibFkic6OEENtd6SbAo+UbE3yBFdRyN4WMxd0WNggnAF6wvcj0/+
CyyAPT5iG5s4EJGrjCCmFxzaBDJGma2/JVDInn3c3suukvCjRg+/LrIXjMW7qQ8mnJdjYr8Bf3JR
+KNOu9OuJDpOzmaCxauQbjCsn5gEVQkArk1aIa3FsNuusdYMFJA2kOEw4lticrp3Gqk5GTejvBaA
rZ7bipnZOtTGFESP38m2Qe0VM6k+IyIgqKHRteXSnt9gE1qTrMo0yk790FiCSS/QCoznaBJAaYr+
eXQbDgeSrkmz6bvMf0G4hgqV+Eeyz2fTDOh1EPG+Vox/DcwIUFgZtI98LwFXJ4dF+OgwMsbXMFCk
hlxdR4Y74da5D951ROGR1ovvQ5jsOoipnQEqEUcixezaACHeWU6YVVtNtfppzMaBzOI8B3sdMjlK
NtWoPP43Uu3PcdOALG3j1nopmTijGp5SfAweoctoWkXhXXVV38MesPPpc9sw7QCEGet+4832+ELm
FG9RG+fTV9EEotmMdafvZGDmkITWriEZElFoiu3T18vNLO2YbE1y26Nd3k/lUfbI5rZET6lhO3TK
9DviRZNTOC9zeIAQDm2hgR4GhTQzzh0dNuxtxdDl4LsS4iOJ/slGKPll8X1AqsSg0xnKz8xfx7tw
sXvM1IxXI/AxRXqD1RfS+sx7PR5gocEBCJA63jaV6z3bI6X8fo7c5izxJZFeYMgGrYYRL2wcYmzf
gboLv0k7gBTQ+MhosUYbs5mDOnsXQ+8QZ+SY7gWbD6I5CZ25O3itBz6PXipyVdvS8EJMpKdznyLV
5Luk9b667EhWRydtf+eWU2p1XRMsmA1H4FN0+NecQ1T7+64vaWEvYmkV7H+P0OE4cKxL2UVOjRM5
QQc3wcRatpXMcEe7Q81XLoPMv8KGPqDdQ2FGQLwfQtDpqpIJZp8CA9sRA2CncA8tfP21VQZIX7pm
/pZ7AYmwraWzu84Cs7jpeoMyJzMVxqYQQC4ed/Dg2JFLMuhq5Y57Irvoo6Ndi99ppfLDJjKznlbl
0X3FkMM+Dg3DImS71amx7eRh/Z7946qixjZrhuEFPmD82Sx8RCCRM4Uia8blCjk1HmqmolX8EUed
JE+rZyyqJ4f4I4lNF2sOdiDeutGlaWCIjnvM6JrhGsNiZfGKuuaqKLsAbWJvY72YwzZcWXGsBihU
Ecq3RqpnsggRp+Yg/d4RO3SvHWdhdRwHE6AN5pPeOWiigm3HZBg1n5ih0+WF6h/COqsxj3X11B/G
IQdUX0ZiSLfjONnDWRqd3JJggqtjaOgGbwMh8VsjDmB5diQqb6QTXrebytT77I5t9NTMic3Ycnb7
13gRmslRN6LoQtXuM5BVbgiNoArafeUiY9ukstd4AVpQw5hkC4QYOP/5EptXOczqLcxdOpwBxLae
FZ9sOyInUNROA6FalxyW5a0d6bLY22GNs4MlOXhfAqslIMRq3NcetGW6lSbGl99pcMRDnc5EPNLA
ukaLVQJO4vhOAHoYGOh48BGj7zzOsX5AZBk4uwRUaUfz1p9nXqrUfce8BvoOd3r7B4nk2RDw+bpI
YS90UJ2p2E4wPO0L8Is+BJpOxiQTQjr+wtmvAK0ilgCFVotmoW5EpU7JkIHzyxhwllv+KR1RHbcT
NutorLZOkwRvA8EEhJbNfAwb4tMSQhMaF7AISHFO5mD/U3GOQJMEbGIWaQKTDWRKDwp+xainBSeS
o+isM1IEO5HkS32Vh4wh9rTHMqhwQmLTGsSCxtkgm7AQ76viVhcT2RC6zUpcbXOSPM/0Xcx2qokq
2USBV35m08JXFOJ43wNGL5GsNMnyjW4ySALe0Pmx6m3N3ahatu/ZGRgkLaHCbq+V7TO6huve8m9D
oCZDVWhvW3RVqEkTENm5wmeEuaIqxLdIJAVaBmfEKZn4oOh541qC23i27pUKpUsIQ7n+CvRE2k+g
eJRkoiWYb2SSmS/I8ZmPEithtOmMwggYLg3fk1/a6EVn4X2vBlz3W1di8qN/srCc9rhoX0jDsnKI
2ip6c+IUBTbD4uZ1cHoNKymd/QcfDidhipmXX1FbtYAJwDG+CS3sjxDb3U7YFFAb2wzJ9xQ/Pi7V
yEXlAN40+dxykiYF2fOaYDdWRB9kUe+9e8vY7eE7k2HUz8FtIicybZfCa+9KXAvXlppyAmv9Er+O
Nd1FGQTEbcB0bLXG292eBaY4VDn5x4UNngDTriI3He0uZCRc/xpcP1ZDhmgfqsmWlyCQ/pOlsFS6
ArEoPVLTorFEnYYEda7wz4HX2JHKEoTXvkfg3gnbxfh5hHDYbLlxNppp4YJoyqP+80CR9HXqY+Oc
JaKcpwQIOOuq2wJ9R2Y07xO/RLWjA5F/8YOEbgUWbXNgMo1Ku8NPAeh/4Ny/6dOMD8su4EK3Damu
KHDoPe2i9c9s2XTn7xhtUdZXjgezKQe6Qy+DofHjAr7I2+lqXj4D+yI51UzBfJMrHWOQLhC7bXte
oZhmK+6fB5yk5NcB3RBPemxYmd3JhKvnTwZKbjE9mviQE2Yy7eiJJV8Rx6OdZbbzFMZQMldFkIvA
JFfmuZJrYycBv/6Fl1Y8gehsLtjnUrGJK5RUO2eKGMpSDup459tZCGKzVBkBCWPE6M12dSdhNDRN
ss+dEpllLLFeXdhlpM6aYWF2tNBWZhsXWOoXMt3ZEEO8hN6WLBDQnQho5ZUrba/diKBwv9EgAPTm
2KgS91lc5d90NBnsce3sUUOFgUPTlzTLS3+2J4QLZRk/2D068JNvXJVuXDswj13CX4RVKsdnZwny
U28P8EGMn0MZQpzwwIknfm9IZ35yREc0JEkM9gTLElrvjocGHtcQSPqSlAO4HDYCVIleabnpKYvH
+t5kClhMKSqGn7ktvVstDXLuBGcwo+UxZX2PhnR8zuoQce8kZ+q0Lu9xNLkUAiTKBrF11+YpJVqI
dPM8kMqWEz1kFe8+CBxMt93c3M+A+2CJwkK5aNpmtjeiJ3oaWxCuyOOE1p4yrRoTDbnAj5BJxc1C
EDFRMlQHonm3sfFx9HBcos+SzCzzpkkHqO5pGGKCLc1xKiJ377OTEPwDc5XBfe/wZPp+uJtmSXWe
DARhovkx2MRt18y3VjgOUIhdGjL3fuAwn04WOTLphn3zgUUbPiIB3GID/QuZi59quuYTFp16k/lj
YXbBqCTJ9oRs7gm0yCa0LSWjBtHr/qVtBTJ1e7C5pwmL6YeOUrjDPm46ML2Eiu8YQTJeV5WThVh+
eil2KT7GFTNRY/zu3KLmXcKQ8HWgGIJEnxQcjWMgzWT6tM7YbrFOiOtcG7LcxLCSThYqwk0rbNTk
ltNOq4FsbcERrGvf+1kyBxvUpjBh0XkzwCjnbvZ3o9bdNTLfpd+m8UqQLcywKTz2e6py/jQ2g2A1
tSNd+whxymC0QMpRUw1XPMKpXdrTpEY4NhLdTYaaQTj2ZgiH6WkVfF9FpNUgGaPWPxdOg8Bq4KB8
1kA3MKeWGDL7YcIyykzk8+DYiGd6Pk0yaTs9vSYukfYubS19WGAWoDTLG/cA3K1rOcCxVe8bDNL3
UMgQTHZhIZ7mMAS7OKkIRFoEqJ6RL6MUsw0q1pytRV2AMDsnIgavKSvbkvnOXaqW4KNzOsp6TdDI
hmSG6ntMpvdbIdE83uRmaV6COu+pB0WOA49fs2u3Squmuu9N5X3pCYAW24ioCQsEnkOUYNbCbNlI
vHpY05XdF3vJnktki5fbepeYZvlsutafLt12YhZl8skjGr7GN2h7tMO3Jbqy09LOnOYmXvsQBYRg
fm2oeQHlZFV1GCOMrkhYFqwS1jS3n6zZhTjAw3duy9aBUgQIZCCSBk7IrrFNcMG4L/TXkCoslUsd
y6vYpMpB0RmOVJURCzLGC1U/QdwO8ft0zO916cTXU16jpmwUTGyt2xDqSN6UL6Nop/sxTayPPNKo
/mckpMWFNyBq2IL3crHAULleL+m6poxJPjp76qT1oEL2F9o93URHVxOVEIsaez2p7tm588z0HqPq
m48RipxwZyIrI/u2cWgpxF6QfvN7z+aBqZq0RqojbzvpFdwwlM5YoBhFl+1qtM8clTWOD59UR3QJ
Q5F6B3ZEcOQ0Dq380MVBdJKE2ygKZr/4uvAVY3S3YGNhreNuS2b0Nxgm/e95O/sfyMXbyygTYjhR
vHGCm8Y4++QuIkA8kLJeYBFIkm0jkS3NFAtYnWaDTL3WNTrojugMhB2h/10XJu93vuim9GWuEfuQ
lu64/m4wLZjElubqplXpAu/NqSgdJ1g6Z6WnYgWcITE5DLlupq3K0MAf2VkxX3VjMSgwo5hpsXS2
1uWEGJHfKpU5a082cE62IrZLSrjmrXOxw8FhBsJTeMRaT13XXZlstsjJq6zXks5yxEhfwSWWKCe9
i1RrSNGoDbjF1ti0+qLI+zk9cGJsvrYYp9CctwsegqZTabntmyqNbnziZR4x5Ip5jw0DSAz9f/sd
v4mPRS9ej8nKkyTeGaPSbemUAqF26+TPQTf6Xwwf8XSuOu1/zNm4PGiCF9NtXKKu5DSVgp1QuRPg
PwwSLOsQMLGSACuzLgsWYf5xoaJnzw6q+Jj5PmZbT/UsKZKvAG2Nw8W2uMwHoj28ISLzrsi44wji
zx6gcAfprtSUpHXvfRNhztjCVb6pz4LuL+H2DSFNBsZ7w+pL5CLsv1Iwxk6wH6BxjR3QiiMtt43J
cwY6ZRxWcPVDECQt3v0bhl8SCSvat+Cou8V8SoRpb4HT0pwm4kgmdIBI/T5Umg7NSkdp37OZQhMq
fxDmxIv8P+bOZLluZMuy/5LjxDM4AAfgg8zB7Vte9qQ0gVGUiL7v8fW5EK/KLEQxSYsa1SRiIEXg
AnB4c87ea+s4aSdfC1a2H8fPdHw4mYY9CVuzKZbqn5cbOuWPtojLA1pUtpLY3zhfLiQJeiW7wxTu
BX/qNhfEK/JHKGjTLIpm1FgMszZ6wh6SAVmaEKmu7NQDxuX7IxbxCkBlvBUU+t7omrmnia09jDgV
pj9Y4oZTLVI7WM0lSZSPhLGA5ykjDz0J/1j7urTJPW9y/GBMS55DRKTlXZdVws7Gjwy3PFA/iY4c
KMZ6Qf600S7L2iKzhLSsHlB7R00BOxQ69JnGjdIWMDnZRXcD95Zt+lazlqJzoMI2xJig2ndbNExm
F/QEyBndD9bfttkoxwjOQ+z5co/Q08n2UZ5IdkCOjSE28OdBGdnQguGjDc//Sc6Z0LNG4+VSRbwu
unK67V2/ufpPAhHGyU572rxJZhCuzqK9Azvgp5vPq9V/FMkdisWmSVdZGrZh2HO9/m+9BVTVtTf1
OcTbWLMoFrSgdTSzXaH3j6/KVPPuQIjVXzQ0/uzicFVyPqROFxsst/OuRo7X1sc6G86uvN7MF3IU
6MuipNpWVhmtdS3x9sIow7+QMqswI4YPabjH+UVa/7QfwS+hZYkV2LToFdjvWlmadGv02rIgQqA1
DmHZQvjAFXBn6830RYv0jzbOfCmXzgBmMrrQ7ztGRlvZ2O+Z53CCu0eCpnCvBW3xRYfsw6sopC+m
M8suzPmF/+2F1jKoRemw0zf92S3d5MAw8rj6Qtrx51XYiCrOE4Qhz6KLd8OG2iFV2Lnzir0632Sm
R+T83HQw/vHrofc1PzHTsWygme/arFmQkGUYNPmSqCyB1ZkbgRhHibAZwy8u9cGXwJbFlLQ0Jf02
4127aIw9qh7l3LfWbf8wTXW/1HzC1gQOaeCqjVq3TuV80Uf+qGNjUqAWNJHpuVnv7s9MoTwJFgMq
3Bzi2o4Neh+V9raS2Y/SE+MKvAmIh5jk9M+/+48+QR4qYhITDIxAp/D7ONE1by4rRvOuxeixZBEs
QzvELeRRFLp50gaDEhmxS4uqqNpjTlNGh5vsFrCi/eKLpyA+egxghgVfoHRc433jStYp7ZqKx6AD
vbuNayyyRkdNrR+mX4gFu1OqmRCLJ2hPk9Z0+84itlRZEBDiYD7AdaROFX5hEIfplNdocIy95wu6
HyZ6xM8f3B8j3+XLmr8rZMl03Gc93N+/LwJ4cIk1bb50jGG4TxRWpdHU490/vwoSfr4uVyqdVuLv
V5HeUBdQL/OllRruGa/y86ztv/l/uIgj5ruYaffOu7mva/mm9BYHqWtiP+5FmVx3U+5+NdLmkfS7
SgM9H1ol27Ut5aBS+f1eWnOouhSKBQ3RFlZi31FvZXI5scXWFjWdgIVQs6WohlHW6jC3p7qFAWhA
8lgFUZTtUmmER7cetIdcdu7L5w9BfPRCFTnyBh48kiuddy/UwHUFJDHKl0Uq33So599Q+t/a/ZQf
TcVOLKmBDk8o46OF0zvt2YU5vxZOCy7MH8lJQpq6NfDRP33+u/74JBhnSiGzQB2FyEd/p20hpmm0
KLVjvilEuvFz0HV1B49LpVjsp7L75SdZuhGj+vn5dT94W9Y8JGaNJmVO9928wAHENVzBoCAFkZK/
57J39Ci59joy5s8vJX5PqZ/VSwiG5Cz1lAByaJr9PjIo7nbaVBLMgcCffiopjquUnJ51mtA4boD1
Ljs/VIQ1Z86VVBPacjVpX3zPxjzK3w1PCymPgrXNislu6PcfkYAcbdmcwh21DG+J6tJYJ8h7Fo5e
V5xqx2gvxkEdKOkML4XWGN8xL71VjS2Q+VAxKg0tuMQumumgLJ1rNKfQq420tO8CkmUWPkzmOSWi
GIwlBA9JCSPUAYuV+lcC1A8GjETvKpEFkNlivn9x1FJHvSBfB+y+1f6SfkhEEFvntQR2eAs1SXsS
9FdATXO2+fw9zq/p3ROUjpg3AwggpflekxNYelPoFFOWKVf+0eM/2+oIX28R6+hgS7D9f369D75Y
8kNsxCMS3SACsN/fWEaz1dADIwV4UopbtGztZcws84u7+uBDcHieJjsCSCgYJn6/CjqOMBKK7iuc
hfJOz8ySGcsPMb0W4vL5DYkPxiDricnLQzGIkPrdGByA0zLDgM2uGhEshZkmnEHG9ojfjfYV1nIw
rLqgoA/BvoQBuq1gPYvQO7FL8Y5GV/7jJ+wIphw2Bn9tuqz59/5tE1kkpR+3XQoCSxPRlgSDif5m
6n/x6f05blDmIFZh/8g0gCjo96sowx/hzFWIQZIhfMoqjnId3CjwgqZ2BfcoX3z+mP98o1xPIqRC
corw3Hg3pVoAudB0cT3LyMJNbdGDoArvbQJAHP948HApRyEE518M1Xe3FlIOTQivJeitbau9nFVI
gJKGvQxx0nx+V39+DVxDGcjpZykkkrh3TxG2FrBBRkyHN24jU9vaBp3QvrjKh+9K2SySBlIq2p6/
X8XF0BIPPTfk0VycbbPVMaMWtGwgoeLFjLvd53f14bv62/XeLUPOUOqhSw7csiOG+K60MWajJo82
wZB+JdX96FImax0LrYkxyn43nVSq9npNcGvM1e7CshyxhMJSHSHzWF8czj66FAud5MipwITa81P+
23flAwgZBJBk2qWNtQeB4+EPTcVVrjfa6vMHKP58Y2jgOVG40qGkRJLh79dKZUbXuEFPkAlD/Cjt
HDWsFbnXhW2YEeSQCnJYarUPsTHR4q4BuM7b/Ws7KL1lJIsS5GoJj61BYE5fpCnKFW4K8cUn+efg
nX8kg0ogXFPSfDfR6A37xqJlkrWHGA6V8LyNT3l58/mz+POxuwYbaZtcTzbV9ntpIwV7BNodxAZ8
dMQyEOi5L0ublM5Yll9can6qv6+FuF3g8LOhZs9LReX3p56HrZ1gPyB6O5yyeEU7xXkcXFqPo5iT
PvXEEf6yc8evdrEfvG2L/hzromuhi1XvrusptEYWm2niQnrbW2QwB6nti2aHpfbIg89vefn1gaE+
XeHo7Y5j7ORb7NYADx2E4TAnuvBhAGmj01i5FyUJRP/0JSB4tm1+JbUJqs3vfqGvmqHQG0QHFRSp
O03383OrU0EIfNJAPr/Unw9DcTBjTKH15yU476SsZRrrHObDeJloSn03jBhAIE3rYVU1Y35djsH4
xcf25zBW82adRYwJUqea9Ptbjwo6NGWBIBkfbv3g9uZ4SzIsGcef39f8u38fXGzsTIIVdIdBJt57
TQrpyRwyDlJ3Sq2HaUiRr7VUPNGVuaCzm4IOYge/d69RoV2ohPb45z/gg/ukGsNO2XKkzgF4/vO/
zV8xhl1lpBTr2EYrUDkt4TtY6O8+v8qfnysBcNQB2HeBi/nLIfb3qzBHVugRGhLaPbO7bcbuBv9D
+iwTlprPr/TR/SjMJwLfDou0/W6OHEuoTL3WIfXQFXzXIu1+OLoq7j+/ivjohhQ2BVT6VHkM593w
mPICQ07SRkuyqdp1ZDR0TuLGxbs9ehGYYBzFNjC3lQXyHQURlJ/B7l8bWbvbAnXThvY4UkEw/UsM
j1/tcz8aVAyr+QDmWvPh4fd3ipDFY9NV07wNg/pSo5haZpjnV1MNiotSP4RGw/ayDfHEKO4wRHwx
qP94BzwXRg2zMr4m3sS7eYHJsQKVj6E1irr4IdBUfHZqyOpfvIMPLmOxP6IKMfs12HD+fpsxCaI1
CzKAdFQMRJc3QbCNegjvoBKo6ttxTBhQ5CKSEcjT1mkwvVgigNqAEm+tAU1cV1riPAT0X1Z//bR/
5C79Xz2jf7eM/venHtT/D92lc1n4f3eXLqdfr0HIQvdvp+r+53/9x/wf/NtdKtx/UfmiSI6lhTRu
YzZQ/TskUhj/0pVOKYkP1lHOXyX7/xsSKf5F7Va6VDVdarj2LJD/P95Sy/2X5LTIi2eTZ1uWNP+J
t9QAGv/bXOzwi2w2ExSnObGxxbLefTajHwPBtNXcgc/JNqIhi3NN7SiaP0SZVu8590K4iwgWqEIv
X1at82KmhXsdpjoZj5qKVpX7Q7fim7AM1/6ASb+w6lNXwFzRGus85TK7kpY6OmmULdl6E1BAFcRp
A50+W77n6wROBujGr4djUtW7IhBoAGmrySgB1HmuWF81tBdRkJ+VTL/bqf5KUOLOaqq3WlN8Y+ZB
L5zbwOg2rQVW7DFQv/Lh2KnHZtJ30gPnjaEnPAn3AYHeVR3Bfi0tdAPZuPCI+EHgUpryVRU/+HUU
as4kWGQLj6YDgL7rhhBzIozXLh37sHxMumw/xsPabcm98I81uQyONRKvezclZ7ApJCYB4ZfaaxTD
zLOnfa+mK1cRG1amO03d9yDv2ftcourbRJA6laIFAdNQy9AwBwdSwM+wCCs73KJvJpZobB/9tNjy
LGfNoAqpelwZzYE8zmXjov2q5S/NR9lbtwaxcghUrOtRQyCr1feV/0JLYiE8TqV3HnowIFI7UQ6b
Uczx2N41PNi1DEhFrvRzYBW7SfchWnKoPztTvNVk9eoN/qGmM7johplq358cvb8EY7VAHLTrwvBH
XG2G+AUzwpwONCvy4bWQyQg5MfRRL2VipzptaWoXi0TfJX3/Zo97MrrxuWzgI5Y00T9cV8ZjhOSh
hVFR9NdJcwCRsMi6jkwHnZTlQAV78i5PXSxg71FHkF516yeokcU1BJl14JirpKqufbu7q9y4XZRy
3NYmwElEQ+0CPMm3AXXVwrHHGz93j2anE9tCHztzpw3dMbUcYA4UvX5bSx7yRK/YHFiiDKwS1iTe
hP7LEg1U27w7j9GjXqdbH5lr7VDl6J4KOoN7Qg44atAVJnxhUY7GQw0dFXYExcaZookoadqrpkPi
nsHSK6NlV+dkSJ3Rjr9FznBVK6iwFQK3Jt96GAdk/C0tKoJMewQd6ZFwGyIYj2NwV5X9qiQqqpUv
Y5s8EOm982lYJ/TMpd5d1yjwFrmLO6elFi5YjEOqPj8DMW2IL35qjPbOCzO8ouRqwpkio/pKjfc5
wjArlDdIxtDqJvvE0na92RO/o7+qRH4LRvEaVc9q2tUa8BsgndjVAHk+0kY6dKiy0gwUtHNHmCnZ
3SqAvM8wtLudG3s3Xpe+Bb7krdDpWlq9EIzyFvadvGqnrnlxjOpVkZ4a/PUyGuj2QHBDJBqgbJGJ
BOXBHaNvgeY9KZePRJPmW630X3hJUZW7naLGyTThhetgio6GBtK6ImnMT69Jq13rg3sztFq5SeVE
ZxTO/Abf1h2apG9KxoAZy9i5aKNpEFzq7oOchtyM5lqNruZvhiC5DI7KV6KrHlDiLREenXU92RGa
AAT321SsQymfYy/bAYaumUQQu78Kb0TLmU5kIU2LoQh+CJccRWwsBj3pZdDCIQUYRGARguul7lnT
JWnlcMs82q+EM55ExmdNOesn9pQ1WboIiGH0JE55lwfaKbR0a8+Ebm3L8aFFtjdZRndd+s6zJ9KS
sFTrLnaMhTOFIbwKZGkuis2F7tV3I0rAlAY/2LHsUhbxFkPGMrMH9+AmPQBtvyCitEIglgvN3kwB
nyatgWjdx+H32KiPmEzWJHNdQBdq4G1Pbm6N9zLVn6pkJGgvOkaOvBJZvfSsY6v5KKi68BfOktup
96w5mO9X5dESQaHjcv6Ogh24dmvdJ250qKyUsFE5XNPI0b6ZjeKcbgdEq40SsXw9k0W6Ciy1jYnP
GfmaLM07cf6rrsKyHNCOY9cqrOTkSA/+djOinixINLxCEwO3lxy9RQyqyw2B7iFm6vaGixNJL8wH
lLnpPiLaY+ZK23daJeFaVgAepaafPfTiz01Lbc0GOvlYNUW/kWNQ3DBAInRlPpGkaTgcfUvJlV9b
+c5OIIpkblGuEx9IEC1RoIij7bEqRjHV7OnsVGpTThUvD8eN1gZb39SWTGuvUu/RuyKdWrShHt/5
ZP6uq7Zy135Q5HsBCRtlzU/YnHdC03ZmqeWb0bhFhGqePEzCK6MiX6JixrrGf8Bn0yk7uwIfju8l
aLofbEYxhyUWyFGOj/6C/QhAamlkV+h36U5OXUle7ITnxr7X5FDsh8hhfhxJeBj8N3Ne/nzju5Xp
+ipwSZbryYOIi2bYJgQQWMhqUqRhixHa976BA7y22ynFAxZ/a0gc3Mge/rmjgqfEB6lHT9YfinaP
bP0ujMfsbMGYem30jJgtrY8OXgwGP0+luyyjoViNiCYXVqlcnkwitj2y6A3PnW2BbfxIoUwjMhUM
WJvjBVSma2lpUFqyxFtaNDlmHF+DQmj+v5mgW7yuSi9ZZryY+Nq3EqwFyPdgl5bufW8aFyyr/dLM
ZXlqdTYKziOlUbVFKG8uq2iYlmCRfhgRTB8g93TyUHkCrXXHXcq+a4vHyltq5XkctjrWinB685tw
zpSHapPY1dOUZT8727+hVkPUoJsyGxjJmYPQgxnWgPzHM2HNN5PmbEwz2zWyvTeqdCWQStO3eh2c
+HtOVht2kG3FYw/DZMuhc2sDmA+HjWedwFKsBLBiRVJxWEsiaCuYz6iFRQ+Kzlv2dXCYiI9fQPrc
JhBCy7E855K8ziG9+KpdJv2lrOUuyyhak4tNyO8aYxE6KTZuiJvXWsynYYniimfPDuJOsyIFmjNz
viHu6o5TRzrvHLtQgsjsxCXRNBC2aR/Nad2wYbEZKx18reXt0S9AG/aNYVMR4bdqAkhXdAZAza6b
cqKjNPUqWVswN5Ac1Z3c+Q6cSDzhYbSUlSAktzCd46zo+BFrc3yA7uXHrrJjijCNvs0LGEZgJ1gZ
AyMnbpDosZU20c6xfSLQjRS6Wdc1kP1rgxrpxMKUqXI6dshRb0Wgom3bT6QTBLE4dVUefR/DqbzN
4QzDmJjYJdXI6e8QQ+JcMckhms14poWIa+guEnLYviykvouI+3uqrGFaWL05E7pIQVyOWpbhuSrG
+2gaBf4g2R4QQsu3VNAizWGi3yhde5EI+9nNlVFz5TZOuRj8fAZolzqZvyT+bVoiCe71ttf3Jrc+
R24Bom3ZpEQdiq1EOMUO20W5zokqW04kiTLzBSY+F7BEvejTQwUwKsa4aI4b5g/T3JmFuRsSBCOd
Cp+Nuh6sjcAK/0RcWbicOsjrdL2ja+x3mHNUWuNBsrE4LaLC9R7QYqs9YbgTL3XuFRJExcyX9UuR
1toxi/FvTpEyn0xyx59TsyZMzexxaKfpxFaxGJ2XqWNjrJUCMbflQGwmd689D5kWPVcqcfeDkAAO
jT4lpi1Liu7nhBB6N3Ro2bSg+Y5fWGdCJAnP0eDfGbl7Gyq5JRGVYzABUJXtbsoKUqCugVrsZsPJ
kMIRJK3b9LWzlwFWq4ZHC5BmP/ZXxpCDXA4QiB/ZvtcEUWUTrkUN82TsfTetfpPQnFmYcXYKdXFS
ASvg6CZ7vc3vMTw9mMmEAxR+ikXgo5Xfs64ezNpdk2OGv6zCsiCBLGutgIunic0AqHpd6vkENLi+
NnBdkJGTwSTAyqGYLykoeOfEyM+FCPaqfmEM5kQX9cVa2f4joUSLIvUuNcAINoB6vc/zIDhg6ydf
0uiQkOJ4XhJI/jT1urFuO4OHD0Mbzs8PNdjEAEoSX+0xDA/RaBX3hgEcj2Qq635KwnZJ1xsyJvWF
pRUJ0LORAPwdVQ9TMqlbAGwAsv2J9kliH1JHrdrQ8Teel+SwyXBiFzEDf7aMLXSH3Kmh0A6+Y22M
Qt2O4nsO2c4smll3vfV0rPQNEFtsTFYGd94mb3KBfxkj07AdUGcj3G1WHVxPImvIwCNKygceb6W1
f6VE9xNr8+zpajIMn3q1SfA/L4XUiWTNm3DOiOGGOQP08VGf2m414LhYodJpVy37UNYJLT1mjX+g
sHPla3V7yPT2ughQFEH+d7cJ8nZMFcG2IKlLEkGDsNDGbOZBLlwndBg5qFROtmF1cM5xJ9lfGT5h
GaFpPukVU0Id2NAsRVzbGyvV5VXSZBj466S8BBhT1yhtSdciUe7IUY6PAONHujGQbW1yPbF2eNWC
gxYm2cOgaWoN+Ti4TkC+LBvc1k8m3f2trVfVtvGKkAiwaVBPmCemaxtbwUNkj8mdI1tjR0m82bQV
HL+lmyj5ZMgmOQddGZ2TTCPzJ9GCJeBbazbHEuCkR325F3qYPvUww+5nocYLwcjNj479xaGZWu2g
22Qjb9pSNA9Y3ttLC+zuoGGp/I7oFn9rF3fd1soqQsqlStWV6u3muZEGeGncL7eiDVmIutpjn4tL
Jb1vzdH8PpHyF0PKdUS2GIzSW5mqGHZthPMQbqdzLymrbghWGq5iWejHSYQcwRwGpu2k4s4zStI4
wop4WKwt+7RyyisvDuGRWnbBVB8lZqOviGixT0z60xHXNqc2V1bZU0NqO4NmhIKoVzMxTwbPGDGq
amXiaH8iu7gxNtY0GFj0kmFf+ZG1dlMYP5okWYiAjf3ghwDRVVMZt4PA28Q5tpUrIxtjHk3HwuzC
PzfcMHhMIstC4J/518rogrfWQqS7qH1wkwiTJ9h8nhN420mWcAs8Q2zIJeVk6GjFSNqVz5qgYvdQ
D52HeSNbQzEBLdhnp4BRG6phL+bqej0tqFmCGCW9b2E19n2qVdess/UC8VK1JGtqgUnjTk8DjjCx
tyIOLNyJQUuXbDEJss8m8VOlhHOaxC+XxKMuwa6mv8Y2bK66JNqHHtE8GQf0dSuR3nkamnoVP5O6
m2wN4p2JGV1HJnO2E4c3kawVLmGohEX8LcvJHseA8Vyl6RWechCTdFLuXfRwC9CQlBwyeOSpY/Tg
d6bumECwToO3iVoJJX0s1PpTG3h7sMvr3hLtwsC1vKiM6QAW01s1iXnA5Il7kjhrwrn7U24kmw69
/0JxADMLAtZH6jlud+M6xJWqqe9ILWjVihq9PT1EMF9HgiJi6kku1qe8De71sKE4YOb5ih3qnhQt
KIMVxuhe+Bz4RHE2il+NcZlydlpy6BdJlF5R9XCgPtoS8ACKB62nkuGUWL5cguqPIUk7RpnwDYXN
otb9X5HINlHq/CqGMHnIUu1cD9BynRlQo1LP2gmjZpdtcJ4C3XvhJLXnUf7UwNTRPvE0IOLNJvaH
F9uwr5nkmONpm3K3P3HdrvXi2dNwtVG8XkUe4MIMvTDxQvOhLMKI6yax3GLT5+cjvmFh0h4bv17X
acmZVBXHtpraox7bZKZRca4BG68rAlvITUo7nMUUCaXHu6sgqrsnM9n4UfSttMXFj4tXcOj9io4i
kAQtJoNTox9LtqSFRHn2EyRZvK5yYpyCgCJKORYop/IUtCOf0DI18ppkFxEx5btMLUQ9iPo+zoeT
17rsKuP8sYKWrAr3BVhLt2wyMsSFHp+JjlUtVYkGU78RT2dRwWlECkI83tn3iFxp0wYKTQSngCBH
ua7NgnKLGoFe6KdWQZZizu7XsGmPFozOhahytc4U2SJUepfwvk46daA1Dq/oheQZBqFd5k9TPryJ
vpGbaT546lUSrX3XuIob66AAaFDMeElw2p4s3z61tZZROBNQiDMb21BvDhca2M62z4uVEYzHHD9l
G6LnpmP3hjOcRcZRZ5txsHCcO1UV+aPZT5h3Euq3vdbMIGNcCEMXVQs9KHBmJIM8aVSc7qBmdmC7
gTs3dQMYf9qiXb9JM7b0CGcfR87a63JSV6bh87yydNIpyUA/R10CpR3/XO4/xLmZbDGk2EcbpSG2
D/LHUE2T8V2tq2C4Fkkq71PKi6FrahufpFdU/4GzhX/sbIx8BN2cQVhmH+/eaAFmKVjuxmQd+CWP
rIlnDf5w6rgvCvLFjvY5U2HE2kiaMnoTjFjCCpfEAOprqdH99BBSI1KHqhKHW8NL2qUN7GI9Wu5R
seMps2H8zmIl2NuD1aYUdGpjQRHV0OFH6GN13YWiuLA1gPddHyEvmquutwh16qObmERTesz+L9EF
8bqzp1d8tcbCFr57NyQEi7dxfqOZFZNkBW3AB112Y8dgQYOE/Aosl527qclGPBSykKcRUMYl14xw
VwsVbkISDBbYt5BAIfZi4bpObA9Ha2E/mm287UeXRCmnKK5ZeLZZqaudIEHx0kjQKRlzsCOji7DT
O5fk4LEzf3bF9NeqxBvxxhIXKDY3pDTxKovKB0nWy863mFHHZqNbHCJQozZt+Wja30NURhd/0M1L
0O6BcKwc4waeMTEqLxp1OHKCYFAIG8eJwLS44ORl3Y3GGG/dZuruofjnhJYM7SUCCoxtMN5XRMCd
ZdDC14ncb61bsjEM8bNTEqPMzsTbZvORiXhWFJAE4tLB5k6H4hTpWC+Vxx+2RhAfA/j+mX7pDDkc
Io1k6QqTMCyHtdFpFEpLKAm5RceWDyKyCWJstDFho0JRti33sfL2utDOvR8uOkwZhYurPXyYyWuI
cIwdXKNoLWWDcYcDMWXXJ921a7A/gVxYqSOXNeaJ2dNJ3oq1I82QvEXLJT6V076Z7iqcjENB0ln9
HJdNtpBlLo/ZzErxwtbaZRb5HiRCdw95U9dYAVMJRW5kHYyKN6LYV0Mel2toCQGNkina2AZ+Q4rc
mjzoMZ0JTzo6SPn01fCdY1xmp8H2Qd+38XNFlt2xa+3qEMf9Pk39YhfpJDa0HvibRVokK3oW6Fuh
Vf5y9aTZ9kZ7SubHrqV8JWZdHrowadZixGdmmDzL6ocSHlhezRs8uCP9qXcZ5KHnHGjTVJvUtQjw
hTh2SEX92tJdvI88gtoz5G2+dQDbTwh1pm0w4rIi+arHvdWySGaNLlYDjGFs2/IlLuDuxKoz7wu3
v2cYXLepHa4K0//F7sc4wS06mL0tj4PUjn4XpUvdpwSsxp44TBPvfDd4oBhiHXsUftJW6/d+YWZL
Y+IAmafmOY6Ga8MRF9v3n7QW23ZqpYQN+BGxb8Yh9cNsUZXsBZIUj3nUH6zUxhFhKJBSbG1heHCU
HehGW4lcp2kE7qlXCzM6B+3BSXdOfJ/FZxQJF46puA+Jhhwdm7XfTjYOsJwM1QJBFfjhq9xYpZx+
qRlu3KI6Awy6dJa4aTXqmXCk1k01kWUt1QUX1QC2fxg2KvmluQvsUz3UhpzgoQGrMnbFnak310MT
3ck5rUy2/UXgJaz6fETzN161MW2jUicTNmSmD0MMcmHjLyP+wsVpIUPFdgPhW+KtS8wRm/p30Mpv
bLV3Dmmus29zo43unSqjUzaGl8Zrf2bkPJ7cmmjZME+LteHL/jJq/rEaOcFhh39qfAkDushZuK9I
aL9RPlDsgWlrUgfNHHdZY0WrSdVbG5Fxr2q14vGHS9ED6SrHm87VLwVrXq8/wJ9iewdqI+23aVwT
lZmAl6/qO17rgo1SuvQ6Nkm1p67HeP6AFTMz5mAg8/HFyifyxzBI8DZ9n4IYsBWi4L3gpxH4Z5Fx
6jV0gwJwku99qZ4cls0FyuErp9JXrn9tz/V5oT21gIDW+hhduhy7r2vy8bdRPl1CwSeFl8sjW8SR
e2oqz6rMb/KOexkGtc9amlH+tpzgSAUo5lOpvmEFX7SM6d6M6Xm2Pztiz+FrrSq5SewrpZC928Fs
qTuXXrm0y2CTcGosWr578S0xxLBM7R994MHB12GZ9uspWwOpvB+rs51pZ2toD/SDl66uQbdyLmHo
HckEIvE0iyK2gOEyRbCxJhivv8PW32yt3HDJ5S4pv9kclRN9ulM0du/LepB3ILWQSGCqujfznviY
WvoeYTFSz4n35esAzcdRDd2CDxP7gHa/X5mM4ojzBxVqCzR+2WgLMWl7KBz+rhTuL0Vs7RKKGQ5P
YwJskwcs3Oi3FhFZJ3ackmYGOx3qjosig0NQ0RKnUKbRSnXtBU4XOyrw9ewDE+Iwcu0mbquDlvg3
VYSEw7UugZbEB5DsW4SvQAVUc8R5Qy6gpfUbKHxPmEEvYxXvhY+pvkgGZ035zlkATm6XUZ10PJ/h
CGDGeYCk8QaKtl+MDudO0CYBm3J15zADrsK8ocgFKX2rmVZx1IyGvBuo8N10mxrw0Dip3HTwI26C
JqCBpjTuCVR7c2UojexIEqDi5jKVBBfjsMCLuW3G18YjakHeZrm3a9MOU33COa6iI5yQiFEbW0z1
CKyKhdEoznM/iQ7asK3fNW7MzMLUtQ8jkqfabouGfBNSbiv9ki43bHJgrLmowO/oq16eIkF8SH5s
MhI9rHs7ri9Ao05+UF6FhrYa8IA6Zl/Mb836psysXrd1TP5aGxuPWmMD6rJ9zjKw3LCbTi13hzBv
E9r3gT8u4+rRSsaNJ+MrCDUbv9oTe5sMJ0wdW8t/JYXlCtALHlQWEhypLLELmbwZZK91FWKuWAHJ
Cp/tZtiYzWtgEdZUPCdR9eKN2rXez9oCc+V3M1aNChCKlao5JTGp0uELrrllwXEzYhomThv/5rrB
OZVSlElswhThY2I7x1ujluwBDzjMCFnSk1UJT+a+KPOWLj6VuxhR/BzYo+8nAoSBWhS2fhsljn9X
+XV5nRHXtyxwouzrSlOAg5SxNExSlZFSEcDSMqK1lnloWdVY8unUE+ReUlqg/4gD4hgTxDZrCbhV
9HjnomghFppZv206oEJ5mlmPhLhweBtqpvrIoJ6oKiteD7DfMeSKb9LhC5bF2FC4Tfy32nL8vR4z
RZO2lD+1oulG9qsBEbGRW9yCYLSXUxJdiCdwF3EYYa6PLHc8gAMBmmUA+WM7cD+wqV/6WbIyRU0j
D8Ch8naQmu6iSntwGmBGlFK/kZe+JkSGrlfCJIqT+KbWLZfF6pGGeb7NR2sOE8gA1HFMyEJtiRGG
lAyG8wE4cbki4PHVIJWNZt0jYsw9Ga9vPdrNpsbF3iBQb/DisWW5bVyXGE/qusUgL8qhlqt7Jina
fC21QjVW0PkqvGdm+ZA8lJaasLlCZLLoJG1Ax+vhLel8LX2wK+hiWEbeLzSzuRn7gVil/H+YO48l
yY1kXb/KeQGMQYttJpCqZGuxgXWT1dBa4+nvF825NpUonIT1rM6GRrKNjIxAhEe4+y+y53poT7Oj
PQap/oQ8z3dJNd5rg3SJtRb2dX2MjaGmRjAkfMpZOgVJ/Iy5i8W7MPgwyvEl09qvOrercE3jBtdD
41Sm0oH66LBz9PBDNWKNK8PZlqhKF5q2H0b6jR1tGiV58H3cESKr+2kkv2oF+0CZx/2eLBUkCSVe
Dd2eHZnorzaknuUPXG2oPIFeKF0gXikaeDxOcfXE+TR81LXund22NF1m/6iNyffOSWJkW8qXzg9/
anLB8xoRy3pUc6RipRME7XY3hOMpl5SjplcHaw4uWIZQRDIKOtrBHVqUn3kYPmoKSlDoKj2PMsTy
cHoERrebfAPRySy7jzWu00KzOX11QI1AxGQFYSwUOPxhmnZ5Q4UEAQ95B730azlbRzvsL4o+ioai
vytzx5VBBx5Lg5TFb79PZfYU+w13vx1+kEM8FCqEAszef9/BwZBT9TsOjWe97Z7aPD4E1Cr8sPyl
6pJ8CFTnoxCAGJrq0KJMgcyU7OpddbRxujxZUz4d2mzUvDlWEXQE5r4bUv1x5KXYZtpznzVnE0ov
0iXBDyWkOSOb0ndE8PCMaJRfsYIPRx7/7npTRLZxJBuVJ98ZH1U5eJIG3zWbFkG95inv64NkTe8t
56fTHaJUfqRdiFJNm3jIZGO66+DWiIteS+6TyP0pjaMXg3YoyvjCpjOWUZ5Tha+g8oA4605vKLHg
8RlTXBuV9P3UfbCt8xSpJzvP3o3ZBzWR3LY1BRQA945ZNuo9SSppm5+cA2e8qyYLTZRBReUiRKkA
VdM7a25Sr1L8p1j4QCPzgBkUKpv7gsyWijKPW7ltxkOJl3lsoVNWJWTuDiJnspDNDzLzb2nO7oF+
fDC6yJNmBUe8rtd2MtW6tsEXV4oniArUzVFAifdK0CIjOl0QVvk7qNuL6Sjvaa25Vmw/UOO4kK5O
9MPoa5Jf7gqzLvZBn1lHrZpwhy2OU4kzjNOgbRTXihu3nXoUkP5dJPUlW44OJM8wiGhFf9/Z8t96
jMqlrn2qyuynb2V3k9O/4A35tyT5R7nzA7Qpub7Vrv6rteN3khAH4W59/9vnDIvdqETJSMViEv9j
BVbJ2KEBFf6Sod16uvWCqMon9H4eG2USFa9MfazT6h59D5zEZnmfoQRT9k62dwriaAeHEsUTSJIj
EJcyTr/yyD3LVf0j7cKvePVq9CGsu3FQPk999SunkYsKTyZR/pY+yhxthQLUcZ5eZqNBvKMgSgaq
sIMyf1A+rkAjYe8ShdUzd/FFtadn2w7RfNOPApVhpcqBpv7g6hl477lLcFTmi6JLeB/n2RMlOwvR
A0j4zlDeS4hICgkE4OjK9AszNY48L9V2sDs3lenMpk3p4lhzXzclIhxUzHaN2mKB26BOanVU8Ap0
9+yqlxF6YaRKGS8YtuKUolO5BZuigJ91nuBCyPd+EoZYImTZp8ZM94Uq/ZzbFkBU+LGTrKOCb/ve
6uPQ0xI7vItCwTEt6YoFqlawH5W7nMbDvq6CYt/WJfVuzirXA/avYHuOtYldl69Gv4zY+TDhOeWm
sUrdLjs6Qf+9NTvX1u/zkhbMVLPQYRy5FvKtOaqDOnlCeCj1yd/pJZAM0/js4FxEk9SgytH03tRj
hT3l4Q/0FT8Zox7e5aOjuomaGj81Sf6FBCMxVfkxDORZWVl+UyPk8aYRJQ01EA2pn22jfitkHEvp
nMYtVi+cBdBEyEn2X2cHmMSQ8ojCiPfeH+HEx9EZWZZnPted5ABFo6X0HKe6WyLfV6r0JFIwDynm
w1P41DUPToj95efIinW3Nc1zrJYXNG5OVdW/t9O0PMslR8tQ/I9GawKO6ADBTJDEK2e4mNr41Ygr
U9hlWi4d3A9ziV27k90pY//YRijFqSwhBpBWWB90KmK7ITOlY4uxoBRo3/ziXY18Lg26+SBpPlT5
jn5WFr6vqE1TktvpofNOAdfYBuMXrLa/V3OoHdsh/tBIWM0DOPStF41nQ0OTdzDQh+S9jwWyNBzL
5DwZyLpFdF2T9EEcC3zh0nDeB/Gnjr6e072PqAcM+By6U01eK9PkKOPdTEVEm4AaTtSM2ixSLxiq
yxd7SO5DC0iYLXufQtyVngzRYQeMFiTvKtTLPkYVsjm1zESBpMoXdWqjFyvJ51MGY/sFLQK8KcM+
/zADf/ylhTY3jNoelISbKBui8DHKjAFLY9SxabVO7ZcEkNYjKNrsiMIWGqZzF99NUmufp7nSDnaY
N/cTT6D7zEjCnxgM1lzp5K2aX5ukTqN8yHy5PkkQBnAaS/yvgxn8gNr6gHfjD6uil6SiuUuvpaXR
I1mqBxywvO/DuX5I4zB5tLRMPitN/7nJWUbZpwrqaVL+2SoT9FdVtdMuCqa6NDSTv+sAU6scvEIg
HWZFiDWbbojdXdGEX9DFBsRmfm4iEKZKlFciiXq2chXD5Zz4ptFc/1hhdPZOeDea2g+M/VCTiKxd
0skP2Fc9Cxv3oPNPEgWIE3Uk6UhHOfMqBEFOUd8+V5H1vg7t6P2AAzfMEPBS+O1daoDS6Ks22Pqm
3WNhKl+jqL0r1L/iTkatlgyEzgyK4kNLPz5OjsmEDig9Kl+OvtrywwB5oB/uFTM4WPRcAvO5sPoT
TfFdxcPOUl6kgd5iKJ3iTkLLoPqODduMcWUcfebc7qkHO4CF5u8ISk+HTqLaFyDhHKoNEBp7mn9g
InvXykBODbMw0arA8xmvtgsSlB6VkscgLs9ozwBhCgAMqtGX2vFbkb1URBU0t+LG00eeTXEOHEt6
LpDUrwl8agQd4ozA8XNl6f3BjjpPS2X/KzI12UEreFijGDQiWuGOc/ElzNHmje6KaHoXi2ISUmK+
N0h2c54ahwx3FG7g/Ye0c+59JFXxNnZyFzGr8azOceAFMeLINbh/nCRC59mXJfszlcHwoM0O7/4y
RABtkA99LvoA4NaSMgEKivODi5a+pyTizVKjkFzZXK3paFq7NB32tRE+BMl86Efly9zWdzheHlDj
OkZTAFg5dv52VEIk5RXpm6WMyn4KjeAhNhE7tKUZe5LhCKf7mEiooUoRHKYoHnveWeqAUu7oAw3z
/w7xL+tacK6S0z/go3hvtS9RIwPM0Xki6cY07xGo/sGVy9EZQL8V41c0Rr0iB+Jqc6XTKk92g4Pd
I6rHbpohYhr/VZf4klPqexiw2Nh1/IMBZHRn8MhOy7pFIaWh4pqmMYFksL1IK8NHkHQ7YrNDJ8Ki
MtoVXuAEH6c2KDwbIb4XnBpyV6behsF0eaH9/1BH8mc63OG+09MBxLWRTTi9Nxm/gjbtn3MsbrIn
rngW/ysb4/8ixwLO0v/OsThE+dLBy+I/+IdjoSn/MkAD4OCFhwVcWxtq0D8cC1X+l4HFkCAsWdhO
2Drsi39zLCwZ+gVGM+h4KL9tuviP/s2xMJx/oQUED86GZKGpsqb8CcdiSbCQUSWhogslCUYd3nSC
5PeKa6Zp2Jg4uRF6wEg7uiipPVx454WfnEJrz68W5fkfCt3/5F2G/3veYsd1rZ0A9VQVjBHY0zqs
EeQttOuxYiNIE7LHyJMRbv4JH7UxqXubaFZmqJzuDYmm04xyORDzPP0zw4h/D26aJsxNHTUswXR5
PVH0kNs4h3XEPSBFd7mUgFR0Ks3VUahF0o2hW9vPLuaAAOPtaf+WkfkPofDfQ9sw0qAJ6/yCBf8N
jKAEJlYLvVKLYGNISuRN9SQdUYYcHqF780wwRyD0+OqGxykD5h+Akz6rRSLIwwOogo0fJFhYb36Q
I6PcKYis/LLrtUBLVE5oFoYe8bu/T/WCVlNstCe25Hzw56r4lTkolNCC6DAKjpLkoBqJ886mYnC/
8VPEsi9+Cto4horPDNsP6Pj1T5l9pc7ICoFWTlL8EOe0mvfkGhhDyiG9yo6W+rM0kKcfaBQX3xx8
IX+1WhSYO6D0oPkt0tB7YD6y48ZgTvKtpRIEo+Xvsx2ko3QTA5o3nNMROSWgs2CqK3uI3utyP1Jk
E0CF2ja8Ose7FuWa+g5h7PwAyC1yyRiaDUmzhYrU7w0Ej/23oQvMQYLF9SLZEjm179vYPej1iMhg
qbvaXKePUC+kM3L6ljsZASLMU1An90mY8EIbzbz/YZlgcW9/sLfxwsKKyVBhF1Nsgzd+/VMgkXVO
3gSJlzex+ncNWfQAHLs9tsAqj7eHuuYX/3vW/xnKWMy69EMfRUjsm1W5giwwgZ68VJLvf+cKm547
cKSH2wOu7EWxuoRqXA0d67d+1qtYGClOLKVlE3taCBa40ar8TtdzbSMKitO+2FEcFMjFFoKAXAwL
xZPcyFRJbmV21EAjuU2Qqptng0yJygWmHMYPK9Gtja+mrHw2BnVEeZgQpGiLtYylSYpGkP6emaXZ
ocuS6TluCIZZKrXfdZ40B6Mc6QwiH0TiP1PzHQIOEymm9YyztHpU2pjiqgrI7NPcj1TTby/9299H
AEAYCP0ACNfyUu+LOJVW2DCkXlO0FF5Qk+UpHg1UZ3R/Y6i328qWkfoybI2LAIb2IuIUBLqhLnTx
lY1+L5UR5Ux+2MegSnt8M6xgQ3ZmbWpojMH9dSzmaIg/f7WrsrGYGySF4HDrNFAwsTBgUcnj2Sxl
x/vzVcSgTGduXLQ8HK6HwoeBKIp0q8c7EtxNTdddi8P0MA7jlqTewohTnE4bhQ0UkHigaMAsFpda
ojdWJIc4TqiJA5g106XpUvRAuGHE+9ioDCjr7OwuQAi5qCfQLXr5EEg0sXxap7+qTOm+gEhwyMam
4WvaqHQjsKQ1PZ30d0NG8e2JY+9j3Waq/GqViHK9LNagKg7Au8TzS6U4DC2Jg9IF6YHwprmyQGe3
OVC+299ifVAWSHPQOkSH5HpQgGfYkIKs9KKmoH2BUYz9zuBQnWppzn/Rrg9R7dWkn7dHXdtsWJj9
/1GXNPPKVmcUh4Q+tdPqdwJCmIapeZLm0d44Rm+DJYuKPhS7DFnF396zr7e1bU6J4vMXTytinUvQ
0R9ifbbvbs9nJXBdD7NYxoEGcq0gZu0lPmDEsIK6FGhgl3FZUTxbA9KBvUYB58XupC9CugHb6FFI
NlhIf17kMKneSWPuu8XQlfcUTKzn2z9wLZqgtsGdCA8aLbcF4b2HqjnhmAwMi8ftSetG2kWtbX7o
Qqf4Mgy43N8ebyGk98+5w+rS0AB2I9uwtIAs5LI151xJPMC31s8WEvfL1Fuin4m+lQmPxhm+tn2Y
P+eDYdOtwW3uHCoR7eDUSWZgAaov/8CJCbijGelGs3HTrK0H1H9VnB0EvZbusEPgsNXCHkG0rh0+
TPMgSTujqKTPBNvkLjen4o+vU5tnrGWiLGjYQl/2+px1Q6tZgzVmXhwowHMyhfsjgubypbX4O9yf
xhoPi9x5d/s7iH13fYvbaHcJNTZF6JaJpO719k9CBaO5rM28hE1HJWHyvWpUi4Nc28WToQAcnVUl
RWQsGHdFYCkb22DlnDM8ucTvsIaQ9/XwKuyoDOPTzFPtHAlpR0ZBv4TnC6Bm3Ahka0PBe2bHKdgu
c7NcD2UUvIvTduBqtgrJbYq+uYvbxqL0PLTBRlBZCZoKToJcJyj3okyw+JiU+E1U7ZPUc3y683au
2Ick1Q2QO6pCMdAfj11HV+v2p1yZoEHma+mGAcQQeur1BHuA6D5lrcAL6y583/iW74LMnu7AMdWH
20OJz7LYNXhgs5YI5iA6+UYewzYCZYBB4fldrMEbAuvhp2rnGmHY7lKyHDca2+wMwfXXnw+Mffjv
d48QYXy7XQefUC652LWOX1Nc5L7moYr3gYAWNV2HY7dtJ5/E63crhVqJCLwUZEuoXQr5k8Xyprpe
60VUBp4E+PAJzbtfc4MAL8LzdAULbfBuz3RtOEajqEE04Cm/CMik2eQoviK5kOkoDCqT9SWZ5/Jz
Febpe5Sv1I2VXR0P6QxZUcjwueuvd09lSpWmSoPklmPb4K4M7qHReV0GvaB4Z+1GLvh2BznCBl6T
GUx8T/FzXr0m4TGDRun60Jt92JRkv+2lTWi0zqncHaWwfk6AxmJEXG0s629x4Outy8AWym3oS6GE
Jy+KN1GW4P/gyKHXKLFKgTTNQEcBNR2PVjw67wptzHNvDDjVOxubB5RNG2lK7krQhGe8YGqgj4ZM
wVkeg25Xw6P/Oy38ugCWFjufLXgYT7jd0Q2yDH2g/xW09PXDKpeFb4IhP0+A9tDiwFRDcqNAk7/j
2wViqwonKsOlE+gbkWjl4QE8Gx9rQiysSISLrhe61jsYyDMwz6oFupuWY4kcrV6CLRpjN7Fh3Pcz
lV1Yx6mLd4/Gv5MyquV6elDTStlLSTbdiQ6LJ6nSlkTVSkWA38YeN1SuHiLm4tep0RBHAzYBHmRS
dd8as/q+UOhTJKpinDCJpKWjYjOAARjI9GHojlM3SuDbAPLfPm5vg6djUs+jmASUGUm2xfbPNGXS
w8hAWknBKQSFlXzfwoA7Zz0UyNtDrX0SUxXVUKasGdRkrj9J47QA5lHn9Rp6pM1OmbT6gjgLfpoQ
qBSw8y0N00YgSCp4lH9JUggtbhgH2zXN2b6YVYsU/pzRYcAC4oAMQxFt7Jq395cQUzS5S0xkg1FG
u/6F+EqmYdkGoUdLTEWmTE1o7Eb1PUB721PxItnBM956C6wOKlaF17hFFW0xaNDYPaBBP/C6kbNJ
yawMTyhtgbKpEcf7Cmyasir0x40vL+L2IiBQxP3PsIu4bkryMMKTIMjR1jmntkYPowb+cvujr00O
BCdvO4Ubk0TtekUD0FRh2RB2okIzz8YMMaxLht6z/dCgu4PCyjjK5cZnXEgmi0c24qX0mdFMJMPB
1vh6VBUvmlQp9NBTcjSa0zxIEPrvUtc0pPm9A1D9YIunfZKDKobsg2ADCfLWdhffbbnAxB3KRBYt
AqQzr3+EU/okLuJHFFGmPen6GJxwbK0fzbRt3/Fp+y9WPYQXg0hzboFBnDHBKO6HJJdotKvqg2FM
+ZanxNtnL6YHCpJQPLgNDeXy69+kmGSYtUXhiId46TVjnYMZsIZDNNrYaqG3ed/GWXZsIxpWHWVZ
9/ZuWCmlM75GNVfoQeFtIa7HV9dfp4xBL/mM35hVc+hJsA8ZRMh7pw6H/Syp410B7E7eB0oa/2yQ
NX4AgW3V7uyHOgWGUtu4jtfCH0LCvDM0JLSoqF//HgVfq76qMfVDcWM6KWjiHMbA/mwHsKNvT311
5dmVvyuTGvfS9UhkeBkmuiMHIUmM01Tr+reeStqxdHAzhmMC/RTKvXZSciV89PtR/XZ7/JWHB10i
1BdVRJbQj1vOVIMBBLKY0KZT/Zsq/0XL8+7jWA/didZtfFaB+++HGmWn2wOvxRkDATxSSgRdSXmu
J57N4Wghp8LAcilAPk56B1t7y6FELN/ysNGLQypddOkwR7gexcRijEIHvpqdoHBFMvIAYWPUrlNY
wUetBhtze1Zrcc0QJ4lCugIfX/z5q40szY2AIDHeHKnTxZhrmPS5XyFkVlY0w3nbpAc5w6xlYxut
jWuyipopGwbl58VqonAzy3EoRTCipujYqxbyK5P8ZA7RL02KMP8wtV+3Z7q2cbgldJvskcmaiwge
YuYmvOgjr8aa0XXmquWNOlkdbHnF/AKmtqfJlTrPDR5ZW4dm7Xia4sFMTRSt9uV9HFnwsC0niRBI
yzO3ywrNRZI3POE9oW9EgrUN9HqoxXWY5+mY9V0GUlEoQdlmjYc4Iu5AgvL20CCIvBEKVz8kqYyD
+LBFe3n5IW0+oqOgauenvIPr2bYfSl+FNzrC+4mQZt1lUzocb3/LtfVkKHojPD3ZQovwq6O7P8D9
j7wZ8roA70WYM9nagRx92Nioa8eesEpM1ZAnRAzu+oAkEOodnk00BimxITZAZ3Iqg9i7PaGFJ8o/
Nz0yqtSGEcuhgLfYnUkLTU5nCZF2iOrLpNb+gc61gDhFVXkCsHTfy8jhKRbodksHYOhUZfsLHZju
qDZVdeIRCAWlhxScSAr9KXQCXB3DGc9SjXIjBK99cvqAdOotFS1VY/HQs7CqS3D6jL0ZbhhiPlDd
ytrQwCAjEY6m4QzO09Q+bKyQeMEvIiPQAJRDTSpenKPFC38arSJPaixvM1hp9wC5vmhtNH+e4Gvj
RMkOV7oqPdXoee7tuT33pjpsNIlX5k2rGtCArgF5oBF6vRWkpk3xzaZ/rkZ55+nyiKb0WEcnR5N0
JIisCEmjYtxY7LUUiyKNSoUNsAKsZfGrXkXoBqWlIKzJNsrero94F2coslshZI05F0bcGKyAXcvg
57b9o6TkQkamiuIDnsjQj29/hJVzx2/Bt4CqKrFsmfl0CPOOiKTgvG4G8gEnvOkJ73DN1bSp32hX
iQ2//NxC1ZNCGG1CiBLX0w6CVHVSPNw8pU0U/ZL5bfhNy8xM+D3KyjEPwuQl1qzmGAZwx/ZDXtfn
25Nd+9yUAPlwPPF0XV9GNr0M2rErQo/Wk36Xd4V2HswuOsMp+VUhsQfeu+8Ot8dcid5UxZg2D25V
fQPRUEbSY1CMdGuUKDlqcdCfUaO1zxD00lNXJuHn2+OtXIoOt78MJZOb0V5WU6xR98vcQFkgAr/g
4TuTH8wWPQE4Xn91KPPcJ7Ocb9wYK5uIu4IDRFmMR7Sz2NCOIY3xmNNK4TKeYHcPxjHV5OigjUby
7vb03iwnCYvMhU+H27DQA14MVdFnm8niEy+WwI6ToTVHuSBa5rqE1pUvVxtTe3tY2apcTGhMU7+F
K714vsGuVjMM6iUIZh0UC2UwPF+Cqb8r5aRCyU2Zzq1sOR7UZ+WQdHnxEV4WmFBoWhvnZ2XqNLJV
metRV2k4LoJVM6CJIrdUqTA6x4ROxrIG8Te4WXZRb9kKvrkjxazRCXe4jCkFLc1o4oqoFaBN52ay
DyYe2v1k7qcSkPtG/FmdFPil3wMhuy/+/FUsDJCeISnDPSFOoIlNAURRKTd6GucAFkNIuPvb++ft
tUyGw1ZlkyIcblFuvB6wkJW2m4RYit7V5dGocUSrhzp6ABkXvlQNHdxYjfW7UR7Hb+DG2ic9HPVv
mVwah6DpwY/nDsJTQQQFtLLzb1Vu1fcJxpcvfV93G5v9zVkWv5UHEe1wOkHqMl45wZg6QtkIiv2Y
X1RJC3/Ovdx9U5IgwNEFIZZvBX6tHhzNLb+QN0daDK3JdB6J1iRJi21vZFU/5DYNC7ltpzN+supH
VIeNQ+3EW/fhyl4DbciLTMVNl/7eYgugupyYA9qWdFKn4NKl8binyh59vv3h10ahm/W7l4d5pbG4
fWZ/KEDcxJJr+2pxJlno7rqy3OrNr4xCk4kGDPLSHKClU0Ws+FpBgdl3x0zX7qoqh5bdG1sFnLVR
fletyNplbu7FXCIHBI1tQdqCjG6f8gqnYhvhoI28Y2ULkFqRHztk50xnMYrUgQJHYU70rKLsHISt
doCXmLoghbdsRN4MRTkc/KLochggGoTu9+soYJaWnVETQlB0Gmtv1LXoSxLOOWW4LPjr9j4Q/6ur
V4iQHec8yVRRNVpmi6EGHfBzGuDiHNSxckHaw/dqjKx5kCvmvkEN4wly4MdsaFX39sArc0TanASH
dJ9DrS9uLtgNSYsbnu8OiR09pRi4u3rZ2chxqPbGO2dlKJMHlrBK4mTxrr9ezjKQAztoFAdx5BHA
TNujq2OQGd91TpxM3u15rSwo/T0af0D38IFbwgZ6E8C7EQ5o/Iw5GiFVbI93tQ+GZyc1jfUDJdny
iwHzVMDE8X6+PfjaTCkboVQig7R5gxVJYByXmYKEV93a3yOfomUWZBNnHHzK7ZHWponHN4U9LmEh
QH+9prMWQ5QdJsCgo2oiz9uOk0uRLnyvd3Ng72EK60hsOPmXwC/jjYxhbZb4KwACoRhIsrIYOzJ6
KXZ6U+D7SQBQdrM8rW8NSM7hFp7vTWgxZVJ+itR09unLO9r1NH2Apxoqso6LGohyHuW5v3SS2WxM
6M2tL1pMwE41Kgy6Bm/0ehR7VAI0LTUhB5blFzOdgv04afkjaC31FIyN+efbxOLRD4oYhVXIKosr
xgBRUBf41rhZBEPbCkFi0i2XTvAmjI17Zm1qIO5BydElfouUS4ZIDWWpQ+eYWvOlLSDxI1eDEkGB
xZHq6kPbR6fbW3NhP0epgeV0eB/w2bhC+fvr5URFi9yOuOpaLeUgvHIKnGPSKVW8Ygr695liDpDO
0gl390qzayiHEpJizqygRI/Wm2MWmmfCOvl0+3etbFt+lrAHISmg2bkIQ71Uaw3zt7nYw/y7zBXf
u0HQT8fJHufnPx4LDIBYd2rJwqrlegmMQvenMUdpLEoKcAcF1J4szxDC1TL1cHuolUjwG/XHixBU
qQpL4uqyqkMLG+8WKbcaFvAhFApoxHAFG1YZbdlQq/vPdje/a5yseLk98sqCMjK3lkoQELH2emQ8
z5GdnZjkHLfKrurR/S4B/aKb31dbe0os2OKexLxWIAEYj3fAYpbIceiGGgjFvgyQZaU3yhnB8uGY
oDt4RhsrO0xa7x8rHTCmakGYDhw9//N7DDcuIhHZDoXeJcA1npWQpqciFPuBPfXzoF/SXFFcI+/1
r7eXdu2jAp+hTkeeZwLWvl7aYHAGpBEr21V1S3rqowmaMt1nBKZj9FLj2CC3haulxwjvbaRAa1/V
AGlmQ1/hmCyJMrXaAjRzatv1s/Ilm60BeXRGptEyb5S7Vkfi5QNcGPABJdDrSVa6U01B19o8PBCn
nFGzO/VJ8dMcBmfjy72NgqAA8MjjrUPvAy+v65EGgHmw/dG8j/FyRtnJyl1jqHV0+QvzHkeodGO8
tzNjPN0CK0NujN24+Lyv0sjOLJIJp1bLbYfmpfbt9NR30dNY6ePx9j5ZG4jCCih7MBzQShahFily
y2hLA8lxkDAnOSCm5kIfvrK2LpLVkci9fh92mU7D9ZTyydGgRyJHa6YK4jqRgRx4lY2iLib9F5Pi
ziLlt3guOsveK1Jv8YSOEVRZCItneg0J8EZo7FGLOMGfrx8PUnEhcB9TxLmeFaQsURctTVfz4xDb
Qj3EVEtqADOopvfHQ0EqIBtTeQzTDlvsiVKqKDvPqekaFf2EXdf5yqlU8+IJ2Z7h5+2xVva7KLrR
0RfTApJ2Pa0OVjLKCrmJeIL1Fejs+NQHCnYfklAgBXJyuj3c21ca6FCwfsxLtC6Nxd5IrRwJMGUw
oa82vofmBr5BVhr9acGJwM+n+geZxclaTMohhZ0oQZuUH2haZo0vMCd1c/bjtjhBg6CXcXtaIgW6
vnOuB1xMC0oMOjw6+1BJUE1QdHR1KXJUiIvN+mM0aJHXOHm5sZbixC4HBQJhwc7hboUaef3pYOL6
IwZqptvlmfngOKPktfqUnuwxjA6IE2DIPI/WGRaSfs7yafh8e85rOweiJnUPnhK4Ui1iMmlgh06C
brrSOAtFDsxFC73NDhlf9QTmV9kA14iP9ma6NnwdCgdkwUu31KHoOXnaxAGUa+Nb7LeSiQD9YFzs
zC62qnurg+ENB4RLNNqXZcSKBDXRGiY35ik9nSEYz5jATCdglPGftr3ZrJwJix4aFnEQXK8/Y251
eEzNWKUMKBbDPtJU8WBoXDm16/dc4CgfVcV/cc0J+o24eLh3KJdeD9oGUt/YMSekmprkRK+odZ0x
QOlqrJV938Z/ZkssNiiTZBjMSfEOY+Tr8XSb2KxGTLJss/LQm1YF9lGXzo5chBv57tvCtxhLEKco
AFOdWcYY/LJT6qJsFFOXnHHfK10K672f/YsOpPnRsirp01jzMJKBbZxGpcZhL8K8eCLD2Lg01sId
m4efA/jN5lFxPW3y1cTve41pl1NMxxZtvsIKtY3X0Vr0MTgTAvdI2rK0YJWqJgQt0RvoRga2S0aV
7JJQ67GgmvqD6Ru920S5tXH1iktoeRwpnVC54LVNZX+xg/QKGTzDN8nlS6wZ9FgFoY661wFhZWnf
TkgzB0jJn50QQ5I/Dzwik7BA2oFKXPZ8p4y7sa40wzXsMENVO6+Qipoi6jZ0mXvkKKgy/plf5z/7
lxSVpi+5mskGu/6QeCdJWGhMhgviKDhMKtKfSBXLG6ystajzepTFveWDzI7woaHEh5mBN0lNv2t7
Z95HQb8F7lkbivI8QAIeGir9vesJDVol23OkGJTJNbBgsj9jxQLgPy+NyLv9vd5CB1kvGM1kncQ3
qCli/756484jMnk23iRubYad7I6jcHYIDN/+ikJ9Hp/jJFSPWac4mHxjPfDomwPIjUGIld/+JWvH
kUYYfHshFMAT4fqHRLnWFYpCCdXQoEz0bWth4WPPX26PsnYviycizVNg0jxNr0epM98PHDkw3aIt
VX2X9qZ/B80ONaqhHTBs0Kuw+4nafZpjQ+g3lxGN3WLjBSTGWJ5O3gWC1A/FHgGj69/AvZiWyZyY
bupIuZu343wwrX6oXYBX5REXHXSazFzL/oujCU7oH0kD8MiLBdZio2gDm3L4OKLJVdNY2mPPU1G5
6jV0zVQfqfLbi732CgGaBq5Y5v4EAnI90bxQx8hEqd7NC9l8bmRJ3g0FcTxAgcprI6ifGwOu7SEB
K4ZFZhB8fm/2V5tZknq/q6PWdElz4/2kB8Xj4Iz+99vTWjuemOKa4InAL/MNr6dVpYFuoYhjuoAa
tX2qB7bXp2jh20XifLw91NoKUrHEoBYzXBCbiwKCpqLJ3A8EcjP0YeQakgoPV8KapQTBX4/ZtHEn
vgWsEg5eD6hez61QUTqDfWa4bZX0d9jtOa7W6Tixd3aK6iDq07ozJAdZaewHjO++20NteqbjI3OI
0NLx9uzXfg33s7AgppEDZH9xWs1aqnPHJNmaq7z6HoGSRYqwLrGhiSQjeykG1JW8EHMUKFeJkkns
4ii7R7ZCohCRS/icTDPaexu7bOX74/Aq5B/EG1TRl2uEXZNij7ztJ6iN3thSC21r834aC2sjOq/s
56uRFgcIFSvVN2tGQvjwS1kn+XGcJXMjVVmfDk8U0Q5mQovbBsm+WdaQJ3L92khPej3x3MS7xG1w
X9nYXqtDgW/EWBs+BOnC9e6ajbzou07me+Zxu0voslzKpPo4a6jW3946KweHAE9rxRKpOmnC9UhD
7BQw56kIWDW+femA1LgM7O1k2zjqaUYcb4y3EtOB49DiIM7RWtcXX6qLJbvUMiLPYEG6iRpL209K
Lp/C2K4QfyqS5JOF7OxWlW91mjDHbEosUA6WtVtlcFprzHlOY+OEUYhmonaoKCSXyew/6rUxb5zI
leuTdiOte1HRsemRXS9rXE01Yr0zqZcSD9RYsNky6g4hHk5EvrcR2znWwWQ/DJHe7EPUTzbGX13m
V+OLDfYqwMd915YzAdEddH0+ofKZeE2q2pe2BtSvgSXfG1O8RSJYeU3T1oVVweuEtsPyzWDLwZjr
Y4ofXNGUp9DC+iApZPAElROeGr9Jz5qSlPuiy9WN8782Xd5EvOMJNVwA4s9fTXeKyzq1CCsu5HD0
oS3EJbQu0vbRVNSPc9JVCGFXf4y7on/N84SCGf1PPvYivAHgSLikOaSxTWGQZAF/nzSP7wmkWwom
a/GAEgmEEbawSjp/Pb9sqlOtn6h7zmYAA7k32v2Efs+hl5Eh/POA8HqoRZSbelPpjdTi4TezlHYV
K6dU8ZXdVOoImfEQOtwe7y37S8AAWKzf1ylV0EUEsoJQaqjdkV76vvRSDSaeNUnt4EDkU43x5zAr
93KND+A+nvr+rtBwMTWTKQrcPsYCRor0+ksSGJi6dfH8Af1l6+vtX7hyubCtMD4XqiIgWBZn2dam
KkV+wXKDzO/ueRn/NQRVdb49yMoX5lrhCv9/nJ1Xj9RI+7c/kSXncOq2u2eGYRhY4Fk4sUjrnLM/
/f8qXunVtKfUFqx2OUHa6ipXuMMv/K5CUbO//sKm2o6NM48Owsfw+1BZzC5L3iCRnzpHZOXXUgMU
Sl+Otct603VYvDFCXcheO0yBvW5ztECxq/WHnnj9r7RdBu0dpAF8ecHY51/suTexK8K3GN9YVJVd
36G94ITlMmL20yh298cvrdAhohlEnZoHcH+ROJ6C1C6omMDOlOFhVrrlVHSoCydz6x5kq68/LtkF
LxKUJ6o6xPzX644wd666WYG5iGLpT3OGyCgqpMNBJPT6ZqTKTNQgsn0RqOzCU8UejGRTMhJVgrSz
u2CvSzRGXScvlhXaY1N97OfZCHQ6Dn+KIyJ9IoMj/KI1Sytxd7y6AZ4KnTwLC21egl7TG7SJhCH7
UOTBn+5hhqJZxvVP1kZycb2WURsVRla0VuB4VfE2TzL1bovGEjce5fNfjERGIShLrhj0eiSBx17Q
X+GredjtVjZCvbClCWsXzTgIxV4/Lfz/iY+IGYhYXhEJ1LoGRl5EZuBEVXYX9+kX7rPh7CxZRsSf
z/il5kfshdfRytWY5u6bYdSMpkfPmLOlTIHqxljg2Xp7SrH2Pqf5XB7MUXYIXsxxvz0xbhxmejmM
h55duDl6e44Twzs41dJZ8UqLSjt5516dbuuczagiC2j/NGOs6eHThKmq7df5ttwpthtfbm8S6XjU
auC2EdfCsLveJPNc2BOyTGaQoDz+QVt79+zq6Bi1COwGsdUf1Q2kh5y2JDUZYkzQ2NfjjUNZpNRJ
2Sm5W55Vq0eAKlmXd3DMUQzXR/ekKDYWhZ2RHTwespkK+iYxFx2wV5mJ3fXZ3GeeGVj5EN912UIe
qgzVXbeo3b22Kl9uL6ykFgZ3lZY5TzY3CsnQ9UzbbsJB0KAWpidKdA/cpn6IrGHDMnZGmcoqxjBC
8xA3gUT57hrVv1quHpX+ZFMGtCoIM7ZQP9vd27yka6c5C/l3g0J9a2VOjLOiYt33CFDcr0p+BPN5
/UAzZw0AmENHnQRhN+ex8TA8aNEswTkLyyEXzvdgN2vYRfW328srnRqDUQ0S8kP7FKktUntsG2oZ
CIs1IQbOlT85CH2N9lK8qTU9Ptg9kl4Do5Gnu1Q20ZXeR8+G3i1zjYwK97aAZsUTmtGlnVFLHXVf
99LmvlBi+6Sts/kOwbP+UnqJesJd2jt4QGR3LS8VHWO4UAC0xD31IozXAYcOdBstImonIgWN+WPA
1mtqBcCnhdV9B3tHGQ6Gle9nUdx1QUwRjO42U5GPBb7gWKaO3eBRSO56/cNsGcX9QJnkhzEqyk9r
RWehQDL/WXei8bLMynRUlJPuMNANghqH4sKeiWunvbFscUPd0cvHu7LOky/4C/4T4/x3vr3DpCOJ
8gLQNRc2w+6mgqFKNSAiHCkH1/gQreg6j6bS328UOA7WVjYUQb04oZQb6ZZff9JWteNVURlKX831
LkVOAMF/bN7WtDh6qaVDidsXkCiB+p5XHzeK2c8pt1JGFnZKYFb/u+V5FkT2lP64vYBiI15XpqEw
0K4m9gD4gtTv9ayKYnC7DYX2AK5U900fU94XMzmigkouAmR1QLsCB0X2b4+K6jZt0EZ68kE2J11o
j53zxV266VGx9Q/DGK8Hk5KsH3JQAskLIY2K7e5T6cW8TJpimkGxNhDCchvnOTi+35R6RLnl9gJK
x4IEAqCXIV8JQkE4nc2yStkWY4cAS607D4Nlfje8Lf90eyTJq8x7TPpGgi6QibtPhTErMmoOsVQx
NoZ5Hi0jfo+jJi4TSM52BhrFbgps0VMe4PbOB7tfdrOYwLNFVZbPSDP3eqP0Vq43/UpMMKtOdp4z
s3vbp4MZKK4yfCzyAkkFJ8OKMeZeeqiyCcn/Go2z20sgW2xxKNhF6CbRX73+EUsdrW63EC0Pijlg
rqCnDU7tkExAITT9wd0i27RCa/X/Vfeok14PRmNan9WoJNXJsd/Fqxrnidmah3M3TlMeWFurrH+x
mV4OKbbAi2djSdbJHdbeCjxzGu57rVzCQUvcd5GWHsljSncTDD+kch1y0z0u01hqNSla0kXsrxFT
Jd1qLws8JdzGXEfB7dTOP0WL031W7Fk7CLtkY6Nk4IoGkXiwd9OkwzHXLRdGUJep9uh5qKXEuoZZ
jN0ZIbXNORzj8lsaN8XBJ5XtHzYPTxN9Vqpr3m59t2GbqM+amKA66sVJscuZCsO81Mu6hX++VSGW
Qw37TUm2d3dQZaJ6stmUo+16+Fk5ufVc2kV/gfhiHUxKtk9NjeI6obqHcOwux1KobaOAV9tByeUa
TP1kPk9LB4txVYXijvP99sRkQRYIGRr98Lxp3e4LPAvQ4awQCBm3jRIcfLrmPmkzDEgjvfruUaz9
uMLSC5QawlmqzNb7cqV1nGPLedBVlZR/YN9yHYqSv5j87jpIvUkf7Y74Er+/2Fc6ZX1sauDrW6d9
aZqtoTRvp29as4vvqwhQp6eWKpvMbqhx5iiExZgea7gZnG6vkLgYdm8qVyRsBEhIgOv2RLSotqwx
mnm+caGbz4BEnEBVYwN3emKGaYGchgTlkQS35CG/GnR3WzUFsocRNV7B1ZlOtaP3lwjk+cEzINtr
AsVjYCxFiLmvIJaRF6XznNpB2uifRwfn1G0AJ2Cp2aMWqdX72wspjuN+IalXiEo4A1LeuT6uq6LP
UOQ0O1CjWvPVNNb9DvfZp1SbyrtYbRZh2KH6RkLtb47K9Pn28LLbwrLYAGCG4HrswcCWl00O+BlQ
WSkSllGf9v6Ine8JI+nq8jdDAYMAMk7css8XNpS+elOAdJsaMzrE1KuQjL99l2l40N4eSvoJYZVQ
cfJ+8zKvF9WK8qZEc5Re9pzS0Kli/V07zlqAUB/yUQ3ujLfHk67ii/F2GxP5xqafUajHW13BvhP2
yYkUbgs9XFkOhpJOjc65kF2i47jPflx3TZeegl4QIwLyhjpFseCh2gi77Kqd3lpm+sfSo2gdUEyD
icc1BGVGTP7Fg22XFOySgZI/3G7nVI6p7rcRPi1eFv0xlXo3lJj8i6Ha3sPJHsuzADii7afaOAZ9
W00HVWTZkaPARPedKjJVEXHNvBil7yetw8zQCQzF64XMPOY+eaR5D4UeqxcrIQAsGg8D3XRrvune
0m8H31D6AwQYUtR5USLdvWZ9FK094vZ2gJCIiwVuDuDCmCbvV1mbCnYQnHfbmJSzosRFoLnpkTCA
bLtiwUEzjKcUTZ7dm1Kb6CIT4IkbbqxWDLSacvbdxDX+WbY0iw6eCulsBdOI1UbNYg+OhDpaVFbE
aHqvLdgwz+O7DWnNIBkQrbLTtESqEbc5p9Hst5u1HPVqZIEYnQJK3fStKAjt9hTtQK0STs4wEJMy
89W5+jKqmfKPZkXDWZ/5uPnUDKeu7PuDC0+aTwi5fypfJE/gz6832uL0o9oJWy1PG7cfk7kMZwrx
9Z1bTx6uyAuTVuoONyDbBZsK5YNqSnPUzZA9msLkgC/NN7f3xCBD6SHGrzSXqWG9a4sIfcwYv84j
OxPZvUTLE81XIWoBvfR6rkWGVkimgke31P4/s+i1c9JgzLYU5hBSqTji3Etn9fshAR5Jr2a/havC
TaMBdGRvdtlpW+g82dt6VHqRbV0RAVBrg9hNMHg9KSXGUGsZSXxbPV6MkzJ069uuQOfyvCKGluJg
h9lfyEFHb5UUWcNYzSmWv0Az8jyDd6dJgwQQkh7XPwNRYGxPNCptmLTG/6q8NJiczdWDUjuYT8eL
g9HI2JxVtzZ8syzqO6MZowMsvOz7vvwN+0tTzdo070FvpiudZmVLuketL/W7fMTJVAUQf3f7SZV9
YG4oB0obPKVXbGV7XEzbiSkZm3U939XWoN95mBT8c3sU2U1IqQEtX2g2jLM7oXNC1ZKGoxXMuG38
iIbWLH23LKbU96ZoOsK1yK4i1xS1eFg2qBrt1lAbnWGtsG0NFCPrYJnidffQpPi6ndzEwIZp0FJo
BZU9ZLE/ICB9VLGVzpa4AXlSLgM0DK/3kdnNU6H0HaUFa3bPTdmvdxuYJegMy3yQt4iF24e1bEtB
J0IXA0TZ9VD5vNrVRu8m2Cy1jH0tH7yTo6xVMIDlDFOUWYN8LY84FNJRf3eGdforrzZNWyFaVIrO
bW4X9X1t5x9rWGcXFVGGN8qMfGAVc1L/fAtRhKMQ/Btgsm9/1ybJ6O/iWFIv49suVrdP2pQOdzBO
Dy9Z2aEQAS1ldwP/1L3vD7XNZY4dFMeKDl/MGlmdt7NWxwdHT7ZNRcYGFgp0kLuf0VR05oigsBUk
tW78Z1V9NQcd4vOXNa3MAF5h+jCgvQZcqJgPmCmyHcpVC8ie/zh4u8faHGM9sSC+BcuYYLaeFLof
sRoPcRcfyY/Ih4LCQASExtbeD8zTWnB7MWVgtOTKcHWGb/0STSHCCMNBACQZiXwSFzm0+3mJ95dM
Ny+aZ+bgPZ0xNU9oxUQP0+xahW/ao3H5492I7jrdb5jAFA/3V0wfa9OCF4gdDGucBoOpKYi0uuvb
JCe7vD2U5EVgKDBObBH6bHsurm1CiDIyaiRxPSq/MtwecLPVk69j1zqAassjgKrkMabdJe5PNG8J
q8S2fRG2O9qcp6rNlaLVbqW8m0tF/dhEyKT5xdw380OWNoWLT2lnwlrcnMJXlnn99/acJQfwtzUS
lXDQIWRg17/BLWKDYJnKz2ja2afJG7ewh6b56/Yosg1DYR96J4UVWgq7977byF7RQCS40SJc8oY5
/dGOWIBGhCEHuZBsKHhC1B3IlbnDdota1F6P+eBi4jOfdHeG29rPVUxkY6uH6m7SoXgRcMAEc0iz
9HrtVpXq8gJBDBPmZsMxM0ru8xEq9+jE6UGwIvlMok/hIRnPQQA9dT2UbXcjdFJ8hSYjXc5JWjiX
1KGqcfszSQ4AwRhXPx0sofqzS+PM0QVSIl4bUuQh1PSx+Z87zeUPT+m/u3o6fL89nGT9hCaH8M2G
TkL8cD2pznWKqKa0irJJ37zDKwkdXm+cQ12bjwIV2fohOSJaWXhmaXsYEo/PYGkbzaW007U7rL7H
sI1z82D95KOYMHM9YhLy0esJRW0+NLRwTSKBurojJNEfXZhzd3+xbLyMQDygHJAGXo+SewNuay39
lBiXtTPGvhvZ/aS+nZzs25+PBPGFS57nGXH83XwqtasHVGeovPem+aRWq363rEl6ym06nLeHktyF
NoJ+6BKgjE7StRuqrCp6OT2RZKUVWCLHjeFrkZLcKYnzr6EUienjp6LedeOCvLDVE8/eHl+2F1EX
hGDJXSxa09eLSowF8aoiOocHrF6gcH6qzZrSZWJs6+fbQ8l2CWNgwQpRiOrhrkCqRlVelkgGBGbb
9UJsfkVaovX04mBKsiV9OY5+PaW80ecWIhynee3HLw72lvfb6rYwHLPi3DrbcJnKxgoTpY7wYu6P
rD2kKypyHRDK1J33l8mQNfY89Nz521wVjzo+Fv846rb6VqR9vL2gspGw0BRhJNyTV3J1y7bRNUl1
GnBjnt9hhet9SHqydERz7YM1lcTjzAeZEGJJAf0T3/bFk714i1sXPb0+FCeKn95oqg/WoObfYgAN
D6iblU/WYkx/ceBpStC/9WhQWPsGWA9MosiQ0wzWLDf8ZKApMlXRcOeBNAhuL6W4cndZjnhfRGUF
4Ue26G5+htZ0mwFTsh0Wkpk8GodLWtfFmwSj8HM3WM0zivHKf56aH5V1ZI8PrxuNIUBVUI93Q3e6
3kxKktDbzHWojDUNn8rZcp83wgh7teoOAkvZVAnzqGUIEhrs4uupKqk9rDbBOaB93bqfUPbx9SXq
gsqIe9Fb1P16qLowTYYxvL3IsgsAciNdEKHThv7u9cgTfIR24+gFjNeevGVJSl/1qvbg9pYNQywr
anUU3F6pebWlmaVlI/rueWl+q/FXuDSFth5EJrITQcggNFnpTjCj68l0CUSSOEKPbDPb57rMrUvT
l8rFaZQKtLbVnLJIqQ8OhHRmPEfsU8R6XllrDY3R62bKzOgKFsGswz6fNu/n7a8kmxiPEXpvaLxT
j9t/pVpJPDpJqMroKi2Xeh58RDr7E/F576dF2fhjnY4H94tkZuLxE2hfiPevBHwRvlZrdVWgP1jj
OPlOpjZvuiVdDlDZ8mEEnJiQH0Thbm5pEmMdXVCvx5tA+dWsVvFJa5yjbrp0FLrG4L65TsAsXG+N
pDRoSuQw953GVu7sWFkzvx1H82AHSt45dLyFWx9VNeBku8mY5VSr2UgbznIy86nSlO8RWr7I1hsP
BYisd0M3fVUX/B30yT2qz0ieHjQd6SUJ2XqkCHdT1BpAEWUUC/G12HtT9S2KsmZuL36nLaZzsDmk
gyHHK3hdvEH7zmqLWnVnpqLNU67esxoNTqhbJe1idWzqJby9/aWDsZp8PZi6RIDXH2/q43gFY+kE
ddv84nJs/8F7FLODLT1iF8m2CWxW5kNAC1BoN5LZKxXSCBH9jLLtzmiSzJu/4tl11NOUKOUBoaXI
JIi6XBx7skUxq9TuWj6W2qFY2ax68jg1VR+mqzPdFTX8vaCYNyNo7RSPxWWK9ecJgf5zSm0+PnVz
0UKGtFHxDm4vtXQDgyWmkILVCyWF66XWUPxXthGGj87T+jXvkvGBFLkZ/XYZozPr4XpI06BF57eG
mqcnOy+b9iD+ln1uSoygbEQlF7r79W+osxa6e94BtyAReAu1f3zMOns5d7N+GGtLblZw+OimgMuk
LraPtbXUikaDggZV28S9r4dauazW2J1sttz/UAtcTnqc9n+xn8nRBQiNSP6V1oaa2b2jlIAK895e
P+szzrWeVoxfSxKavzin1KOpwLl4twGVul7LDpBzgXo0l4KOOrcf6ZHzX64XZXUZ2041z7d3j+z4
INALoVUY6ABGuB5twjIji2N2TwI4O38u3Aa1arN11r+gaZBwosUAgIgNsr8RRuRfFDIoOGJb887p
NPdHi7zPf7dnI37tLgDF5QyeEtqDov68m0082F4XRdxxKrXgN0jZa88RdMBTkuojxuFLepQlyTa+
SV1R1B+o1ex1rvBvjj1Ag4gfeJ19NkpgdFk+jOexio7kx6VDUcIhsKYBSn3g+kvRmp40nDRgcCuY
jvWDkd91UzuFtZscoZlkVwoN6v8/1O44G53p1F3rIepmwE8YbPoU9jJ8GXDTRNF58fx507YwMbvB
LzOnOeiVyLYkYD200MADcuHukul6yCzdot0VmL1pvc9hnJzLuRwOokDZcpKLESpRuuQTimvmZS5W
kEPPGdiKfI27uzVasV0HoviInPh8vr0rpU8HpGJBovud0u4+XRbXYObbGFRRq0XWfVeQxZ50deo8
X0GUE9nVNuZ+XmLKx0/2FuOcgrVG3fr2amtfQPQvF71q55/zYCr1wY+TrTacdsAA8JrIoHbfuofE
VGiGqPubZfNprcF4APL9C9AMJvOU0IA6ifzQuF7tOGkiN9dgzo+dFoWO2X+r1Va5i7Xtb65PQYkk
cASBRHn8eiQi8sWadaCR6A9jZWGXHQIHhaphTJpTQzpQBJDuIkp1moawFlmZ+PsXu0ifqqXRciE7
Z7XJV48y4V1WqPrHPCrsg9K07N0TcidUDhAgQFr1eigVXkUylAIlA5M01Ml4g8qdqU/ra+zPzrw8
KHaifLq9dcX/dH+hCpknHEGE2d++JqmtVWJCpOEsdkPyuFiN43O1NpXfer0aNP10hIqTDkg0QuL0
GyKyW9AIgwW3rBc07TBTRwBE8763DsSeqTeS/yW1cdQgkq7qb+VjdoYY93pVEchRvFWlwxZjYPhU
GIP1SVPK8TxtRoHmSZuqpwHRu6NoUnrqXgy7uxEsmK0Dnk3csLOqn7q0aGiENUekPvli8jYBd6Gp
sa/7l4at6IkQcqhINMg4LQ3/WguN6RPUFizOyA3RP7+9Y2QnQqhla79zNm6U6wXNu7yfQPnQskxM
+6lfSyOMZ9N5m7tuehB1yhYRLCi0AAIlerO7oWIVg5GF9lNgjWme+KUKjstHK+EwT5NtEupamC4R
v0IG2g200m2qtBJ+ez/VuHzU9rCdI21um3DRK4zWC88NvbEd/r29lLJn2AEDS0gDYIoM9XopRzA9
cU5uFSRQWS6ZOwzfti4Di5GkxhvLUOyzDW7ihKZ8B+/V9A4uHBnqm64zdxu8TOolrzLwutDmDQQO
HcYWWTsINvWzlWDV5+OyrnVBt03z42A2uKKb4wzwcgYaP/vN6JrIhLhtfdSjln0HQOhcRyLIw2bu
ekFQyubjFiLaqgvjETx3fCZlzgNvUKvM35xWC1AFqg/WQToq2A3+4QYEZHo9Kiz7aR4HgsrMUEVF
sTZ+ZfmSvUHAcXuqU8pv0CuPpEWli8+7IqTuVEFs3H18OlG4SqGpFyQgvs6otPWnvuqSZ9RfnFMC
dviLB0bvseKxwwdCtYkVovR/bo/81u1dKDtlgn7ETgByZe4DBN1J7AmXHRZ9SqILuQISdapxlEHK
R4F6j4Yw5dQ900lZCqC7I2m8PW/ZvaHPxaOdWcrB5SSu1f1zJgRt2EM0zMF0XH/KJVMMoxP5gTcX
PVUX275kS75c5kzf7ofRqf06Qvrezhr1cnsVJSpXokUOiYrcBIjePm11Rg0l2iZ3GTUfn3VXUU9R
Ua6f0YOfx1CB7T1e8tzQG3+y3PkRZ9McDTfxwcvFejZbLTuC3UoXg44HImcq0ph7AcI6apF16B2H
2CVavxuLqqeAvVwcWvQGadsHU4vRwOkM8xFJ0iONIdnTRB5IaZQqNr393VHGKVgz4k14HUTlmD0p
TV8ESaUr72Izb6cvahKbR/OVnWORVegqFRxhF3n98YmtUqufme8cRZ71Vh8c572OX6H6Xl9a/Tlf
hy7srdY4SGckMwXgz4UF6FYQdMXOfxEicj2uGZwylNMdLXtX6BxfbSvLn32n/G+zpupgOMmjgZsB
6Sj+GJpQBr4ebs3rvKUAxT4bDfu5WDsMhSCWfrWjylhP6+SZb1Cs0T56lfCI35QjfWnZdCnN/CYa
sM33Op1r0cWKXpiuaMVGja9MyBb4OQXUr1s3eiKkcrefB2dLZIS7Y032jcSFkDezXp2trlwRXOkG
J1j6Jvnct5N+ceY8foZ9Y/9M87H0V3toaj+1lO/GagwB0vz6wTUpOU38BsA4iPmC7t53u3s7w11h
Wal4OtV26ewGbQH4aHfR5pS+bUO9g43ulOe8K7ODW00ScpG+0dOHN0OStVfAGEvLBijN0GuZrh/a
oXE/w1x177XNc/87WGqxW18tNdhpOhqiX7MHyJQGJY8EcZNg8prsiTDA++XgvbqcvETHYjbKNL0m
Gsi7J2eOlcZf1UrVz2nM7/MrNevrMKWphKBiXyZcdZ3eHH0I+S9kJ1A64OHcd45tZUzKMU+R4Y2c
tcDyZigfqR4bd7dXQjYM5TKBCOFfvAquz1lr1aVap+w5LUqSOljTGrRcW2zFP7fHkZ0nVhuEF+gC
0sxd9GGNdTZ4BrpkwL3y+KSNWftR7fXIH0hW0HWJP9weTzovqC0oOGBrzX15PS/NyKvVdQmqU3et
/gVtoP507PEI6yKdlQA+ATZmTnv1676pTHV1UHEqt21+MuuMngcS3EGrOMN75CqOjojk7kebwORc
UuYANrG7+2uXnl+WLU7QzKNSnFQ0N6qzYSVDfEq2sYwvtQZ4PcQMOvnf7fWUjkydmnzWEX/sHjq7
ca3V68kdXCXPPq5mFH/krWBj6o3Nu19qVAxrZQ1ujyp7BejzCOkY+oCvioVTSxCuZATtzeQZI8Co
rX/b5Hr8DgIfrFstM5T2nKZG8ivpUi850Xpd/6ISgyw1sAMhwwu+bbfm9qZVCH1TMzd7raXZpFbx
F6/KvdU3l/aIVSPbUJSxgACBlMVEYXdMes8aCeIIr4Yiyc/4beZ+ZK/tYxVH3zcS+oP1lX1V1L0o
NBM60X3avbKuMc86TV0XjqvxuEVGd1eN6jtrrdqLtwJa78b2CO8pH5JcFzkA8oE9cSUqFLukQIh3
EPJi4JvmFjb84K6oNG7e19rOyjc4JFkHCGTZqEIVCEgFy8pZvb4O9MLF9i1R6S4ZlCdKJVFCxYqH
+3jLvO82biYnfKEORV1kX/PFqPtg2UZSGDEzuhLK2qvPHgpg56VU169rZTbqidBn1v1x1Klj2Kn9
pOijeW7RbQy0Yd5shJlAOdqJanxiGft/4qxenzARGJ5vnzHZTYm2lnA6wg6QN/96aQxljfuaJkSQ
LPF2qb0qeurHpbncHkX2uKPbLQ6zy1OzT4y6NVJzix5QgAMCCOayMk9qbqsBMdxw/vOhYGNQYaS9
Rl1cfJUXkaqm4tLkDUSqmjdhJq1kpp9RAbsgPpUenB/Z2gFREEhHBE1fOWeUNkFalbtAerMiP2NH
pZwL3ZkONq9s7QQB6zdwEwSB+BUvJrRkOYbYhqiylesvAHnxnd5tX6kFH0FKZAORThJV6cJieO+y
16ja2BQtaDWlo3EW5cZ8Miv0nPKYaP+PPxImRbARaNmRNu1bXNWWZ8UkoI41pNA3KOLnoQ7u/ARV
sTsIaSWzIsYjvGEJyVz2egamnptw2AHPb2kaoUs/5uea0vr3Df34vxiKjBxMHE0I2gS7LxVPqAbM
EHmJcpzmQmE/CZ0UVYM+044qvrJuDPmf4OEI7ApCONe7gjwo0fKscYIiU+uLprfKKcVeMlynePQr
asynJXfasHen1Y/WGDpdqbWXZFsqP1HH9b6vrOIAUSO572h44WIqJMBp/u6ek9Wtik6vmL46pm0w
2BMMrFojPtbt9GTN45HkrHQ8NEDokdqQo/fBK082Bmkt8IxkVhTwo5q1hWu3GJ9XIzLuoqTTD6JY
2VbyqDGYuJnD0t4bZIy9gezhRBSkzM38K8vq+H4mEgjn0msPAD2/Ozy7FIUikimKwprIhHeLmc9F
BGiPJ0vR6sk+1QNL+6RoXY8KF73199hF2/+let+NgcJ1GvkbkTVqL2hWtfAFs2XyV4uEMcAvBerx
3DvNB2JhzQmTrStVv7e87bmZwTiemk2fPmWwICp/iwsY7vB1ks4viOWTU2kq1VNWCMURVR0H3Y9j
bEJ+1tqiWj6O9qN9TgjqYwi37URNr22798XWjL/0pSsUf2hsZMzWtVLbk9oN9XoykjZ/P2/12FyQ
0jPUMGt6XQnsruz+yTLd+rG1tf0hKWPvQ5dE3Rb0yI0d9RReR5aih6eRq4KH4E8RMLy4U80R8RFL
m4AnuHrzb9+uOOak1nBpLau6eA66nI1HdDtkkcZzqH68ffu93rhidF4nQiAhtLJ7okYsj6ImF2e3
j+K3+DYMvU86ar21rak3T3Oiuz//YkSQRZiAoV7MC3w933xl32gOpGWXC/nJBgVyWm2jftacpAn7
ZnAPbsLXARd1VhIV1GOZKUWN6/Fqz0r0daLNN+DvhoZJMpwN3R1ONd4AZNDaes7gTR0s6+vjyaB0
iFAYh94LTON6UC/P4tLg1gvs3i4+D1uqU4ucrKcI5PDBmyxu8uvTyVDo/1B4pJgM8vN6qDgblXmN
yC8TDuOpTJXoXZyp1kHNXrZPXo4ifsWLXZquxpJWNtXzZlOch6KtxkcnN4pTMqlW5hvoH/3NZ6MH
BZwPog3P5vWAkasVyswNTwY7DGGtb8UJYPlyKbIOvCcs1/sMJ8o/jgVYSwHCFOA30SO6HhT2pmFB
6aEvNST9B9tMI3+MpvJ5bg/JKbIdghQYHAskSalG7JK5uh2HXrE49qNZoVZiTu0JLUnbRx3mSNVY
dgJwShbCKCgp8VRfz4rMQghfAPCKBzyTq8nyTjTlok9ItDdv7W22fNstj6jtsg3zm1VO1ZTuwD6s
SrfW6DadpUwBD86XRUu791Ph6iFaAe1wao0KPYLbN4t0nkJFhFcRRS53d5Oq6HkMvQugsG1T/R4H
2CmAq9g+liukHwMDjgu6BPXlbwYlJRcEXWqlu+NnDm6KBhKwl75Qa8j7w9fRI+5OFGU4KWs+n/JK
O5rofm1hPQtiDKEdTG+u7d3eQWQGhmKebyGV2Cro8xj78qhKTk3ZLIFeettBaW7/RP0ej6AVKgD3
J7Hr9QaK8t5T1yndwjkfuvei53TJ8nn8mkdr+wB20L00Way+99o6Oulai8bP7TWWzZcp8zoKxZ1X
t6nTjHQy7IX5OslXJ+uW9ym0ct825/vSSOZft0eTzZYiD36Y3N+AiXer25CabgnNpTCOdLyO1jZ5
yJpKrc5Nv7b/qEoDF09buy/RuBSPw+LqX2+PL50tPWL4tVDjiOCvVxvrP2Xq+mkLKVC4SE9YeWAm
Q/HWHjXNV9bxiKL5SkZEfF4EAdEjo5BHW178oBd3+4zN4hSZcCbzodLutnlzfoqk7NKPgxaaazkH
SqPo4bi26htTy5N/EjBrB1HB/jrkN3B2HAAByNwCQ909mAtdjZ6PvIVm4a3BDIzilFlZccrgKIW3
11c6FDuJ/ACEFnX76+luc1zqNU2TEG2U8clMCvU8VGrzaVqqI56jZCiOC4eU/JKO8x7NuA2p5fY9
dh/AGu0PtlGSGsx59qbMlYP12999rB8VExSpeEvAFe1tY6c4U4BvxGqoF3YSKOqG/t+yKt9jwvqn
DKlJw6/Msj+ICmTzs0nSCU35h2fzeikNKqB6hd1Y6PSqc4pQofEjuqD3bXboOyjbpSCKOBegJ+Ak
7mcYDUzR0pQtnDzB9licZaUwkNl3JY2PL6uRFz82d3UQ47X0s7Y1rooYDoqMB3eRZKGFHqqg5YKR
ecXVwPljdLtBUcMhnz8rsak8WNTQEGWt1nOyTTRoBjhbB4NK1pn4VRSREEKEjyL+/sUJ3Uqr0NUi
1kLSE+2ixbFyTqwl/bCQ+R68Z5Lbj2SKPgKQAWq/e0pdWVF51+xcCyOtdUOXPy6uhuh0Wupr2BrN
+Oi5SCRixFEF9bjkB4n765kKYQ1Ygziai3tgdzgNpV5Uxaq0sMPbJFjKOPk39oouWONtu799D7y+
ZwXbmaRLuEpQt9hde2nZZR0eIlpYAkc6OWUxPoyqvj00jdf4RtcPn26P93plNRWDAjDh3AeCo3L9
EV23g02IUHq4wAPzO3We7npn+GGMTf5saXXzRuk97UHlS/tbUxXB7dElCyvkLYk24eJT7t69anpU
RHFtTnOIMnz1RkmT/0qrjZ+dPlfPt0eSzJPoBDUqqhyaaCFcz3O1x9VdXa6ipdOXsPb0/APi++t9
bFUUvNehf1PHOFsqelYHZjZ7B+WK3/yMlwkRDTDuWsRZ2KlgVveYlLGlM99X0xrauZ4YF8OOctUn
49MRLbfj5G1PMcI7YdOl/3AbrZ/PoiWYnVJ1yN4XpE7luw43zsxP9NhrToOV4ucj2Cbrm4FYvXkz
2uVADQuxqvS+6LOo89vWpdKVO2N0Kcq5ag4+3esrh+YEHWLaWMyNbsX1gtIdb7V4qDn9kVtfzM5d
Qq1RxeJRNyniJuU2jGr71+3PKB+VE6gLOcVXhkZlV6BprTJqWo76BZbdfBnWcXny1mr4r1tI28up
Sr7dHlSyS8Eau0LzEyVtChPXU7VnpfJW3BRCq4gGH0MN496xqiVcetc+2KbSoRxaaS6ygyqVy+uh
wPcZnT04apj2jXlpQECfuIOVEzqS5cEHFJfWfkcSPZOTMA7YnN1QCC2XVZ3kaljabn4y0my92JGb
+qri2u+8yFNCO+3eUL/vwj9fTuI5ojtwdqALdlHVjIva2oD7C9UFOqGt8zW1xMHUTbPig2MneZ85
bTzQ4omif7P3YGi40QHPZEQgkGru/4+zK+uRE+favwiJxWy3LLX0kk5nz9xY2cYYMGBsY+DXfw95
9UkputSljEaaucjMuGzs4+NzngXwuq/Lmo4H0aHX0bizPOlRj3dzAFR81o21zIG31DfmeyWk48Tj
9Q5MPN5F+xDLYxaBRjli+7jwuK6NMHd8qqsfIyBhD72EuMuNi/nKgJuKyibkC4AQQPKXmyhIGPMD
KZfSkLn/wPoaFW7GujOHE1zp4Al6Y7yXh3JjNqKhhMwFvdK910YToR6HzrtbJhFn906XGMDZAgo5
hipSh76dpw+Liv0Pr2+jl/sXyc5mlhcj70Hncov4f6QfxOggqXosqwHgKN8KW3Cgd7pPVTd29yCV
fO/6DXgWOjcagi+PKGIBukxYXHxOPD8vxw0aJHXLiBvTD1X63OgGDdqGt3e8aasbR/TKwl4MtTui
bDakbnpEgzSpBQBtUKlsWZg8uWNgDysdhtwLVn0jA7k6P8CMXLC1N0GxHTTE7eGHWg34ml5P6i9A
XoufcYj7xFYivXEyXg6F9ySC3KYLBy7zPnu2Q8RCrZaxNMj78gWFosfVr96RIXb+Oq4CH4HtAmQ3
jiGUDS8/GgQ0eKTGFdA/Ora5gDLnoVcJyWLuOO9e35cvM40NioFYgzO/yVrsbouBQxIRvDUMFfvm
PNhJZ048ioM31yiGYD9mSwdzPGjmgPy+/L3RKrSGXALNWlR+AIMBG+9yqtaItYeltSrdlcuz7ubo
UzXFQYZikfem93WXI0lSp64dzDMu0fWgQaQsJsAN2pzN6HjciA7XPjKw7d6W126w7l00SiDsPFIo
pJdiWC0EW4T7Ec0RdL285JYp28vzkni4N/GkRVBAyXS3dSM4QItgpV3JwqDLIWT500ZDeldPWpX9
FKzvqkXfQqu/DEPbmMgst/x1yy8vl9ttYypbJHdl41C22UD7WeRMy+PStKbgmxOgXBb/kKrqlqPs
yzAPHQzI7ONrg9qGBu7lyCswjkx0fl/2bRUic/W881An89Ex8EJckSg9v76xr60unpeI9UgZNpzr
5Xht3dFee6QvQ2GTkrtxk0MKjJfJqsipHpvPqGbearlfmyOKiiCXb5KYCLyXYzZI2pHyuX1J+9nP
61hWwBlVOEzuXOesT6K/Dn44OX+Mt4sTNoxV2nOvL2cy8MyXQ/zYL7o7uskQ3chNrk4NRS54NODi
xNvgcmq906iBKtuXRJIpg+gnigjd4Dw1EMuAOnH69xU8TA3PH4jyIhEBXehyvKVXbYU3CpZybtgp
afpfU9PDhXiENOVowvTGSl47F79RBbCCQN68j7jKj8agSUxXQugs/MTQ8c/TmPOih/dXoaQXP4Zq
bPKmDsSNW2WbyGViiyYdNPoxGQi8obVwOVECnnPbgrJTVrRST+CmLw+RmJobVaYXAAPE2T+GASLk
chg2DMHiLWFXoq3PoeasWRGQUT0klD1TWBPfVbGoygog6Xxk4GVVNVabWGMf4COnkdbP5AZN8dqO
Qn8IqR96b5DW333hMRnw1tYxFObXxZay1rJcFczMXbnaQ1LpWzXLq+OlSBFAjN5KpbsdrEwEK1OQ
csrRT5qfwp3iL4PvWzefFiWarOL99OP1EHR9RDxacINvhcVdCIpqpfFMx6edpSLZiNpeaTiVB48s
DFD05Bad/crdBZGhcCurQTYEz9zLb6wXAvxvRLrSE4lfwAQ5yZM17c7DIPWN/XQtum5lUlwmaBaB
b3U5VGL6GUIkCT5eUqWPxC62kF0fv6dK2AfIfyHmLQbgt9cX9Mqo0N1CWwrKqpuY025BJxQj43kK
+hIquercz5NzEhPgsj0S/tz0kZfX6FbdGHQ7gLsDuulYQKfwd4dqr/RYA51br2krS+3FEyoahD42
HfkZToEpYKNi76rQZ7+Nau6V9dobp+TKlCHkhIITbhO86PdqlgpqRKsNIGXmWWryToI3YFMGQXR/
aj7E0ejlnPi3jB5fEL1wS0OFCEWgYNOwfbHQXYfKWhQMSQGg8BCV6KSskAWWU/gduTE5Mx3QpRSw
jnsSM3DD90ut6Ze0Z3wo5shxbtw9+zXYfs0WHSEvBQggjNwuN9tC0O4UjZ9sHpPLuVbGlOso6zLU
o0I/DSqmtBe3aFn7uIxBkXvDERWVG0AC9vIhUIN1wqppaRFXVfcJq919XsabzPD95vo9CgBIQOyi
hPoCpOfRFDWwSVAI4IjgwXcc8lWkqSpowMx5Hqf2oIIhzDTn/X03JTcC1D5gbKOjornViMmmO7At
/B+P0sCYENbwJC2YGdaHqgvuAuZOd4NFsfr1k3ttJGREqNsAiLARYi5Hmsc+sBClAPYbrx6bhR1K
UhnomPKr263dDTjH1cGAxdnI079JTrvBZBradfUBbw/XRuWERmNu0Rmt88Bflw+vz+zaPtnot/8/
2O7+VulqFscAUT7qYQDkORmPMWAyx/8wyvYaRHMEadG+pdBFS+DRaUPcgllz8LkKT1Wi43evj3J1
4QAIQYca9wT2/+XCxXaAvypw8wVkDsUztewj8HDmsMCR98Z8XpS6tq23iWMC24MH6ItWFJQuYr8e
AhBYgVJFQTRo/5GkS3NcIuZ+GCsvlxSq2ZChVcdgnJK3SJT+Fr3++zf8xnMA24Sa6S4jsIMUPFHA
50Mvkt/NfuNlriejM4Stl8JjznrnaGJv3Jz7pACDIvsC4QMAdoT0PYFaRzWpXF4jmEWDKYQ7KpvX
HSIppf54dPCkvfFRrw2IFHprLqJwCpWGy48KWgvlDVSf0IGm4DtJUEux3H6RrJFz59U3PUevbCKM
BhgVhECRau3lGSbWDrUhKUSDtdef4kFMdxVZokOMrP3GWl4dCjcUqj8ILXDevJxaR6c27WySFNS3
XeEFg5tJlKMPkoDl99dHA/XQTbB745kBqnk5lJojvALaCbOqpT1XA/s+gAzw7Ck8hF4f6cqVAGIz
lG6gJgW1oH2So2tn8uD9AgWBsY2el8kfP6MfzEFmC7sPeMZG9x1dWe4yS1HztuzG8NfWFBbPuI8A
aQSaexcD6LhIwLaBVBWorB08NcqjTRpVjMv8/fWJXomcKKahBIu6EzTs9yCRCt5E8TwjpqUC/GZJ
nPSr36TDjcvg2vYHFA1nDpTeDV10+eGGqIvCEZIshR6teK9HUZ05q6ecKJOcPLTu8tdnde3zAQW6
dSnAq4Z6x+V4Bgaj8Rqi8dqqyRyXgTk/xRK1z67XkRoOPpU6RlPSPdLIyM9drNgt25UXT70twmz6
mBvfFQfwRamZ2zRCoTctQMF32cGGI82pNO13QMvdj2M1dIfaY1YVeojIDEMbpUuYHabv0c4VcP9J
efyJp2z6DxsrxtMaxgHbe+iFUAJFg093awrN1zU4gD+zZEkA5SGJjuCNw3olYdxEvcCs23S/X4Cd
CHOTGqoUabFKaA8g0g3p81KZxMtCFpo3Q62C0sjw1oa+uvKAOwHnvLX+gei4/PaIs0GiQLou2r7i
H2vpVyeIVg1PsmLRES+j3mbB7G9e6YPLMuaG3Ueu4dYO1P+0orzrmv67Gwp6C0NzZT1w0FDUBD4I
t8++utEy0hpDZVoko9dnGut2WhUGrBYUOgdP9zwb4ep6eP0kXIkkiM1wGNkKnFsV53I1wkE2rEE3
vwCrcsVrIdClDcMJRsLzWrw+1JVDh+IJ0B0RfGKw/7ef8kcia0Og1T2BO85yZyxhsw3cQ6QGkKsb
nWs8E85R230kUrSlWKFl+froVwIZthlolIhjeJjuO1g9U7qO0iotAFgMTiM83PFWtNWNwHJtOWHi
CbGPTV0G74LLOZIpWgPa4F4Fdf5bF3bsI8MevIdN6i0i1JWQCcDVBhPcNHCRqF2OJLlkcyewhhOQ
a3kvoWDTQ101j1e1eXnL+vT6+l0bD0R5XOB4aoKOurtbXS7F6AYqBVZFC3DVmw8KbvdHR/ZdPrTt
rVby7w7fny96bBDYvW4dQMj0o/C0m5+aWIOPNKaF6aruwCs+QZI5Vrn0/eFuUc56qmQyZSPsJLPN
5jfjEM19bANs29Sq6GTC6CcE9vx8jlBEh/eevbEg1z41wkeMs4MvgL7M5QfwDbCpadqmoFXyANuZ
Rc+jIG0G4CItX1/7W0Pt1qLFralEh6Fs64pz7cUCTbuAvw0hRXHjkF45Jsj1kfKCNoh+7z4KVawy
tYXyRyFJw45k7dDyXZ3+xjG5spnwRoJyJOQHoNa1V9RggPzqAQahUHl18F27NWFZzJRXDsSCt6ST
6N/XV3BfOt7CDfAPvwtuLqAQuwcgOq8rjSJoVlE47X70EtSjYto+OgNfviwo/72B2ILOupW3N2Z6
5dMhS0OZ7zdCB7Si3S7pI+GnNsRMNweDBFoHWYpm+hvCpLhRhbo6x01vCQNuBoHbov8RX6tlQenU
Z7SYILrzCwQMqK1VjttJqEjL+ssSMv9NPDr0PEo9Hl5f36vThKHwRo0DymRPdtnMbYIYGiFI8mv/
k1yAM1qSkLZZ2k+3iETXxkLc28AX0D4Glvdynn0dB0s0R4gMifAzOKEmd3XT3CUr6E1/PysUXraX
IHrKSNUuR4Ixw4y35kAhg8alU6LcA2iimURv8qqZ+HLjirr23gboYfMJgeLPpuB0OZ4bchgRJxUt
7NSjXJmKUH+N/NrA8StxM2dtQOmh0adVyxZmLILkXaeGGxv2SgDAb9ggF6Cob4X4y99QUUZABOsw
Z3jmfIbys/wo8b64MdUryQ6q+2gPo3j3m9t3OQouTqeP+hiFu0m4dZmIqgezDgwbabyCQFwoPDie
8v7WFxVhAEUT7FGUNJBx7lUXXb9vGk5cWqzeGH4NXRt9qC378Ne75mKQ3VdM66pbBw+DzIGioJzg
sPl9xQ5CWvvv60NdS2Yx1saxhXI7hA934aVRgjZxYChEyBdx17A5HTMT6/aj7zfrN8+J+N3izM1R
2qD+xPx6zgGxG6o7lYy9yLQLMPw0Lf2tTbRNcXd5I1FA9QSFYGDC900Ox1aBIatHC1N59REl3PkA
k7zNeInKrJW3JFWu7aZNYQxv1K1Tv3+1JIs3hbAYwHA+q2iTjaAcmQxlsnU6o2OWvJ0nVKveAEKh
buUpV4IRAHxI3HFeULl50U3uyJyCqeEUCSUAJkH6/j2XrYRpVrOQv884fvfJISG+4U72lT/HiVtr
Aw239tbrc9VIF+VgLkvrCX5+fWNd+4BbS/7/h9pFAQ/k+qRX1oG0lgiKdk7NAfKk0yF1jM47PNJu
jHdtGUMonAFnAnEM4A8v44GXSmpluDiQw5HolFOP/PT5/Fl4Jvr0+syuHpmtlA5RXVz7LzDmU1wx
7fn4YkvaL9/WAPqgWeCO34yENPHsR/777dkOTd+2yiCcEZ+heUIy6QIdq1BJQh2SyOL133RttTfA
K2pxAWiqe/PwgGqnjR3XKVScgsIF5uH0JOHOlnXQdziDtmv+1pt9C4TxhunBaxPv/T3QY2kH6bhL
76Ag3mhk0rH6Tsw0lHDDerOmofgPIRHVDqgQoYiLatLu83JD0VDwaqx50olTLQz8ZBLwX/jmf/36
Wl7bSTFYPjiTQBG/aHoiJW8aWyMigjROP7Z1/wUAlvTgxey/7FlgMEGOQBcO+dYu9nppvQoezU6x
zn78ZZmq55GMtuDcv0Ve3v5P+3AKdAXA9EAFAXu6zfmPzG6Jq2ZYUuyPZvZVMTREZdSZb63ctV2I
UjCoSVi45IV+PJ6YK6o8OIMkWsZjoqz9DHggzZxWNwfWgDD9+pe6OivUhEHBAGg43r/IHTc2i92k
Gk3Tu8Uc1/LZLDUA6a8P83JD4CEDNAEgTSBzvairuCvUCjtIGpVhFfWf2xEA4nzolv65qdZB3cie
rgyGrAlEKFxG+Md+T8zan2G72bNy9cSaBzpNj25I43yKfXsj3d+Sz8tNAYkyuC8AnLHpre/BIgPk
BsDAIDhTNoi/g73Gjt1gXZXBN9KcK+B4T54MTZitIUnnjAaLvXGqX35A/IKNPAMOy29W2+W2hOWJ
X1mZOoU32/Z+1sK7qzuI5r/+/V5uy22UjWK7cdtf8NqDSS+qHlsG7A2DAJXDxVfIirZ1WcnB+eB4
HfeL10e8+hGRl0L+eMOE7AtVdBlgy9RohjLUmJ7rlVNoQUhSVuhx/PWVjsn9MdQ2+T9OtlmY7VMy
snLsm7bQYacfBopnk88i+u71WV39WhEk67FpfOQRuyICLAb8pK4MK9WcwHjaU+q9y1LxHyaEztIW
67eiyJ7XZCRJu6iC1GvPx/RYhcMPJth04DEMoV+fz7WvhAIy2qxb7vsCdDHSYA2CmTLwNTk7Rx51
33UDF33mcpRw/34sIP03Si5uTdxhl5/JS3jtztpxChm5pqgAqjupRc1lBGTfX7fLoKyyPTrxjSAH
sJeDJCIYqsXR1VYKEaeVBew0ehJ2U+F8CzRzbUfgQgao93eBYm8A40aWeb3xqxKUVF1qNXubmp08
/P3abfIGW50fgOk9DZWwLiaUy6q0YxOD9h/pLIKnwTmQ7Fb0vRIqNhgpSsyoMW9M0cvPNM1pZdHh
5yXa/exBw1XnEDg2LqUQ7RGopOjt61O7soAggqCShSYguBh7oC4A6I0XybACyIXYJ9josDfwcg5u
BMCXr5uNmwRLC1DpNiDXrtBIHIfJYEx52Xs0yM0YTHkE0DAI97Xz1q8ZLznS5xu3y5WlvBh0Fy1Y
IySbqpiX0dj3ABd009tmbsb7WKz2ezLM+gYf8spSQl8ZvAtcZ2hH7707jPWV7zNEdaFUkONLpmeI
O96yPLpSYdlU9zbrDqjSYdvvdkjdb7IT0OAuV3d1SpomKp/jkZY9okke1Y5/nrqOHTXYoXf44HDN
9htbvr5rrgQukL/x9oihu7r5m17u0vR/9nisKZdwqIp27adjoh2KjmOXfvn7ofC6RizG/Qw4w+4r
tgrtN/AD6pK6YjwPs8Oz1RvWXI1JcmOXJvjVu3Rks+xCrRMsU3QOtz//4yYDqc8XfdXCOGNKljts
k/EZRiTNUeM2fZLuVnqY+pYjzxNQT3h9mlc2K8YGOAh/wfho/1Uhnht7LBRN6TAnKoN17jPIynt5
IHGJ+4O9JQp67Qv+Od52Yv+Yq2RULCHBeCAMqzypbZ8njIz3vgnaGw/jK4cf1Z0NhgJoI9I5/3Ko
xArttkFal/5aud9mgSb/TNr6WXISd1mLSuA/eN2J4+sLenWCeCCiLYig84JEa3DmwxrSG6UMgZ3E
v9eeABjx7lJpqhsTvDYUwuemWYSOM55RlxN01fYYkSm+neW2oKzmn3wHeIYR8ss3hrq2lsh9wLpG
cRw4rS0G/fHZ+lG0o0K3sYTRQwemrOwPzIUlSrVM5Gm1TX+MQFa4kXZd25t/DrrN/49BYx0GDhxB
cC5id7iLNPPygbf9XW8Mv0sm/bciODjpG55ne0+BQA/q/uV4pIKkT0OrtgRR71EIizvdVEekX9GR
gqOc92lyK4+4tq64ntBO364MvOYuh5z8xY1kanm5AG0MOw28xmDkGtICPOywynqEoCMfk7/vtUKo
GRwgACk2z579qY8alzmpv/BSd8qU0whTByeN9YM24c+/Pw4AYW7cwE2zee8S7dQ9cInU5SVo8+Gp
hpB1zufA5EPvqP9w8qBuDyAYoCEvMZi+oeMUS8XLduTsKWRdewaWfDktU3Cr9f/yysX7EbBS5GQb
hinafTZTJ+iJr3FdApDWvQX0tX8gWt6y9n25/7FqAap6ANORDW9xuTmgLzFRsxGoAnjeQgzAHKLE
gJbeu9/lwoPi9S+1JeKXtxAaxlBSxxMEpWfoeF+Opry1S/kAJHbcVeIo1zY5ANzzFJpGZnE12ZNK
dQsNPU2PAZlvNXBeHgQgwlCEh0rgRrLcV+MrY4XxZjDDGkpDiPlNyx28KPr3JDUaqsJSATmZjs+v
T/llAIUmpY+SF/DJUL7aN8qTpo5Jl6SqxBNoyptGqSNskp0cbnJ/awGPfhvIIHgEYTzg+/cCWzNN
q8lJJ1GCFAmb2NowyIkz1aV95kdxfQNR/jKjwGi/uSCbIgDi9e5bpghk0dhAX5MG8s4Cdlas0HbI
/RigIZF07wQNgjOAKqfXF/TauAA/b64AIMHBn+ty3G4El1P7QKEEtYgfJ7etn2wELyRmnfeV8PWx
qyFV7y/Yyq8PfOVLAnm1cV8gsoVmzm5g7sIXBwvblmwc7dmbmvXsx8YAkJa07i13lquzTFBYAZES
eu17CTgdzDIyam5LBd4EuhXGU1mshHtozPLUSCs/dKlY8maKbmHfrk0TnZL/Oangotp9VzJPPsrv
TlMOoYt8UEzBUdJ1PnejK25soatDgZgBYgjiF47I5aeEISCiKFfbiiYBOmHgjoXOyJ6IHLobx/Da
egJcBCIwYJLAGewjj6zTtnb6tmwScCVBI1THwZl6sIN979MUDP5x8UNTgBJyy6d9e21iHpdhD5f+
RohFpQy51F6vWE1WsYbOsC6At9AUZHh7ePB2G+Aml6nKExBroy6tchrMC4IQdoMsDJM9KZy59gsG
L6w5C/Q6R5msHfneQz+CQsM5kH1mrSVnAfS8zDvwUocsBpPn39HB/Vt2C2HflxgcozxO51Rkqk+l
BGUVHiXZQGING1I4Wtp84QtuFl9UHOPwarYnkBm6AfmlDv6Z2kaK8zzRxBa+NoHOzYB/EwM10Jit
BJDKmR2H5uSGjVC5GJj/hUO2eyy0rpY30JRg9dEw4/wTLmF66iLWqMybOU+ODLMufcPBmNP9bPwc
1ahKlWSLLUUKx81icGoFcqQaPUCGsIRnV/VMZFA6gSiiTaGZkimohj0qXpF/a6iujrmuYd0A8t00
SGxa36uyRDpOnbXcXe8nXjkBVHbq2j07wNIA7zHhxZctPUqXR7ok7fuJeVBB5IzFx4Zo+H2qZEh/
Et9RPwCyarZioG7vTK1jcj/IhFeZ9aPJ5pQ407kZAum9SZbIfWgi1wb31byyT3gN+M/Tyu23TvD2
KySrx2+A0gxT5qjETdFtCZqHtEdPq6QqBGSLhk70zYvxqMjHOLHs4I54XyjPXZ5wzYzDEZczf3YV
GMh5Qyd5ItChgji15lGbT/4kZDFJKFVnLiQRqmwVo/NDOl1tskoP1AfGz65nOQTtmKWQNhhyx7j+
Wx0AW3RaV9raXLcmiMs5iDt0AGCoCTsDMgP2p6AdlGRQ0tGfvErRN97SaF6MA9Ff6sqZN+xrE7M8
maf2UeKd8suvkQVmfABL4DQB3vndNbZqctnPQfDoG1bDeou1EO4Mk6Yzhcd78RkOmrTPl3Sd7kbF
9FBAk6A/T0EXkcxxKYi6w2q6j+3EIKylJJ11TrXEl2CthFMZgBPkFypbLTBD4BKPWWTY/DmisqF3
AoP9AI8mEDn8IQA0wlsZ2QCQN8t3C3mn+6aT0U/Ia+EWa1K6DqUQUBksG6gmNWUQm/6tSgMnzpSb
jm7GIl0dFMrccVbT0Pzro+r5s3JTe2dD2rRH11n9DzoWsFxy+i5SWBPqIjOFldoBmxjqMjVhfMnj
oU0ZtO8drg6smuaxsEJ4/LC4U9dDcthvRA6Js355Xnm9RmVrWSQg99VHD2NrTZKhDuV+Y9bt0F8H
vPZsA7/BNTg0zY9JwqMzW4Rw7qtgYt+h9LK8D7WPmgqp58XLW5T2H5QCBCAHg5eTH27M0/jt0kD9
b0ANfipILDWo/GSYZb7SNai7Ym76oTosNZSR8TXw5M47NgECY0wEr2gAZdKvZHA88kz9OYANiNJA
CWY6trY9T743QL/PUbLSGdgq4TdhYNt0GOKo7f8FZAjQ3hFCF245ILd/Ml5t3C4nbUVJjh9B+zsG
4ecm47Gu7BvWeOuUARVjH+KxcQgklntADK0zjvWX0CEAWMxe11kcJSc+Q1dnnDLjuUrlcUup+jDN
JFiO/chMk1lnDX/B75M9QpEvqgKIO3vLW9YgBcqlVQ7LksHODOlqK5pvKUhlYwY9aVM/aRhhJGPW
y7jy3jUJSgH5GtX842A8J81iwqcGDn/eBOQDlIWgZzQ4FgBJNeu+qFgbBFmyVAs/psFkPocho1EW
NyzxT/PqIIPDnR9XB7Hw2TusK9Q1Dgv07v2HBTo+4te0eoy+D8aqU+962pP3K+DpMHZIie7fhLXv
80edQCvzZ+tQr7uHwEFavYndufW/QNDOTx6TaWi8AhU2590wVEOLgMBIBGCngrpuEM1+kJOlqflR
uVHzK21j8xDaxuqT9BBuDvEADdlTGvcSaT03lYRUlezXvIvqCB+ROwrOFpHVx6Citj6EzQAFCkFj
86vyuBs82kiIf2fehysoNpGWCGqd8R9rsbYfB2fW9C5i4DoXQ8STd7FxPVGilybGw0JM/29k4i4C
AKtaPjraTG1ukAzyh0rzOTqk+D1BsZoU/nNk8QZ250Z0SrK5lQ4/tQ6B3L5JoNgDySWl7gPCQ/Zt
0VNfF2MXrmtB2nYYMlerxn+nJO+qt9iAsskjHbSOzIWL7fYmRiYG0Xkeg2rSLq2fHqOhiWRWjyTQ
4C2zOH4HXIPjyjxSRtBDr7kzFxOUYCFCpppxUYcWk5GPg2JAxLrcNFrk0LGwQcZHE92jXDqJUzqt
cXrgrlgQNp3ZoIpG4bBHyoRJrn/yYGVfdRDWKmedTOKyN2HwsY1dOz7UzE84IH8wcHoPiHdUFx2J
YBUDGWMTgL+Q+JVZZ8gVpWpFdpJUuE0fp3gQDqgG8NxOGcT4qjn91wvayn1qW8+dPnvUYVVZtys4
2TPajWFwiDqxJodRRbbdwKnRWEKaFSIZSjOAKw5WeIv84jIIfDpZBShSc3CUM0HSqyOwmz/qum6G
jABvX/9C0gjtU9zPqGpLGOrJI5rRVn+IHHdccjXIClERkqFeYeOuB0q+WhvcecFiUhx5rw8OdWJi
CajeOA5ZDzyWzeI1Htx/Up7UfbbpVQVQF5+HFHVC0MxzRK/OZiwJ5iGf4YeAAjT8puLc9RtEAO3C
k2sroejlATQYSPQsE62ezBSJpawMXapHfx76+9Fp27rgo2wfvLRxxElA29vNPduy71ONbwiZt6Rp
ga0HICqvufRRJmm1STMAQMOlqIxI5ztNEOSy1Wd2zed2Vl8WSJo8Td2SAjE9xjPNTceNm1HwmM4z
Y5ZAhJdrBLfJ15/NVKUGdiIRC7J61stTN+nQwePT9Vm+IKR+Su0Ifyb46rRPUD1HyBXAR1WFh1DQ
ZKEhPn/LXY2njUcaIbKGaZ4WoEiYUCKGaZ/kI/FXcdDK7ZtCO7bzDwtt8ZhuoCHWFkGwLE9q7sYg
91BO41lfRTOB2Llupxw158jHZlwn9oaBKlP9VKLWc5v3E22AWUdVrsvDNkFC7NXQ1sxwIJL60PZz
uDwMSajIWZEq8E9tN/P5FCpPD0fmUI3fDmiJWGCdMYo0+iCHJZINUiCjaAqQuoxZRuqwSx8l6Vv9
ONQVMfhtA+itmR+vC0myhcSO/IJ0VQ6fYzn09ImKlCEGusjjLcucsDHD/WT9FaVsf9b65NFIvGGA
brAilk2lz4Qmio0F/ubwX2PFRIjKd6emYoKkZFdGDhwYs7pOkJ0hOAiSsdFDAx2iIIpnSyqg5DdP
JulPKMwMTgHt/cC+g4Uy+ejh/7YeV2AzWDY7/jiWAudgOPjuknzro3WgGRy5+/gkFYNHAZ6SXJVB
Sul0b0mqPsQrypwliW0MFk3H4HxQh0qPT4NuHTebo/g3Wl/DiyZGgKiyug0VIpED1e7HGekzJAlx
tUyFN1L+I5zjZMF5qcN/fEtDmds4Zc8KOYlfAIVBTk7kQo1saVM03vC8qTRcRzzqw+aMqAfsP+oc
gxos1ixFg+JJBWk/HzuFP+uSijRFA8z0v/BGgYflgF7pO07s/FVbUb+RbYAyMW/AnX9ohpYg/5CU
hahnWiNPlasYyCQ9mKk+rehURF4TVCVUyUhbpsPkfQybKh4zTRYg2kAS755g1QEeqdOSMc1BYPDf
yhkMhwxMq1Qf8QSTP9dVi/vUJMlwmkVrv0AlMH2slxSGOmYChh3Zg4f/IprSRZ14Ex9UEzhPHekM
QnAVJGcDP9KfDRxdu+fEGv8JGzMY8XBgznvgHeIKKV7b3AHyQD8S4QiVNXhNvKMNZW5B+Nh/wLRI
dR9XHcMwPHGfZmdJvbxzPP2YRrPrI+FVK72P+pl8Vi6yWEyFLvpUL1EfFCoIIdaB19v6GY4ZOPFB
ahZyVCPsJM8ykW2czQLfp0h6Oj7VixzjrDE1g2pCP2G1Xdx196713R8dYQ3uWegxfocnl//T6RlE
IRed1o+zlrjZEjO5PGsnhJ8SR4F8qVupu1KCHJ/kQodhm3O8eMJs4TU4fiTRa+Yx7p2T0d+qSDZh
EDwLWpWnszv5eUC0icsmmLyHnmOPQnY7pCKrVbuKHEVZ2p1SS0gHrQEoZ5ehXzt3eE847BD1/8fe
eTXHjaV3/6tszT3WyMHl3Qug0ZlsZkq6QTEJ+SDHT//+oB3bYouv6PG1p2pGpWmyARyc8IR/qM2X
qJPA+cx9ncfk03OWcsKUnCGzJpzmkkisE24oGkNZN5wAcOxpQry1UzHiNNgjhLRJjTR4bucuIVfo
Es3wweubpluoQJU08twQpk+kLumUZE63WmMrxJuIbRxKteG7Qb3JGdrHQpheOk/ZZu6CYXRFnGvJ
Tdcr8gumjGbnhZWVinVujKz/mlQ6Yf0iZMa5YCovqeVk4aowFIL8NDCFQkJvgKYoqFuOXmtmarZK
cNROXQXy3OBGo+h1LyvAGVM86imymsMAQF0SOjScqjGf+qirR59jO2w4mLNKcRVHrvRNkRhq6oux
Snq/Myz0T+KidTxJ9MHEC6bMso0Ss0hcpa472zP1MKovxyArL3P0sVoXrRzHvghIdrd9lmuPgLKC
zi2GpmhwVHG02yQC3Uy1J55XUbacDVqn4mMqyzVhvZpQF/PGzupuTL1RI7czIz3Zi4oGowv5W7/D
lbGZtk2ZOI8QbbVjUofKN7nJRHacY9THOFPnqvQGkWnXqsAv/SoRZvmU6FIm1jNR7ds4cxh7Gbf4
vYBQw04yzdbFkNNxcokS23g7qUXHeGpSXLiAmtUW9Y4idtzGXqQK1FgnYhGz+a0UYx/us0Zg42gO
tt578OwMmmW6kVvoOo0N0xTTb44ws8mcy04Mk0U5h3LLCfnWtHOhGjTXapgH83qQx+ItT8ep92xj
dIimxsCgJqTo0fOSkXC4sWMPa9Ld/pWDQIkRPBQxEnNZx4CY9hivjWrEUZx6wLzKw0JyDnobqSfA
z8qtKB058uR+6nZ0NCOyJstKroVuTL1bqsiYuSa60bprG1lzrwR6/Kxqtf7Wjq1Dbzooi83YokHm
kbKRiutkvwZL0Kn2qT33jdsKG0XNuCizgP1cmd7Y++0Cs+Fu+KYVspQx9l1I07dN7VO+aEsCpYry
l0If2mGj505TrRhTHFHM0FRvgrlQFXccZy13pQLd942WEQu4jHH9VMqJ6NykN7vRBZZR3Fl20R4N
CAOFK5gJp7pIsscYKba3ODKCLZGsNKBQmyfEHo25S4e5+jL0EEXcsnIoEgityqmX44RK59ZqpZyA
MVX2bZzF8UbL1ZDaWk2J28XccURGywnZ5pKhHuKdiXt56dEXAkdTtDKZgJwX6mWbWxOGP1HX1zy4
rmwZDBFi36Pppc939Le42dGCS3KtSlfhNBTMeieqR8KAtnym4GLJxCLheJMQvAtshVAncpPBlF8N
WtuhG5VJZsNYyprnHEaY6ZZ1Tc461qN9Wdd1gZZsnii3miQr35wsGhRvbGv1pc2c4jphws+eUan9
3p7C0vKklghkZ3YoElObNIo9HnWO7UlJq6+jibwW01fZGtxUsUfTt8pgkAjQhnxicyrjLyj4ZI+V
o6RfmkSm9NDIU2is26Acnps+Km6cpKB+2Thmo66M0jC/BtGYMWgUm2Yay5r8HOupdhyAwQ2eHEnY
ZM1WH77aQ0E82JE7sQ+ohvzV1KKSklbYh4ROQ9UcTeTbJBL1dD7iwjxHXu/M4LJUpzDvlCbRd2ra
p1+EgSiXHzWG+Ua4NbEapcq8bSyUCVeRPKWPlHCTZyUzpg42WNE/KbBcVcoKMzGQiR99BCGjA+WF
k3nxPCkgtN22dcYHAJx566HNYjJL8RFS/bAsFKKnICd3K5ux3+QBXrqo9hn6trLiUHaztJioidid
FK3SoF52bLx0T1WmjCG1MsN+GaOqeethhjWusG18X7SWYrlnoVR0A4nVyrypqaoXuWHX9ZlWxtvE
tvwATLx4iI1GpfoQG0QQgVSwgWZZVdaeFafS4M+agntUYSXcdVo3sk0Rgm4deoJOL61Gx6yWo9Au
d2U/sBUMnRafHClEy9K02mGV9ihHer0ecwgNJERvSksQBatTGLu8y/H9Jc3RH9oE4M6lkZIYehzY
rcXyaHMU1NsoGxFvRaFyJ8fxqF4J3WIOzT2Gk140DMaJtidaVFoXxfa2ptpLdleYerTXKDJmfhsl
2b7Uxr5f57LUOq6Sy8bodWZfKp6NLwadi1E3e1dtTOsJ8EXNa5mCTqVkI5DBUygxb5xEGTQvpK+B
kE4apYcMgzTpQkvI8le95kila7cadRsnNHTQDqmmEJX3dkFNvEmq26GX03jVFfrYum3udNGJ2n34
rVVR64ZBk7ZXbW4oQOlmYZ5yUWbhLuOUvymKqIetEBH8+1Dbi85tYLE1sNlHwlWhFHrtYR+gbNqm
SzK/mvr8tm4tUtVutAjmA6KOGqSO6VwUKGCjJ9q2wyWEPupEDnzj2VU7k3PNyAyrInjW5tTNm6Eq
XYVq460qBinaOk2SfCUeIg+UgtJCUNyhKAPDM2/YkOhJX4dCK77Gth7cd9M4mEsVGWH4lr6E7Q0J
GY03N42xt0Ra9l4eVjTFHBSzC3ckQMs3Y27Y466gUvcVnyT9OpSsNPYqTnvHDVn72UoeFKXDTzro
LkJttFC/oviiuGiOUGETtiF9HUkvTtFstHdVP6VXRVoSXAm7sO9YVryk0g7SQzEEZPcwpGz1RnYk
Kd7hhauBz21LseQVZs/PSP2hCem3TEqGVEPT6uSEOklE0hPFTQZZ5SqwexB7uASXiUefyNjoYa9i
8iRSveCINItrdg9xVYhsTDgVIFCt6sBQfM2ohEYdq1cuCN96lhKEKsM+1iU10mNNzoYmIJJeW2MY
+2tjUKZvnejaeO+0Ddtg2DXqtsnNyPKGxfrEKwLDfpMqQzmFbDUs4TJsUz+zRuceoR2FOmwsrK9T
UAEyHJzWZoIFnXWbNrVIcKEwYeiJvC4tN3bQq3HttLSiTTyonbKWbeoBnG5VCOBSZHlAPc8IU1er
ra5Zwlh7kxWU71ZjUil3na5n90bY6ZfY0U44a9Uyld8iHKcNuASdPpQmkhI1UMlBWcuJoi912wXN
FjxsiCuOk71MMaQIt5otEiK4BHK+tusgk31TOMZJtB2LIxoTmjhmqI8UNok15VVvRuW1RVvsu65W
fYICMYEQOzt1VtcOc4AJ2Rwaz5neJs8Y2VUhFgVJtw3xcEyPhejINFWOAFIX0xr3lN5Q2q5Dq4mv
hbYQ3AxRF5+ATH8FUDhAFRdaFEEvbfAzgFQgV3WFpDft6E4n9HIieV3KjYK5ZGTcJWEz3v++C/0B
RpIL6hg42IvMJtpj75umTdYiOoANB0aaYrrUgmb00oatM2xw1QqUlHIaScUuz5phFUm9s+7y5DNx
5Q/E7bgJsJELYH0RXjsDpzDZW/j9UQ66O6gPM3PktnPa9DWeS6v10VUnkoxCVLLdfo44f+B7VeHK
QIBvj6IKFdrfD8qvWBkarACq8DGjIgg/9/2YtKpS5FGF1yf8anEkhS/uKi2PPwHd/trGpS0EbN5e
OCToSp+P/KQ39EXm3JdDpOToWg5sAKZxCMUcbf7qA4H8geWvA84hCj6fVRHN0SoLHeE7We+4XVQO
B7oc8if99w8AMQsrFX0CwDhYLy5z+yfwW5G3s2aPOQ/U1OwBuZW9FXNV3xmBCRN1xteulqrx9veP
9tEo0uAwFEC+ixfB8vlPF6UePYCbsnN/jqrBK+xR2+pOEaybqBCfIAo/XCvA7RYiOsiNX0gIEoZo
Mwh64etR+FB2QHm1vm88OnniiBFHsFURTFwjetk8FNpce1mmFp8piv46N5mUP93D2dwMVSnUhtbh
eUfEgwinMnGMpEz96wCHxYsdtWaABoionO1DsoUl8kQtxOdalCUaOXmmTozp7NzrzzRjCAeStI++
gqn5TEL5oy2QAV4U/DB+Roj2/RuFFDmzHyXCF5neHWOrAkM5RTWoAtT8WokG8u9n0IfXQ4bHBDeN
vIq6YD1+mkFxCTdfympUaOVs8qnUD54hpea6N2jGdYss7++v9wEnlVeIJs3ijWqx9S6v+KcLwtAM
5cnIhB/kWRnt0okreYVqBMdpMJPLetTam6ahPSfwtsG3eaBrrKXSbLqq3tt+WOTGPu9S9fH39/Xh
zELdDFlPxMjNcxm8ThhaHKAz6WOwnH6TOijlElLP7u+v8uFoY7INehvgDDn5+4ePurElA1RBlc3U
AGJHKk6pMtCZJsu7qIkqPtnLP9iUcHpho0XkiQLxOSg+MqvK6EkJfExRnZ3ade2atqZB1QzMlxy0
xvVs1UX/V59y8T1A3Q+9HnSU1XOp0rlKFZ2oVfiNKIM3y0jSB0hR02WpjPNu0iHkfvKYv+5NP64I
pxo3JICB56zRKEcMIJ6iwreMNkGI19Dv9MyhdGbPlheD8fZExvSeppaynWIBocjBw/z+3f6Cilru
AcVUE/QsuMhzyHVb93qSTBITW7ZMpKxme5/qC9Otp94uslBd23Jpe0mVdX9VUo4rw9BgyNF54AbO
ZhVtNK0NkgZtcly3t11bhT5AlMYtpwFvqF7/TCL8l1m8XA/CFrb07FO/RE2coFM4zXmB942aPNmR
WWYrizTqeUZvtfLUuf7MVeOXecwVF+rxYpECnutcZGHMHZqAoLyhsfT40Vlmc+ojwCkxNjwHoA3W
JfgJ65Mt4ZfDdbkoMHgLXSZwtud+3HHXCxsxuMLvSlu4jjPDjaRzCU4w+yxE+ej5luObqyx4hV9F
1yVVp0si/NiSs8o1pLzKt8iGKbarzXK7IXFIvwkGd/P7OftjYbxD0/GMSAoDoWehIht0NnWKHiAJ
cKDSl6CM3bSksdTEHBzBs2TQEElDr/aBWl/iV2VoP4JHFnSb+iA8RmCxaEkA7PIj8By3UaQEtpup
NDz/F7sJVKklRqQN8Qv5l9hT6yMzKHy7LMRWopjmgzsuN7ZD7Seap/70+zH5aHZTTwVrTzi3HMPv
9+jQqdpcJ8v3y6GaPGPKovUoRfoBzboU7avkM17sj8l7/g44DRfCG4QG/nh/wdLM6YTmbekHg07Z
WQ7mK4KLcDwEGFidrMmcW7+eIu1rK6nWZSKL/MpU+zpw83rWr8sG0PtfH3KUNtm+OakchGuW6frT
Gd23ZdU3Iih9XHBz32mKckvdJfIR5lLWFmiHT/bvD1aagvwGJhUYAsFqOou3qFZoIpQHhjzR4m1X
t8/GZIa+jWLO+vcv95djnnAOXjxpFsJuUAHOrjTrQaSHKt2ShGC5cU051t5QyvtM4PDXs2CZP6hw
8UoXePNZdhMO+Lbg/VX5qSjlNQgfxKU1Tdrbc4bkogE+owosbUfG8Jk61a/Z5EITAZzLTgI9DNnP
9+8OB3SnsAat8jU6kaTPKZgMy4pWLXpWvV92urlri6Hz1Yg4R2+d8hRVXfOFDOkz091f3yrmiBqA
dsVQWEnnGtvpQBopg8dAIMAOttI4jN8dGDtXQ2tU3Scz9sNrEVeSxFPwR+Hx/VPTc7TBP3Mtu5Jb
Nxs1RHeVZHbHaUr930+hjy4FqdLBTFwBgnyuryY6oyxm26h8eWr0FVMs26lBfp8qVfLJ7vzrZF1W
IdRLtIQRrDzfiWiVaOBcHV7lmM6NS1UYSGjUhGX4yej9QiVhzqAprzB8uIFxHrwfPdhi1aB3CU5S
9fTQtOadBPthNfdJ4xsm/tOzRvnJWrAHlVSlnyzJj8aTR6T0sWjwcOC+v3hTyNoUzTzlIGXOuqZD
swOMFG/Tei4/udSvx+wPV0Ccy1n/xBJnzwnrQClBx9S+lRjtOitl82oicvJlKyjB1ZAjGbTanPqT
WseHa9Kib/af1z2jAahmFckpFqsgyNgThqoPd3luK2tVlM1a4Ea5Quiw3uWJ43DCtPXtrNf2k8Cz
+rOd/YPBJtGjQkRMSDHknEEz6yGCw6mosQDpTA9Eury3cqi5Ve18RpX7YPYyZZm+6DabvNqzwc4x
R4jIz2t/oqm6otrUHgrK29/+8mpc1BcW4igXou7yfvagQapwPla1j2eX2JT9FPk416nuKJTxk1Pq
18AAcjEZDdkbDDK22PeXKlDOC+1KZZVUWe3bGR6dYaOJt5FF5dojCjmfLMsPL4gFtMwzqBCOz47h
yB4V8CBWTZcJOccBNvUqS41X0ASwD4w0+2R1fDQ32DxRFUM+Bljz2dmIG3OEB0zRoJEQal4sDNlF
1lD2Jgb1kxXx0dwwsHGFacjpgAbw+6EELm2NmYNbRs1oXysDDmArx0wgdf1+dnx0HaJq8gZUW0y0
xN5fB3+4MkrTEAne1rZ9J2gvIYJ85pv20bj9cMlkWVkQDM8u0pHQSmEw1P4QOcjF0ixYh1Y3rwzB
Ov/983ywgWHltXhWEFrwYGcbSaMYbV+PJW5wurbY/iK1F8QNGJc+Hi/Qnje9Lu7/sjQk0x5eEfXF
pQJrnTuXYbUVlX0yNL6Sk7k79VBvoalclVOjfHLgfTCS7AOyvVgpEz+dywUosArF4IjGtxNsP4YU
i7sE2rA32DTdfj+SH8wMhhFlIGvRJoBQ+H5mNAvlm/ip8TPMXK7oQlmu3hr9J/P8gxXMsaYQmFA1
dYxzb09TIPo1zjrzPEsnP4mKaCvoveG1QNuPUvL/IgyCEEo5GFVZNsNzBqoaNJqSTV3rFxGM7w6L
WLcShIFJHo3/Kjr828v47+FbcfWvBKX553/w95einOiHR+3ZX/95Eb/URVN8b/9j+bX/+rH3v/TP
U/kmbtv67a29eCrPf/LdL/L9f15/9dQ+vfuLL9q4na67t3q6eWsoPP64CHe6/OT/9MO/vf34lrup
fPvHHy9FJ9rl22gwiD/+/Gj3+o8/bFbVv/389X9+dvmU82vrp7p4+9uuyZ7Ea3P+a29PTfuPPyTz
7yq7DerRKnKqNgrzf/xtePvxifV39vNlAUOuhvW4VD9FUbfRP/4w1b/TN0AAAF0JNisCvj/+1hTd
j48UPtLRviTiRE2cROmP/7y9d+/pv9/b30SXXxWxaJt//PFDb/+/801yRsSIqfVSR1/4rZwr76c+
RmooZnVC92Irbq6bxFF2yDLdgUKOfRQygx21NA6BbqbfjaLGBhBJfJkEmbqPE/B0CsJv+PlFt6Gc
QnCKo0t7gIoOfCC9HhXr6qfB/fPuf75b7X1s+q+7ZVxYpnCzkVNfPv8pFx3sMkgKSWgeSonNQ0AG
akH5qe27UitM4Ho6NqiULHYq4hd0BED930QgE/ERsBJlB6cEL0+kGPJ1Amh0q8G4AqWdtQUFnS6J
XCOGzeBSt3tDKqW9lEHGXyYVjMBy0tOImnMyX0emCm+rmI1bGuWQ4nQHLAAUJdzWPUkNXpvQNpcI
wHlrg2C8iZAiS2AJS+kVSD3ZizOrVD1Bx/abk+Zo2/9+hJT3yeYyQvyrEmLhGrGwac8OhXbIZtBx
FYS/AogcjINjlBb9sQcB2myjAYxaVMaWBlET6+04VAEpN3U0wE2xaNCEIgYmwQ/4mTxFig+0T72O
KxixILMNQPm69pki7g8x4fczEN4mQlY0V2WL8sLZHdORbfAlMBSv1kDrtiLIdnJhLFgqW9RuHRvR
XlbL4B5Iv9GSOQfhNuvC7zoOmpqH/7VSe0lWX1iwsqGAhJUluYMmTw9ypbUPQV6WsdcF6QCGLmii
mx7Y0DX47w7P93kCA0dAU3p0KKCqDdqYfJsTyNeg2TN08lHws12jHSALMGGi1242096jiIo/lDwI
2+umdspWzTiW1/PQtn4glV2FavGUjhAnojtLDMGXTlMSjwZ8ftPGVvnUyTxGYszwT2en7LZiDCNw
abktfY3Urt5Oit28NoQRLqB9tLO7Iq+nVT+DTKFqKF1BsStPRT5lseu0Snz9+wm07G8/UWp/TCCC
Mc0kzaTxwQO+X2ISTMw6kCXFo2wQb2orwG7LShgSLbOD2BvDGk2PAei3KwnT9oUSOrjndPoNNcLM
8CTJdM0G30K97q9iK7Eg0GiyAtYkRLgxs7XqBPXKoVUIttdwYWAmF85UUr6t5qBGLEspp4suKLZl
JOrBrREqV1xZJxgcmy70BqU/TkGDEIWRdTq/JLXgXyZkPyLYFk9CSN1D1hdzu05TdEQLgPoXAttT
CIxmmty2GDRAUAqm2tNk9CyguIZFykNNsCH0QZqOcAxcpdRLyOfBVCDegDu1Jje4azZqfpBA8lzA
VDRMXCrV8nKWRpma/hDti2EAwRKPbZau5kyvjlG+IBc7eEBXsWqeoKOOKwFGJdpW6bXaVTIcsjla
y5TP13RGrEdzyo0GTLUR3db2CMvDiqWDXIQd4n9GeUoQivxqVtl4RCotu1Fnx/4sp/lg71i6/Q4x
P+m3ed6qydQZZq3SqqDPmVzxVEO1JRi8rLAqgBahmXiWAYgsyEQ/6Zf/6IecbwJUu6lr0OnEGO0s
uwELaIM+SlSvUUtccaVy/JpQ0jrUhnpo7D7bAVKvNhh05Cy8yMMbuAQo3EUXkoNAoVMyVYZG/syr
7YcLyNltoUe+2N6TtZLvnUXzyqgXo51B5ETlBa8D3eo3SdlA7o6tzp2TRWet1ExPAR3qCuperiWF
2X1YBK1XRDDzTK2XNx2SfSvQU/JeilGJRKUmPIJZH3MMALQXwoPKqxrjM9+PH7W983vnzqk3LuYf
pMXvF/LU6XCqIzgMgaQnR1Mk0wjNTJ3ENkjBKwdEeF6S1M4XOcul1kvS+pSW5Xdo55BIUiOidm8N
nQW9G4g2/81z+aQvhS2Q02VIzVSNLye5qva0DNRoNQycMG4g0BWCJtv5Uzw3l/CKK+DaE4B0xvER
7NzkKSji+gOabiyXUi4PRT1Nr6oMMxncEpTBppZOSTCcZrOWwKuaVnyntiatCDl16lPOuv46KMqc
eHFSjhfdnHHQ59140BI9uDGwq73MRczMlSdg1DUdexDsB6gDkOKkwbEPlJ31xCNCiNcNTjzbOmWn
0kExfVFbO7rNgkT5ksdId7uxGvW9J1FWuNHTpvCs2hh32TyZR7mN7yszb58s+DcrZWrMVfDj3CA7
juZP8taPznTQJGzHyMgs0c9ZetIlukgV/gEKGwd3YM50uFkwumuR9X7TYg4CtwlWFsfooUpmjLFk
akVpOFebuOuKdZbL8C6VZB1VEVavuQ6tPAMdXZbTZ31PbbmXs1mHxBzH9dLEkFFofT/rmrCfwJfK
HB99nj5WlWYfJADfWqgra5GY5prZpG0AcmMoEJmhV1fV16pPh71jD8lGpcLJfNM1r5WAxQrEo3fw
TqsDVWOw52GyViAv3VfTbCya0QhHI2h/U0aJ5CMAb3xNIZcCDjejDbzAfAvI5jMRj193qqWnChSD
AiAxM2CJ9w8oxXFgUyHlAZVUvSpKxfaKYh4eIas5xzpPLV8pqpEjawVcsndGlARNSLFUiuG0d+ar
zLH22Vo/qylyaHNTDjV+9iiUOJA1en9TpZ0HQjZzxVt8vK5QSOt9aao7T7EQTrCVbBvXwnFb+4sJ
vI2Afz92g/OXKkY/7gH43KIChHbNAjJ4fw9xDMkQFVRYUOXwYsS6ue2dXlkD758/aXH/MF97N8l0
JpYFJoeTwlkSl/eXGpspkTIZobsmHLOrPrecBx6M+BvOxQYpKelbjH9g6iFnWF41qmi+FZYWPtBT
hjgYjGrj9oYhHRAlj1sX6o/ynBbd1pnbMHarTO9Nd57oHICLmDcJqh/ChR+aJpucPfNCNYmIaq3R
S7eeHLxG0qJ+EvAaMlfBLWhvhc5o+7qWfNKKNN7XD34MMD1ZOrO0NGBanZfkSOIgfolK9gainpUY
sT+ibSmOQ2TPwIl13R9Ca7ipi8zezUmYtG4z6KdigXyssCzix42kvsjpbRsrYYvptsqkOHTNSZGe
wyFuUD+BgwY+4i6vRdO4WdlDWJxyu36q9Nl+IG4w1r0UFq2rZCnBtgHlfqDTq/gwJ3R34YOvdIrq
XgJH6qTlc/k6IHjzKjt5/DXEffRLRhnnoNG5fB5anai6BBx0TCvVLKChQMWG/VKgOxGlO2Vu6X3n
wkIDRbW/5mqffSkRGwAPXdyTpfXKpoyaYqMrCVeSA1SuGzX+15T+v7LGH0tX5/9f1tjEz/VT1j7V
P5c0ll/5s6Rh/J1y0o+SrWzR1PuxAP+safARMTQ4MXoKNHJAjv5XUUMz/44BGZuURnsTpMGSevxZ
1Fg+WkQXKY+BJaQSp/ylosa/zAx+2iFQ2l88Dpai8qKKht7b+x0CD8oooTX3XVHcaDfvyrv8Rvmy
5PktAipuuTL913Sf7yNvPqJ/U7nFZtikW+vgHKY349i/tjs2jktxl+2kU/aavCorY5vdzZFvvQwP
beBWT40ve2I3eZXvbFWv3IVb4tDDvOtfI6jwqlt5UNdW1XW1N5+iK/17vC0ujKP6BA8cfTIFFsVD
fdcem720piZxalfZWqyIbHfpg3pdHgc/uE522rq4UT3Vz64mv7qu0RSEeH6X+/FWDz1nLU7F9XA/
kMpGbnM9H+3NeOwe2l11I520F3Wve9Ea3v/R3KSXxrraBKt2m/p0edZQTr4nV8Weu7zUDtY2eMhv
FlLGi/1dKkBKofXshdvOxGbIrUw3a1b2vtqjiQOOqj45a2Mr34fjqdqXztVzdxHvgbruw8voato7
p+mBITzyDN9VX6yD3ezGe9OTfeMgTpZrueU6uyWO2bF6vchrvDtob37ul0d5rx2jVe/Ja+pId8Fe
rFO/8PRV6+ab4U0E67rzoy/Gttgra2dNgr7tLoLrGhKHdAi+Wdt0gz5HthqvF3a24QbrGBkgr2y9
2Fwtqk38fHSBR0n4nCkHTXjDwdh1numJNeEj9zUCO/Ryz/7a3k50qXQPhobxZT7m2/i6PFQbWi3J
rtoaK9NLeC56ywxLsot21jrfFpvwoO7FXfNNuswv7Cuu8Ij/QuDKfrQjGLUZ9nQTb8yVdaNtq8ZN
XkOIn4/poT8NG/v7dFG3bv/o3EA+f9QO7W19sk1XiTZIsOjy1uFGDVfaypfxWvHlVbnheF93T/Z+
2rfCo2Pi5wflJN0yP3svjsQpzrfWWnGLC35/FXuqC2P3kBFHry3eyCZblV+Ri3KraxL1CvkiV7tk
0HLhmatxG8GSlVfK3RissaGT8rUce+WxXw+I+7j5s7EaV9UGIEHihRdXuefqXnGTrMnw19Y2e123
dyEny4MqVuT3A1bt+2+kdQhG+WgreBQUfQlvAO6i+pZfzAexbk8FppNoIfAVrwnTSPbGHRVrXYHL
HaJ7cFzSdLfu1or5pYNf7rTfOUfcyfmeBQcjd00DQYntqF207tVLs4bvN/rZAd9Kzw1wE4X2dN9f
T7fGfU5qL9wyP/D/DLQ+Jq/IvOYFeXN3vIfxpXhwo8AUe5PqmczF7Ijmk+Cog5EkDCoGqGPtMyhq
01Z+GfXGi5m7sh9s9Nqdnqr9/Cgg/jv70K9WChnWPngp7ror4KPApeHNeOMe+Sw/tZ6yfXwy7ioM
oMztZN0Glxb7Urue9uKob7C8kt+M+4oG3Ko5dbflSlieoq0Bu11MLpI384XxoK8VL/ayFfJReMWK
dUGQDUk4oYBFeBIjc6anbgInNtqFmTe0PPCFOd/ppbUCsX1X71nCrnkvq+hIuH1x3fcrC5mLLHNt
ZJcuiiv91YYY7I9rNH3UfRWvo3FnZRfZU3wr7cyNo66FK1Wb8Tt2DJ5c+Y9F4TkuqV16Lfks6h0a
Rkbjt9oT4yt/waJR1R/NlRN4+VtZP0p+qq/STYnmCjypeaubPpI5WuaL50GC1bu1IKZAZakPZMvN
V8pkLjjsm8rDoVpZmdFBUwjbfPjwzAg8ASGnpcojhRQvLb5FVHLgcQ2rLHgJ4mytrbXbbt7m0dWo
gFvbq376AO1X+aofLPVC3KPFlj92j/FsuIAq7C3oZ8irw0YGjGt63yxzswjKPKTR2jQfsAZx5EeY
osV2iFy59VBJbaBfidX8pXNWxrwpAAfuJueJsZ5utZQvHG6HW+uBOeUJZvdleyP3XlO6VMzqfXud
rm7x3DE8CgsC9P56Gl4j+xg6kLxWw2PzKF/LhtuvZdXvpDXs9U0neVutW4l76cq+abaveBcKN5dX
SN+VF5L+ZF3IUud1X6oT2i5uszaC4UIJb8RaO1FJGw1XfLO6+w7llriyNipArqKXvPEFC7uNgJ3l
Wjt6zF67im8Gf/LNADGti2RFgSy643u+ZF50HVnoQgxrFoeykqI97fDyQnUuzOfc5WtXid8jshjt
2DfcEAMl81FbGOmbyux9pfKLCe0414Ycrq/Y33LEn/qV9JCZbv7V0WFMu2p+EX+RxRflVLffINFa
aOSFx+a71o5uVb4Y9b1zMtJDt8+doy5vVpXfuSyqbtWP3n3v+8NLjkBogtKKl7hj5eqP4fzaXygI
mJUlPDE2Sr+8QDiBzR2SgjtabKwpH1x36zZRYSbC/Y1j+YoTS7jmS2O7sy0e9Pj/cXdeu3Uja5u+
Im4wh1OSKylZliXL9glhyTZzriqGq5+H7v1jrCWPhJ6jwTQajQYku8hihS+8wd67Zf2IT9R0TSZe
fkqKCGpjoHbNATJ0cSFPUwwH98m/82+ooeSxuEbZaER++Yn/iOvqYrlKPjhRHfdPMCVPDMVH7SIE
yK586pJwu47dyeV2sb9lJ/nU9SFqSk/W7XS0Lx3IowpBkRD63pXfx9CtnVvj6MYyNve86wRRfu/N
B/6HhF+nxIEpGAut3TfZkbVKSTyXVHeOjr/zMEnrTkV+kay0NY7CeZxoHvyQp2SI55Va9q6pLxC2
K+d96x0usgsWGatZXWNsAStOHvP4u3/MZpQR9q6/n9yLRNzq7QVKd7OIf+hDpNv/dIb/VVh+39b8
e95AfNF4PPxsty7deP5L/w92GTc48RvhOI3OZvy5vIjG+RP/jcZNwmrayTSwdRwZIP/QFftvNG7S
YcQ4gX8wHQVUtY3z3xajHfyHDBpEs0247bxoMfIj7Cp0+pXUPqFAOP8qGD9vKKAb7dmonaLTSVEZ
bdmXoTg9BjGvXsoCGbLg0tWS8rPWy+LGa7XsUgLojUXueFGSdiitoB13MZDohq2Te+8UKIytiPxH
UsCrot4LAIl8hZnALuPlk4ikbqDzNjO3c9nmscq/Ja6VX1mLrn7hDMaZ55vZN39xMgqdQK9ChBqd
w+BMKH+NmkPcuAjno72O9lEoBcKnd438TuuW9Z1U/y8PircuoEJgoxsm4azsrNzRSiaLKeuVLPZa
oVmHgcIC4fcGo4xqP3nPiP4M+42vno31JvkXOAuPGtK5LzttH18lJh2Vlo5TveINrrfZJ83QtVB3
FwTj3cWKtUR+yUsXpRTK2QhtzBaaHTmKL/7S4TxQ5oepdIb491r/V7v9/09sQcBWeGPXA5J4/vli
z/P7/+x5M/gP8HcaCiBp+VhQTP5nyxvBf/iAm+MMwAGPX6EU+D873vgPsvib2QBA5ACXQ1Lz/8m/
7f+A8iKj33o/lJmBpf8bUMHLIjC1UVrcZPoA9YEIgRM6b9NXKm8019HCBL2Hi2R21w+I32TAfgOB
ocMgbxDJUh+71NIOAgGzY06l6fjHZP0FK7CVPP/3Zv/nGTzwZJyMECJf1WlnN5+seug3RTb0QdpV
7288QxsuaeX7/6zQF+CXP2EJ23Y8H4p55W05SaEdnTWv5lobHQVLnvpuW8du2Ux0g/qxfM/R7TcO
6cVAOGHQD3chi2340/O6ZylQCvZ13qlFuwYJwHY+wjqkTVsJ5d5MiO/aoPT6wgLok/vEpEvtaqfe
k8uz4yzF9bBMzn2CfuESW+4Afsunq3xfLsZsHCfV0IPvJwGaIW1RoKVfrkaauZ4qqRloPeTHZdrC
t750u69zbjq7tvOafDdXhjXu0l5MP1CL9HbjPKVNqIqtZZJhAK+H5oK23G71ZaKQonK7y6ER9rof
NHpNkZwyL9sN+trZF7Q8x/dob6++DlARLkcHptCmU32O8p8tE/90TU8jWBTPbj+DklNa+Y571dn5
iYbYVonGER2HDfA6cLdf3i19j5NPriFUtNl5H7XUni6XZLZJIg3/IVDWsDM0ZwG/oLXFMUgN48Pk
14SfA1bOpSFkXGO0FAm/MwjtWEzh27vhZe14ezy4PVTkIIV5ePCcOzoPZikQ2+Tx1tFEg2tExBo4
D8amfT9Qn0DB+/7tAc3zM4ARQZ9sHEqM3oAYbz//A6oz17OTWwkqPWar8gejRg0iyvS1PqZt1T+j
+9qtqHap+tEzsw7BSF/JJ+hQbr4zitxRkTcB/DAR0Kj3qqzJ7qvB1gqgHt3y3U9WMzt0ZkneSMSA
/ILedb3/7+dss9YlXACTSpfhbFvLtSlEuTYsHL1+WIdKHHIUhWMp7OvODH68PV/nxxXTFXAFE5FR
IaX/frZ+NBo01WqBXUGqJ7lO7NU+QLBBW1JLrHdwiL+BoX8eI9tYdPdtgGcW/PQtKPzz02RNUmou
MiVho3Id4l7VBflescF3Tmloy7H3Eb/AscwYi3Bx7PTn6gzBLSAJ34ug/hgIgVapjiypqxX+yQB5
8TAGs3frFl7mUGLoLZOMWJVOrNtoCcY6Gos3iGv5MhJOHqiIjkQ+R1Ou1G3rdIMdKmsGwqFMU2gR
8A59IdBRvRa2aWPeoiuSBB/4oftxWhfnaXZ8er620LqLtqHFh5LQyEGFMiNN4TTP9BvQM0t2VLQ7
p8Pbn+kMEfB7I+HWhXc32Lstjjz7TqUf9ObWmQ7trEWAxzC7eiBsnKlzoMztPDRtNXxBkzIwwnUU
LsU7BJlRpPGCD0OwFD/magQ8hHDu8DS0QfJlrBv31u0L99Zzld2QUk2lCS9XBJ8H0MMi7NGY/v72
S5wFwv+8BCvA24KBrZ25LcY/9qaoBmiLDmo26NsV9d5ZGkVXJmnjNBiBojaZV4WbLMcBco6IR9tA
zBT/AADafYLUX1NQFE6VCy7Llw+W21nxpHHtxLUoEYV/+2G3CT1frKAYAhwiOL9oKb981sQfOGe2
g7UorSk2gB5Gzoh5y9ujbEnIy1EgeoNs3oJt7tVz2FyHnnGa9G0KlAM1w0b35isD2XMrrIEXkiNP
ddhZKdp5je8Ot2+PfU5Y5nBmcHyZIQyzKwFxvXxFqFlKZVWXRqLOlqeenCR2oNXe2E6WPgAAQq9V
cj1w/VZoxWiWNucxqFH5znO8viN4AmDxnNhkHtCnXj6G16ONL4Ezhlq2yn2GGtMV3TgUg5emBO/W
GP/S4fT3ewOAJfkAH0tGdtZKn9dGKbBVaWRu6qVY07pH4fYofc8jwDzhvefG/HopQZ7i1KOLCqrn
FYdXsGwyEHtkUVWv4s5QTYSu33tX7V9H2fgFOJziB3fOl8QzPECklbfKhsA+jpM+xLB8vXfC27+O
4m4QYDJ0Vu6Wdf+xhSe/QR424F2AD0FM1co+1tB4jN9emn8bBRwHOH9Sd/bF2cqsE45oBMmwQug1
9LqB6O0cgRrM/8UoWExxgoNeRQLm5bs4aU05YhON9DpZKQCXVnWchJzv3h7m9R4HH0E+Ym7Aarg7
Z1Omm3PuuDUfBnn1ad9as7Xv+NVDCXLnxLZePqM3S1OlbKx3XvD3G7w8XiySEOs3sI7/nGfX3QyY
ckg4xHADsXa6WNt7tFzlvsqWZteuAT2IUqzRKmSzl/YzYpb3BEFJlCR5G709C9t5efYoFjg7ju/f
fIdzqIgD+gFHD5lvk919xwuFHopld8fAXv7LCvg/5kW/l/rLsUhWyESZa4MAyj2LAV1MQ2bdRvux
RbnqM7s9QHOvkMqLyBxsO3KbfPL2+aTrF85Q5l7oV0VyVVu4UpInyOxzJyYv+VDzt9zNtgTHDbHH
0fa1BOwZy0GuHIprjpx7YI1FE9pqURROjTIZwxGZr5Sak64oGdst81gVgXsY9QFZHF+hNf1v53Wz
vrLhV8NZgUO/baU/NuQ8dNm0JCZKYIqwukktI9JSIY+rhZ3E20O9PqgJH3Dyg3kGP/M1MwaDq9k2
6EJrdaf/nNpFXGkiRSjcDH61fSPeiXlerxj85my4AeQOEO/97ed/vFng1LUFujkJF2QswgJsJgVs
vGDorcKwfGcaz6BMW2zCS5GvcweDZPJ/X5Z/jFYjOAzYrkiQDxjWsNO95kL4Y3exIn26T9ZG30+V
5X2uK5Tp5BgMJ90q9bg0nPL09iy/Pi5ctCVIHX8zCUEUvHxtS/m5sjfhUg+E+CNa8eMhnwe/DdEl
syS1wWQ9VZXuYIZZO++E6K+nfDvXN/I7SevrnLVcbKPGuCMJBab3UbGS14+I3kf4wLw34edHPDgJ
vNN+m8ehbBG8ynISKKCjVtB9KeQz8DEtTjwzfWcJ/b7K/zwJSDQAMG2CDbwYFPCzNVSUTosKud5F
3VoroOPg7Q/Ym1EiUsuMVKRrlY6FovGi5ycNowAiHqvRlnhWs+HQQ/aDHA+ezN1cA0odB8Kh6a96
UQYdTgez8j5yGND1QfLE0YF9afmjggGHit2wTu1tKvsS0EFb42/z9iI5/1C8FykuxVMQLZu97tki
ATbcGT0Axajw1vImXQu1X+ZMu0IBsX1nDl9/KBAtlPNJ3qHSm7+B+39sDMSZu7ReNRyFxlocZ00L
4lYZ1Tsv9CrBIfy1N3aNzVW85QhnX2rJqOHIaqBV3Kj+KwyEosCTYNIK0j1n+qAKp/YjPVDykxgb
RKcbpXEUZFU2fqlHISkg46dFycfNTR2F71YbIi3LRRX19lQ7sdbUDZ0x7B4t+BZWA/6uSUUWybVI
3osvXwXWvAuFB4oGwNlhlp7LsAHaFmsPxhnPpeLewKvi+zhtmJYl9y7s0ebqnR3zbu7q/D7JVH/l
mp31Tin/9Vdjg9H88EFJbdak5stTRNaVp6oEH6gpUdU+T9DRMPL1PSGtv4xCGPhbJQztH1pAL0dJ
Fd4eU9uIyOjJWTpYgSeVKH339mL/XcR6uYsBXkJJw6uPEJre0MthMtHmucT8KarxyBiACU1YiAmv
HD7ZCuFPbxrVB7gL413n5Wh4F+X80M2uNR2GLuhQH0dAgXYvHaAUTJ+OKaXyu+6g4N7/6tU6XCcY
ZLn7EmepdD8Uqv6GKSjopqwyc6zKYCCVkUFy/kD9Wol46ZLuRk91kK1q6JPrPDPEY4sUbR5OyYK+
PRqR8/VaDpig5TMaItE4qeprMcLSODmzPtdR0vTqqe6s9Rn7i7wNDbn5MgwqwAIrLZsY4wgE8d+e
xVc3HARTrIlBwm6NsQBXu5ezWK6KxMeYh4hQbHrsvTr4JXMPjG6f+Pcyt8p4MMd23gV5kD0lCPrG
DVcEXityle8xX88V2BBY2WIIbyMQk/29AsrhkYd9T4PMr2XelUkYYRagUG8nUn3vtbdg7+XioZK2
tRrZB6SZ5yj2bkHAJdUwKPGC1pFX0NRWUDsQy/kuA/ojuMWotIkGXD2XXWdKbHRcWXvmrS5T8/6d
b7Ct1BcPwzlqQp4kKOWl3fMoYx6zJFk2Wxq8NfCvShw6FqyXKQiQTc3lr9FzxvnABVV1ca7n5iXt
C4OKF/6HPleQnn+m/2Fb3M+afOfuf70+eDZrK9ERBwE0D87y8NoAXd5rZRulsz2Dd1ryZDdjt/PL
6cq2OuV9UJlo5eptsF8XsC6hr3whdzaOQZcdYtnv3XH/RHgvZgveAbcc4GNKxybXw8sVK2tpiDSt
MXIyC/yMzGR1KB4G1Wrs52pyMEBGhuWj1SQAj7Bnmb4WohE4KZSe9rXOF/1ByNZ8tPGs+lSXC3oT
QVM9VNIEqxdocnrEMmy+p06V3KNyVJexNSzGtVllVosP/fZC+Ihp93aCS9htO6LGCONDc1uuFKvw
L5AAdq4x+bC+lbmh/aqtASi4Mp1NO9lPks+b2QSHT9d4p9EQwTPRs99xNdkzlB5/xZUmrVvLivwg
8+wwI16i64G8+9OGxL5IaI5gs2JCWEHn2tF+5mY/4QIm7GRnY7aEpHvvtB3ujrP4MgVTugLByppv
vcNpQ13aAA4q9Ypqt+kOntob/eI894DOOcB8H8Q0pnODi/DHotMJaIMKuCNyRHo0OvgyXc1Kr/KT
j+/6NwcN760ul4E/oYPBOZW6MOODFBvJUJnTlCPajyz8wVSZXxwLtPebcFYlriu1Sb0gTqA5PoxN
s2BLjTPMnbTa4SGBNgmYjP4coDHYlFXYJrK8KedcfLa4RLpYYTD4E4ae+OZnS3GFQUQ2RamO/WHs
1mvzrM9uszPrpV5OEG5AlAeydcd4KPrhMsAFBMXTttV+9gLJ02jIm/UzHW2WMI55mnkaHZPuRwmV
JQnNsfLzPQ5hcHUIF7wnbMvmj8uUBB8dT6Jf5y+c/FSIpfwuDNZP2KLrk0aWGKrvtdN0C8Y/63rd
YJe5HpTUxQ0FpeZLhpjkI25DJTYgywBhtJP07PYgJkzyfVdrMzwKKCtfwpQvIuFZSX2NDk4wx/Ns
upICdqKQuZZ1fRPU/ejv1sYietCrVg43EgzDghZHBRkYOXQM/BwPJkRY+H0voiEZeVXdXQNjZ7ZI
v8StFXCz1KP00IR1NKrhrTnVlGLLYcYsWbouvjUU3z941uLRorOa2jso7KZcyKoawr9OP5QiWugO
gMUqDBp1qGYaSPII2w7LCqFwyIkQZzYdxG3ymhXrBEPoceHoqxfqSz6VsQ3C/1JrA7sH3Fl6836u
E3GPn5yiY1MX2Zd26JCWn9ZVfauTasCKxJv7bC9dL7meEmh8V8laZA8YYmXDZ6n0Bc8Cq5tw1S5t
OUZ9XYIAtTK/kchsd8UEdpL8G/abQbVDzW4wXFLr7h7y3IEzgtedxZ5cze4jhj6k78Roy89Z+d5l
2Y1mdYBJq+7LuhlGcFaE+jxO3XwVyshSeLLeeJViHkR4oGrtZOSO97VKM/ll7vAbC7cYDLsHpxBs
bEMAFvXWoLyX+uLal+XiCjPshN9cqakLskNVEotCLuPsxSLCXmhajDogTGOW81fYmQvqR0jL3Oaz
reNe5w3Svui6ytQv0GqtxaWepg4910IC3p59CyikKpu73PST9jRhueeCW2wC6xJdd69FV99HjjvB
78uI+1EEB6FhDhnWODhM+9GdKxlliJIPMW2E9nqpZjok81QEC9m3RMA/x5/9gBaNAaa76KYl8jE7
/DGn/ZruGj8Z95rbexdog2tXpkXBMFpQpn8itwKUloAruK1S1QUxHR/CZMwVzec0A80TWZ2m+XEz
EJmEBt2Za4xJ/R3GlbMVcUwUwc6CoTvT6WyKZC99L+tOeiawABa+qrujrtf5gxCmnSF9UtPi8RIL
9TGO8Alp9ECAwoYchZDrgpUNLrHwbM3YFniE7u1ggA+SmL1Fb7mT44880DfjInOyhhBRd6Ef574E
bNpbTnPnrf3ys2o8AJ6eENYXWyxAZGRqcXlMYx7g0zSbiASXbjnGVTusKq7rpcWPS3nYnIgV+8gY
ZR17vcVlMnuSXuVPV07ApXcUvj4qhJEmejx5QOqKoUghkxjTzBZAOddumMl8/bUiPvBpNjUSWTN1
0gBoHh0qY1njVPMPqpD9p1UvHPh3xjWVKEg1WIZ5w0gtodZvajhimpc+aZ33VGMk16R0jIpkjmu2
O+jQedfZWliX8r7JvdtZNPe+Ys3QnwQp+iHv8QKwyxNZ424qy596XmBYZp8cpUc+bWa4yjcJlmNS
BKDVjTquWcu+g0GCOwcHL3M/FX39OHK52914uUDL/NQi8TAt6tJxq6fCM0JnaK9X42sr78sUtVrr
GWOKsDa8k83fMC75vhLZDmn0PTert8cVuYxzezCYVRc1AWtwAJfzGnhfJNa3NOPmajoq112if5Dw
uGq0/TN5lzQesTclivlIr+ESVBu/awEJRfEa64dRr2/TxJtjKKeH3BvvJXqAOnwuQ9btdTJVHLtY
j9C8+2jP1UlgP8kb1miRDI/EG/ejVlJfFNn0TW+84agv3qFd1m9u5uz6MbhOTdgJ/nBnmfWDo7VH
J1dLWArzzu/Sj4jen5zywU9h4OO0IdEIRW8xTy9ZZQJpyF9lnwLP2hwUgK5hfvtgdJvPqdlhEDit
B2vNTuNs+XQnp081SjmT0ozNJ/o06NZDMhbfjaGJegExq1LdoZnMfUKTJySZ2SOP8wUzulsjo/aW
0Z3RW/2TmYs4CBLc/HyH+rUGansYNqNO8yCAbVmg9zP407Gm0iLElGzXa1XKY9y6tfNFGdOj1n+x
4DCmWvFciOrHmNDgmsfm2izmK4yDdwEkaz+oPyTVLKNKM05Faljf/JwPPy9NZGnTfGFkoPuT5XIC
K5+tRTyZ+o+WBbTrqxW/zG8TPfrJWT5MqfNYsZ9CyPAxBiTHVDr93QRSUFHQcsH9J+a00/32h22U
x2VWN5QEDg5qxdBGC4oFYvhqamO7qSndVvlwbB1WRZHqkb7KJzb+hxarulO7NKizehxxOCDfSZS5
w8QSz6Uswe7nGp7XGJrgKQTGdzP6aK4n0elXg554ey5m/zFj6dgnfXKugVEcsUc86gmMAr8brkpF
k9nzr3rHbkOBwWhYWdqNW0BWAEFIGxWfxIQ45pCN5Q/SXmhF9fCzMOv7yTe+egP6DuP4XWEp34HN
7jz9NKUz2ZYjbD3BAa5NrkqcyT67jaV9M0GH/KjNKl0i9CcWGerEIFhIjgXogAq5hY+B30HIdkgV
iSEJsIJYjEt/h8FRH5wQVTRb7L6WxYugxBkoLSDbkyMVWOVWVJpi/VKstZFEmyduE6ukQ4xhyFR5
4/ngGXcL5q2PlbXdLSN+cTweHKufwZS4uKwX7aQQfWp1zERTm4ZFpxmxPRr5hySA8hnV7AocwsHb
eJH0NwgSdqDl00xP+0nX2x4HYWtckYSo1UKhvi0Gws3OgBC7oEOjRZNp9YrMou4vFh0Bhp2+DsII
KftOnJF+2Vohb218r3W7+dib2Xxnu5Mq9iXOzhAAmmKYIriJCaSbcYV20g++/yND2uWbsBWW0LPV
9h89xeaK+wpD5mjAu5fjS2hONHXW4oeKuhB8mhl+ToKtJCSZpSBsxHhyAMXtrUlLfFy2fTRWFSUQ
e+h7vCW5XO4229OVexAXMC0Yd2uZT0aIrhRKBRK8O9CfSaJubtgzYYgzG8NzN9owETCfdu8C/E5q
PBNdMO8D1wkctaXFx9RTnbFgT9VNdlijdf1rSfDeYKsNygnTvlI2MJ7Ak7E1WU7BNYJWCbNY4vuT
UfRSl723AgdbDGXdWfi0tzc9B2wJJluOmJADMr0MigFfQkufcFNTmnR+FU3P52t7mT7aCpxq6HhV
9mQEGEft3FIMnzWBCke74B8OOkEutB8T2fPa66jDOTXH4trza652txDaAA99c45qi3RtowksbR91
Xl+zdoJuvF1pYva7fDbWh6oAEBWDu0g+e/3YPGFqY5rIzjTGd9RG8KfDSb37YFMWvy4Xy4Csodaa
sMyqAAfl/dbYyxoZFHuCTWzjcFwJFswS0wBS6tiDS6CAq19RCxH+kZJHOUSpG+R35WSg69FX7aNX
duoGvQFeftEEs7zZEG/V5GnyQ5QpfVgxpraB5FZaU5jJE53LMjG/cXibQZQYKze7LxXhm+3IIMBW
24c00CddeioQZfuSzo0Fv6HIPTzoahco3Wxa8km30/ZWHwqLjY18XIiOdv15Kqu2wCF06+6CtUEe
okrYjYgsN/6XIgCoA0fZh6yFwft02pS+tghJry9z4WKIa1HIgrNYJPlHLR0hpFARo2+bu/hpJ+4U
rKhXLK51dNZB3QxW7eNLPDTTE3kGUv++tQqx71TZXhten/WhVWvZU8cf+OIilFZzB/smtANa7ZTi
69YnhhjhDXrMtrg1kqr5jlMNzT4lNRPn1KS9BoYkkdFQGvU0jcD7WSNw/pgbGBCHjVcb/qEe7aIi
X0L7JCLs7CSSCuZviRhSsb1YpeGFg61X1l5rUdFCPUUZ465boXIf0w744q1ld0MXe9MqnynO6CL2
ayv45KZTc8tfq75WRksqXwJH+pSh/EmiTSIJMWfsxS+jb5K7vi3Gr2JwjRQ/0+1sKigakAR1dobj
AGmoui4mkR2HocmqPdYFabcbsNgrcQtCpRkVqZyyB1oySxdPua2BNDdXUexQrMwfDTxjH5MA+Gto
ezM/W7pyoI/l1h82V+OJ3V8RUGpdCtejoVQAIbFehyW0RD1d5YOWlTu1IFKNdzUpewQ+nP2iCANO
fkpSQyqxQdhp0us/Jk/PoXg5+vDYdnYrqLlhVR25rswuVhzA7WjWJuHHSJ/yONjtQd8pzdo91J5z
WYw19ZNBIcCABwIaNGSp9Dcc/7rSZS7ZuIZ8zmfVNGieOMDiWYLj5ahr0EEqib05Sx5/8WiwcIji
TYr5GbY5Z7+PGhKRbTnLz0S0GhqC6Prgcbs6M7dK5sAeXZr0PtXd8aEd0XAHsllP9o6KBWuiLwQX
d4A7IDL62uKJfYa8GoLGxhycWHPlHLr13OFLNJULpiuOkxkHp/X1C0OADI3xcoAPU7iZP8bTGqS3
mbe0sNqQ+6ILJcoFA0rlkIuMQYtgw2pr4hLYg2Xv8HRitXeZglFlF1q6M4ze+9o3KPqFIKER1+A8
M/eqG/Sv0h3Wn+aiuqckTezxtM69dy0mnKhCa0qTj0uWB+ahWgbxSSOS6KNqzFliybDp5he2l/YH
kuitwoVA0U+jkgaLIevzJZ5Gqk8hquHyqeLgKlAqaJc8tuc+yOH3yxGFTiExgq/UgEbAuEqkE125
wtzCPA7NGs1FtKlNmuIj5QBbv1i4uga2crqOB8xR17gc7fSDoOaNvLqeENxkqbI0dGqbymFdcX/F
LSaTt87QsRjckZpoWAa5lUfFsiKzKrUV2+ZsMKovtZDOD0PnkuF+kogcSqvjBtcoY8+IfKwHe3Xb
b0UZ1NbOm1UdLZW29keJ+/oz9Uf3GpVjcdOOm/FWSUzsUmgcpu/+VPbXKg0oMgEn/I0HsDEBf7s4
/KqZgiQfx7yOyB5y50CtX1Y7zWI12qTIyygYmwLi4TRfkxy/o2Hxt0EgyPsIW6J5Bgbq5SCGCugi
N2SnpJ45ipBMFHJw2Ts97FewZHw+sNBCLdYGWLbRg14OY2pWNlDq6aKhSLvrxcBfdUpG+7GZqUSZ
GTRonF6tD1ZDWZtae7PTqvrexJkkWoiOL9DzcOJlHEn1bIKqt+f5Ve/097OhqwQ+G87/eVV5xle+
qQmHo2UrX5nNkO2dNrnD6XR+p3F1pqCzoTWB1YFGxNsL3gSqIS+nAYREYQ4wjDg+JnQ6lnHwfgUt
ztZO3WJMZ6k2drYAry1csXc9K4iELNOvqM4g2gJiGuKlJ/QrpHCXnZzL5sIXOvWugqJDO5jJw9sT
8xsO9KLezuOS1oIkx29sa8K+fNyZXnhlIGMWaXYG97zo6ZJ6wbifh9E8yTwb9hnSHXHBgXPh8vB4
b+TyIteTR+zNg7gkfLmjRJWS2Fj6tT9isI6YiY2FaufjyzAb73mu/GU1gypn9bhgGOkTbJ/6j940
USFG2Qs4HBs9rp9jUwVPWWeI6O15+csoJnQ29Ew31eVX+D3dGuquyEcoqSLJryjsihiKgtq/Pcrr
DjhtfMptG3GFrhiktZcvQ+KBaD4yoZFfmhDFfTNAHXwZfji1adIByYLrZoaLvQ4Y8GHc617381Z7
r80asjVYWQ2BLJVCmDTw7daF50droq2XFP2yi6ryxsM4+84n212mXUrwGr/9+K93FU+PAiRQDrAr
NPVePn3emqPf6D3iBjmxA99Lo1wJOnB04K6+PdQ5DmnbVSR/6LDpgJ5QZXo5VDdVxiRwngbU0Xr7
Nk/TKA1a9rPpPrcSQvTbw/2lMQaFEYzVJkkNfNM5W2VS10jmjbmNXCdRNwWX8661bTTUa2c4Ac1B
4kKu+t3kIbxHqayNLU8NB3rU9e3bT/KXFwceAaPEQykRvP7Z/tSNpZ49atWRY0jxUyvGBHLL1Oxd
amyU3Rv3HejH628Kd3LTZKTYQ/P0HJ08J3gZDwv5UyCH5oNrj82X2lXe1WSXxTv30t+G4rbYjubt
056jTHwto64wUZimjN3aSKBBFy4T6uA4qgfvSUa93tAktEwjLk0ogPJyLxcQWdJsWVxM0GAgS2GT
YcdZzTXw9tf623EKs40VyhWAYPZ5w70tp8LHSwTkzCwSJ8InM3n0gZklO1M1K0Sq0jJkxCUyj7fG
KnOoqg7AEOxmNWCGXjlrxICd6m/MlVp5OEBH+YCtp3uvxmLUiP3rVYZ0H9LPq9Ld6Z1T7y9fBNqX
CVyAbw+U8myScIDOKV5kHdAHVM/MedZu8sZorhJDup/fnqnX65q/HoasRcQAN+BcvLxXyWAs/lpH
3VSqYzaU60lD5/vUW/QjS6sr3jmr/jYeCT0IN9gUeLGfRSdF0iadJAdEoHVxDpNM0RGgG7pDMMr/
kK+Qht45sbZG9cuL1eHaoLtO0AUwyD47QZQwJs8YuacqsNlkAWbyqTD9/tobDO9QjiVlNZki/mL4
K3XTpqze6+2/BsK5AHXA9SGfzmKEoHi25MnABWDYOnJFU//ICiO4RIMZN/C01xwbq/Jy0oDBzoOJ
gXGp/xiC1B6v6s6HDWyxDRE+TTGL3dVa5z+6RgGb2UuGkaJn7dES8fU20cgbF4OqemHTIkiGKnv2
MHZCuiRvsEdvfXt0T7Q7MdV1lr78ahFMILSSl8t8XeYJZWq69TYl1rzDMN1LBIpJXlDoXizLDqny
sp/FdSY8hDcR7vM+GXIFwAUKDptua2lM/ZJPviWoIJbwsDV1aoSAHdLPUgbmr3VKKKgXmf2IqXuu
wkQW46+xWTFaZxB5BBYyo5RawmuMcJh2f8LcNIoQDfy5j22S4OBRDaIFFWkKaOPBphUcz41McMpy
p/yrMJv+K9UPcZuSFOoxt7z4nElBUXZpiw6oMCU/c9+OgMOuVmsh6jNTG94SAZeRxbimCTRHKrv6
MuQlMNR2cLyC2hYp93GiuqxB18uQ3shXJfAm8YMfNq55d+kCBGzXGc36dS7A+4eaWBvMgZeJgqjp
jX0CL1LlFMzJJsPFp/UdLlAwH/GOmx5Me5PesNuCnmOvXKNH/NUgeZ5AyiB6M2so1lTaiL83hEvj
xq4aMCFLs85pDGS8Ql5YZs0njPzAY2UUKa94u+JX3inqgGKplbYbMdH9pcm6R09xRq1UpHOGi661
GmE5+ellrqoxLLuBduqQ2DRcBMKqmD42XvVkjN4a5cJR928fN6+Pf9e0uUAN9j8eoudQ9H4286DO
Mwg9zjzuaO2bO3eCO/b2KL+P95ebnliRMA6QFAO5/nYK/RGcpoGqQXPQ062XfohHzS2/L8zPENY0
Fk+k4/lOrFW3m/F4jP4XZ+ex4zbSruErIsActiIptTq7k8feELbbLuacr/489L8ZUYKIOTOANzNw
iRW/8Ia8imqvB/gLwrLEKTCprbvYbsaHllDLLWmkRjulEfI9FDigEbVTem1Wt7ck6qVXSUXlZT3l
kuufcOGeJIvjyiLwsVEpXF1bZZCXOqcsczOMOB41jMK9XK3qW6GhNyM0ts718c74CpBy4FsxIjuV
Yf+KYP5rygZRyKGtE8qh6vIy3xj/pPvsENzMf9LboaVlu7FEF15oxmMDwM6xuXfWrmdFjL6S2uWl
630/vvx+OR4PO9+9GXbel2G3EeCcb7rToVbPKd2zTK57hhqbryP661QCt77mwnKdfM3yE/41e5Pg
FpWXr7nbv+35lMPh8Of17svGh1zY18uXgG2FzI9HrL5CZRWDLADcMkzlN+/jfeVOz/2NcZfuRzTM
CrfxxgNokyONfuHNz9Le+XZ9l5wHJowNv5xcjJ9wxpmjNFND7kZLRqcQiah2bx85S+W+bmd741vP
F+1/Q2hsELKzNfG9DDpNqiukvqdKFV8bwNgE/c5/JToQjGLQBoIPxQK2/5pqqFYZPVrML4gTo/St
ErnxMukx/cwEPbnrc3cOTWYspBDZ7xA4qCiskszZHEZs4isE1Sezux1By7h1TzujAoKS0nqSxXdk
mQcvhgmyj3M17LxILc0N3e1LSwg1HndWTIxI4Ne/opToGbCQFNyV1qfZOBz1OP9w6lDeSGEurSDt
AHYJRTU8kFabFdJYXJjowbuxFA1HYMqIMo6ztnVxLZnX6q5X2JPUIZDDgUGinh49gD622luLXPuc
9d3BmgUyRVPotGB5NKnzC8lR3oo2EQrZfSZ/Q4Hafs0wvXoNha7e0++ZKS8YVgNSKV2AKQZ9NbSi
AuRyRVG1/72kgWYE/D2La48i9Fo2oIlpn4FDWsqADXXlhd9pFeWWs+elWQGZainQaVjtNZWlk51G
mWgr0abvs/vAzK0vodajYKmY8XvN/tSAOozNxua6sOTQE1kOshcylzVF0a4syUk1SpxG2BlHp7JK
b7KCbGNjXTpJS7HGgUkKewVzp9Mlj5SUBp0mEjdG+xjpqjGJR1foVUxOlpmNQzmiDFU/0EQGq6yY
wRjbcdrfOeUkNxvH+sJ5UiERg1XClGnh2J3+FilKGlSOwDKTLMeerVJEBqI6HWy1Dr3rN8iFoSgO
Lqa7NoBU9tDpUBog01EJFXQdG8va5zWIQ5BROBQQAl4f6dIMg0dmh1Ljg0GprAIoKLq9QbzPXaXN
JOtzDzALmnT5JFHz+RL3ujiqc1h/waTPPIIzp88o5c7j9V/xN/lcHe2l8EcSzF1FPWT1K0pzBHFj
k3+MbWI2OwSbUEAsJh34eNCUnmSHf+ox1HwhEvkgqUP0haOlf472iCMDVWj+qByvKTKov0WqH+sZ
7qcC9ARd1F7jBQMTMvZQk2gtxxgg+L284PuyKv4YJyXfmNQLRxKjOoDw9M1426zV1wRKBSdYmdgf
hYbNIqTRV3qW/U6j/O0r8uC8I4AQbszhhT0DK1mxQWPzwJ0xYNOiBXI88OggvAFuo1Pi+6arANLZ
obyR6ZJUswFX60UThdYDtkLwltbRPa3nJMxQZkd2D3zNzlB6hPHCkHymj1PgZnJf0FFvdBlwG6Dv
5C1KZseXhVZ9ycPGASCgeZPTSfd1l0cE7xEqz16O8P/bbC6oRKNNQXV2C6rXr+IhbZAwpLbhykGh
GbcCgfofalIoP0r0+38WsHQyX2on9bEH5S6RMRqIRRoBHUfIZE2GrodSILAYjmP2PkVZRlhTIv29
g08sPbehMsSu0jnpI3xW8x8pya27IinRD50DeXxMqhm8fm9XyiPwcNF6eq9KoWu1Vfm7M7ui2I2Z
WgCwnqymBt4rlemu7GLzrWsN5SvWKOU/GnDxauHFltOLZNmI3WI3pHaelVXSbTuUtCTpGMS3jhNO
f+3JspdUFqa+WwyIAhA8Q93vqH9KxlOB1TjnQG9VdPoMAdAE5s4t3TlgmJWYqgcsgKLKA4lTBt40
2Q2nyR4GB+K/zK9eCi82VBhNQtY2yMD2ORnIKZdnF+ie6eS0bAwV7+OdDOobJU/Al0+2MAyxa6YG
sX+nGabHzpwSbT9JPeD0NDEr3GpSEX/UQSYmj6Z0/cMsMlQzcP1JYt9KIYntzDTnb3XycVY9aOn1
PYApW/LSuZbDHRL3LYYqUovMt5TqZLbsrhKir14i9miP7dwe5loALATcPheeQrfgdnCyYPLK0u7f
0V8BbCXRJ6s8vFrKY2oEVnafjT0SVRl94V1CZfWTGsE8Y8ghR6mXtGb40HeRiXYtzLGHtHIm9dAA
zQICN8qAooGk2r9DKi2sLZ92b5WyWvq4Qzvs1TFpDICLSMX5FC9k1CUHqQDKoJej7k+YgH5SKRqT
21qdahVDG2A4RldOkgeWfDR8Wxrmb+UosCpq5X6IvIi2EOABlN+xlM8jILTquNhoUMKiijEYjniS
2wnb0lAPtBxiZD0BtlHpYvqFbKa/uFGosFVFkku7eVimujCVvj2gAt9mPnYGY7mfoVMiolk2VXUT
QCmzQWI3i7lE5VTzPjMHHaW3vOjNmxlWFuWaRsEttcfPdIShpWU018JCu5t7SW89jMqn73WtBP2t
oZZt50qJmVoYPyy9IYyeynI3a04IkbnKdYpMdeoYWDqJZD5M/VjjIABko3y0uxzMpAOuOr5JsmAA
3lJKFpKUdWTlx7nsgfcKji+merU9vAqrEHiR9VS4d1EdDfcoy5tfex6sHyG0mtpPeCQBYmVOhXkP
2CrFl4TZaU9Ol6ClFY2qgDwRic+olfO3ocAP0LMaxSju9Wbgoqzljs0Sm5R5fLvXO0DcdRD81Kep
/WisRMX9axis3xVxB2y3vkkGPwebej8oUSF/621arzgF0NqDURA43wAyBiB6+vgZn2vtXdJG9SXM
BjJuGTW9BU2a565kpzNAC6NVbuMuqzU/kU3xOUGmfwcXUXxcf2svRG6E6tCj4OtSN19bORgwbQ3U
+yMXlL7tpoRPj5kkJ5/XR9HOh+HvhlFEOZBsCPrZaQhj2tguzS3DIPfjz16LYGr6oB2RAvE0L99X
D86jcpBekhvkqPcIA+2dA2YmvuIXe8OHYLLLH6Yb2wfDsPFOXmibn/6y5Zf/K4OvS6vDNYZfliBX
nnq/kUTzf4Nl2b0m+8iD0LMRDVxobZ0OuLzc/xqwoOEwRMuA2e7ny+74zfW/fLk+2+dv/+kIq4Aj
mgSYwZERJAtZ3epeIGyFl8/1QS6tKK0czVyE/3gPVp+htFpLr4jXuqQF6VtVz4WiOVsMuQufQq5E
nE2FyqHbufqUuAEmF6IJ5CZSWh+N1pD3Zjxmz01ZbPkWnzcMUBKUl462bKCCsE5bEyMHV4+eC8DZ
AmiRqKlrl71Z/ByC2bzN+hEyCeIIzVsl1QI93VhIW1tDPYuj4ADC0SS9MdDq+nuK/rU1wBnSJ2uG
1O37OpZfYCNmpdt0irK4FhoBlB9J4KMO0OSbFGrmrdRDwT84uqj8Eq4WqaWYo60DcmGh6Q7+lVNl
duBRrvZraHc1XmcpeKpGf5/AmACzYg7vzCJHrr3JdP3X0KUl/opdT5hmCiV1dmo0AOTqZC37YYTy
9I+OO9rkTlOY/7i+Dy+0WdC+XAqKZKBL1WFV2ICfPFlKD6heSYw4v6fnATazaRTYY/kEThoEbWSA
3rYDhMOrqWk/jTGw0R0vJaMFrN0kP6rMjp77vpkX7De2WYSMbQlPXJnnQ6omWgZl1oC0ZlX4oB8w
SU+Oph3YKOmXGBp5VVeVjXf9s86Eu+iSgl+hE2hQJzWhYJ9Oez7PooMrCW01SWjnJ22iPeRB03/W
Uz08E1aXgdvj8NKRdk7lr7zhdkVZsNRfpXA0WxBe2uhruGBJR0NJupfQpKK8syv0AN0cgoTub/zg
M9IvP9gkpKKODJIK69vTH0zlrOpGhw5fuqBmkPObX20t69zKypPXpu+wRUAb69eczNH3kFR5D8NI
zTZupQsJLE72MuUBFdFMHpxVrtyVyO8I9GMoEQyOdEfwDtxp6OfoI9WIvdzESafvY1ssWt/lPA5+
Rg3mRzPnyc+N+Vj23WlSRDpE5kX+qvDwrbVU+hQ9v4SGn2vULXqcZVvsVPRR74Sqj7exVqIAb1ey
n+TR9NzG4fjO/MLMURLpycoDfL+pgPi0b6cbMikk6JXAPNDU1h9aOvUbu225Rte/FT1CsFlctGgo
rM64jBgYNTPOEIgAse+qIENyR9L2SAAIFwvFZmNyLtwpDpIrFIowcKebslqlvhtiKwvG1DVpCz0C
2C1vqnYabzaW4MKWdKyl5IYKCeDMdZN7rkTmxCJK3ShKafgEY4M0gSIMCdzqKM0CpGOD45NltvDI
UrnPJ3xho/abmGVz4xo9n2HM+dgOYAyRiKDbcno6ZisdJ3yDoZx2DsrKSmHjIdBOH8ZsaLeANKP3
699+AdpEBgyoTKH2AAlsLcrpdDmtRI1WWF7bTbAntaU72SaS/Ce2B9xtstoxf5lamaskjm39bEBZ
+IPQfQ2jy+zoEltaoT8g+DDUNIY15D9mkKLcrMVCvgK4U/0QaS3QyJ6sn/VgyqPfwfLdrJ6fRwB8
BzIoi8Aa9j7rA10FdaEhmZ64Vu9Iv9MGHQWeaeVLFVMjqMJUfyDorGA56D0WJUZ8DGxrwJANfutO
mqTsecYZ+waRJkpDc2BtFD4v3Dc8PVTMWFY2Mmpbp+s6xbWjipDGZpMUwFO1IJQw7SjE2PLiWNqf
aJKal6YbxEdNORIAfC2puKDWxZYx3IV5Uim+Lqg8lZtivd6NKjfxOKmUtEfHuGlhW0HCavU7Ku9b
aM4LbxPIPFCz6CADzjpDZ6laNEE+QZ6xmWNzL492e5vPZvpqWEn0qiAq0+04/uLAa9DtMKVrnlLN
EHeNYpY3Vl73R/C4+WPitM4uiariKEmYMyrkXclGk+D8DqYARk2a9otMkLDuB7ch6IQW+Ut30gb5
mzY2LTxCub0rYoS0rEYKIdX25RHEqr6lEnxe9WPoBfVhExvQ/VmFJZ0caPWsYbRcWnU/cZGjjLNP
wHvCgRvTgg6yHY1PrSyiuyCeW/rvVuX87ON+eHfkvpH9HjS1DZstb+5zPH5wG2kyC3+mfgJ8gbud
om08AueXMvA2i7IrjSBM99ZXlNX08xxyU7paYqf3VDGEZyr19P9YEtsEtUh1GFGFdefNqUjRux5e
ki2K/jXBvBElSMX8HIlantumGkmGgwb/HcLxDYGecwUUwGfEUvS52AtcEussFMB7Kg124gZ0iW4M
hIDuGjPu3RYe1h+ghbE/OkUw7qEjT0+pAxgOt2+teofCYB6irAm+VMlcb9WHL/0s+u6avnjDc4LX
mYdQnZruHNZE1Epi3cug/7wWOBLurMTBTjZU4596bUD6yVQusTpX3rpETkYfeSbrGFRZCRtPNFvY
+AsXCvV/5CDR9QOYvI77pRFsZRLC05njbn7NqL/41AkNTCbps11/rC4MRRJJdwOlHMTV100rc1I0
pFmCxi0cRChqJBtw/I2Sh2Iwt/AOfz3GT0OdBWKHf+HfCwGI8emFHQZdE+CN2rpjmerTEzTBzHdo
JeLtpYjyETY4jjlJWELckooWzEdtBhBIG0f7msQ19ZkCy4S3CgChsovkLnzW7EIAr7L4j55uSQv7
D2PWW/wpp6+zqiF47RDrGPByMtl6tPtWM/ct0JTv4FmVr6isNF9T6JkfiqT8Up1S/oByJ3+vzeaW
Dl+6n/sq6f3Z6SPES/IZsZAgqQb8bZtaHIrYauR9ELXal8ZpZByFChksUVux/3etFkE9gn+EzIqU
gtZ2pbKnM9dLWYilTOkEv5UBguQhSZ1Rwe6JIt8OkX20boo8w8xHDEhuUFdLMS+brMT47QB//YiC
WsVdB5uPn4PJ7O3iYcSiJ4/6+asxjaggKBkUrV0hRxLhAqocQP0GbfyTqlwnBx1IywSx1EzfNGGa
W1n8+bVLlwzdoUXG9K995unywnaHnqVTDGU6gyO5s+7ptTPsy8RQb9AtEVAax2bjTvvbFlttKhJ3
GjyLatvSmjwdNRnGbm5qwhBngk1nAP+6N2DJP8+xbFKXHS3TayByAsKT+puB3pZHL7M7pFqmfqll
Z94DGtOPAo4W6ZxcOffY4RobEehfqPLqRy5ODTSGFwwAoeHqR5aDrEbhgrUz4kLxqPX1uWez1X93
Q1mSG1e60frhKGsvE1SYt8kuIhWApiMhTSKPBgZZozGi6McpcHaFU0E11p15iQYbech3HS4FBGJQ
9R40pY8tEPNYgnqKgZQFetI2MSXM/Gj09aqLnBvIaeLFipP8Ew7oFLl25Gif0UyutpuTJH6qJzP4
1bR51+2FY05PKLhUt7yE2BypgSb9blv4LFuv9nL6V3O0lCgXpb8lbFiHc5oRZFJHq8G1kCvwLdlJ
PMq1sZ8D7PgeCat/BC1sA8mkMaMRuj8VxJj3aW+OhzlTQzdRCton12/HC1ua7hrw80UjCmTwKsQE
0CjswKxwrZ+lzqsQ3fukDKR4dSaCXUyzja5WuIXXPbuSLaAbgCuo/IDa1te3f9Bg8luhQ+LWqZQd
AytubuHpEc2U1lbkeh5OMpatotkng1qg1LHamLywtFUMDNzsHB0pPxil6pPGhfIWBWH8XdI74klD
IAxPj3V4BTWLzwTlauMhVGfls1aVP2bdoUA4afObUVnTb8Qj2y9xbc9fr6/EyhEachG4CoBQGPag
nU1styzVvwp0JAGt1ZRV6WJsa1uHWbQVLokDXht7Xamm6EGJIZR4pVJiH0j8FwwIHowDbU67CymV
IuU4uwUV/mnXxVFXPGV9qW2kJH+lDk/2MD+S7j39ewcrcfbx6Y/MORisngbpedKTHyPlqj+TkYHP
dTI1+GoZM6K81mhOv0QZxx/9LCN4BJWbYCcHPa+7QoG256ZWWgGJVYZMHOW+hAExdAgnHtGhJJJ3
/qaQLWyQA9+HdonQS1DDKMwkvYcOkl36qr4YE9oS6MWDoxWzvhGunhfSLVxxqNUuEnNwfNekMt1q
c2tIgNE0faYf+1ih76JV+t4OrZ56S2p7CAL2fkehyA07apcONFr4dzSbN7bFcgJXMw5fm/I01iPE
lmsSV8sjqqXwXhkm+2bTDN2pRnMIVelWREI5qP24B6tytCb0MKs5o62Wbt1cf2/v899ggi4ydJ3i
4YoMFHB9Fo21/Aa1GR4HAWIQYWTV/GYK3Q52jcAyHPgIQYQl03ASSMQMsoJDCqiH5wVe4jVhPh+H
PLBuGhHKD45OHzLo5PC+HoxuH+VBhajOOB7SSsPsJKC0R0NNhsafpL5Z6PWe0y38rKoh1Tdttbdz
9BAKuUWuvLDVO7uu24/rE39+SalAIpEuIukF4i+viipxjEBl4xgENo0TvM3y2Ptt0Vl7tGWrl/8+
FBO78AoBJYKQOT1UKNkkdRvBpuv0gYZzao77soUHDoS92Chb/UVLnS4lCRjwR44wRgis5ulYrSVN
oqpi3tJ8Rhe3GiZiNigsKXUIT0lC1GALJ6fejtzSrifP8SBwj5jzUNbBqn4RfhqnnWxVcszDbX6X
y7Q7zkUKhXwoqq+qBtY/sllOWyj6cxZm0hPFb+VZOBbeK3FU3uhVL/ZjknUpUgy5fNTMCSNT3ETu
q6kot/AjZ2U6Gi8op2pMLWhkGh+n36tM5WSh5J+5iTWZv+UwT3MP9SXpOQnAk+x5q3vpkI5NB+OY
Ilp0Q4KMbKWgP4yE1CjEJ4FJpbvMqXIztp0IcQM1jNIbB12+KRUblkE1WGGGAElqfKhtqf26vjvO
nmi+AD8g3jCOHxWR1RNNSFjP4Zwg7BP30aPSBeNT2VnD0ZnVBKylQ5FkjraunYuDUjvlACz8krUg
MT4cbaRjrASudGifSeNy5AQREUP7z/xnTsb5TW/tTfe4ZTFWm5NSlwzkDY4VMqKr1yUq0D2kzgfp
UEuKG+wPlJuyJqbfgVhxboNEL9yZP0gwJHQIp0XPZpBDBC46pYa8EOMvfH3uz8oWzD27g4ISoH+C
pNUloOkIUA4p+p5GxFgVrf7DAhrdOJQXghQVwffls3lpznW6DRGVuaOjwjEi7P+KpCjmwnIQ26YX
0++6ncIByEI2NlO/D4s5RIe2DwfQO101vhNQNLmP3k0X+lJXApCZhT0FO8qJAAjJRkFUhGFJweX6
1JyD+ynjEPKbDmQIk9+/2pfUGpKEziUY8am275soE++TWqUuZM7w2DqN4QVJpj8WCKs9TzqgSXRk
xnuz7ps9UlPTt+s/58J1TdmHsj9Fyr/2R6fnvJujYUDILXOVqIu/mXGGMLgwg++ycAipro91Xpjl
03kNWSn6Z3QBlkj/X6HahJQAZ4NLRTjB6IeReQu3bk+1ekCzAl9WaYq+sS2RdrJRkMjSw8b4F86J
agKV17nWFh++1dRraQI8FPEZt5ri7DU2qtDXUaEB+s2rWM7x8HWiuf2EA0znK02pH+YorxHJytS3
ZjCmjaDwwiEhdwCBwR8ck3WFRar7Ssm1EI9kBVSOMCXjxkBdfeuQLJO6uhyIexftX1rG+GmtbnJL
n0M1xAfYjUl5MTyymxd1Uut/FEfQfFSkNrP2cish70LpAN/uQW6ws9eSlP9N5zFLclnEFJSztPKv
r8eFCeDdxnTHpkdMDL9ajrCzZXC0LIcwKC62iK/emUllHK+PcmGHMwbziwAB6OA1Wxh+zmTpESY+
k43y09xHWOGlMWBsRBE2zvalDwK0Q2am4xsAOvh0f9uFQ4fY4drDJ8G5IwMH1mpDrnu9/kWXhrFh
YjiUNiBTrucN/wlU21r4SMUMTtZudOcOZZotr60L80bxk0I5m2aByq7yqiIsVBtr2MKNFZGjACc3
vibpmERL1qxsHIVzxA94QjJ83goGAuixipRrA8GfkP45aKeB9EBCbTWrlfwpz5AxTQsFZcBZmz07
L6wHVcNLMSlyCdNa3Xmioyh5ndwTDtdO+2UE+LVVgbgwFSDc+YF0sWndrZ8zpQSzAE8rRwu0DjAI
B3T6W52F+XNBaNgPU0DMeIyhLj+WsaYXfpvm/Qt/E/1Niw0XIOAkZ83OtkaUUzSVF2tXA0Dewqpc
2BcQlRdEOtiLRVT8dPsVIqJmCOzQpWZRHzsVLv6sbT3t55VxGkw26R1i1JTs+atOR8HLxQEi2tXY
dNVI+6MlS91yxvoah0BQtVHkWUh5PcZFEz4WaOWmHhrn4Tekcr/OiqR5JjXsrTtuOVirOw5zSW0R
JsBS2Vwb/OR9UYNm1dFNKqzhS6m3iwRdlfxBw3ne68PU3QAi8qU4+405Qu/ro1MeBspCGxfaOZEO
7gHZ77JLwI6epflyG0hgQmXKiwPMTppJf5yhKg7IVaU+7a34uaY6/JKLuUWVF23SuJ8mMPHDZ2Kr
X9QBjR677vU/tVyhMQI2xjerYj6ObYhUSmlZG+/hslKnswbtG6khyvz8yxE/XUmkbh2jzFlESQIG
2zaF/YCeqnOXaiM+SHDLDlI62BsNnwuDIrzPSYc2gceKvtqkc5n3jdGhvNQEM5c+MlgPqPG0h2os
JrcKpNwr6BC612/M82IwprxsEOxtOL5QXlcRch+aiap3TeWOddZ8C9lErwUguX/sctAfUXtEFg0F
OOeHaYYIzFJtURU3NxC+gp0cpB9m2IY/GxReHkERqAvmzJq+dWpuft34nRdmZ0GngLoBr0OQtPz3
f0VIFTCIKjbKytV7sM9c9Nj6pYo+/2Ortch4s9TsZ6nH07MiifHrhBDdQj3XM9sLytbwI6D66k1R
ZFns10Svt3UQJ79RZMzQN4pHhJ2v/95l2lY7iN0OoofQkfrW+udaxVSVQ87PjVKt9mIZQnQKnWsv
hZn2PuSN9t1qI9SkQ5Bo10c+v5LR4zAVBSQPUYJsrSYqhUK2kCKXnoI8EEKK8FG0VDk6ULUbr/ql
oZByWRphJMKQ9U7XBHVv6oIaVZwemruPkKKzK+24303o22581YXl55FBYoUodUGKrHoWIUaHQpLp
WVgF8qCA1wv756yp4lZy5AklYJSwwYJrtbzlinHhGzkWCwOOwIUa6mo6kfRKETyUEW5R6soXTe94
uZ4nO0fvxUY8dg4OtACBAUYBRgewk1DpdD7tPAbhg3g3EPQkt90SRPbvvIaot3ieonCbjBoJtAo/
0dmPVmAMvsXdNN+UqYmiviQhhLkjosN2FkaRhL5tRpfSzOxQuKji1epRYG2I3LboKt8RahV4Evqp
30szzutdD7TewSWB6HvjjrmwdrSKF9724rXGfjn9rLJyQFFkQekmoxF+EJF2dwsB9d7AjPAFdIns
ZXMcf7l+DM6ffMIlsL4k/eQ0YGVPB7UFlT38WpBwqYrAL6mI7rR4kP97eMYwdASAFEMCQ3LodJhR
wV2+URxY29GkQmGYzC/mOMNOh6xCN5Im7RFxTViGelndlrJRsWFjrISXIjCKkkgUEVrtpqgJDsqg
UoK+PgvLsTi9hnQgVRSqgL0segarE2qnOulLKUPtwd/gu5mGEBKQJvImE13XXZua4eH6gBfiVWi0
8qIgR07Eiq8KHBIOHBMuB7WrhrbcowxtOh6eDoaDZI8yO24cDhAMQtxl5Z0uNGvfKV01o6VXpSkK
o4EldnmTWt9DOUueoqDpEKzs0o1S7IVQjW22AMGReVh0BFbzwrUv+lbCVjUrKs1HZc7cqzLYihjF
ke9Ey2EMtba2sXzWq1sjHYd93WDBiMi8eAHoat7Rmt4CwZ2LwdEvY6VYJSI90t/VVZNJuYL+sIpw
D+Y+JfxJ2/qVlGH8LTTK+XeR0BDeO5RoAj8pIaH4fdF1rxSusmIfBDYOCimtFNQj0K38KtWt9gnk
vdE9u5kV2R1nsMQKDYhfGwt+HmESV1I3YJ/h1wZU4fQEDBUgN7mWJQRTetxG+ialyTQZ41GtpsQH
7qtDawzHvVKbw2PlWK3h9XKpfSKJbG4U187v6uXeBE/2N0KgQXf6U0okeYnBEaNsRPkDkq9y53Ta
r2Gs2v9K++e0MwioHBChsNOXy+dfwYgUWlGGbSgD1UPgKkoS0/Wlb3F9as+vMFI+ANXwonFVJCY8
HaVRgzisWpKhpAnZFH1u+2OB/vP1Uc4nDZchmgXwDtl7vOSno6h9gSaEqSRuFBa1uwAm9yhhittG
NT6vj3T+PfQHTI3LYbEtJyo6Hakib16k57GGTfL8ztENavo4IfjXR7lwAwGo1qkjLlEQYe3q5m+x
o9KUKoCPOyTOQ1SOw28BUMSrG2SbBrbmV5G28Q5OLq7J3dy7qdL1HuqrlSvymo4n6jp3qYjQhU86
a+ONP59tQF0KkSwaJii+rJtA9BWUIEhTyKd69RkkqYoAZqO9xHbSft+Yh/ODiQbGon5How/s8vpg
aqj/cIUk0g5pwpbjNyvJLlbU5hbwZ+wP8Yg7vcSb5oKGVb3ADJu3DpjOB6Gz+p9VFuj0QT4HdKKg
kwdu7HTp45zEcKBRxHMX4XMnz+PRVEWyle2e92aIDh3ScKD9i5/yai8LqZvAGyHEmKt18u4QBOwi
m/4M0suAWHQ5pkKBZH7S9t2nRnbpIYPR/7w+7+crDDIa8g2dMPraKPycfio0ZviOPFnwHcxoH04k
ixQ3OjT6q61ZvfCM8Y1kRLxk0C4Y9HQsHPy4czM8DO2wwA7IKNKlWh+lrXLXF0aOWG9oGH/SYrai
3RLEPEwTz7MbyDrgKR1nWvy65J52yNzYsbUR9l36dUzDEjX/ReqvFz2ftGBQmiyj6tIRfvUoMh5U
uL9vLWjLN2Td69tY7uXIFRrsJTuNxAGd7hc7t6GQTCQSR6EhWrDxs85vITDAYOxpMBAScTJO5wzj
iTSU2iTDfqVLwbbp2dFEjvu/PkVgrIE1g2Tnz2VDnI6ijHEr097KXfpS0s8yjYo7Wukz7X5D3ijC
nX0QQy2cyOUSp2S+/iD0r/QytwGkOAOWfH2siQNZ+3+u4NKcAAdrLjISKD6upZ7yQMKqcEDMHYZC
eQPiCu3u2ra864dnORwn8Srx+qLswqbhBJ8VvqPUmscA7Vs3tfPxvUoi7V1Dk+zD0hr5CA7a3AlT
rm9G5NnRuJyL/75qumbqtKBYsiXbPF21KOidIjfJsQCrLMVWJz+UdodBTIGR0/UvPUuKAIOQybJs
ONgtTrenQ1ExyEKpQYdDVQuEq7JdripYVN2GRMpau6WICjDpfGZJviAm8g8h0hoMZA9c8naFJwi5
Ob4RQ4fonks1TQaCkquD4xrJiIfEmGniCV1uTOwm0N0/0poK2c4uNP0zEoACD6Ehhh9zq0139JC7
Q4UcqupmiqmCnc9ynhhRGhPkf/rfMxAdZ4ZQraaAOmehdC9AH8wWBkklG69YSnT6DvIBQC3qorhv
hcpUv4WB2hquLgZEJ4J2QOnOqocpu9UtFZxmzoXnwsZGjU0WEkbM7dAr8JhbPYm80CzUx0Zyghgt
kL6569BLQgI/D+3fWTj1N2Y5phJmR/GMGD64UsjSvVk/LrpOMaqGA4aLTt1poUsnX/oRW9Fw54Q4
4kCEjzT2gxBYZneDJX0vUEn8KqxApYldT/90VqN9iriQvpdyZORI+hhhsevUxHK4dzvpEYdcCX91
fShRDCQiqe77Re3GK/sWhU/iGST5EnlGxgesSywdZzmMDqOOAM8hE2Y47yq1RAPSLkrI/njIyZ7U
qM73DL8BPhCy2D8lprf6Tu5kzKykCRbXUxvqXAoKOomA8bIRW6QunUzT74wKr6k0ntFxRrmWZRpx
So/3dFPLb31WZCqi582MTFcbj29tWqm6ZyEq8I4PQ5Z7ndNiWAL6trZ2BVj0yoP0QsvBUCbEixpo
2+VumMruY8be8A01dLrLcVm1+T5llwiAgOVY+A4eisXtXCJdhEpvntEP6NCXxaOA4rrXo7zd79hl
puGhq0x3qq5NXK7GvERYjuRRHT1zoat5iTWnn/HcjBwidO3VnRht5ZumADnZCcfAZQgIVffROdks
oy3YE9VR+k1sjMyG4hN4RDe+OnJXfSS6oYPpAwbFDiHru6dALytuqzSgqiMClhBElNY/yy2Si24e
WvVClrcR4simsFwszxNEJDhP4U4Eg/WOwkdcuFro2I/lXPf3GrPJX2eJxVRO6/XZn+E44olbzQNQ
8nQxKWAjWgvWLsHQrCiw1qAuy5V3/eI5v2J5mBRlicKX0t36ZdIBAcxdSrCrVBBiXPq44d4BJnhf
RZH+ZR6N6X1IS4RKcBvcZVRWNiLgc1jioru00MuoBilLenN68zVIPTllT7kuQ9ECOpuTe5zb7FiZ
gw0OYzY9NYn7A2K/mqvZuIZBXqZ4YwPNUoCo7IjjI58rqn+5PjEX3lFKoBr8x//pha8CA4BMM116
Hdl1ubSfijwdX5tGdjam/zwq4vPJASgbLcQSgJmnn08hRs3kMM5caaD1Mcz7QHcwRZbfDGHsrdz4
AEt0H9szqpCYvk46sIxKyE911m/Urv6PufNYjhvL1vWrdNQcdeDNjdM9AJA+kyZJiqQmCEpiwXts
bABPfz9Um1OS6kqnZrcnHSoyiYTbe61//ea7QhVuNdJxqOAoWzSK5q+/iKY37iB1VEyRMUefPEIh
wqpe+lNrk2/0Vy8trwLzBVIFKNDBhb4+lDRbWVB/rskFjbNrjCL6remdvxxdwHhvHS6BoSJQ4en6
+iimN1tOz0SJ5Mwh30ozNh/TtI9/0vv/yWWDWrN6uDlAXEwTvzmKPdHjNuAzXTTmZHV0y5Z4s9X1
1PlJB/f9AwlJa53cweT5Ez5MZzAhdwjmDiyXlyJPnXkbNVByf3xvvqfdcEeIxWQ4iLvgSrf/+oSE
1Sd9lpLf7uFBQlpSBW4TLGq+uBsRVVHj1+0kWoxZyCXwlWyWz61hyzqYLJmtRvOtOAhDFONPXpQ/
OXveEviAIDqsU99OUPqkLcxulFiMdJW9QZTobnIN55+fnP33dRG7DlUR6Cgg6XcPjc7wMNXrNfxJ
pkQaTEn+gK8MUvuhabcMcq0bwELvXpsMYrgrC4mcrgwJ2RONdedoRfbEtSE9DbzeezQKz/YB2uVf
vxQ2/awGMwc/Esr9r+9QtExZl+UMk7yYqBNVHajCPdQyP74Uf3LB+eu/Q7fUpTRJXx8l19uecE6Q
W6fQiJTzhLxRi0L7yeP2J68PFCNSlfjfCr5+85JaIrdHmWnNGnjT4Y4D184q03ZfRGb1s3v7HQKy
avTXmwtxAqLjdzkAUV2zn7d0E86o3iUkx3zIFm9+EqmV7HUy3e+E0PL7OIpTIix0+9kcc+uxHemW
f3xpf291v+5r+CagXvAC1vSWb+9g0uD6HaXw8Wy8xdLjHC3qS5KL4RO9SArrC81878tWVu4JVzDj
gybbLDmOdjoXQekO5kPEpOZJy2sCAKtcqH6h1+IwD86UbArcOj9jyAqnVAfkPRXe3PTbZZHql3yQ
xKJSt4KqZ01Z/uZGstPDOq4BFFNzsZ9+fJ7f31wGLZAbmTRoq4z7m0doyOyp0SAbBljNZiFbu4lv
caa/aChGfnKo7/sndOl4odI8wV7CgeTrp9UCQkbSMnAow0j1Y6fqi+s3WW3euAaDs73D/8ENl1b7
s0yRPzkyShMGq6A84AffEoDtrp2xByJcaNLl8KHKML8mXKPfGk5rfNSTfNqaUZt/+PGV/X6ZAj4j
0YH7yHql/j46/APijB12zxOEIaq79BBHI2lZzzh6WZc+ShdKifxnYuTvbfJWq1n8PwEwmHpyW7++
wDk9j1qYKCnyXGsfSnchJFlD52ls29gVxmGOjbgjp81QronuIRl086Z4cLxKEEk2FMldKiO6nbpR
cPXS4JE+5Nh6hwZhoj1kA5xkD0x+2s91X3XXhN2FMaCVpK8kNnnYfpLGddcjfybnsWKQRByWInxD
KFmxaeI6z89TlNuKTxxki3ZLNB2SMFcptdA2IdOEtGHmb4oz99U+Iw/a9Kl28ZBtO4JK0yWfXzql
c5KV2hiJ/RRTJvgVzbr4q6sdnApe+xU4WdOhvi32OotQUgIMySZb+v4M0C+QKxCgbKJUCH/8hHzH
OACycFe2KjcN/wFvXd7/8ITESK1cNR0FmLZTXHIdYdjq0dXtySZp93TcMRIKR7+J6hx3wB8f+7ut
g2OzmlM9gPcxt/7mWUHvpcQoKrFPQRF2hIGABk/3jH92Dv/1efo/8Xt998/1sv/Hf/PvzzXBNWmc
DN/88x+X9DOpoPVvw3+vH/vPr339oX/cNu/Vw9C9vw+Xt+bb3/zqg/z9fx0/fBvevvoHoEE6zPfi
vZuv770oht8Pwjddf/N/+8O/vf/+Vx7n5v3vvxAuUw3rX4tJ6fnlXz86fPn7LzAy/nDB17//rx/e
vJV8bo9xyVs3f/eJ97d++Psvuv4rpTUrKNYZTLp51H75m3xff6LZv1LY8N9ZaFdrDZulrAISSP7+
i+n+Cn2RFcWEscYPVsJWX4vff2T9Cg9hpetAIkFJDVnz32f+1T36n3v2t0qUd3VaDT3HhA3Ik/eH
zY/FCvUyi/1KZoXk7H5TMdeEFwrCYCE2ucrHaNppbfGQwHHa93Vh7Q19ZaAOpbrFzT5U9egGU1d1
75QgC5mTGFuwTCvICeUKs7x8ivTZ3oLnm0TqZiXKYqn6UVUb2ylbJPKp2Lg0hj7sG8t+W7vHOydz
mqONoyQ82hrpc2G/ooD7Mjq7UkRvHRnua/qUOBFiudxRubRHd4yMQCdK8aSnirJpUnJk/didvKNu
OPHdFNdTYGC7v2PxOAwNIlP0FneW4n3MSIv1m2Y54yd1VrSJlGx9UHZ4gjWbSGjKdlQU4zLZKxak
tB2WTBWGkKvZ05bU1nKXqH1+nexYnQICQ93HOKnbjTr0+YY8bvcDsfPRnjhVk1jUPh2l3+FTpYdk
bKmPaPKxrxhq5bFxDUqKqSNqydTj8Tnvp8YvUrA0UqgtgoNFh67KdWJ8H1uh4nfteMqj4DfWy9kM
cgNNw9gIFf+yDZaXRIWWpoxOqYLsiuZQSwJNJWrYie0Yl85UlmHcW9gkKklVvwCY7SqnVjZJPTcf
EXbEWxK4kHcRXK/0TDGd/MGMRxPEpF5IAhREu5Opm8UeLqg9aTtLlCpnZlrk3I5FOcMTTdNNNHDr
zNTOVdBAeGeB0GD4wjbCwWkWjv48zpM4ZMkMjJC38x65/GdjNt7rYsGBaLE3Bc3LbwXAoZ8nisDP
NMvai1yWk9bca9gqakMZYneRES9bkP5MbhibimAy4iRifpm1pD9NOIy8kfV60vBWWxqi6Ng2jN3S
koDrzubDHNfVoR+tz20LP1BRXoliOuhO9KnO41ssiHfVpO4xLL12nsMJFAN3NZ7tO0EF+97DvPO7
eumOHVrswF5TQKdBnYhc0UImZSTctuNJz9xiJ7TSuzNLUkQxNEPovJmjvZc64hw3RrlzNaUNK6v7
BBi8XypDfZs8xSQJMenixccgJd2mo1odSBj0buylmghwFfr8YdYFf85Qc/z49ao4oxnrNmre3vdt
0QSubNzHue3L+2kWdlCNFkaso1T24K7jjdc5pU8Fvnq7OklQ2cmMlxWx5hOuKg68I7C2eJNRUGwK
yqWnro0ZRVpDehYNBH8Yv9HBxr30oEeF+zIqtXGRY60Az4pmDNSheYKg9OqAPEKopfwJCHmOfDES
GshgUQlauH6Zmb00sqwRsrZ4cmaGG5Ym1tClVT+NS9feqFUcQ/1FSIaLaRHUg975k2GlZ6cdP88F
0YLknvC9omxOIDCsITS9OrpBbZJOqfFeDyk0Xq9QMaKtNUIKCxLWjCGOr0vfTGerV9R9IazqjOTN
fiXDCGsz3WGgnj1giHJUGoPIPlq8wPDgdhnDmFxlYamhg/z2gDsyiBM2kglnnQ+zH+V60AyXxUjS
0ECecHKFbC/lFPMOP9Rd6W0y0yYfO4p924TOu2S6rysSQHTU1a2FXclt1KpnoUp7h9XUdICY6VxT
Q4N8yzJ9bFj7eQbNeGPhanJph77wU/KK8xg/yyrfSEmHNrp7kLkLIbG71q12DLFYIezx4FbGJRp4
33r5mUm3EYA0bmeZYUiHp19ErNwYYgN+tpr7BEE0vrvdhqou3zBUR0fh5vY56qzQmLX31iVWiNM5
krtNBE4lkf0lRQPWzOwWos21bMr03iMNC/g4L44NRJfthJMDvnjxynjJ5R39Y7bHD6t5JFcWpucU
prmdBkkHEi7KD2g1Fr8byZOxrGM1Fhvyb15nTWWpcJ3TUChYM9fwZnSz9w4TrY3PUDx9TMqpiDB2
UYdDa5XHiaQbq8rcjS4hlal5FTEAc8051Efnaaoq/rybKhv6Oe7B6vReiz7h+hNdT6YLRXQRrRFC
dmDMX3otkztVNOWOl27ap8byPJIzwu5gUaTNrXi2vDIcjXok31H2kofYG++yDnfCWMTbuR6aTTYO
azyMhUSHyPskqshFIhZg9hriuhf9Zp61/WDEyp1G6u9d1DJpIgTotlzcBzdKTkj/+WJqHjp9eqdE
zas0JszT4VNvbL1NX6y4LlhwS06S1SdwECDoDqINJrnu0eiH8dZW+gGFI9lHS73Judg3yBiM3SyN
5eJl2vRhjNthXxTLwZVZvrMwZ+HxUEUIBUQcjUQlVUD1c3HG59n2yfYGTErcRttFs6f7SdvXfsMW
zFRlnzAv9rOyeRl7SHbK0DxAMHOP1ewQBauxb8bdFB1kl/a7WpQRa3gnGXBU9xVCNhg8A4E01a6s
+2IPy1E9DvNiPg7aDSC0DGGA2KFVQDxPzEzFkNg1z332uiAIDmc1chw/q4erQRL7Ppp5trpBeU76
PAl5CLU9slXvTuRQUikm4foh/wXKyOagxihnq1ZNmgScgr2zpYyQ/nYqvhpKnPHpkThrtwwXS1zU
klvDQOXJyNKdYQ+b1mQETmuDCDS59eIS3wAnhNjAvpFEnwuuhS/c4ZWoH343m2QARyDa2ksavbTK
KK8xtryEw+KxYhO5tVu8ZDoPajP46mi3HyH64A9JhnO0cSjE0k3GchMuaFXLJUZ+LhvpezVPEx7P
W5b1Z9kO23nQdnOqnJYmO0/5S1yyYWYv3lDc2FZxi1Ul4oF6Z2Fx7XeJcbWZPfUGSTbzQ5VZ93H+
yStB8fGIiT0GVx1WG/nFi9BEGIe8Fi+6YHMd+3Ac6ltTGPt2tcPPXZzZ28ndMAhjXTSGq4wm9dhW
Nkz0qSP3vjvYWfxs4iPDkMa+tmMy7BPp1YT2GXf1xKSGFFJlJJdlYCK4SZudQWJGbRdHM32ZW2sr
VI8oxrJ6y6fiVu11nEb0B8CWl0ZNjpYpbvrBvO3q9m7ggVlkShx259Vhbyz9pnfSboMZtWQSZB0U
ylZYwkQfR2Pk4SuvxTdFEu8X7AhId+Ie4RwYFGX10cUH3U9S96NC4tcGF+s5cAe2B4znXb/lXZsI
A3fKLTtZ7Y85KY6ERFiHrLX1vcyrHcKz16VtmPgzA8coMLprHSXdm3alhUKJmBZO5oMouJW5OouN
Y6Ttten4W3bbxJ9TpfuYJGO20fWCHbvLrZMl6mrnCcbOTjUHAHMRkqHkUs7Ke+I5l86SPFwIEIy2
+0JoyQVZpu9NSegNyTZfMRhE9hsj7frAWL+W03YvFGz8DTWImzZMXSomZUrml0IbuI/ZWL7woJVE
hzXPRS5vhGt/roT6UNLG3Chq8U511hxJytZfjM64L9WBb1Xo0FnweVcezFK7dyEabmN9jG61Xl7b
RLsCVu+wOt/19bxeRGMrrKnazRxor6px/TZD/XjA6306pNm7IKhNL91tNA/VZSmoerrCRi7fzx9V
sm0v7pgzaWoa77Ys8px3pWyvvFN3bll8wWiIfE94eXjoqYdxxtwKNjdmgiOS8bADxDkbUY8ZM1zv
DX33qca2dfELpBUDaRDEYefz/OSmjfMJM0Q3SGqZnyMAv5AEPUTBuBdxp9whxPKGxbxuRaiB4+Ha
ZBQ+9VTle3maBrVt36ozMdpRHlNixMlhrPXmXNe5TgZpKXAXyF9FFF3hoaWvUZecHXb6oRm9DYZR
+YOdFO2pRM25ZUfuAjPnO2o10+9aCvPNqBt9X2JpRYyfrhxqV2HpXYXxfhaP/MdMtidA6EeFiRkJ
H5pZnnSP9JIU+txGc1acvLPEsZZN9zAlS387Rqntq6ZTPiqzliN2asvBj0suR8VQ9MBu2Z5UUgW3
KWiUr82KtzFg4QlIEd5Ht8Hpc4h10qNY03eLRLg9lhmD7d4dsX7CXzn3anGEaFP4ram/aY30vsy8
H6Ofx9m1KjAvzVrEjRN5yavG+zVxiQFQ8P89YNhRHctaIEyKHdEdOiy2nybNXkJhElyPGVX3WY/G
dpv386lq4q7wq1zznjrBPozPo40L0uAcDSJ4w9ot543rLrPvlOMcCL7VBwWgtA7ghTm3+MbFgS41
Z587vbkXtsQTAchU2RNWEQVymJ/lPGlh7DQmdGhsl24zr5n3cT69JoBvVdh6bobfXEtaArbs0W2X
5zo2Ic68m1kpNwMDoksuei/UFuJ65n4xPnqy1rfCHuRRyygGAizRTDJEdRW2Q5z6UAACfbRlSDDg
uMXSvj322Cgd8RkTJ71fnhwtV5/lqGuBxRjmw0K5TfIIw365CLzOM6vcaSRm7524EkGdpMUV/yWM
kfCFUE9RK/pQqypMlZyovxQQ9MJJZNpti1ns+hx1v43GIIPWy/VLZwy7VKuuk/dcVAlJhEP5wXHq
+k1LSljPDokTsRHpe10pKn+p2s9e1Zs7Ocde40cz/jVNnDQ7R52McwbTLbB7LCPS1HpFDmE91aPW
wYOGFkfIYPyMDT6NjWWTWBqX0y5KcJVatcYXvIEfs84a/U6a1gG5X8nTWr4OJc9X1E0h0Yz90S6w
myDCwA0QMLgnfX0jp9z7kGtNfi8Mddois9PCxkzvjLj/rZoGSjujxPLZsaYL3fl01+KGsSEo7WW0
oP+TVpOcmzHHZV5nKoyPmTw5Kvt2JqNs3JS5FaV+vWRPaj0vN8VMSkKXUOv3SiN37CBL4pE2Merm
zep2+eKKut3jlWpv0jGytoSK574qHWe/soQCx0k0VM0IRSzsMBWNc4lGmDkj0pQDc0373oi9ed86
Y7mrSYSowqpdrBednIl7iA36lULN+mS43XAzqSIVFIGGvG1Z01mJEvOLgjrcNsqVwdcQ4xJF5X1p
f07aPcYEd3CaP8fSC8l81NtrUg+Ba++Nofo0s6cfyaxNAq9uyr3n9O3Ww2iSslMyFPcQgd0z+MDu
PM/HD4bJVquQhvaZJxI/V7dT9qU7xmdFpARyZss1g8z0woXPTpPh5O9mZE64jXTWzsVY+bGwZhbW
DPpVqy6P+lDRLmC8+yEpNe+lkgN9i9TbV8Ixq8McGdnHzhQupVSkseyMHYbhilPW+1loYV4zYBlF
W3ypUXekAZQ8IpxiqS150AmCtDZKUjsMS/G4TV5LI4MDa8fDCcvPmGxJV1G13YDCgNSdyVSuE0Ut
fd3YxS+mGeMnX1qFeI2nFnlsok71tbKr+i7nHHdFTdlI9Oqcn2cDrsDGqlrttqH0O6RGSRLH7Lbl
6oCbaBd9aoxnO83Km6nQ8eqGvKl4PpGiCZJVGckHMVVyCQ0OSSJ7a9+o+L59UBrNPJSaslzLvqcz
1ZyiOTCbrr1wStroMZGk3jG7qp07c8F2LxLJFBaUxGxiLiH2sl9TkUYrc07o5NJdrYuZaMA2cUMa
Uf2TVUAwU6dI2ebwHPasS83GapHDztri0CzUtEyZh52bUw9HFaOS1AfRaHMU8bJW0HxZ3qfYW+5K
SFtPRN+IY1m1/UnvIiAbWiufbc5zQrhBMdlprt2FaTvTVWvFQjJP5OL4Xh9G4UGGwo+Q1b4iLR4g
4JggnQ4MzE8vWE9NB0uMxymjYcqUU5UYj8SHBGarz4gN2u1AOyJiLDcFaR57k9oraKu6DyBU07kv
E1+568LZXXadeWlKFbZ9wQ4Z6fecxUG3BiznCQWZzU0m3CQUdntwMbjO6vUxeGklyhRH25Ue0orI
xnwOv0R5E1O6XmfX6UMLzYPFaNNP4VggpTmhaiHeLC3YYmRa6SE2NZhJjeTFTh/ywr5v5iXUS7lN
Z/fRVMtN2kZjIKe9LN5z3B6D0ZS+ndpXa+nrRzrDcadO7m84NVSQt2luR9caTF8YuDRrY7uc7MS2
j8SU2GvGzdZV488yTt4NbZ7P5PfurdmSAZbekAr1eWTyWHwAvcjJA+Y4WYQgyHPnnTWl1Y5EyVOl
EsBUJtbJNazP+EFT041pgu7O9ajg1YDE2cE32RPu84SoPtjl77NO8e3UaXllB944zTwFWgYQ6MAp
UqwGvEMHsUxMfUsRdVuuC55VZKu3ajYjntdM37ap8+BsvhkNptKZvgXd25QkDvoudMGpQ55U68hk
iSYSOY12bF2tagwzIJRSQhlM+y/65NwurnaBdxaKxnuqmDwFSmYm144WcMsD+lZ3GFauz2OtaT2H
m2/qeKY3cbH3VmeeigpKlsE44l7RZwTaTUz9AqfMdqdNYcCbs9UH06o3LgolvbdOkxd/dNx9mzJi
ake/cLzHRVmxMfekSTxbBGk0JZWs05wWd8xCK3Gfosa6topGoC6RknJQbrEK2ol6elOT/BJnnPGg
T7QC9sacp4/Mp33qhu1UOGzu5U0WnRHQToQ2R0dZdFcq1ZvcBCSuCxvrwch9bVNLhsu8runxFWlo
i96bkV4T6Yd5rhO/dqMwlcQZ6OYSkmW+qzKDjN9O8zBiBkipu9Y8sOt/yOC+RCCP4Tj1ZzSY12kJ
40I/EDiOVY2BXZcFJ2OsvSBlwuFb0wLEbRo8jcjcRucIVAMTtXNYfjrmT0qV74d4ONqQfAEOI4tq
CYqegs25NWKCUe+lU51ttdzPxh3II2W/xDirZjeJJKE4soJ/yqUBAyNXF/+k3u4bf+gdOyhkNe27
ufHnhjnbOGFNBfh3J91i2+cD7xqJ0MPojT4YhA9QdhhjMwZtvy6GumN6Fsb2m5QujV4XsZl7X5y6
2BlZPhBR9d50EYC9uQwXlRDr+w7XntBJGpZW8hyCKYMfjVmeGdamnu6JJK14llES0ge9FQR1VWbC
010rF7tkwSsmaKTjGHbxJlqA2ER1TNqWQDPztes+aG4cjJ53q3p60Kbe1mnNJhgx9F+KsNNa34CJ
kJ691A3rsUt9aUah3Rw9qYWyfW60dzfV3ijOpd9rbbdRevcur4zoEFvTCW0CLzxBYKdphFAaqXfl
0F4yC8iVRf5TpU63dCCHUsrnfurO6vzs6f21aqHUgDA5G4mh4x73lecszXYJbYrdcFOapA+KqDum
YmDDnZQnDMvhMjHTmIJOFSeVeHG3XMIFa2BdHUKrPM95dVBSd4/WJz51/J4UB0ObSOa8IwJsW487
pTub4FQUQebRhQMeFU/gDn4ePbWSmDZWFGd50HQB0j9sU283gos2A2PoGaIqIMukOkFUuhdGKn4i
Tln7zFLkU3P4YBB+lHQMMa74zT5NpkSKOcPbMO5s68kVfaDpr9b8Ke+fGLfQ7NEOsh/0rLv1Mp06
yNROs+3dl15VgqHRAg28Q12LhaG6GRQwN5HDRWJNo598npSeONG6OC2qcPwGE4zHnuiEUDBA3+hM
a4JCdx/HxDO31aRfTUfMl7bv6EP0CGOs4d2cnGOZ1xtTF7eI7cutl3b50WyYNVC/hEriaqc6ko9N
09+00JY70ql4qituWeKVNI1QjxOnXs5m1IWLwfg/E84+UWlDdST36uzeZ4tpb2xllg3nQH832/FJ
18THyjLSGLxMOBejHB5V6Hx7d7DmM3CWWdwbxfDOFgT64VDJmIk4Q25T/SxfV/Jhdm+jbJh2GCET
C5kDfLD8MtF4ieIYkWK59PdSfXIUbN1hrBfS4F1ODPs2heRwYDINhCsezBx02KataRHVOKuod4ni
l2Ew57ODhSa1NfO68aVpZp+ZqLPt6/qs63dLx06r73Ji66GfTN4WhwC50SbnMcEfD+PUk5qpt03z
QXYjCHf5mCtYzY5DCGnC9StVO8rM3MqSCVu1/A6a6nN8TOWa4lO40RYoHOsur2mAAJfmYqqTfciH
5pKqFmBuEyZqcm0AcoFZ4pHMOu++xNWHXsaa+CylmALirhp420clmBIGaUFNi+SrOXOOvqfSmr2s
uMTRKdMtscfBPaYPidq9J+ruXvOclyyN00PfY8Cgdal3u3IUjynWYAlXIbCcxrl4bXko0/o2Sbat
Abcbj4RPNR/zyeAkA3PMo2BGyDL5XGNtX4Gt7jRP2j7pnN2eOF4KIB5CB8bdEs+Db9jKq0VtmHtK
sqd4GDYrs8NnflAEk4dfZetSHMkBgn3xwRXDTUzR/DivBHsBkcSne7tOmfdWSnNH0s5Z2m66W8zq
eS6UG6CEJxgRe8Wa9lrj3i+wjcNBFSBW3gi6bx3xR7s3KOtEz6y2EIafYFaNdeTwVLbMxWEpBcYy
mIC/Kfz9vJUXrR/0jWVi2IOb5m8JJbS/ZG63X+r8UzJHVIgW+9WYU1cJNX3L3Ddnae8dK82BHHid
1PmSxuaTS6eoAL/vMFkA5YD2uqWXP7QFVlDlpCOmbswk6KDWRAT4pcwjluLYo23aeX3yuXAZ5SVg
BRo7Yaw+LG5yqBbG8DWSgkCdedpg0PvuxNMd1aEa52fFMWaWGMkMATVycrTH7AjEFm1lPc67sY3s
0CuQ18WmsatJI0zsjt+Z68C2SWhO61YJFkT3T3Hpatho2zejqlLd2I2HvWt+HpNIQ2cBVx9LfQtX
x3Xk1t6z0xJ3jjIw8ERr79pKvjcCiELYMOij3NC2Sx8TBQ0PaRMjbbjJC+M2zeQAbZpnthvc8jB0
TXmMW4P1ppkETqAdbKHecPa2NnyMkqXZAljooeyiBOlEuZ0U7YGX765LgWrAsaDRkU6yaZeB2S6p
P36EZ/2LjcsLb84s6dS69iQLNftid2Z9cNukOy5oV/xpFCYI3qxvUy1VQitXMRvB8Gjb2Yk8tJPV
HxQbeYlXlTnSUlwFUyPTfD3LSB1cvCE0Jhy+IV63cJYAX0VatZsuhrs3pc9KSU3XZdlOG+Ec6AZh
W3anpCFOiS8xI6M79PINrtgaqrnJrDbARlmAZZ4SSlcoF2MxmVfUI8yqbEKs7GUPs+geCTt+LYSq
bM1u8c6Uhsi2B0bfaQeDx+srmhPVvtQ0wCk2qCT3Kt0BgXL2VC8jvnyisQ6dAM+GRg/CPKt3MPW8
m6Upbmtbr3apN9RfBseEV6V36llvY+/TLHvlmXzH6SXFJnRn1mIG94xB/8v2o6ZUNq3OctPYye2c
6Fdl1FdQli/g1kv9MLWGBPxkYpEZ1HtT24UImb/kjREm3lhtHL1rA2Boip8096AoUDKU1OKLX2dm
cTALF9aALu1rnJp6WDrNk+1Rz2S6C7vAjMZNP7nLPq68+XEgy3dPAHf/pCv9pdTU9CNDFARnKIN9
rZsupc01rI1sN6Zpc3BSeG9wcy+igskSOSk5uU25BYTaMIczNuVQlYdkmLG/NmR6qJNsW0eokEG9
LnVUdLdSirfI6osN1AdWtH7R+0AmlA0EXfah13RHTz3Psfo2gB4kirZV+iQcjGrFpnh7EnOZdKzM
DQNvc+uhV3uxq/Er2ZPwaPyT9/6X2Fc/5FV9xcf6f/K0/n9kX63mIP/1b47Td+yrw+f34q368hX7
av3EP9lXimb8ugppVFXVeQl0uE7/pl8Bff+KEA0rEwjI8EVhVf+Hf2U7v2KTsYoNVT7lkHDwH/6V
bfyKgBnbKT4Dm8vCYfzf3+1/wb/6mq2KOYFtwgnTKdhdDyWBpX9NC5y7Gd6oqMcNxjnMseBhzFk7
Mc+feL5mQuULlazaP1yff32HP3K+viZ8rcfECAXOI9ZwGqbX2jeEL2FbCQtz0wP59ukb8+lqq0kN
W3F3vBulav3kcF+zjv95OPQejD/gvsGN/YYeP2AuVudG228qeOC73mQ963RecDVr7J+QLP/0UJ66
co45GqS7r69mRHKgCmW838S4KxFX4SUWnejMuE8FYN38+DJCwfsDb+5f54XvH14GWLnDYv/6YOij
a63U6n5DplR+kxid2KVsfR9bpjtMkqQddoXOqFa3RXcxkfr85Ph/dhtX4h7efsQMcL5fH5+9O7IR
TMLSt93y1Ih+8RkUdedhERn9nvIz56o/PR6TMpKzfvei+OZ8PVp9XS8NuCJRxLRtaduLPRnjSZWu
e/LwTPjx5f3zw602b7pDuJuxEmr/QJhtS+FJKza7TeMoTugpRRuCB+hMrV1rLz232P/1461JLqv5
L04v9vp9/nC8fm4wIZMzfC13IlQltrU7VRbepdTj9lbqxs+8f759VvHjRt8FU31dgSCOf3P7Cgvg
0cxhcVX0WHd4iGRbyI4JA+4qff3xqX3jbo/w/JtjfUMA9thds4rp8EZUVX/IbYTvcYGURM1xUlXi
WFCS6xi319O9GynippGTeY6aCKbHj7/Jn500D6wK11mnq/C+WQtkNkMaLPgis4dWdXYUSaJNkp4A
5+WnHx9qfT7+h9b6+znrBG9A69ZX8dC36hLX0prYWpJ2YyXe7KcpnZO1aNPDMNeFF/SD/BzzwXKT
xG30f9k7jy25kbTJvsqc2XsdaAe2IRARGSlIpqDY4DCZpEPDoRzi6eeiunqmyequOr2bxb+vrGBG
Ai4+M7sW//VH/7oyAI/32XI28y5JGtLyPz9K2i4iBEBVHauX7CjuPWc/fhKncTn8HVD1Tx/ESsfm
xu+ysRKI5P/8Qcob8BOgWR+Licxsw3u0HxLZ0iAv8bBWkZIXOlncoyhN/0kPtMT89S/6p++YsLrH
cgBsFSaS/3uu5l/eGZNBHBYNsyqvNNnVTSFl45eZb0GagaJW9tuUesNFrbX8m7Xv3/zibJb01vAs
hWzG23P2Lx+MM64mMZCWR5oxuzMfwswG5fVmaRcLP0NfA9QU5tQarCiu4nb817/3nz9+yxjCiGFL
YxP9lauKGBrZedKnx37119hRyBhuQsDH1dSPHZ0yYK7jLkw/g2EIzw3Hi7/j3v35mwfrhB2Q7Ufy
Nv0a2ezLOrPSodVHaig353b+lnmNu2+DtD7ZnWkQousonmyr+5tn+99/cGhZ5AgIn0S/fPM6GxVC
gcbwmtsMnKImohe9RPMHiXyv8tF7nhfzARtF9jd7+7a9/PQ+296WdqEqkBMZpJpf1jBrSWwbPaQ5
SiDbB0oJdGyFVb+3oGDSscvzr3Es/8169W9+25DMRER1GaOTAK/9T88Z/op8MN3SHOt2VrdTipGy
Dxxz0VWEU7J37A9T2IePdeT/HSfpz5/M+TPkdAgvJ6QIYHsE/+UJd6mCn3trqo5u5TMuLETzWVnF
i168zSLuuRciR3elsvy/aXb6ddsl8WyTYWIBA05JrPWXXR5JVZQNWwIiH8plPoX20aKb6BouLk7s
SFz++k36BXDK6rFtts4WZMJ9AyPnl8/LGuFEbd6LA9fu9SvXNvsgnXSAlJhN1jmck+42ERIfhKaX
4haGZXYncem/DgjKxzYrix0NXd5FT7p/EiRSz5kTTX+z2vzp0eMd9xyLbcSmkZgrw89/C+yDdCLB
c2SYnqZ7irIVZKKpOQdemZ8xTpk9a9Fw+ptvhqT3r488vYnYfX8/c3HKjH55BiS1GoMCy3DYpqgV
rBrTrV9st3HLHx4X6vZeIpXMt9WcCeuqhix3sQrma3AiouGWJ71OTn6ap3kuH/sM87rPvA4K+MEa
Eyf7MiajZd3D6vLsx4SymQhdtddMA9uGGtlirtP+nHht7X8xztLUZyZQa0GydunEwGiK8NexkmWy
3oSpW5Xn0bWtCQFRQ7MiBlZW9+7khl8JrVbBRyAXqbrT6PL6kDQuDV0FiaRyl4theGVECvpapMoA
pejxvWjR0XRX86hnOCfb9YNy55EBJni/jNFBUXjH2SX8tkv6BnOdm6LnUr2MjaaO7MV6GsPJ+17o
Zj5vKNxPi5rxO4TMjem0M5F65oIE1khWw6aT6CnEpx2J+t2aumgNIm0j66DLCsRMv2px27IIkJIY
qv5r5BlXx6nfTYi9HCsurSIDwyDYcLOnvAzUSOUhAbWSmXQHa/HLQkuBuVGdALlq5k7ez+EssJpw
F0KkDBNfn4qIbjMWtFRqJgauaHAplaCfLMN/e5wzpzh1zpK5+z5z+q91B1/86EkxMEolHgOgjK6q
vRg6nHM5ta1fsUKb+7GRwRRPYkgMfSwzAKds1Cmo8QyvwH6x9TjhpqHPuwSVfmuvLdMK/n/t3oE0
dc9ku/nh+tZQn5wOxvplCcQw7vm9Mwb2U7qqMx1BzkUmHcRSaVvpchhTC4ZmqixxhA0ZiVPn+4OK
7VUsOfScrKJTZVgCHHiJCu5lid+UadnQZgcNKC4/gvrq4LxNjqTmIE1DJ56CWRY3mZfjZUrF0sds
+i4gWw516uRWIEIO9pKilVg9I8DZU1sjRpurgbRCVRtCKK0Hi5Zj7UgrK3Pr2Fl08h3z1HQf9OS0
93lUdNMxdAWlhKBKzJOrO6o0Mq05iFeTk24wMkGBdRKYBiskCt7R6wYbyAmrWR17CF5Pbq0y/gzd
kCi6ipIhdtdsaD6Q8BPlwR4clb+3Jrc/wnKYqyuWwKw6VU4+hA9Dg+iLuNX099iPXXVtOW49Yp8X
Ypc2lH9hrLWS8FEPdXerVwZtgFnwWcQuQ8+QhmIzIjFVi0L4TCnpOnWLjXO9HvPmNPpe8s4roXGc
OUHk+OR0bnid2r7lIFxp4J812x5o5jkf2GCYnT4DU0le2M824lhqAUx0owT79JwwXQuGgHbrqiwp
wAq0Q8aZ6sXmNVA9exQnVOHt5BQtGaH8vDXvsMjk1nsHNH57ZMhRvt/8HeLkNpaOQapidyizrhn4
OqwxerfooI3ecfFh/A0k09V3WKHmRzyOdnFD1eV4m3U2eXQHcfDbjHYz0Uw8muTgh01yqbMZn+3M
kQ04SAZRhzGv4+D4KS07J1bQjhD3E3duDnVUjQst7aWP/RPbhkCeDtRbPjjWelRr6NyJ0sM5g9CU
ns3CxAazfmg9DMyFkxwrfsqc2d0zVkwPrCZcnlJSLMPeKimY3Y9VbncflcgCJHqAPyY2xab0hK0c
0odR2ySl6PHQ6U1RTXq4NM3Ea47zKJLxgk7e75VTTlPsL5oAS1lF/v0I4XJ5LkzhGY4gONVP+QCk
/IPnt745eKU15HugcQCULAPgPwu4Ih+zoE3cXdDN1m7Oe1PtB1evj9R1h2gttT3HKyaSGgFAEmrA
i0+WpiBrXDP7j9ZkpxGvrQsT8PyhXnRdHshlKfdhtLzxRVqdtM7KGqf3UaTSpyRcgk8VBZ8LYAVw
LDitycDRCwJvKqDJDJTsXOho13MwzA4gY7z2GEjIj7tlRu06mIoY3j4xmV7Zd6aJaBX1pc+FSvzl
mCV1/i7o8q0gsk0Xxs0Vc9ajbsPqcW7ChQV0CexHWdfqW0/Zq95zQGRuFqD0fy8WzpOXJkBmvxS8
5yquscwVp3UcTH/xYAyhmqS0ewd9NrIdhZn6Xqmi7fYNOV11wgUnn6M5S1H+6MEicUjJDrCrKjGw
X/yVGkFdLidaoOubAG/zyogpGR6BJ+XZDiDodF174tm7JU9KHJbDrNbTkoDaQkyQ4lPXr+uPunJn
3Li5E9jncU3CfU/JGsJLneIrqZYOUYABUpXFPFIsS8pZ87s16qYew10ivtupP7wngLPoy2ISbFkw
hdhSbW0R98pzDOWpsJwbvH/UmWf41MuD6yZhGyd5wosx9a4P18lz2YnGulk2h5FN6DqcNnNlGrh1
svMqQ65bZRw6eD8W53VKy/7WSvvo1U/9oqXotY7CLQrYxovu5vwwNxXmhiLK1ldlU0+zbzRSDQaK
iSglWmrw0DrtQtStCYx/lFaBfq6CRQ/cXCfCSVXa36RN80bRHBdXVzYSAJjsGf1XxddRlelN76e1
ddh4J5uLy69ffVPCKBM4NO/YBXtDyGqRr43X9s4uahEN9/PooFYPUelhey0qGmbnNSys22xo/Z6C
g66/8+xsfVJybj+XC/LiDk902D0uckoiIHMhwHapbPUmRhUGJ8q07fS56tbiAQUEoi4B3xXp1i8d
zqOiLL4tBBovXaDG4JgECcE/06joaeGx9oi+UMWAMWUbvtBO2h26wBTfkiQnT6LtMaVBMcR3dtOY
eTvnuhx9pBdgz5g4wl0XOY7lpfJmDPbTCpLOGuz586QX56zDAmEv9/DV7Uv+4NVBL3UtjgbfyLOa
pYkdj8XlOCH0fU8GayIHQ1xnotGX5XdGZk7PqzQ2Q6jSCvEQCbwAe13LpTxwYgpvAIkN1n7tLEVX
Rclfqw9RXfbSXjv7DoBN38flqIlirZ0bKRIMITKaV9q1OtkBWN7DTPGhvgq7rzMWWYPhyscPt6/m
mdWrDLraO7eOjVQW8UJbO2c1Sxo7o9LLTavK6GVq9C5KwldOk55LM6y/adApYyp3wJKYwWXb+7P+
aOw5e6m9bFU71TWqYHIo+3xnBm9+FvgIjx4NyE/1mm9aVZss003K+ftt4iDKQChInadaGPWEpahv
OOCX1UdQaJN+wx9PeNEbVhcm1zxXd3USkJsyqPQZ0qozF5xuVTvc9lgDbvG8+PrB+F17kyeES2It
a80qRtZwuqzEriQtmkt1XkUV4F4jGNvuSgOJbLf4JqhvKBJv8NFIzWRBTG1PlfSclVvBxiCq+85Y
Jo1DFKd1PwW9Gc96aokSE0Mq0vOi8sklQOzBzyx1SOeOqiZoMQzgJnJJfkL6M6278MqRd8jOeRet
ZgdOA7DVSn3O12ipUPRQ34g4UNpcXrde+v5UqK7iZBMm6kxa3ZX0yGvAgNOcumcxUeB8LDGUwhq0
7f5VuKP9TUN141yk8EWumd+5h2lE5d6b1KvUnqmS/WRhyV12wUomd19CxaOyF2crRidPwe6Y5VjF
0sfZI7CkI1t3VF8cZNROZHg80HTYk9KI/6G19qw+BafcvTMUoTnOSxKOjFN1/j5vB9ZEh9qqs9Oz
MZ5JhWtD+jviM+vFCd+GzJPUI+Ko+yZSD6MPfzVWPulNA+BCveQz8iZRooOdZm2GT42qil1rxOZg
K+U0HKbKsZJdJ3P3i0uZxVdTMAw69UufYRIbo/ouK5OoO85aZlRiG7f8mDNhoWWv6HhDs3CUBZOq
ybl02h04dkJxwIWBQZ4ojwwgMQ5dRVuuF7ZthMwYQl5y8oIawjqa25qDcN3ll3C15clCSAZS6RX+
8IClNcz3nh62HkavF5xCpolT9lZvd0DW0MtxWQTWlJY0ykfD3jUf0o4UyejN2EFpLCgJMWOaHnco
oKq+mUvLeEeHox5ufk6vO+MW7bu0GuWTmq3+RiLRYhWeEi56gQWYvfF8YR1HXu0OJSQbLQ5nYvAO
+DlosaPd5lzDSjS7UYzjS8FMRO6k1KODeYIs66mx8UbvHb5WHky52ROx+ugAyIhj3vKJ6eONJ+re
uuZZ27tvYTgsZw9M6HjMy6x+DTFjeDEVitU3yPYzbwoFwOwVtXT1oZiQ/naeYKejCdmmNaL3ZOlt
Qbb1JKMBkwgmW4UBMlUE2ed6zuPaGZHv9TQ0F7EE5Xo2shLf+E4JVPiyJiRJWSzRvLo09Pg18/KB
W+zIBk57945SEN4yWzhz/iBoYb90ThVRZdaq9dr6ISnFsXXFdBZGAkso87n5UBg9cHed/Ih60HFr
kKiyfuoQ5r31oekKj3Zp7t3PJuecwI9jDuKfhPXA5uDxIoLS7/YGqciifdfB/+wRmQT6w46JDaKl
mYpOH46+6ZxUtyPDA8LCaGvPRQWr5MAiy/LHfHfccY/JnJ1TltzOZl7b7hyVLp6+dRo40qW6phyP
3DonFpuQw8zxPAjjfmDL6bjSjQdZOmW2JzyfPvoVIRk8p5n1XIYVdsxWNbDMlt7gPEh6yBFLK8Bg
Z9R+XMKMBRLPsAX9GwPyHA867eIRKikuqXlw/KPtzvg3/Mxl5IwSN+U76U6SIpq0WM95FfQt7xUm
A8wItf0ajHM6xS3uz8ewN/Vt5g1L9d6q0jDZUxw9c8Jrloj2HDscnIMrM3Y9l7GIekCPCp68kc4/
bG9gLECoSqprlTNEOw4FlcQmx+DiKqpyaTDYjYm1y0qRTsdmGfCSaTPoe+J643LR2plUjNDGV5f1
+KDI9Tkhxro2lTgEmhTqOZGcxjtVYLjIANBZfuQbTZLH0M+L7YLa+Nl+zCuvjykf0N3DGECr/V5m
uYIe44+s1YeR3wqdx3G5bI0VRZM7lNEiurS5VMuuI221wAcaMBkPOT3xWyOsv55Uw/GauRtAgaAj
dAVvK7FJs4Xj8hJaBCJj306mS9LUhP3EzIEOkHs2f1kdLQD/pqxIgcrZk6xMj9+9ol9v4X6vLCOk
C6bbbA1SMKSpg1m3LJrePmQcO+bbxrHpAEYoGLGJ2T3CdxOyDB96uB/iokMnH49uYdr3iUV3K6n/
SvUPtWAH3/kuRnfclTLFzMdGJuBMOVKdaxz/ZC0LEbVxydnYwLGMZHZYRbdY+6QvKo5mdFzEBug8
vcLuXP3wKJi405GzOjHRD/4kVucBSfBMGxwCrlj46RUT6r2rGFLueAz6z5JxWHgMCRbhD+/B3R7c
CHDjBhFrv1D7wAlt9lIRPM9rNfpcvR37Zh7p7NznaNTvoZaqlAie11GVNQKKOADAHIiwhcRjb6Ng
dr7RAg+Pg6U477DqNXBEZnqzCQJ7XUdu2M8gl84NmzmJGBE5MbsVUXAzUCiKzqXVs8UJTOy92nS4
9Ice7JNfhAMi3DqF6Ym+ixT+BxwzmKytoIZtrSyBIXRJUnkscCT3XC06RxFuLUJ1tDl6XgqXH6U5
ZBrvmCVIvGZzQsVzTZZuPoBM6EgAhA6sWuJHG86XAOzX2enH+5RDLS9q4wYkXBinKay57JdcpCHB
kitc1YtdZdzVE3ueb4lZEVog6ytvVw8sOFg6nfzIWHlfqyEInzvRz96+ok6A38AzKC5rqLtHPtJf
bjDTNS9uk1KI6gZp8pYuEDzOkIyFc065SbKj9D6wEnqg5AMnxHU5BxBoAVthPcZGzmFTEyCAHrIv
GIGw9qxhJ1mXh/4+p9aa4D+ey1dpZxvIgpPZd7GU8tUaWjLSaz8ytZhDkgN9HYAvKUumLteGwU16
dFPfv83hFQMBCChIv8AksV5oARw+eoa4wm4ZpuKZ/LL11kp7du51WzMiM2k2uAfL4wcvazmpU6Nb
FcQkaHIsi4qWFMgbNobM1fuGZHjSbDfO3igXJgeR3ew09i532KbjYA/K1V7fBZhZL0u+FG8uGd2I
nUHYrywfY/uBM3QanGlylyEOTQ4QB+YMBc8717H0SKKa0wijIWCU3JHbN9ULWgO5NWO8Z0JmHf3e
ZWLTy5U/NCg78QUIcMWFOSKCeZILNr1rtpL73HmWISwQTRyisBrq/sBGvrpcT3vhnRcLEoEeM50f
LLekpmR1uyWGwcKsgdkjmXFdOZKra7EaYAiZHD5VbiHMXrjsxrGxjfU60tuY03olkMV8nCiPOUyO
8EpWEPug4w0EC+28nHhiIy6S18APrVi1I2ltOSji2paSA458d3tnyaeZGzamqoh5FtD2aIGeIRy5
xUPprjPnGKDLDbMx6kFOTihqF1xxNNLy4AXcogzj4i8sdST2eB7UfVFE6rsUKsWBavU5vjRR5/zJ
WjlOJwz0kQUkjNdhP1I2i/TQLqJBv4eowXTLRCM9EYhTBX/GfTNiRzzbrct9CpdbUh5bM0RwL7rR
Lrlit3gVq1J2pMFN81lkubfGQWKmD/UWhcWcswYdYamNVC/Teb7YQ9Uxc2iDqjoXPXM8PqFnHYIc
o18UUXz7EhkW/UcGNl10rFYv4NjDGNOLQY35wE/UkDKpjpqiiQubWjCM+j03d1YKu+N82jSElR0S
H/sgGVsuLmR3XRQBY8oTD93wYDVciG2/jLgaZvaWNVyBCHqJhkOwrGnP5DZct3SJUGSVGfBW96ke
U0ZRqb++MMtBPAstQBnpmjDXsAhFf+o9iNaDE6Qfx2g0/t7PA5PuB+4h7U6RNQEOXm4Bjo6pcUIS
YzFMJCH3vOUsWAyVpLeciA1hdJR+2J6momuf+XYAZrqiTK8aqSraSbMOV9lwBNr1Tu2fWBC4yZhp
nce9rsqwOWCcJJDOjU/jbNX4W3dCB12C3uLI5szJwuJosbajHc+2ZvJec3zmRhPm4Ywvc8VRAOvP
lnsUUDPeDkW2PIgsSaJ4KW2/j1noTXMLNqUKT+EaRNF5Nla1dQIOIfleP+uG2LF1+5l5bsENaAWF
fFCmbs+L5HHZTyiz5iRap3wa4O1UZ99XBAOw/9hYNcfwc8E019sndKu+D9zOb655aak7vvthPuRY
SB4Sv3EHIAQJBTy6SC3OLyqvmT/3iXebLYlydoEPvouQEeyTI1MuKOqDdPkzhIjuEUT1KvHi0toS
75lSxQcwGym3kDKcvqaQbvxdVidSbOkA8zJnoSBEspKGnlfUoIMewu6TUPDYIcmnMoF8ZMv6EEq/
7g8wclMKpOBijOetBuJLt3Q21yHT1/XdkEMk2FGI63xzjE63SFwdfqPe13nyiB+QQWPWO+4ShypO
XnOniNWSut9l3wGmWkhTfQxIX56IXTFKjBKBHVjLaqG2l/MbcKeUOCZIKE6tOJmmT3gbzOs8TcxJ
kgybt+intjxV7bqgjpATpYaMEQiedh5LBXWsLINjUzdpcaQFUzcnGAfZTRFI/NqRWtvwXPWL/yHi
ZpSzjo5B/y7lpmwzDurVewbc6wc/orH2iDO9yU4L0EDnjtMfNxZ4SSa5elBtkg8Z+kR/IONtTT9a
2jbLjj+l7OUzcgtVPeWCFHlqoFW4V7HMefreqSA63I/zbJaHkD6x6ENDxYu89SD9DF/8InLJvdg5
02VUyv4drOkKT6xn6+DvbFV/0q9RaPFEBJCmQwo3fjVUepVeAi6N88FNsokGUmIjFl78I4ucGxPk
Gf7hEPivfLf/0U37k+f2L925/z/6bjeK6X/23d587/rvy0+22+0H/rDdOr9ZtCK7eBMx3cLwsbAm
/YN6KJzfmBWFW/8Puj/GPuf/um696DdG3bR24WnabAibraf/g3oY/WYHLi5JKUHDosX/V9TD7R/2
k5kEuD40chlt1gOIzb/2VUIVZcnsqLDoLP6Bu1U0vUO2uNHHxZuQxsqmLj4z2h3PTshrz3mM++Cu
tVHGrGma3/piInreQW1jxl48JdNYdTs95vXHjgUFt3wZffaKSL4Lkdo/9fYU/MCR+dVjKfr2+5f+
P8/f/6b47y+fv6/1/7r7unz/mdS5/cwfj6D8DVO1j39m607fsupYbP54BKPfNr832E0bhx5r3Mb3
/IO8KW0eNEpscdPRhYG3CsvPH8+gtH4LHVxXmx+cR/O/cX3/+vzhgKQsdzMN+xbsXutX14unqPMU
7FkVjL8ACt2iLrmxPdxFsjinZcKhmzYMfOGAcMf7VvljdrXoFcFFoHJVntlXGJqqBFLoDhGDa1Q6
TNW6E9ACmGHIKPtofMY/hMfk9KVkainjdEhm2kRyCwjLbFtcyXNHIeS6vhk4t67WTjuapKNF/bN9
pfVx4Z5JjgsvRjRyGTmtjh20gHh1/TVfh5XjR5KPjwP+pEEuAhEt661noBwKuSOLquskrLU7uGj3
cb8i+xAgY+Z2rLo+vZkCP/8GSQO8C2r9PndmdaNnb2YTDfT4gkfXrhhAte2ph9YJ5sqyy1MdDU9R
nVVlzE52aOc2PXtJUMS1oFnwmCP9xisxjK8OYeUFnBmCJ1RE5+us8+FLHRp9biYGqv7AmfZ/XsNh
+R1+uzln//M28Fg25muRff1pI9h+5B9vIfRbH/8S+YtAsuhi8vrnS2gHv/HyofV7bNcs+jY7xD/p
t9Fv7N9UxdEC5tpgmPihf+4DEvotrw1vM121mMOD/+Y95Ac3i+z/sxVK/kGQb/kn+NsL6fNv/Nnb
1fdLgbwBxzLpKif9nPwOAqkjis/gkm2AEM3DRHY5CgCHdK5fvoU5gd4VrAhjVjLpBEm5U/2OHRHk
dU/rxiJZNipJMsEnaaYtqLUxS6j7nV+AIrkkn9cnXzOswNo3HnoalqACwD2ZDIyYZWOhlIPOr8Yr
0k8Tl4kPZJgOPL7qFs63OEOumY+yMzV0RxgrZNvNC3ciktQbgSXRg7jVuQTLAnuijX05VWfH4va4
tOQBPUAunfVi+B0K9aVMZcxN8NuU1+8i6jK8F73BYEiS4ZveADE0DuwJD3pvnPWqR6/P5oeJkc5I
bs0Z7uWGmVGLcT6MxIjfS+pkP9W/82jwu4NP3CA1yCbB+7xkZBFtCJvcgs+EzjTcaDfcSx8dgakx
S8mYh+dkw+C09CXHROyCI5HW9jxNfvKJm6Z3jxnN3htgbTh/4PFwS+dcbe1YzFccS/nzKLWAl4RQ
aI7BhuZxWz1dKxYZUuOAe8YN4cPNNDklLIxB73+zC388DJM9v6slYU6zAYBg7dn7xON61gAHAlNv
k+jaeEGcxt9TWfniZEm6nzeq0Fj1/AobaQgbTH/TMFE4aBv4EFXiByaHbyLk1842OR3u5JPwoRdF
G8eIIcF8khvbaHawLfgukLxpIx+xKnaYePvgOd+wSJby32HhSrj4S/e22ehJSZbNuykEJLkLN7rS
AmYpyXW9o4TLPRf+Km6cjcbkdm7zFbxmgECH0JZ37wMxOnfTBnOitv4HQ074TqUe7Ydqgz7VQTPc
zfy7sFAxdw3q1brSNoSs0XhD+SHc4FGzMeStC1WfuOETRN4gU2aYhxd7khP4Y744Q+Dwo8s9zLeg
jVkwKa8YQ+hWphksdnwxQYigVVljkqg2xBV9jN5O+x0EOQdg/w24PicO3NT7gkjK2p8uEYKUtu4w
fc1Hd8hWlPTWAX0BXCtvwpZpbQhxa2hzAgUinz/Xzsxce0NzNfXmhwA9bB8M5C6LH9mvlD2qS+WS
I+1puYYZOcgz0wXkxtaXD120yV7DhgWrmbjssYctjGKBhjESxqgwO/Jm3JBigqn7scuy5Ln6nTiW
wx5zjAOEbMORDRuYjPw/e9QGK2PI3F2SJLO4PfvAzLpS2xes2W6s8uLzJAcgawNkEZIRIHjhoc0c
kEmfb5A0np6vVI6hTTE9uEk3lJq7QdVgWeN93kBrPQVdpxS64763GhXPa/CFLDHzcmuDtC2TsHlF
8jSuTAtQboO5TcRgUas2wtu6BnS/eWDf1kL4EPxAwREw7h6rLDM31gaKw2EHjDAz5urbYOQSZyPK
TXb0FORA5mgZ2PLqSIZ1uDHogg1HN04O1pUNUVdPwOrAaIOtc/HIRLPq9qUN1M5nankNHQ3NMXOc
oyq9W2dt7vwNhucE4YceOp7I+vGoN2Ce9IS+TTeInoCmt25YPQ1fD2xOtg835F7JK40rBgzfPBlU
X6b7O78F0tdtuD4hJiBVCCsH9TvMb8P6WcCQX70N9Tf3c8acDf4fFiayxdgbrkkCfyQfpwnAA8BA
ELge78SgKt4zVt9GGwtTpPVO2flr5qCtiv64SCcWo/dFiXMQVBBIGyfYuQWFvbp99TzHa+IqnW4X
2kTOaUsh2a4WmfiAWr0+uCF0kkkD2xTT0ZcRk0BDRtpiPEa1kNFHVNkkxqwK/650epi900cBEPto
WdU+Ix28AVP8XbliZlW4plwPwqXEVe0U5kq0ur6MxP5241A752jtH70we1hsMLyNb2BcukV1PzI2
fTeNmfpoJZDzRoeRLYFrKKN++A5vm0tmut5wZZ9qX15a2jVAqjjRzeRFOKHDG8t3hke55rFNdcpJ
TPIiB9BLCm8yYiquo0XhPbEU/AC1tE2sJnEzu9EPN8/f+Zh6jyjuCWdO9dWKlD4KMon3qLr6xguy
FsGTqUvXheu3wYA2AErbbGIAVXeYNFXgk44vLMx2ThL4uwpgjc9w7UfnFJ9R+gmoiMp5AnumYqsk
FT3QOpx5DPkpj8fp5yXleXWE/zkLMiLUGt1DBHS9ea13NVqFxwa+YIm86u2ALfk3DVv5JQ9lG6u1
aG9Dav9mXI43EhN159rveclim4A59ZFZgWS93tthkT+MuNWjgBn5sXGMe0F+QXNOlN3HoYEcPht6
J2I85jbCYZP+iExinn0bFkTpTdNJAqO5b6byC3dV96SYSuNzndwLPNAfQJk5E6dRp1Hrm/Cx0And
LrRb7nuYH1cR9uKEGttTQSixwyQi8T9AjPPuVTTqd+FGt1JDDaQwTKsP/lBYp6mKgptxHZK7CvdT
3LajvqxL2Vxxdi4AWuBSzFM/7KouF884UZy93+BdXJac3W5YAb7sLCpsninbxXwahrr/7oV4X3fR
0jqHrsV7JNknXovER/7EEXAT1cxySxxGtACN4zvcqtmOBojprdZuU3BH99Q159ZyV20NfBiS92oy
txJKauxVwdnHzQ6m32ov4Eh1zJjy4OWozbrx3orJ44tly76UllvdQjSkLrL35mNiATTq+PJhVZeU
L1quSB5m4ITnlkPWAcZheDZlqL70YuWoF16I8V5nZ7liYsSjIeKgtWI6m5i4+4TcreSmyEYU1vrc
Rfl1pA9i364s3pNwU4SA8s7XE+PMxcXcpT1IRdgV3RLnUjGWt8jcXtzCzyzGGfEq0e8XE0iYZQFA
hGpq4kAt34QlLgkE2rWvEcCXd8twzQbF9BsyMSKJzNXnuejdoz83dxAL7kOF66EXy3XwISk1PMhY
g7uPdrHeGQkubJukBlbXw09C+INgk1S4f4rF2YvCiJPTM4JvML9Z5bkS3qVc1m2MapEvir6hGIGA
y3mIeUfibFM1uK1GpxSVcCym11Z8GYBEZ7yj9nwXspUd3LWrdl2ELYIxZZh0MR5v3Hi97VJw6d3m
Y/FsFMpcUDZPYRq6fBanLtWQPyn1KasfogUcXrP6p17hK1/QRvd5D4xlWKwKM4N562xnOrjTAAVc
1KATypa+zxBkJ2fwHVr4RTjJt8ZEL35wszjIlxy9d7WLvCYs4P8wNJB4rm672cX4npNycHlpWGhS
yf5YwuXSbursdJSs+8XLTp6yN0bM2c59jR2qXx6SdHjDbHKdU2SjYqmC4yTTl8Fzj4U14g5qHpuh
fDOd+kEb9nGy8nNaFy0GAQzc4FNwKAIBAn3/PmGutF8phroV1v+h7sx2IzfSbvsq5wVocA7ylsmc
M5VKzaUbQqpScZ6DweHpz8pyG20b6MbxxQH+HzAabteUJZExfHvvtd1mYykOvwPz/nmWAER1Sldj
c5MMVBO0yZCu+/EX+KrH+5s73qPP95sbgVo1rsWUWr0mFqaJxjBaYhbxBjHxLnaYdU+QPUTtuezQ
xXN101zmpn1B4D5kU6gm1tTZKeV1goodGfFeDnZ9MKBaY2GJx1c6ATCwqZXffGrSelJLpWHJMtKT
xtvscdhpMN7N07DruvapcVJzbUgMgmXqgMYqsjsMnB2Ey8rZzdhNMoAVpv+G3IkWVWrmz2LJnPcC
W8YETJD+iAMnfr6pNVztGAQ5w8dVMTV3OY8i94spARWO5x/DDh5spxXdl7L8ZRPDfgQ7zpNu2vbG
asWyptOC4UpaQZjp0Dala3zytzsUmnYulXRDgaXuoqvce5aeq/gwk34nOifiYETzXqu5HRGWoQ07
j1gNON/+1YC3vxK+uuHrjE2yFPVWyVY7ak4H+27xyzOoTPcZ3yk2T9dttmYtahhnD7M18bGhA5JH
cWCg9pQFpCZeg0x+KKwAhe+FI9/CRXfnE1UPQQ8FxrXNuzpKD03a0r0RV+mhh5ozq+zb3MHoziRM
9jpXBwBfrE6zyjFlxWs5enep4evHHkvDBjO7ceZc4gbOOBq8BNOG9+6Mw/Q915W7saflTCSATQ9U
wl5lBZ0wy5jth9a7GfxhvS/RUeKFor+jnV7tyOBu0Y5fBBBoxnBjtF0ZHSgJ5LDfaWMwAkXh2N9N
FClY5yTtH2RbwNwwpcvr3Ni8J+lboQT7R0njU4kidlG6dN+w0cVc0H3WN83u1xSEfxZpCmkR08+G
zL3Y+G68QWB+sovypdLptqDr7ycA10ezRjqinKaiPjXgPd3Tr1oDIHBxH/Gc01AFpWouZmrXR9St
1PYjTE18zsbvEKHlcgV5BhKkKj5A/TQsZbMW5pnLIcID8a+nCEUO1/6KmzzaRrEaEfz0KjpUeV2E
mqFg3XlNvI6dpnxlJLnGA2/gYXaQogfCUJrH4pqJF9PAQkoByiGvvVVb+KfExAdA19a0bwwmcIKG
hi3DrQc1u8l6cZxz4Yk1C1gUoua7yJZEEAn/fot4+thv3OLc1e68Vqn5XZpY63R5GUo9ukdEvZpO
enQq+5uZtdiRK05AJQKg50URJ5PM2CaG/gr7yQOKXXE29+jPJCdQcR2qX5DGMKAkiX62XJBRHHqL
LcfOBrhcOR96XPx8EYeZSx1ed+E4ww9wwgAjeU0nvBB+4e3nSsvegKnLsyMITom2iPGrLDDks2YW
H1W5mNvOtVXFjYhSCTMrozdtUdYr8bA5cFww93AsR3r5yORllBQGtXWz1yelv++6pXkmnlIGUdlb
uG3dKWdoLzhkzjdnc5IRPpv80nkttWLEG+inb0kmGQwsrNIBAyNkbKHP853bWuDm9MJ9asrh+zD1
5Z4ARnloazz6OZYkepA5HuMUxqAXm4CjyeactNS299UgBeaBWlwxhdawu2p9z6qXPlWOS5Nzq2t3
/jKz8wopGEdGdn8nLbMC/adrH2OUy+sg/Wolben81Eruffkyw63MIMRhA75F8QonMB1nqaBpM9MF
39q+pooCG+qP8z0vo7rwQplA1OcS+0ZjlCPmxjJ6NJwIMERDh9fabar2Yezq7H3oXUBAmMt3TkJi
EGlde6h9uKEe14GV2XOv75rKWVu4ztlbIm9D8Zu+9TJim7JOi40wBEXgNCslV/+GEBs7lzJZJPQj
LNCb0Nm7n/haxdEYev/AVzFFDxVYCW0KeXZQTHkRlWUV66Fd2ManyqZDuCFwYQWa1yApx+a0GX2r
27TD6B3zfPL0ValoZu41kcKQncSwkk5uXLwEoLESHgmqKurVsUgd9xuubv2MHUGuZuUUoaCDiBY0
Xws7+Op7s5oE+1EebTzbzJ6xhH20zO+uk5g/HI0JYE3abtv6Sbd3Ihh5hU9N+5iwXOVtReoJltLa
oTY61+sQw38IUu1cckKh8YAxXbSQ8yGOLheA9lzx3WWTl4oPmzzBS5UgO6i5mwbjhzMI78BB3w81
4Sy7VEPMdcDIbRPQ+3skM+tb1Q7QVHEskZ8ibYBfgZ4evdPuK+KnxDenMjkgyae7TrP977VeN1Dh
Ou2zGchlydoctu4tfrSWxBWevVk6j7g+vjIa2Q+VUBNtKrH1sOgMkwjTwK+cupjyEUYM7PYUQpQg
0loxKUARY0ugqxGvrC7Fq6+clC6sSNzp+pRAEO6th2iIWQOKG5c4o5tuv9xYxRXQYvMXvlhON5Rx
eaMa578Ax6SwgR2Pv8DHGNrKO+NGQ7ZuXOTJa8skALjGDay+kZPtG0N5sm44ZfvGLcvr4RZVvvGW
BRbh+/jGYLaZ2jAWuJGZSYoAacZmGL+Nv9DNNkvCY+Jm0HidX3Bn6IKAnrFJUc9pQX/+59rAfxV/
/yIT/0cx+X+iRGz/V4nulH59T+RX1cuv9K8y3e3X/S4QMOpHg6Uhz0EhYOh/K8H7XaXzf7PReg2o
FubvysGfBALxmylAH+hodx6SsUBD/rdAQHqGTgDXoMX8ZgX4JwLBr0rUP8sDBqkVEBPIxfw5vysR
f47hD/qIeti1LtJY2YWDO/fHhcYRRmJ5OEZy2MROYd2RCKbczb5NKCeo2FY156GuD+6TwEseskoM
56VmWItJjXBC/Enj1xvW525lOqRgS9e54CwZw5w250wC4lvwA6V594qxyw+6wjP3eSMY+LI9kibo
snHdwNU2gzaNWrSJsv6ZOEUT2jXOqKksIixRw/KslTUnr9wU+ybD4AHjwA2q2Ks2nlfYF4SxG2q2
xA+jJ/eaVjOk1nFP58YIJu3WdCOriu55urW20ErFg90OdvjP34ynuuSfv7dA/r+9En/5Wduv+tbH
2P/9t/qf+N6YPMv/WVM7fJQf6fe/Smq3X/GHsE1vJFsRLiheGxvxmh/6l7AtvN+Qp0m6YoLBAyOM
fwvbBpWStH3dWtEFeAfrVjT+r3fGEL+BPUL/Evi8KNn2/H/yzhgW8tyfNLVbSgiqGNgdAizAuCh4
/qumxkBTDn5jZJvF0HEduqOZfnipzVButG2uZ01dNUXQO77xQFUbcSHyYK0KmUAr9gx9xqKHKZRq
5LIESBDoGn6eYMDFd64QrGhKQpoKmU9lCxwAT64Gt9B2Ii1AK4+Dmp9ps8RpFDXtYBKhUfkr9N+4
WjMQpYmLAddcZBaMeylcckd0MbHVOcVET+Bi2xDXIlphCQuJNF4vwiMGlcaO9VJ2oCHCyrKtUxGZ
9Ru9e+RaGxhcjNet6OLhGSFTnSvb2Wou/ZBbsoXGfT/qpb+DkDC9ELdH+0h8ubTY0nVyKGU72hTe
9rNQ5FA8YOMGUyd0lOkrNnzCXGlbTs9G5ulY63PO0/pi5Awe9XLYmNVsvGJyND+hY9QycHSRfgym
S715a9LxunJih7i6HEibrI1l0F/mQbNf8z6FxDguuf8pUgQBJouOWKeiIqqpN6RlAmlxL6d3y9Oe
OC2SnU5rN38jhGSPe9DFBvcjOgTAEVgenX6CyVhA6ZANXMLEFYpJJopmTkVGHa9QcLV3f8LZEOBu
c2zGpcpbd1YnPuB+3MYAWirfgIolxB95PoMaz9vFHGsaPaPZJC2WwOB8x9QKQnFxTY9nR9j2clJj
nr1pngvIyVUe6VYjx0GX1BL3eaq0lDIIrWHuXzq9zXjct75UO0ycZVHywJumHbCt3knflBlx6iTj
w7gL9LIbTJE5kusH0gqVnZ6paIXpv0s20aDsq9uTEdgmMhkPMEdGxm5auUzN6k/v+v3vm8uf8Xxs
hX97exCkwX6whWF4Yuf569uT1ZzG+X1TPA8J83a+iXB5IeNLnzH/f/+jbgCRf+9uvKi8nr/Ih65v
sW54fwObFENaxKS9sg3Ty3uo2VlIlk1beU6nrXv4FiF4BnVq+Nd7I9PH8z9f/f/jaecvS/tFfXVy
6L4w/DT9/6Hk5seHTOvqf8NKfzMg/ueV/lzTOaL+utLffsXvK72l30xvQvfBUDo6mK0/1nnTxSDB
f/QtHQcRhyR+yR/eCQ/eJVhHHzSUoI/rT+RK2/mNQf7trOVRU+5xQvhHyzzq3l8eH0FtsHNz+/NB
DJO+9b93Wk9EwLo2Idivu+qoRq0c1zazqWuWt5oKiMJQHmA13CFM2wt0KjLWzLnVSjCnvOT0WmS7
OnX1ftMNqVczT0mkSRdFNFGgMh8sl9GQ5qkf+Is5XMms3eh9goAiYqa5/eS86PTRrOquOZrNrGGv
GP0tPozsYVEVBPvKPjuu5m+LPO4Peu+hHpXaT/L009lw50d08R9ImZhCuaZBacRahNhn9MNtrWrb
xT4kaUwsxTaH5wUk853tRH0oYmvU70kdM+o2YgUQOtMj09t4LagVpspAuZ7yxSiSDTFXd4fBmysG
i8bTUo7vCKKEqqVZSWIqBimAX9ljsTGUr+8MGh4amDfasDJjh4k75GPEJLeez8psX0ipad3WNOfo
gct7vKzVxNoMFkXYAfyLdG+gPEaBm7mEdWhquTAUfzbLxHz14sE+TW6PSIoRmB+MZ1LRVgXu3ugp
ISbsAcEm7wACqI8inx3INbWOPtJW4lKoEu+vmCJ3zaU7uvRJ2XxCmRyRS1khp8a1dwgL0SWurEQd
uth3np2SM/tOQ16mZVhE05OvGc61hwtOs5PjGN91ijpDlzyGz6bX9oeI0TgO99zM1oXuM/4bBri7
DnChE5MI50AQmF0S4kXHVM/O1q3XqO8cudkJh5qxaddV78hIfuDF9GYGTkcmraQp6qgk5XlJ1mkX
mTfusB/9SB2xwzjkJy37mfTXTg6uu5Jxz/kdJxBoZ45dD7N/X8cUf9BwqfwwB778buJZo0YiW6Es
m+dcTTPDm6ZN6aL0U9z1HdEkTuuY9mkJcrSJUoqqdOlxjt2d4nUMTJ2RTdtz2Il6mhtkN/WgSWuc
ceVwhGbxGruyxllN1nLWb9t5NW60MaXgsbPDuJ3PLqoA7bLg+GsB37MZna2vRRGXBvKDEsh5JYqg
Y7xkz3h9vN6ktEtz0RAosaGL9cTjFZLisojdiWydcyGn6YMTCx49gCnVQoHRYoZpzdMACX/eNrZF
LNhWG/ID48oxSBepaKEQE9kwnBo93TdxdhoZ8Pr5dcQUTwsT2oEOfjSwbvNNKljlwWspYHGtQTtI
kzFqmvuPDjmsLe6dNpBDQaGjP8mdMxUvhlQrW5rkbXzjVvptMw/WaDtJS41IB7G1OJzcm/xSxCoQ
/CX4Js9Im/WlnxGzp+gU1TRx1EqOG92m2pC5nFPTCawVz75epc9jXaT70c7gQxjPYqbmllgf6ByP
Gp+4I4NcCFpPEiv9uWQE5jtv/FwaQTOB6p4xgXEgaMV1Fslb7KviXMPmwmNI+BIN4Fb4OU3XhAnY
PeVv8z4u89DDJ79JXdf9lCojWWkBZAy0jjtZo8ldq3n6C6553sCqcp47zyiByDeCWHebrnpet59O
VOm3MTiRrnJQk7krY50Iuptn1e3EqjZNX5dcQ9O7ZeFVRztxIuo6MvKGa29WxfNMuWUemEPfYA7D
AnWpUNSIaJ0w9UUndx6jm7LhkI5AfbYgoFuDeV2Utly1RfNWiLxfA1mQQ8GgdacZqbstKHTWg9l0
m10Ti/nOSIvxw4oM99ji1SrgJhHWbojzmvVQn9MRzTqoeOBfHMJoQL1hYzxKkU43L+hUWCw8VrzJ
SqagVmuDTnTy7MqDAjhlkeY3mwqKfc3DvZ7G1r7ScMXgsJSNd5BF17w0FIKxUCaQ20ilKt9blxg9
A89E8zPBYvbBJAqiaCM5ye24UBHU8G5s8IEYe2QiRobLVPC4z2C966LGkCd79yNmlLUBl07MPUGW
EjXRa2qNcYmLmh6dm5MA8KNjDDQdccMOZOSXW1013bpQU8TmNzDMzsUttOc3J8a3QO+xeDzESrNP
DPSjNe5Cgdw3xie8LV0Yd/YAJ8XWrIc0EahaBGptJ5RKpO/uvIhLOw2U1Tol9T8O3Qw0fNEtsTjn
Pu/exnmvCj6543Y7y6jodXfTM/LSfT209brT+blRoZZjrpnFBWoAonMXdQRJa2AVRQ7Do3XtMvQG
1wxBVblyA492K+mV6VqpvVZRrB0Sva/vi9hwNjQNRfeQUbwgtSqa0azQHGiastz6lLYOz2pJh7Ga
inVHEAPYAH4ohQlFjaFeFGx3Ggh+xwRynShrPSOxnyKzJVU/DPDOsp4GXoMCoL6IHyLSaEI4j+kU
f6bAB1cYkLRdL/xu60y9CIzFUSjJc+YX6yYx732LR29OmjtuufeW7jcHCHFyP0ya/ZgV7c8+N9CD
jPrUEAP8Pi9DFZL5KglR3wmPqWVb53gIePIeWo2/dMDk97FSCAgLCugpBqOyEb2JecbNypOAY3Vf
uWV28ByK7QvytWuzjNtLVpXNvVbofPa+ND4Nj8lRXUVqo9f02PmZfU6Fj4V5rr+ZBu5lt7d5Hgfz
pdMWSpPqhv0rzbBR9RCeAiuJdgMJataWpr22Qxc/oofGL0COfg4pG41JaJLo7xjdpc0NxsPwPQCc
TAmu6z6oqbn9lkOyM4WebsmgWmvy0cUn8AnkrUnrDq0c9VVr9/25cpKTVYLCg+I2r6wk+UiA8D3q
usoe83xsji7do7z31bLHlsZxiY7ss+UMJRzQ0mE2734rsHxv+SYxfeJqypI9md4puuG+G3061Egw
J8zAXHch5u5dhuB7mhKL7/1o2iiVsx4gHz43tXjJ4mpTdNZ4oBDS4E3zq3uhommdyptemlTieQQ/
ccGF5F2Sono2PAztAhgJ7BDG4mzrD9ococ3Fqt7Vul8fO5aVR6K4060emZphmiEo1UQcZyKxiPQb
/bgaNk/eDmebzimEGj+qHqXUtLUz5w46FELzEYBXWYeyy0eEkYp5m+vWxQfMCurq6s7/WDq/fjNG
PT3jTvfGvSwStdasYvkYoWRQ5zH3wzvCpvPgTpAUCznVL2Xp2PfzABDBTZz+4DjieZZ0WVvs5kdi
CG3QTYl+BWPE5I+LWPI0oJN/G91E/cypPVg3smeQjpCBgcDX8rtlIAW6eNP4kz5xRYq3Ese8ZZoX
af68TvjhH6UY2gOWveTnErtfWTlEdIq4KPRD6ZJmy+VJj0f3QVqOpICaajg4IfUcKmqY0ZNsPV5B
CDV3s60oW1mYoJ9l4tZaCGxCPGUAVwjgjyyCBHbrgHp3J1Q0lm4qbEt0egFWYT3VsmwfOR4mCQls
UvTJ3ZQO3c71WBk1QrCsT3LZNFBU7pauNb/nLq1o0mKWWMml/8k7UpHXhfezSVtsxxwsffsA2YVG
a6SALsu/pMPaXBeW+yJb1R15/pr70ZOfmVDxfoo5LmQC5JpmusBytZoyU8zAzw3F2hvMcd+AwU5r
0/AHvFkqjOllixVyoK3viSIcHKYOVDeJaJuYfUNSlx6vJT+VAw7QeNb7J+ADjzBVVm6dnNnvAon+
SP0Deo22rIalv/OIgQbUQ4ltbAo/WKLE3U5Vf195+oDKsnxQ6XuXAunGGoqTooEYwcm2jEKbM+Vq
1AFYQkpaI4dzvjbFurdpJi27LUeQdF/16twx49qCf+vptbDzA89xibPTGndQa9KVwc8/aphmOPkU
9FbMoGgGXXjXJC4q8om+tikRZM9UyuHJS/1+g/HH36VUzoTQUBlJTAaLXDK9OLfeNY46cGJyddI8
jnTJYnzPJ/yNkTKvGMKqddlSdD1NiGduwYx8XLd06210ThuI9ThVRZIfAJT9NLLm0CZYVCMuEStt
xnOeLG20n0fDw9kWd2GZq+IgAVlQsRj5h6GBpJFnVLvUCcLYslQNJEB0bAYZKTZg7aBNPN8Wo/Wd
Qi89xcBtQVFgi8n17pNYsk34ewKIAKGxuzUGmgt1z+1godF1GV4Y3ueecwP+mFmOHzqoynMJgPbC
Svxayba79acT9ZYmJ60ZtVrM9m5Z6inkJ7GhF7LlzSmqU0OSPiDiTw8OFFPvFr/pxHQ/9J5/S6U8
FQl0I7JmOMeoH7SG1ehRhR21SRh1GR1KOM8l64lvae7J6GDFlLbCuIEJGw5FjE8W5ivFn1MPFUxj
Aa1pAXASbGuNX31qLa31OhCGUEyVdzJMm4GlN3/z6OLbododRDTis7bWbPlaktBd3PW7tLfkhtuS
QAm06i0DutWCNXvtQA7YdCBDdiCWcMCYtELhpXi2LQpqSggSOx8GrOcnyXOh5cW7H5/pEuJxadzR
40/CSVzlM4XGLvjSKEskvofogT1ebWa7PSEu7qBaK3abaOfHfEsMxcxOaOuWvIVjVM9Om7HFxVDO
urbd1TB71vo4bKYO4rXLz+NqvS2sfN50ufVSQMLj9RvzfdyOw1EbKFqOpEMLX26yKXLCECBQcmz7
E4MwMwduwCCsoiUGcb/0i6cq1rCGccyPymjXqf6GxZJZSFhYro24ofsrg0dNl2Cok3kN29ksNpo2
JNslG4hb2Xx41vy9aSYrC5v3IZtxqCo9dXYLznjyWDT1mUZ1j8Gt2+XLrYGtlBTXZn20A5gsWbkp
eQDBy3lTcFZe1lgA5n02/arzpNMq1bIfU2Ld9/am7N3sPnawlI2IpuT25VvXAHy1Snop+LuFhZG7
4cjScPLLy6C+Ru6qgWbBw5xvgf4MYx8+Yw7Xb7mrppVbvudZU2OOJelSjExyFGPiyv1Ry/JdE5Cw
fcySgVkOzzm2/FXNHSLvbVAR53Hw71LPfbUm7zOK/XQ99z0sScc9ylvpl8qm88isZ+XjDQxc6mg1
M3O4cXfL3oJyTSAe3Ak7Ov7/RJ+OmTHJDZhBzHim1xC4KblCDLhMQRozPHfqGXG/g047mDhZKlUe
E12HSuvIq6QMepVJdWcs8psApbuCHvYI1RTd3tMUt0pSJz5IhUrHvJLXKfQvRdMYbvANXwU8LsxN
hiSP14W37BfXWee2b++EISXzA5i5PUMwjhOJsYNciFYtZskt1lVvvBF3aYxsjf9NmhgdR9MHb4a0
jSnPE4xrZLuGsUZ/bNkfC/ni+XkeKtWP9yZzK1Y88nP2zUYROS5UXAxQOvDEPbZH7ZaQr49GOWEY
SDSOM33HRcXNerIcsW/jHSUzBJHLaFuPUhkwg5PW3qukv5TNeImLgVsf+6YHqRjj6QghVYwH1ps4
FOP0a1x3VBTTlT4IwzRm+WWG/JRa5hn8HCV+TjKEGjO/YIG5v4L04K2NubZ3Xuk0K1OVDxUVYbwn
pBJw6drNmO9QEy6+3/RB0nvNZ2MCy7JUk96Rzkt2mpb9TAWX2MFqmn27YIvw6WsIapRJiFMwSq2Z
JbNCRg7KqXpXychVI+NLl0pbO9D34h6wfWOF7LXvBvLUarHrBZpTgigDrDBIaxJJtYGxNXXAiySu
AfnRIno4pHK6RIvuwyAho8ilIz9zjL/dSK1Hntyr5w2bOY/kGeuUxugjVusIzjAfIwP7YJhPoonO
I8H8qHa+I8hunUx7KLmR71qZPjhjz+hRLx66RFpHs5j3cxlfvbqCB1biZ5QdGnL8giHth17KfGMU
tRWC/utWdlkNQWl2dGaZLIdwF/K9G107UZScUidOUWV5NauOT8Mq4fj4qidN38JODnxLZlyovDNd
x+uR9r9gaSqcGOVT3Ln4fzw+yk1lAY+3BPlgb/FOviofGksz4M8HdbaQIwCPIigfTURxoaQDWiuI
jpu5CzV8si9WkoF7i5/FqLYEqNH5qvi+SCy5txeXZI/h/6xi1CxYBYrOdo4X6hvT2l0XjZdFVw96
TK+LVn8Bw/3oBe0YVgcaD6w4QrTKHjxQYdnifdq90LdlPSOre9a8Sz3L3wwq/igs+JcJXwXTbg9d
Z22hPuVAAwmjzdBdVwns4aCEVNmn+a2CUPuGzfvddf17htNQqEWRhioeNvCww9mLb0ECwHCZvGpS
vTCWoNOsIao1ETcNaNPkrXZxQpp4b1fFkkfbfK4uEoLIJF7nuv7ZRS1rEe3FFIiW9xTlpqC3RHFP
l5S2sYyiJaLDtGUxAZ6l8EX1uQffk5Ybtycs4M4GdwxOeElHqheKmJ7K81CQkjLy9msy5Uvc9Zsp
Mz/mMgf/GtGZBiuEMWEqdpgZGe0xCFuxm7chrJZlpejYLMByIQJ8JjXwcSvnxJjI7LsSDXYnIHoh
dkzJYZsjJlgYupZxPa0qU25il+7BOfP24wRZZ3GHK+k9xiR6G9N1xIMPAemxYNSy8iuzBiDoDoEG
jJoZJwalyWAwTAYSz1ik0YBRtM/aqL/nNoepaEqtp8JqXri2+SGPmuBzZXdtrT3Wi/0uZfVdVFOI
9tnST48jyZjpbMsZyKwaYXZ4xMQPQttj4MkGXzqVOd1YXtxZ0gBxy5Uwsk5XqVFdNX7hilZrPRw7
c4/L/1A5ihEpoFkcqliJK5RM1OgpJiU1G6TlAGi4dQ7ZawHPvswojTegEbkH7YcdQaoxUwd0rwfB
ReDgprE061eqYpySmPI1N22OAhYXcxjgZsO0weVP01J2taLwdjEvXaBRpE5iYb4WnW/ySfUtI6ZH
uFJZ2Pj+DRMUSay/N1P77Lfh2Gg/Rab2VKl/YYFjOzHuoynfd2L4iD0gdLAsXlJBJattJZcZcE1H
++YwyaNhWpQkjt4CTZOvI8Pt4ZJj/N/BNZrYvDNyk2ooQ1Em8wbMt7+G8o1VE40ReDCbqZjyB2YW
gV4Dp9GMHXxc9yVLiuPc6J/crsdtqp/UpLbkTe5vRZhTPpOTUfFtfBwd4NuDafmajfS70WSHxFFv
A7kpo/2gmuHVK4d38jbuSwknKRRiEQdDZy+q7Wgv2wRYZa9XOL2HfJvrZKJax7bCXlQ7g3b2Sbov
aKGfUhovedYnuxtuja+WhwWd40D95XHOapICfaPIQ7Ob32XXs19k5htXSXydk+mEWgtFiCEXVFhq
A1c8+uHoWofebb43bI1wgvLhgKeYDwCiYG+3oxlw1XB2rjESflUN4XdOg23ZXVHUmc8XT95oXb1G
e4MyRw0JXR1rEzL3um04DuHS/JHodClHSuP7MLx7da1WniJ4Dyu7BrYU5esE9C7fwNklvueBwKHJ
4sh4/TgVPkgW/0S3urFKxQKTAh+1WQMFrAW7I9iV/Kait18QI6c5iJCqO+xEtjCzoI/y6zRItBnb
CIwhfqoj+74c7PspY6HGabBWvY4Dblx2VelAo6fGBqh5G/R6Y68KhTsiHSUwwBuvWQN/ziGJs5pD
V5yC6sYfngQWKJ1wSOm4B8HGw0XsHvpLHia9IFng0oipe73/AFMXHn811pei7T//v8nIzRdTm+7r
S6Ij/68Qj9H+/5t4XH18rxGLK0kO6ldW3+EX/K4di994LigpFPATiMmDw/lDPOZHsAdhGEUG/iUR
/9sjZFu/UXRD0QjGIdMiY49z5w9fHT9k2rA0dGH/i4vxDwAYkDb+qh2TsIQCY5sOFUq+jpnpb9YD
kTAAAG2kOMZemfvG4XC8OuG8WjbJKgvVjhQCJwaIhI9ENQ/jugo59GzFZZk3C0vvOAfHlxi6XVmv
ttZWrhV55LepCw7DJinDbDO+kQI+qLU8jPGOqI8+hJxq+7uXft0H5Y4c89rbLN1p7hicwaRwd2b5
ohNXJ8olA87EwCiD8qychyYNFB9sXk0bFVKHM22iMYjfnXBYXQc+xRV009oPi22yd9fJNg3zgJTc
1Rph2Z+GY4qLP3gBKH7S78xrsdf563D/25iH5uRuzW0TOt+OWljwm2ih/mrvukOxNj/TTbQedi/A
Rh+twApufwIXT3Eh2mCdog0Nx6kI9Af1zTwPqyG4wuJeGxf4VE7wcri+vPjB+Xj7P/OqOxX7fv1u
rwgRBN2pOzGUO+SkGYMjB6TgbfP0FAefJNdPROTX5QNYgiB/aaFEYtBm0n7Ut4yV+Xaky8qHdfqS
bKB3C35vEbynwRNfqyDby1Dy36ZQfPcDLXBXLISf3TcrzB9kSJfLqQziO+C0q/SZMOoD2Y2UKgOw
IzEw54p15Np+X7b6vtnJ402hYyRsbQgVO/y6k3NN7+NVs+13WMUuEoZuTAikXJsXNJyhP/CP611G
cd+9LZsi9ML0FO95Dl6mNXGB0H0vDtBPaW4BhIeGzzlgvG8B8N2TMNT6VX5tPu0RASYYvpqLka/s
L2fTXoftsC1C+Z3DVZcHRxI2TmA5+/epQhxYGW04873mjLJ8qbMTaPkWeB2E7MB/BSgZsH0+k9yE
5S3OwCXMdffO2LEI82Q/BXWyv6+S/bdu2ic/hynIaEuwg2xDQOeo7wl/nbpv8zuc/wklAFUXAEu7
S2wiaTGbVkjJR6uH4tTra6VeF+L9xZ1/zQLAxFvvtTknJ/NsPXancTs8u+Je+/Q/a9gxupcS/Q84
4/Av+oHOylC7kE4ARHoex7W+6nIEqUB3NiX/61GHTE6Go2JAVmk8iT0ns8Wh0h6mXzgjeBhnqydW
HKRuMPxE1eSARsSO7vXmafiAsOac5IU5XVfvx/kwDEzodlYYHf4ve2eyIzlyZut36fWlQOPMRW9I
utPdw6eYhw0RQwbneebT348ptboqq7uqBdxNAxeQgJSqIsMHkmZ2/nO+E12TfXLE09F/B7f8ld4H
AQbnej0eeP21K9/DYuURUGKVYNP5wh6yemBOTe9IzFH723gzThzufTRCiyiFK20oK9pKXGDoKDGC
/WfLT1ue8D2UnMjN3YCsMUgLp1utiB5U7+mFq66GIPcsKF509VePCXNwL38mW4dAh0NEcqdBg3BB
xlqu/skbs51iG2377XXeKbbjhumNzPeiOBqbUi88q5fgEey1t97Bsvo4P0epB6ESBvoxZ+9auNUL
/e6gl4cXJoTX8Gb6MkiR/ZA+kITZBHDubNVtPe10vwifazaR84OiemI3n3Cjudt5syZ5nG6/eBey
8zcf1EWfuG3im+QrPRsHuBfGO5YUJ/0RFHwkNDFZrzBSJafZKa/X8GS/06WElpxclTv1GtuParIf
lNdl3neuuFVPyqt1rJrOCUsslM6nvBfLybpsFtf0rZfAIRR3ZDrvVB/Kda/e+aYrztG3eraug8sg
7149nOs9dp4tYwg5vDPTPWNH7UlreEPNeT3y71KPx/Lm/T3aoevYe9m5j3bl9ZBsVPd5Q/ORc569
jU5lzOaTSaQXuu2XcuRPjuxpL8X7q8rDHJUeQOO22/TeuI3eEd0dtnIO+NvNtMl2urtsxuNZ2Qr3
zH74iTJm7bIceAtOPLj5vjyS0dpYl3Iv86/gp3YqZ3DJ+oWOzb+DV8hwsrN+GD1eEP95PgLOgwW2
Y09kq+QO3PRkvKZ7LTh036Tt+WP2/Wr6P1/FuXviEIeK41dO9mRuep6LpN0YsB/r47hlwEmpBjiK
70Q5tB6sDwRRkmdbw+HQtL6nfM8fj7ZPLZaqs1R1B4AMwSUDHet0wu/nbe/xM2i+fqZv6RYi6z9x
econ7TNk4ljpW3UTXnX/VToJ3gPEAqKbgKF8rkrP9Emde+/q+2PiJId7d/ctEVPylBvjxto+wk/h
KOlin9DfCTftG9ZN8yTOFO3M15iPqN/WHiBtf/1vt5FuzcqV3lhjefkmbUZO+FC8p7nb2n575EVZ
L2QvzuOR4b/BWcSJTnb9NsMx+eLobXaeEaIjXILNre0xX4Lv6WPhGMKdBveA9TDjJUvEPNnDWlu4
0uqwI/BK9QTRU8P+R9Psv4RQ+x+40P83+csNrIJ/snF8z7rfew7Xf//v+0ZBKTazLezgbPMUOrH/
aS7nn2Aa1MgVIN0oRDXYUf7DdKgaf2M/x1TdVNjN4SX/z32jqv+N1kYFLzeDfVxV9Pj+C/vGnzvQ
31hW+ftluIGqoUF3JDLyh75AeQxzKUwllA+Vxz3OEGXUUHkZYaJTFHCc4vm9U9WryN7x4lj9Y1/6
HYchY45uYQz5KprdlBxR2jZte0/WzinbXSM/sVfdoZGsqKZNWJfUqmVesOwscbsopG31l6U6GbhP
1l89Vg/K5OOjcYcbqfoEK2JLqJ+78NGYbuXMNxsuNy9HAqAeZ9+FSImVQ/yKJ33glajpID5ZUw3E
gixqDiX/l5nJnhHvrTxnnsLoFJUlbn5keeIxu3bk9lqFTLy0H1p5BS2CL7y5H3DRpdX3MvKUsF/m
VRDJ6w/oDJdOhtCAEqWlJFjDXaOrJ0LH25ig+5S/WOmHqaOC4s82WbqhAjkG4p4I3HK0Nw1WCzn9
VKrqWOr3mBv9aHhn/POkE+oH50o7FUN2lfbDPHiyB6rDq3Cbl9FNWLPcYuYRk9ijBvIhMjwSw7YM
16kSu2Kz2o2MkcX0PY0YBSKs3Ldz/KbV+yGi2KJ87cObCDVah+oqpzC1mnPOir8WyQRII2PwyXMm
nzmAKrtM/iGWT2t5kOx3YWDkYXS1AuSj+UPHqcNs6GoHzMrXalxzp9NQ26QpzRhs4s0XMrv7Wapd
ZofMTyWHGQGH8xYujR8geaBBtCCD7CJzoXv4aIQXuhB5XlGO107bVBVuH6lErSEDG/2mqShvJ4Ku
clhpFU+giMnZuIlwH43YyrGAbKL6vaCiEHHRwdnjyjfjEB3iqPWThQQjc7phjm8qWXGX8l5dJ0Jf
nPcJ3YV4+kYPF8tkaU7TvMnYChXwkoVOTIJVVOLhOoYqJVRc33oGwxnLvYqbk79KDVvwIL5Uyt5k
Fz5huaOR434M8VzBBqFrzV+sS9XprmpuwhhHh5IdQuNpGF5BG0GKPmVtwBvlNXAnrL8x1N9ED3p/
BRUVr/Rr8TGtQ/59En9S6bWpmtmjvQaxmlwRE46wXryBdWnBtEvzlauDy2hrYB0xekO0ztbWRHjo
LgLPPtzgQv3M0xgpgkn3VMzkkqlsQqKqJ8G+bfLQNBiAXQ3MSxL6k7iv0unCQPw3T8L/wn2/Rsf+
+IDBba2QX8EmuDJIf5v4QsFR7Kij8ETJvmMOJ23+mLITHwOk2tFblGtIFgFLq7c01lGrk/1sUoA3
gNRdpq0UjH6ZBdsJXMOgiu0Q4gFFdAmiLVkIfow6JfFRTHdLBqne636Qt8Vmx1yidgVVIBqMcLnc
jpQKNantKMNNGd0t9ZbKMBfbmTtbzIjxUZrqGxNgRSVmLz/Zq960pi0gWQ8W9zgC0nI0tK8I/Tgp
pBujvalxrmTtPoneVVIrc4RDDUTPA8FtwHItjn/DgafURnc5JC598v/8QxUsJ3/6oa7U3t+02fYm
sjU4NdxU2aPcpVetTGjVYSoxpU5evM2VAGD0ghy8WL5YO9jr/C++V/VXwWFdODTQ0T81D0iEvwgO
xSBJ1j+6iUyinsisEX1KOMmZWXiJ8cFMiDbhJTI3erPh9KMrd5qxL6SX2txPwSaF6c9zSXmS4yN3
vTTvJ/0mtPwMg7ARI8/uKhkZvL/8+Sf3e5zxz+UOaKLMtbi+chSZ339wgisGXkPGBMn+6JG5e5nB
lnmc0+UvPp/1L/rPKMh//CJCICo6L7mtX7+hsM96eaRbgruMQmUC+/QzWZMfI1/Xf/W7zD+8LaCn
NpK1rciGhndY+/3bGlGiwbBEvVNLR6sw7sxA7ON23BFl3A3G4AFfo6yRto1EfRkrYH266gt9n5Yb
PZeddDxlJqbnAokmnZNHi6MW8Shoaiu+PX9msuSFrPO0brB25rsM5EoS4pRVnyJu3jHuvrDhbnj+
u3ZW7+MBTWZ9mvc4l8Lz2H4KuC6dPl8X4dG0dJrgJk4XTb6trX6jchoM59sGSpMpdA/MxKxjRFBt
xH2G2GZKTJNDIdK1TM8VFJ+3IVf3pTwdpwzLkuBRMk7gG7OdEj5lnC/7qN5XTbhOcXdhRr3pdy5d
w7Q9NJFvtSYCLbp8MOEHPQOFU8o18InSLoBVsCCumPEueJCzfWxVkE13ZnFbqlj4zGo74lwRZus0
fAzmK1yd7Vg9SzotarOH7O3rnFM1EGUMcIN82ZFwZ352X5kUmcQTNvTTOHFYnr+EfEyt2jPWjbz0
MCdYj7Kv2coP8mr/0w9zz5DG/rbEl8lHAN9cwsE8Fu9Alon5X0xxl+SXoduRY0+7u4GVw4ArWEvE
1wYG2j9XgLx8JjTo1Zbuyswle+JorXIcaVNJUoxAaHYluEKrB1E3+4s6e0ZUMe8iAs6mrbPI809e
i+tGLmewSnjWOHZpdESAksfl69SLuu+W/MHKOj9ifkKjgO5p+FIzU9tNRFhamjQTXBe8eTWlZI6l
bemJ9wKprbnvM3GzcIASKg2ju6jxw4yGqkD45kyxVO0lbHhU7pOV+EZbgNtjPQ+P9PZ4JV5sjb0Z
v66IQFo2GqDfwLGbJwpnD6NxUFq/UAEd6k6B4MJgRAThZujrnWlcYe3wKDfpxEvYcv2cOHsVGxlA
ZjsZkxzMKtc2znr8FfRoKekmIGQgks7n0tvK6TZXXiyxQIpgxtSHO3XSfGBu7kA0wmLzOEcHPbH3
JC0gSho0pZJ3gdDV4HIu2rtF0e8z9XHQh5Oq9WiPxkHAnwwfrQjshKXiaiEEGG0SnC8pIbU8uAM2
41vSlXpBV/QYVj8xDrH7ggojJ44mHwBmeEMQO6O5HS0qnmxOhOxilfy7Hw32I8bGKpW7QsNKXY17
gXSiVN+lvDO6u6qBeUh7HPdWoAI4YaRBG41jhy/xgHlFJrrGwbAslT1hNbZ/o/VjMXIXEzjuIvA7
LJHiqbYuvS488ApUUN/kKot4brNQSw96/NxPD7Iq7yV6b+0xgkuA45vqOlF0bqNcAnqNTQw6ffsp
lXxf2gtkQzeyI4+KZ2Kl4f26pcQKtKHsbZO3eFKiYRtVn0X7XKXVTmGvOacX4rzbrn+V4+gRCoG3
MIAxGKuyv1PbnRSA2wG38jSYrJTNWnxAYImtpj5Tp8RAUUBUwgpVbGc2pDPYyHJ1CecGBi2TS/Wa
pdwvE9fKDMYBVaJ/NpVTyGO2HZ7x6DtazHUpNMAiy0YDncQ805uVl1I+tBIGMu552IlRuS/Q2wKJ
nmHlKnYpTg+yGEr0VEvRIYQ7Npfpkz0OmxHHnRXrq5+WsuXsYppkPep5C+nRr+nH03FIqWRpB4Lj
eQQNJ4udKZsdOWgvtbDc0Jh2Ce2jmbFXG/YtBiF1g9sYqZSSFxw+e74t3PBPPd3ExXfBXokqbkc3
sJLLNCPM7J2SJ/wBm6UUXnKfTV86x54abPuUV/zqO0ky/G5eDlGObBJgXYqaW6m9q9NlT9DTKZhg
GQ1NC/EuXkaPTLMTYikiWuss6rSxinuWhlZEDtmlB3m8iRqu0mw/WDfA3MWIEMxL6crOE9I1HSGL
cF4Jw3lDaa0r4eCwdEI++icRW+wQ3LYyNGyuVoSMeao2Cr8OYi9RMQ0UU+OGVK/0rEMpJ1uryUAG
4awyn/X5PteArrXYG9PykFhfAnsRj7w+EDcs7H7IiCFCKAck9GEth8HejRoijg7aSbkJusdU3vUj
ylPjp8NukF+JpjmYfOsYzcgs9rp2kXR/Ij4y3jYS8Vn6ff0qgBR8VKd7Rth1sFtn15Y4mrT6KV3u
Ml7atUjQrfSjnV4Czl7sfWzQKoSjeBbcVKnuJIY/1m9L8VStvyfPzpAC36QAZVyv3wzLdoO+cJOn
umw9C+gmu/ttOz00Zkg9CAcJLlpbZuydIPmFsttPFyqdvBEgmlnRJ1mZZ4nzdzfWEL9Bdg7lmxXv
0kGhSL2GSUWUbNlqnGHTDTiQB1HuS+M8pK+D+SaU7FE0hquJ7xyFacZmnJTeWrJBBtzLGUBFRJxx
OS+R4i1vZLvcdNkiqwYciKJ4r+LqkwK6Z1qnxxRIeGKWmbOYPMBTnkTQU+zbhS8sWRDOxNp5yqrN
pTr11OVxdK0MJ8F0JlhkFO5RqljqdQyMtB+JQ8PDVK/8vFN3g3hc8HEppU7xS8TNwkC6GbaTZa9O
7+eaR/1YYpnkeBVV91N77HvcSzYxpqA6iuyeKKPTMS22xmhjmy8c7s8qLXdF/RhMPyRpPrcqMDwG
HwoG/LlNv7EkOnVH8ibaF/YGVYIv5pUST6ez7U0Rc+PRYtPJxcnGExwwawvSnrkvx/kHsMKE9XXk
hR6YKOcVLuvKoF5hwiDD+7dmzkcRmEIN3yXF6yUN7n2RPMQldD4GL9aSHpaG27ojWTjQ8T5JIJzJ
COHlsxWqF6H9hB5JNZBtUKKoOpz4dFXeoY5RoV6Kk6JUGyPCsMASkw3MYwbWcygDpQ0WUMZSmRw6
GQJYNTOCwYyI/00tYROz+JYuze5sTtA6odLl8nSWuJcjdJUu+K6n3GuVDEQfKTnzOtmHymjoqFmz
bLwXGAUa0S5N8kwkn1TR/bwRjlXqzpIvR5UTvxQkPwZZp4WRmu288humQhrdvblsnaN1l6K2F2o3
GRbJXqztxJxvYRZ4FXWJhlydtLD0mNtzaKc+uX+ip5GJV7IxAq5U5kG03hrJdM5Stp1pfqq6S05X
dZ/TNLqeWqfinTjZmeTIHm9q4OTUWacDG4n+q+WRORjZgcDrPoSeZmkjx9XGnerrMgMTzJNtYix7
m40obgMLhJlp5F90fxEDzCheFogub5TgbpWpxTRZ47XXvQCk5JwLlwDXFmSdY2GaGbCSV5tOvlHl
BYPahL8p3mrGa27dkx2inozlr3jhatYCV8yyr8E2AshFWbThYf3xsuCtFexMJJrsZ47K5eKN5VOj
LFsyp5DnHpfikUOBUrVbedG39BLzDNs21XuYIc0PK+DxJWzSQ69RapC8hNZLnrKlxLU2zid1KrE1
tNmF3rvzyDxr6Wo/VkYfEU7XsgNkLS8v4rufp7r/14rz/ywc/79Jl14Pgv+9Ln3+0UU/muy9+Gp/
52pYf+o/XA0KaQgV5o5uClirMv9k/NF2//5vKuATiGfyelgWEEx0dJt/qNO6+jdQB7LMD2r62uiB
5PMPV4MuY3hQbRpqVOtnIl77l9TpX7QjGRSLhm/XhhUk89ettSK/lTmwKLUTfQIrF6TmoNTqaL4d
aiwAWHyhnpl25E3pbO3oxYsin+KlJN9IJgWF+qio+OemHvlxVA6WEdivSzIVz/U00S+udwQrtksR
pev5wg4eNLVv9nYl49jjyLL9zaf+X2hgv8dCmOvb0MEDIK6DoFD/4M2QtdmqVauhpDWh6bpShw6/
Yqgh+4YduEG64O5KMqY72ibTvbzIsvvnv19dtZjfiBF/fwGWrBjMDH5WRPz+cyQFANeVpkQsTFly
bBI5PXVjzCm2q/G1BsEaWW/DIThUqQX5pU9nqkKk+wwM/76g03hYGqCX9sLJDr/zMqT1RbGn1h+b
em1zb5u9SvmUtilbmHtRUUkEhFVAJ5phvyZ9u2gnrREJiQ+TlV//mXH++VHn8Jv+/K0Khia/vlWD
iQoCD0Y2lJdf5MYiNAmDpnXg9HFa3aXEyc/tJNPhtiyVTbdjuUzn0bKBkgG9szBRVRMbsFQLqHgn
YvFsEy55N8HWNuCAVRtcbxqCUUOt7XWJ41LCFfcXL1n+PaFkvT4M0CrAKpEeuA91bsLfXuajqg2Z
6AqVAHednQW0GvL1C1q6qm1sBeB4TiTx0NnTvTJpy87MR47oYad/zPmAEKBOReZRYpYzC4hqP8CK
W51Jhvc3GvCpxyWKrc+Q2oJuUy5NjPOmyetHqr45/yf2eJhjCpVp45Ov1lxuE2z8Pl9jvZVysK1F
1aKHx2n9kU5dcxIwA3FnqvN3qdrSXS1yAjoxoa4gqAjoSi21qARvN9DvUlc0aXtTES69WHMB87sf
i3tTH+yvMlgem9RansjUFs9lVBRPkpkxFBUscUYIyD4OObjRYjhf26jIVv2kLFgV8+nAKm2cq7lq
T+VSFJdGqSOMsbAsyeIHR10sJCDs9I6Wj/YcdPGYeqWZV9u0ycZ7VZXAjEVSsK8nHZodWwpMOcM8
nkwT3UxhMkDFLQb6pL0MmU0ARseiozHN7uVXbKgRwhGUTY/dFHJGISndRsts+VbENNuzNxiInE16
6OUUC3JMDEk04k12AxunxmiU1ezUDZqElVbPFl0CW5S57lqbbbqCjA9QFMW2mfJy8xfX16+PH7HK
nYbK6BFXo82J+PeXV2WE9L/qtFbQczAy8J4qmyB/O9Q+U6kGv4wi7yjkYkSc0Hs4Mis6zYb53EmK
xPQsHbBQT6APBE26ZCAMNWTYbpfxbljvfsWEeDZjgDv+xav+RV8GpKMYzCV1YRgrEWX12/32pqCe
RTXNEgk+ryTZS2g3QUZAeVLkmfpFriAzj4cfgsZNnyi1Sjp1bj07i4PXP38hvz5Q1tehUbCm06O2
wut+kVYnVaI/mnZiF4du/WBDPfQSs6bEvp/FVmlq40GrRPdX39kffyuLhWlqOA1pUlSU9dP5jcAv
CyNUpJ44SD4rpNSiYaxfNLMJP/tU5QRh5GExkotgq5ampe0Ha5odVn3fB69DTdqngyD1Wvdte5Rs
pKhKFdaNUU8ec0uOd3/+CRnGH74r4Djr8maQ1bRxNP7yAGtGExirhCk7ZoLpQt688OI/orlCHYaX
F/h2hIGoqSFuVLHOAHkwbkDchyRRMo5iYAgEwpXyDqOihAaTNedUmU2O/UrsS3omvFELmo9ClXax
VMaHYehovdCLZ3Wu8TAIamziog3uDUPB9FHnsk+E7bGRQuTOxQpmXwNL7wVhZd03QYSGOIbCadEb
MEZ3Zn+2ZP6HS7JAAeEiEd4Is+OED92RNKS8aUbeXOqhfyZwS1RFQxDTBSCJhkpyGl0DmtkXeYne
YtucD6VhWX5SJlT12mGwTcMU+nrIAQb6SG3ct8TOdlIdkXcguYxHxGjAFxSszGSeXnUOSZG70P3p
LIkwXoB0M9iqywS1b07HYyExX3VBaR+aUWmuul63t51UDF9aGIstj7P0LFdKGHCKHpYD/Z6wbJNK
ManpkLASTrV6inTltmwT2nAVtXoxAkbzYRDqZ73t46uUqMohDAoOjGz+9gDFg81UYqCZypV7kcJD
bY1moXDFGPycSTLZpwFLmiGHSLJ0zWDiqky93DEW0T7a2hDUlBrYw6WeqbWeqEO57dUq9qkgGJ0G
YwLId6klnmjNGytO48ArCk4agqZRWoI615KXZJ+HcX+e49HwrDiYjkln7Wk16bZ5oL/AA1aBy0dP
RphQkUIUAG2OwDggZ5L7K/xkLNpzJunlkTB751PoY2PjMuk+M+pV+8tgxxN2qKiBGXq+Z720TpSd
PtLNgHoIK+NiDcwdhrTITuZQEOsQle6jkV3lVnqL2ni6m0kXrX5ubKzVgGIS1WSX2iBpuOQVPxFE
Q9okeAlTtbwdR5yVmTHT+MJe6JGMiHgiU6LsyzBRb+Qw3avqz5kdKc7ISueHvM4kNyQEftfNU3pD
2nR2q8R4LjhTuwZyw7Uxqvk62FJ8kAqLrGzOdjYrLdqBh5EZDLQPb7CIj1eEFIQTDVbBFWaDqYwL
2oPaqXvjOxzvM717CzglH+xuUq7DEOtHPW/LA8uc+VKnOn5Kot1bmlg4KodS4qk9oQRplggT9ZMJ
nlgla54UmXJYavLNOb3ErpGgThNQ/1FCoikQGsx4O6UIo9UgHoKCUElMy+qpl9mdbhullG47bpjb
kaKwj6IMT3Abp02jNeUnezECN4O9XkGWYR1UeEl3GtQid7GaHhSucp9UoXbIlVaunUzl0KzoXMhL
XCbIfhUHderi513GF3AupEh7Fzz0nyUwDruSZ8+jlS3VpWohEbJVhQiuJvOxhYfOzhjMeeIjC+Ab
I7RZbACwRBg3CMqHJGEFA6zUjkBqQ4kgO53EPxqzgajYRXlxiqGJk5WD9ZeFaItcY/UHktqnWRfY
uhqFVLYJLD2LbMMXsKRwFEDNjbN4ubRKo9+Y+iRTPLY8q7HxXXLHoyK0PkujDTRayV1BEF7JetiH
NsnFIBOG30O5fB9iY1faTFXkamro3LBT88m0Vz/IYKNGsT+KxydT6WsVPwNKI4dzKqFjCajNWJfh
50y0YkPXI7aSdkwBbBXD4vdhjQZF49fGrjrCxMlMcp2twDmK6IDkgxrB/9dDcU+JBSxlo2pjP2Pv
wP5aDnfB0pObgm/hDKKLkerm6WPuQ8RfAJYnKdbTyrUyK9l0EE++YqNKXZrj82eL2JszNob20Qdz
fx/1Eg/+WdsErWS924M2nhKjbnbc0Bjs7MoGe2/zzQwYXwzmjVVhHAYQ2JhMzT5xQ5jh2JK0qQl8
c1xToaz/5SupS1rTZ2NsDoLnWOJispe4A9Z7v6pwXCrEv3ZguvNLnK1orUoXgb0ZAlWZN/FES9Zj
zFR1W8GS7rxJ78kG0XMmvsYeMf0yEPcAdr/+pmRMjBOmh5A853obzIA0DgT6ET37XkTImOY8KrcN
pKPyq7cRh0pe8XkoAzXHVL3CRkJDXo5s1Mnjcq9t2pamA7QaFuCEmhefcrDpOhYzbWq1QZFJMi0C
Kktl4bFY/SU6D1/YFHnOnONnV1up8CAm66JvKtq3qm3bTJq6HYe4XkEz7FFuyrjPuF67nE9XTmN/
jDG8TFTZHFnH7Sd+eVbfyWmUJB/BBPb6qhm10ru0IoDuNQZRZdu4CeQWUd6qegzbefc1VPLITqYV
Z+rLQGGvL5X+do3pbUf1gjKKh0rOsbwWmTjnPZexoP0LKDY/ZgsWYw5vjeVR3qHuA1aZo8gL0knl
+u7jCe9VTh3VHeUoxJEt2qoeS/KmuDwomF4ctRyma6fzaUmdaQx3k5RjwV1KeurYTmrvCQAb9NVp
xsyqSXogtgkHSobN6Rj7bbD+RXKRNbuWlPxR11tCbgDXX6vA5nUMKXEeU26qV7tvutptSqu6Uyrb
xJWShZ3l2kPCBQtIYk/3H2+kLRa+jZaawc5TJJN5a1tVqMJJQrYOU990zRpORH1G8Rawn7HZNa2i
X0r2iUwthU07VlEAZskmeaZIUZfsJzss+eigRixO1Sjtl1aa9tO8zBGW8MVah1fzpL9ngZCfhT3Q
A1CKaaq21PsMVyJHwTfA0uRE3by1hTBkOmVlc4FGk2cp+aEintkwadfta2Ev0gZ2jO6NpjaWm9To
sq0dSzCdhnkNxBW3crNo7xm2hZWDsB+lAgoNfTtQWCYGYNIynqM+InnWDgsG4ckMHoibNdNGS3TM
gJ3AYsBpCgBRNu/sJksvJq7DW2Bn2mmxZfIQGeopvTLNgT6ZeDPa9npSg5FC1jsstyBnzQ/R1uRX
1QqjXd1m1Y3oZsUzgzj7ak12HbXi06puJ0d1ttipVH2+EzScf0MWmk550MkPVRT1qRtBbFgco2tE
vC3qqn9dOsA1nVox1CIAzAoSpMj+cV7DN1tUKqCamhpBAmhceGbVNm5RLhkD2CggoNur8Y1Ss0zT
bSD2SaZhWTIq0fBpiwDsUGWIYCdPK3KmlaYfGg0BnpYBFmjgrh5EMuAE0BqFwltO/rtSW8KTlnJn
Ezabn6AxPrPHvDejEHcFpTRSXTU37SwLP+u7O001UfupZED8aT7CEtkeHpAOvcsML9XERmrWc+lW
Gmd26XQN+fMi3UajjAcj4iwpGfrMaAJmYgaly+0UfbqE3dDflGUCQQ6O6w4VwXpTo0K55p1duvKY
qpcktIqNBl5nI/QYU8PchKc2S4OzwTjntojq5BEN/rkq6RJUW6s8q0X/Lg0BArVekXKRIijBcRKT
tJ67eGcH7VNY1sYrXCrYtVrYfDUx7oNlsVqug44w0mKM0AIbS/MVqdoucJNZM7vuFvCRjJWjxIIS
CdX0oUZpfPvqVww9jjLH09JFFGFkzeb/MI8tx4TWU0dvrTOHF3K7o4a1pLMeC7ad8SxfZBiGTjFx
YlNF89EyYbd6kg6peC4Gnum1XNGF1N+nUvIQRZj/qIBVIvnx50ns/+vgD3P149//7bPsi66Z734A
YP4d/14xOZH+9zr4/Y/m4/eNuj9/4O8SuKL+TcZQjcS9KnAYsZFP/i6BQ/i2BLxgm8yubaDN/VMB
1yCGYyMzTU678MLRGv+pgGvUsa8duzYIV+q6FONfK9Q1Vn/4bwVNxHds3qplaCbYWvjCvygBcQzt
zwyhYjAEH3C5ptKGQ4t+kMywfFdL0T8rDdPoOSFSzhHhTbVZMji8NherDYJjjEP2I6grhKyEvrUs
mqPnKFmQYftFO4JRIo4faab5IgAlE6EOiuhGN0GE2UqXHceyjb/HEKsWXgN9by+ddIaJ2NxJ7Vif
2XvC94jH/oqKQdup0VdPLXlv8mBRshlRTD1lgh+TdjEwIFuRHpOOgpyqk6m9YjBHQ2NMU9oiT/Wt
pc/avdZUi08LR/JRmliTzCge1/NQsZsqGrPGeVzgWxn6DoScclwisaA4L/lWNyKSVu14UnQaJKE4
hZN5l4kgdhdF3AcyxbiWDaZh7oib24kavNsWG1e5JHyI0QcbB95F0I5fVBbx2kOygBBOqsw8NJAU
fT3ttpziiJEY0UFRs4sRPvJUvEOZaHZRqI/XfsbNiv82tNH1x/G5aIb5WBRWyKvvux/WWGl+nGWs
KQtjCaL+pHDmcf7goCHfaxDG9tKsPSBojq9pYDMDZQDqjyL0xkg9J4jc/iKa4jbIS4XiA6t6HAt5
Zn7YG+AUpeEhjNGpOQeGuGwxSx+ieoTCmrb9U6dO5FDGKJvAk9T2xe6jz77GYJvk5BItEoFZkKuu
ZDG5L8wu+GQhjvy8VrtbVeVRi89awrzQM0CttAtkWg3HdHc1AeFIA8PwqFZ5iFPgI0/U9OQgRTWy
9sBMznU/PYUVdrF5gh2a9h+mGt+BhYqZpKYnjPDVwaJ8zO3yJdqqWlJuSn25YeuPFyRypVx34fd8
REpDZrUP002RD48DUJiGSUUfHQHdkmjp6ooX0YqG5A2Nu0yE0AZqs3/qzSS9EZE13gQWn44TjovT
Gjl0S2p9t/JQ5Tgam/UMvBnrL6W2cqe38eOpSjjtzfoQoMy5IUU7mxoRxm+wKlsriVWJguAAA3CD
2pueGhv/RExhrme0Fv09KomuULI+xShp27LWqPRqI9PyACX213nUVvCFb1iFzSSEtKM8g+GdM2g1
uuoIGOEyeNhs3Zx2KFHFQoCyLifcanF9UAb7R9MQBZgsLBsJWAI9oehPnQVNk+Z0isATAtyih05h
eRpG6q6VHkNUD12Wgj3MRVp6g/QiDkB/IgewCUl70XJGKdR9jFB3bsvq3A6WdjtJGCtTs/5spf/L
2XksR5JkWfZfZt1aYmrcFjML5w4H58DGBCyMUzWqXz/HI2ekA4joQFdLiaRkVibCHUZUn75377nt
nTdgMpe+c1WanL/J0UZ8PqBMUBLNE23zl6nG5qiwcly3Br7LdLYwR5FxY9rw4Sf4ZDia3BnTsV21
OD3s9oXAD/fQxuzIUAo9zmmcD7swuoBJTWMgjZ/MnBYeIxGESrS1N6RW9ze96dCXIRgvjQVTifLE
Ix0uL60fiBf2rR0nZ2402fdZCXS3zi86BfPBn4EQsfPH5BeObyUMw0XUGNa9M4H16Fs/OUDQxPqL
BwLmzWPQJMYGbrJeGW18G4IKcqGmk0SGuVnyNq38KvFOkySp72HbI7ap2rc8Tq+c0ukvEwW6IrDP
hIXydu7uK89EpEg0E/as+iaMk3cGiy9e35w7A+MZL4mRSuUgVAtIEnGepCdODQco6t12D9R1QBxW
FGembwmCEgX5CbrxNuGUZ2/WELSnScSIfpxy/aNNKwhFFhaJinndIUs8te0zl+VOGQb0gDLFMEka
0ElXy3yj0gl7bJzzPjXIdW0AlNt2hn4Sj6mzmWLS2khsQ4SHFHRbzHAxMh2R41lYr3pE25qPOA9q
u5zQaJj+YbZafQgGEV/Pnmc+0+dwspVHyX4+uEV7oQjUs6PsCihpXa7zPEg2ka3PoGIzFPEZeJWk
ur67InN34GbREjjJTCqgaj+CrHA+Jm4bUV3BlRxSG6neOL2CAvJfZuCctCHCA78I8TA0ViA6R3uf
rWg9NA7lsR/lN/Sa3gFbeCu7oskhOlnew0AcrmuzyO/VXKDjRI8Rt0a2iCITxkk1yGQJAJU44FS7
j2JyQB0FBZGC0/PslXdhYVdMALWwiCYLz4cmextjhJgqYYLY0FNcGXEeYSrwGlrZxPHVy16Y6j7x
Y/x5pQxj+g5WZNEBy0EYmmXTXJfadQVIp1z4WzUTCOqLSTxZQ12eUn5kPo6k0ru1DeFzqCg5b3gC
VGSgnfKyEz24sCCrTjnbipWyU0AhJhpmrNnR0CKWUdG4lGFr3hE2Nl6SLcUykEA+fu0Nn6I4LIdw
Bw+nvocu4NzasurqZVbH+sgbKd1g11WheGk4oV4PptneCMsvOcXG6oZShJp6LDlouKiwVBEhYJJY
bVKDRasKOAu4jkciaqPI2M5IGnVCnd1VtryvyNhZsOVVh6CerJNEt9ML1yNmA3ab6gPCMmDXOe5/
RPxHmFaA5t158xShVmUisjaG6Ajxaa3LrMTlEWDZVGA5zd5ZI3UGw0uXcBWFwQ2NkIVKjfOmDa9F
5rETV9hvELJt+iC/c+nu/kja0d3MDBUIGcUC+k665koY3raziRlN9KthIs3xGBjGCVbxLMAJRo5w
eOpnfbcc0nFvy+HFHwQ0oIKFgmxiUb8ey8WDVfXBZRGpDvORDrGDxAhQw756aYYQOlKEMJ7H98xp
+i3NnkUKl3xlBt2wJQLUubNlT2N2HK0zI2c5NuCSbo7KSobeek3+hLoaGA7ctbxOuPm7qblJcSHA
orWDyzgq1UvS9s4y6dlmwtxs1r1G5VCkAIhix4WHa1H9RV3dkoAxuh+up17n3NN3edNjqw1gXtZG
b787sxOvqb0UO2iLSKqlSFONPDicX2+cjBhu4Gawuid0iZUmdTCWr16Ke8bq+lWrnPK8Qpy9i1LC
zsgZm57yMNmRRcPEMHl3BORIv9qaoccqGZS4/k3buE+4x5iqZxNDt8jLjyGdqVI0Q0tt1tHWCJMR
KECeRu+Q31884bcXJkfJtJ6cU8vKymunxi9AAFZ8KS3DfGraIxsRQPFd5ObWxdh3aufmc7lS7oRh
eUS/3eRHhlMZhMBbmPhoxmt3Y5RXlAJl4/+wihz1qOk0oCVqytmqimiVEuIu8wUsu4s5OgG4WYEK
3TqjxxDJdjHyuck6FXF+SQsmPtGV2TLh6JhfqjS6MEDVFOtEo+Gi/UoMXBT2ayAizr40k6tezyhU
rTg4H3WDph8OH+3jQVZ3aEtUBRBQAboB+R4QbRUnllhj/eG1Y5SEulKkz+Oc7SwBaFaGN0F+mvga
xF80HUPCycnZ9iksMGR2fki7YZA/EM+oXV3EBy+xupMWBuQhrzFYNggFUCrPBQGQdb+Homg+NL5E
fUYhDOXBpLe8ZHqFWaBoFMoWnSTrHhfGvORspJirOOFp1CugpdpIo2BtJiFqTHvq1NrWthUyd/cy
3lLGP4vInCOFR5HnPKnm+rmd4A7UTocSt6wexy4nrggN3VisePCRLRod9ny/lJBNRCxXpirDAwQu
ZPZ91trwyUF3rlvoryNu1hFBdOMF4jaAB6T3AlF1TvXNyC0NHGtXK6DNi1wRFmHXun9A0lIuG99K
iqXttjNQjqQ3YFZmYBBNddTG6zRH6J6PRsiFM/x72THAj+MK8iCRjLezi0B22QVRdj2lVrFF/46W
vNTVykCHgzzTFRZ3vjDpK/twC2ci2RcKYPNtPnoKvyHeDtZ/KO6oCNeqa1Fj50VyASIv2ViR06JA
BFXJwCmrfphC6ZesghTOnG3cTFVzO6iqjRZjgEsAeOu5Z3dUcyZTiqUZNtY5UCtHz+5p4bAnWVlb
nNtt356kJEjdwni3WJg41LGBkKNGgN96zCMbWSLPQINYahUPWCQqJcZNzaDvNFT9U20Zzir3OzIB
gx4KpyMHve+LkCWvNNzyYu4TczfF6MDJLglQOaaUKpYYTiSbM8hsV29zURgrv63EYRTQeMVIqiMg
V+MQsvOti7C1SEqKm12K5xFBV1MK+GV9QY5t7ezT2terHioSO4icV7VXzDv+LzZUGrAcvBhfyAd3
HABUcWC9NprjANCs0BCjLB4A33RdEa1FR6Sxa3JOhjvOsSieDJaezp4vSN+2iEKis+NmQhwGd1Wr
Gx1bZH3aJ75KYTC7sMRs+7kP3q0JZWiqmPOMwZ5kKGpcspcSY7yuOPEBXBuDkyC2mCqHdrLn+UBz
TeLvI1/0CXClA1ezeiCnIlgAme5e3Mz+GNMYXS29L50TqIKeGkP32dRMAhcTU1eUbz8gS/NOGjUi
7N7kwECC5NpLi4fJr73Tye7vAyXMNfm4SFmK8KzNiffkeJ+ftxbCahnBVNPz5IcrzsXOmRFjHKz5
p5JJ3V03o0UNfQYqlSF4iGnPUh0CoyqBFwqqXqVT69TuS9LEZXlozHwJ/Q3uVuncML0ReDgr7AvS
eSL5yX9kIcxIfs+ebbck97MSNQ6lNJHi3ihnva6RZ2+59dUqNJWz68Lsdhw4IR61KZQXQcdZgQP9
Am5qeV2FIfJXqUNcUpjl820UGCmYMBRgS5IdQjzYbrrlB5u1RjyVpPpthkyIAqgD1Vmm/Sod6hAF
jsN5p/HurYQe+sJzwnRvB2n/Sn8VnpfsHCCEjbW26mkTBSmMC3MS5543BNdmMHAqakP/rOFg5Pfd
WZIV+QWtTcVUOnE3TJXcjdtBRnXQ/41eU69I2qyWlprPABgjpHEoMJvuPGiCt5TJJsUPZpEiV2sc
fQcrAUKZuQ2AGL+5Q4F20x59EGbjNGxB6qnr3HHHoZLn1eF2ECKPXABZ0Y6YEEgeZPqaY3QeSmmj
vJ31hZzyZ22jcvQY1u66gQMohxfsAIWick7OTYGyeeK87NX8GSYJ2OhzsA3OkGBprphrbH/bBClQ
7dAWNhFtUoDw6YOSL0nXHjGM5nPqQEgtx2SJ2rFdMXYOsQWG5Zq7x8hG5MjThwJuiN8AC8j1lezL
m0Y2+wal0kI4c4BHDUY8+RUQhiL7lP0W90x4k5mvwkRmbBuwrpm7JK9TRJeINtcJIdfPnhoOHeV6
I2WOMpHNuMrkDXuFusCLWZ8UdLeXRnm0pIz2gRwXvffCcmcesQGOHW6GFjEWo9G5axdkH81EBQxQ
IUd30UrJgkNmwT6m37dsGBttJfkzV8wkGXCSz7YJRoTwwGIfxsDpofRAIy0T/zGwWVXKKt1mYa9J
tAnPMurxXR3m+PF1ZGI2Uncj0nCrTU/RaL7XPggGoyI0KOL32s5Tok+gGj8SRdGS1+HddqGDESiv
qGPpb28xtg/nOf2CpXbErrcbteeIDl/Jw5MY2i1EBDtyNxVBFHg/unndF+ZV0EK5TMFOv3J8eyXH
DG3HWJj7OreYc8K/Rz+JsIUWjE0ZvUZZxPsUxUDkBywkBFM4gBhAIQq258UQAbdx+ZsqNphmFNFF
VssF2pAjSJvIoixJUEyhSjurc6QDjpXeTaF1bqjI2DG5x0LQ0OIJhpYjvTvDLxqK+C0xMlitLanr
L5GVBMssLm9qc4JE4TaEYgRM3EtMCxFAgUVSY9DG2LpP2q7dNy5GiroM0QxLcW26zUnUBBw3YRIv
KyvaIWJvtgb+OiRlVK/z1OzcCo9j5BhPko3nwi78M4PCOhjmVdrhI8+M7IBU6KFHF7ATrpFsXKdN
TqVf8Nj065EV5dwMXQdzpJTlzpp4yuMiJDyr868oPIy124PxI/tiWUhvWvGmn0wzBIuh4oDZ84Ki
Iep/xBRlH/g63izyAbGTzwVTL7/F2wJStjL8+aJhktT4vJzUU8m26UuxIvzw2sFQ4+peMcF1Ovzm
E1jB/NHCp7DXJlPFIvZhIcpTQ9RXbuluW4jnP3xAHXaCCqnWT+1IOZEAkPB1QXKUpmGx4MzTboVr
P3YM/56DAOOeR7aJZean9RC/eWyKi97iunmUZI+y4MIPZMoTWYD7dBiuqik9mJ3CMkTeFTBQkBKT
Rc8gWdYx1K7IK8tbGz3RdrKng4oUIgBzHjd6tl6aDPJw2J3K8BnBTbWwpgRwR8X86vgE2gPNyq5e
y7amRnewxB0cuKdkBlnZQcfu1TRwu4IRiq+KKZ2KYht2Wq9jDzkBpOyIIyesrZAgoeI2ITkDo7PJ
MsS5L89TshYmIP7pwgxm686NrR/QAOVpPEtAyDHjfaLhW4xBFXJR9Ww0w6MgJyBAu7Ny2uYdUccx
RKjLgSALDGk6LfC91Igo7LF8ZZ9Nqeiz5WhZkMnL6WnSXr2Ku6lctc1Ha5tr6U7nNKGJY8rfeqxg
ILzdRecGEXPy2IL0FKWEAMX6VDamc6sjFndh2zwt9oPo05fKHKxdMJz1hSb0oI7esgq8OSK56XSc
1bTq0bBs6H9TtihkBsOpTIBn9GwmEygPlPaMy2r3vCjcM+SN6yDONFevjpfBiD3EdFzjKWHW4IP9
xO0dqp01F8sJ01pFrIixaKZLsofXoyRZLfsx63tks0OFt/pIJshykINW9jE7BObWOQVkBz3L1UDM
+4xJHEIcgFR5/KDSXOwj4Wqex1OP1fzWEDYkTUvk73FvuvhHLOPEM1t9RTvTIgOJ/LfYaLHz1aI8
oRwNT0ferEQgN07D8w778nYwmwSTe1QvazXdjXDSSQw/xBG8DKcnRccnvoV47fDRtItdDxERrbSI
EVCn+RmXHxJF7+zC3uaLole+bYOJlQpcyWMPpTSAPjijU8o9d2FYpJGjkUpXsy3bGzLi49Xoo6qT
ep/xJm4pSd5ckazDLDoYLXzufnjHjHRuSx5KjkfvAXMYs0Jok+fGQVQRSATcRLVO14UJHztw1yJH
jZfKamUbsT5xiQxZMsi2Nhqycz/hYozRn2Curu2HmUIJc/GIfXYESq5i6MSw6/RZFFY+MlpVbzhO
5RTatboyh1TsEyYGzcLOAS5PbsfW7dsfysmh/7ZLFAJvlsfX8Wp7esp42TmApEs93swRPNeEh5DM
p3yL9n4vU8JS2XEdUM+J91RnmPVbfrJ3+5MI0/kZYoxogwBmPYDH67DjQtmxJW1xk/qX572/7D1r
A+Pwpu1TvWrLqHhWHYS2UND7Gq/7zoGeFY7syq26O1psiZoh3rltYJM5nncyDYwtSr+l3Z94b1NO
3gLRTHibldgi4XUOLbP2BU2w9mDD34tG9H9uRQOh8XgRgsY+NDRmLXa9hLQhw9Ouwc5YVvaSYAvc
bK42Z6h7g1fJY/uvPpt02x4yY9D0TYDcVgPduUUYqTMapD8qUPxL/JosvDCFvLVWUgG8Ntx1HgtB
rgvbJKCmaDf7XbuiWLv1emHtOkH+jCArDAGfpO6xpT+upnjsMNpWwZlClwoQk9SmTUrmECtrenST
ydS78yb26bEPgiUKuHI/eCn+bd1g6lsVXl+ehfKYxMUeFK2NpkO0ShTNWjZ4P/i44DKl9/4qjKai
uvPR9RsVMnqvGenx68p4IQiJLC53FaL83QfKih9MpzNXAzLA7TA1/WY4slzMCUt6OPERsxxuOvbl
D25usx5KH/u95w9EXGWp8SByZbzH1DZg7sIcuWATkyrQ0xHze7K8NBfyzVG2cRrnnvHSJtrdumU3
PlbeNN1n9J6J0LGqDbaJ/CR2ae4DTHBohybWk4kz5YyWkLNNWwrNnoXwIgySu0J34emUBeVVrEz3
dTBUA5aQc8LKCUS9Qg0W34PbhxaVpYM+LxviwvLuCJSf4KumyBfO5rGvH3tPBydkdYYbulOKqjbv
VpYKzbNyaolX0eVL1LSXdsL8gGA1MNhOI/axSr1zHoh+IwPmCdwwo7qh7KsPfVI4T2aFs4OSPhrv
pyBNT/rClvSZQvtirnvS9bJgNE4CEN8HJ5P6ZiLy4tTN5UTdUcKbQcAZXXg59XBeRRi2cx8Frtf6
DyOqt/cBqe+qCP1qU4XuvB5bQ28GnZLbYvVsiyPxR1Ehr+3MrwjZqNVjaTrzaeAYFSowHb6jWaQH
l2AjlsQbddi9RViU76NHI9tOPGtVa3XXCYn/U4lIv/dJVRC/LsMtrVLrUE33ZCqIF2/qQk5Gbrcz
C6O/UpEdrXw9MZMrE9Lz0FEuXRUgWAkV2NGG4iJTR7yYPGaA5sW0RC2ETAYTihleJtgAdgb4tYOM
eg83OBk5yGjyt5oLcKJLRq+0GLoJWzDu8pH2JfEBk7H+D5sXuS18urc6Rb5aII48hFo59DV1BIKC
bNRcRDFLjN1e/vtijYu/EZQ/Rfb+l97FozjkDe9Im0Rxp/7PTwxz9AF6sHv59A/rn1Tjq/7jKKBQ
fd79f2zc8b/87/7L/8dG/kaOIT3sDP+1HOO8aseX+bMjkR/4R45hyX9JB/MH2m/PNkzLRg/xjxzD
/pdrw1DGDGg6/Bvf+k89hscPIZJA7Ra4nuf9/CFV9V38v/+X4/0rgLKMTxFvuOs53r/Fy/tsy8Cg
ZQDeMzE4HonPppRfjA6hK1U1djhmzSkz2MZlfelWjtfSEK2xBHVFV5w2E/mev1yfy98jrD9rQI4f
62KDdJBh+D5RKB5yk1/dINryZoN6x0X8Jco7lKfuNjZLtf/7p3jWJ6nJPx9z5FhbXMaAdRElzK8f
E5S9aMo4AhsdFv0DkVbixplFe1Ehh6BTQXT2rdWNQNEao/PRp9Meu2EirGAQNIoFixMgws2iwQzJ
EugSzYKUtkL60ZvRm/HzCrl0iLtVPk2cWFWClg9cVRIWdAoLeZbMue5W0dxWGuIHiJ+NB9ntlrIU
ir+ddxBqpDlIukZGBn+WqEAOdR6eH2AMViTDo3GrfzcS+m4rQs97KOpJJV/SWKe3CB9MkM0qpewa
VTnekEI+NGv2GeO+4/3vYILioWNWXalgUVhjhoTQdYrhJESpf2Pl6Qj0PcQAyF02guKymi1yQ7Sf
xd5O2xKOFOUyLW7lZfaymSeVrwvi1vSSSM9oPzd1Uq1ljStazFFMVAohkzm9xi6yl/9B+J2DbL91
Uds29mWZJVhRCLOvDpme6JKkHRNbuohpQmCNBUxo9fc7f3xs/9Mf+vPG+0yPeD0MxwBV+YWKNRhz
ZckE73tjVda6DwWEOM4zq8bG8JCASvnmSbM/G4Z+fiAvkO845vFxs7++R7FfhRmxAKTVkqNC0Fpa
5R40jAnsm2PV6YVCK9+sO22L62DoyCKIkNTG264P3XjZW3YSL5pkimxalHP66Dh9/GrpyCOjxe3H
cedZDqMNCqlkI5o537TCrwFI14N5PSgfVkUQ07QqM6UI3JvGdh8NRRsuRxkesYJhSjSjykUTbMK0
jvcMa2HNocHHAGAFTLKR+FXiXg2qpvtYBEG/apquPcmKhiBZx5uRFFV5lADrqCBo/du36hhHDlCM
v7rGz3f4F2NYMEvShRxPrgo62uuY7g7KoklsTKPodkkdyH9C5dk02CT+sPT8dJp9eTYCdGfQ5bEN
+Lb5ZVGQiOYdDEmSqarlvUKNgjTnIBYVQT2eK1TqkGmjNFv7fUIigm1R7g84mrHzBPV9xFAOUY6D
nwZs0cSQGNzgAm/5mG9zQlwerVDDlA6KyoBgxE/hpC6/ebjN31dPz/A96UgHuzoYwuOy98sli0rP
Z/4SWhwcK6Q6dBuSQ1EixyIHdKBCVx0hrHlSDO7aSQwYaKHW+FXp5PKeFrYqYCnGAHBWAKqINWkQ
hjLRrPoIuUYdYzUuGXOrhUOn8+BGtk+bH8VUB+IYzlGRTMYxFkpBZ5mJ63W/cQoel/7Pt8eTEtew
B2MUwKLzRR7oKruUdgsqgkAX86wjmmVNt6XcaVqQ31xI+dlGfnxrfY+9lyQDTx59fscL/cuFhMbh
tVjKxMoUhgBslDFz42DvVenSURjYaO5O4zvDt/q5YR54QNQ4Msiwykx+syH+vg/7RxwAkFy6k/9g
C379JtVAqgd9LBgaNI7XEVp4HHriuGb6yG5ohyTLrs7Lbz715wb4+WIHPteA720ykJX2Fydtxxiw
KbwOAtkw02/oCvvomO5qaKUh8a50WEfyxhxsEUvOkXAgCWqiV0kSpn2aN22dLHtGvoTc+4qwEc1h
ZgZEWDGuyMzIubDoiNC1lwYwrl6UWXiKMdVsAbcxLCKp0YoeiIxilYsNM2U2EBH4TCOv4NN6OVyQ
ZzU0m1yxa520lZU8ODHL0KKuiN9ee8bM8ZXZO1CbKBDCWEzAie896ZfV3hYCbRRaGiO5SpnX7UCF
Ybxi9lfvo+h49kQ+UGD2c+CbsqLqrQpKGxtqH0zInupe19881r/tSBLJKHUMN9iwPWl/KbQ6RChh
0MYkN1CSfyRdk+4aLZPDlBImbWT2dybpP3+eI7mt3F58rJ8f7YltwTTdIl+j2qFJ0fpEtDB2EbDd
GN7Ec06P7O8L+W8vLsZi5iOu9E2MvshCPn/izBmN9PWK+E57KnhdY7mdVUwAu52Nt3//qJ8a4U/P
7fGzXMv0SW3FpPu1fixkzoCZOmQtx2k8nbrE2vb2UVuR9X33UDPE6leJcPBWlmHNbNOFxdTFY4y0
fejNH998m9/WY74N8ml2fQJVXGy1n3/zLnaBBbR1vuZdld0+R2x/DpQSo6AzZKcIKJE5pJl+R+lI
GKNDc4fOo7/WHSIG9I7RadUmzbYMGa18880+QztZ4PhmCK75bki7Wem+LKaCRL0Rq2O2puccZluV
VfLKlzM1H5I+aH5hNhPj0YzsD8sRIZNGWZcXz1q0iJpEHWh3Gc6hJF3SwTK4bHBRXpJmXPs7TLFk
NuHlzLtDPnui3f79q//haeL2IhDHNG8dz0+fr2k4NUxhGRtD+ZlBpwJOI8owNK4N0VT/9jYAbNTl
4tBqsjDmB18+y+2UaxoTTNDcVOpOGG25S+2oeJkxIZ/7dhc9x65293XR01hQpv/KmMj+Bg/wh/f1
eD7kIeJ2UUN+eXu0Z9NUcqE2pey4eEpRl972bpFuHZoGaDQiX8ffVF5HI8Dnrfa48NomJTLLRMB7
+/kap4bVZAJXFqK0GA9wp4ojJdGwyUIp/aS4K62CcKgwz3tiOQVKc6g1ULFd7hqU52Ii9ioYPHcV
oeqFvJjPzWbuTXap2kq8u1QjyF82tYEDpizgHf/9AfmCDP75bNschCm7HRf1589//8vmXRF5dFxx
yMLtwpApnq6YDblh20ONpifdL3VbkwTH/oL8ze6SkJanYQ1kYvFt3rDWiGLjGaPFdI1pwPDN1/OO
F+/LEkVxxvLEH2rhrTw+4L98PbuO5qStB0KKRKbDk7FtZ4H4kWzDMRwTkOo8jZcO4dc1EOwRoUjv
2zQ6NRKW7ZT6qYmCVSD3neOAxIR0AOHtDGSKrRzlA9wWMhbjkhF1fZ7PimitMSvbDzHJjg1SWIBO
O1MD1wJ0IIe1AcEqX6gAI+WdFbX0+vueqHDXiJmFsKWr4QmXwBSf0YjkkJA4aXYeuvl426vOfGOC
mP+AJYTcs6GOZ/RVm9i/+rqwzE1uBDlS9FpkbLjAQy9mGeib0Bymj9Lii53RL+dcM3gCDfg4HJVd
+N+Jva9bMJDHR4VmInJpaEbecK3SJnaXpXaGnYJMg003jIqnpBbue0Z08YfEAm2sDSMmd8jTff4S
430jr0iVbG1eZCEbCdsi52Hu/BlyLQAAsfXCmESXJLOvXbsnT+XvD+If3lyXfc/gBaLF47hfbnQU
WYh4zFqsWMbUWRLCCUINCI4nVuV+dkfzf7BcsbtSJRPBxY5rWJ+frK4e6CjOhYCU6rQ3GM3JN6jB
B6ChM0mssgfK+JlJA0dQ9ebAg9jEsnG+2Vr+sHa4R5IH1nR+caqaz1+CagZ5rgsOkjaCvcnrgqlo
OZCuN1nJSs7B+zQn8bVUDowYUum/uQa/lcu0H44bLRscm5slv1xzH3dpkJkoetqxQJYhj/KaEuA/
me5bLJLz3hLJ+M0KzZvx+yvtQgGD9cD/+Jsv66XTChGwajCljtC2Io1E8VeRWtdgIm11/lM4PPUE
4WKqH3Y4UuCVFobd3g5pAXfDn0LP3c6lIQ6Zj9J70VWUaCuCzCfyqXVi3wocmekKHLHxWmV5iuQC
sLFC33b0Tmq7ZQ0gVNUAEFRkAZEIDG93XNyElGwnSK5RWKHWNtMAOVlT+EiZgtwAlucUuilXjZlp
+I2obG6lQ8MJK8xEKFYk1F3VMBPrsq646vI2vVRwK8h991GOgwOYiD2o2yq8yquhjree0PrdYfVE
LumM2bndi/i1z605XZMYGFtAj1IqaUSOU0UmQ2oeKS46P5Ojwb4GE4M0G+o631zZGgbjwgs084Zh
jMfnFp8vdsPCNp7D0SdqOjGzjqYNWrVXowkJzJnm1r+e53ICO61SHEydW/fXTJ4yJr5WBXYsS7pg
YTYqea7xpkuOqDUoo95ykzMyCHyDAOQMXbcHtuWiUn1DU94wcEZEE4kmC3LYe5plM/yHBfAGAcga
LRwDtCGEU+L2Vn7qV23bA0/1xGMSJvF74xCxyBzOcM9JfK0fnWEcsREZVfdhDBMZxz18IjJtDeeH
zCAjw1+yi8s57tw7Rh/BZWv3zY0S3ng/BxYOMrsLxwhTCON0FuzRRmTF/JBIhVpED7M0gUqmA1y1
pXI6BkI5rS7alUnVPsQAa9Qm6aTrINfUBJeh//Jv09IFoq/TWpzZDjwu9GVUXSRxVlBcizTITlx3
NoxdWhUp6XHOWEEmLuXeJoeyIvf+2KtEvB31L//uugnW3fWoQI5ncMa8n1cQP6GzRaSBtyKImhSO
OnQXc1/N504MD9QICBz7++f9/vZKgIBgyTiH0RS0vnxeEZMvoETBhlygK0ylpS8dttsrJWX7zeL4
hy3heOgCs0R/PqAt+PlXK4Y8c6okY3nKWh+7RJ6d+yNw5qgdmi39ueCbLej3X43xAu1HaHzMEyj0
P3+eRIqDFkwBAgIJt/QLpEdlhCq4KMkW/vtV/L1n8nOUQc1IAIYT8JfPn2UmkUCfmwarLsT/C645
cJgM+mI/puTkeoRt32k7UtkWwdx4oKpVV2PWN9E3v/IfdgAIhFxcgyEJZ84vm6CFMUfb6RDg3p9m
YMOtHPXazISiaRN3EGJl15fENjYzTou/X4I/fTThRxYdRMtFHfClVIe8LEEFteEqnrPiZCzcfqPo
/e0nQCEnuphJ4hNT9s156A8nOR/aGRkPBl3L385DolWjU005j9RkWuM2ZoZw1COmwLyDxmEzCOrW
vSC3NyAnpEu+2fv+8EDzPPO78gX4Ej93xl+KWbNyJaA3TDmR59lv6NIA8XCBlz46POK5alU//f0a
c/7gOfpSPzOZMugkYNbBLvzlmTaNuUgy3ZCHBNg42chWGy+4LhWkj1a3824IEPiuSLWJylWA1Fdu
ZAyJ8GpoLdA4gV3RuMvmitmpiU9Fc+RSS6AuUOp847iAlwJNHukQOiqWOXBN4rgjAqG8sE1fy37g
nAC6rj7LLbapVeJ3cOSp9qv1iCcf6TBA9XZTBY37aHimhuKGhgj7r5Eqi7UlIIKQKh2Ura6yhwpq
cb9iBcQJK4jYJli6BrCJxbmIDoNHR2bt2rjBmEiF3YlsrBnDUh/lrMxjCspOSLIOdTHSp0to90CM
n8OUuD9zfMay5DM/C3Pyj/j1kf0C00B9GJjVC4LeSW1cs5fFSqjcaVEP9GxvU5RB+m3AXFYrN/KP
QMW5uSjJQz9+Az8kYtnSWQ+G1xS3cHYQWcfllDbLoulCBgl9LF7YQRAp1fgpwAlNeF0WLZEj3aI2
Whc7YxZ3H9U4ONetJdMfFLIJsYEN4iQ0ywQfYwMO6x+4GQk8zFVOtDtqh/EGdyJmcKAdM6B8/Jgo
I+Osn1Ctx8C307pIyH1UYxud1qNhXCFJrPuVCHu1G+kR0qqgVchxsM3ifKsHT30EiYQPZFSTgYNZ
HNuX9kymaEV1cYIA2gywx1pouQYdmszsGqtuHqa8Gd9YedAPIFpTaBzjqd5bNTULByvQWDBULJyf
5lTZ76w6JB5l2AfHrVFVKKWtOR6AGdfKjVYozfhTiiRs7VPmP1ruZZQqjMxhFJpkL1T4c+GRZM3a
6CK6rYwf0Y5XZsLv7ETN8Px/OTuz3baVLIp+EYHiTL5KoiQrthMnceLcFyKTOU/Fsfj1vZiniDIk
pO/tBhpIIxTJYg3n7L32WORFCZsLUAv6/d59wUfiwHNJNJ81ny14s2FlRbWki9J6GhC/Tkdn1KYf
SSQJBPE0ffop0E79jHy+pk1taf4rmzPbPXmwuyqyW3o3OeaQepoTdhaJI6Dyqlf8VBM4LaoP97aB
x24LiIedviTzO9/g4lXfBqOd3tW2KJMHPDtwcSC/pF87r7R+ol4Hx5g2GjNR4uDvZH6qZH/E82t3
e9BzJLe4GqxB3BM2koRJDVrQ2MSK7WDigboa2jHqkHnDcYb2o2uL4ioc253M44E4lQyhJb8kr3ZG
Euf5VtfmybzTRWcl72RK5XxfU7H59wOHDgOYlgRHek9Y/mo2wkQpCWoHv5TIkvJI0+H239b0WfGc
CJXetVEVHzJ8JDeW27dmQYxdHLA86njWHxDuXxMv4l578tRSmmIHRbcudjHwDNZ0qDoyFTSbZoGL
QvhJFAMB4VZFof76RPzG1sIHfez/KXGyw1jVxtwOkbWGvGVXJnZ5sodKR2mHJzLx4/+uX+lyWeVQ
55oeayrHSVAT5xuLru7ayJ0sbwf8Zzl4DGUT6MkY/dLsWR7sGrHqgCrvxmJ+eX/sQqG86jSAdFd3
V/dXNW1lid510TSG8x1Lg6J0MFVPsyeyG4/ycgnnUtSCbBAcqDfWbTs1mTkCWwpWxiyqhwx7Nx5/
qj1dZ0IAKniibLxRYKIXvbGavnGTJnsky7Ghe7gIfM8fLTCqSE+l4NE6I7ypCsLhHFvel5kHeuNk
rlsX6zZwGSohvkHzblGVnF/LLtHP91bnY1DOI7LiVCJ2/dBFih513v12ZYrFICldZ96C+Rh3bCvC
MeB3d/HWm2sNy2sdDdVWxZbVojAt5Y1zxxsPg5qnYXs0UE1QGauH4VYV8wgIpd2YpRA29Iy0uVzr
dpaPUe6fh7RlGoaHgQPNjrEe0nFqd0jtrHDnSgL0DPJddlDo8AM3cOXKziAYUCadeWNIX84ZOiBl
QYfE4ghCT/38DSjTyWec17hO6HdFh8IzqGfnUPc5T2vWBLxTI+2CDhuzrNGJJ1cKFHvX7/yth8zx
hx4TowEUyfLnf81bNAsKfapFuBNpU7yWFFO+CUUADhFqs/50/VpvTBw0wk3DtUHbMLhX90siiGk5
WeURTIOsbr84OdQmZrJO97qFNh+buPhid2FzY1P8xnUpLzNXOWC/+R/Ll/DXPdaRbTWTMryd9IF9
dI5IX1EwRqQ8FqQkN9HYHZIumf/9sMc6JDjDLu1xlGnLXv2vy05OqDkN/VMWTVy2B1cxbNlrlVXg
sim7oZZ4Y87iDim2sWU1wa2vLlYKV2trPpQgpbBODIPw0J5YrhcMkSLiS3XWnWmPrrVxcKMmwfUX
+8YgckGI64KpmYcsVhd3syHWEWDEQYTL7VM5tP0d1X3xgLjWv3GpN94lx3TWOQumtMlMef5QM8/L
0D+h1tFnVen3plVrZGV5nCMLCsnkNYmMJDGQqP/8nRjcnk31GAWCYG04v24DCtCz8WQHemu6ry7q
5K/C89I7MND28frTvJyYzy+1ukVzBI0/GvRMk4izPYrTlOR0QnL//ayILNWwlrIHVXE6o+e3RJmy
N0SqsiAt4/LeIwbnfUnH614rZ8RtiMz21+9rRchfasCG7iDuE8KzTNtYK0Z6Tlop4SV54A8NzLIq
LXzQlA0LDY702aofQ8AInxo/9qe9h8jyiZSF+ivNNXkIafzgNNd0Ld2X1IxiBGPIzrHLkaZSqzy9
A4pJ+/b6LzYuRxtyC9ZHjvI2wkR7NXNw5AG+5kEUjAeZwBWQUf6MrSbu3jfU2WjOwidKAPNafheM
7Cxfe7fo3J0mC+IIBj8vs0NkxATVIuDpyJdKR8q+CNv/k3lNv8PMYEcTKhj/J4y2eZrQCoGNwWA2
7hEJDSjFPcvdFYXlQQKw7ILk8cRXxqY2QPLfWIwuv2FKRIg9eUeC3At7NcB1tzA5CxGoY01EwGVG
4T1OXvY9DC3j8/Wn+sbOAyEPiw49QRZ4f72/SnuCVl0tQ+VMwXg/wuEki3fwPnRwjB6pZc8fKtFg
s+DI9GjBciDPLoFlUcS12rqZXmLEBvhEpo9LM+f6b3vjhZP7YSDoRbZFmWD1FOYaXm2dJLxwsFcH
GS+m5xrIshxSPKwdO8/EnuMbw+yP6PC8hMJnqC8SCZ/tH2LI8y/RSwaVwsYHyTAoWH8+mNeHRORz
s6vLcSIms9QbCwdappt7EDaG+9mOovaXIfrGXwKPp3wLEIoSSgjqCZdU0bjEBUISOBS9E/mH68/o
ctvC4YqpYyliCgQrxurXunoU9RU1DviVaWB1qiDjtply+AhEAnonjJYDEKkehJVV+ukjZ0P/9/Wf
8MYUyU+grogWm//8GWF/La0s8V7m6RGazTku9hLQxm+YyvPX61dZJtrVa3HZeCJCXM6T5p8g2r+u
0oCxtbo5jIMqmnPQzqOuBXOmkp3r9p3GxoHT/vUrXn4ai8TNw3HF4oESxF9NOIXChg4Bww5ErwB+
GAlwBHt2mwcU0uGeQAD9Ay4T/2CrmtQYCm4kWGEgpWWcufLTGEfivpuT7JDo9LGu/7aL127wseoc
FQTNTMsxzPPX3qS9GBrp2AHZOJSOevb+L3MJRjMQrdnoh2pqIOqz0YheJ+jgIWGQDvqV6z/i4vvk
RyAVNjzBtgpu4moLqSJcSUU1kOkxlSMyuGLhKMWIdTqNTKxBZacoHdLg+kXNN26dmAIWL2QMlFXX
6pzOiEbo/2kY9K3VUkezLJKc2beWkJzMgSxbv3RScx/lofnRyML4N2rL9qcTF+OPsQ1rqm2m17yq
aSYMHvEgqKsED3oCWiQPvxuVqAXaNihEWEDz8dUdkcgz3+fSIwoyHJ7GwZJPbGITpOKpGiHuFiib
YUYUoN+SCax1PpkQqpy0EkHbRfqHfBC5u53FGM13g5WS+WdFEEX0zMHebvI74w/slAf7lLuh6dzY
v7zxjshnQhPEV7hsSdfvyNKGpjalDBI3rXdAzOT7ziFP3rLEO85v8Z4TtX9rYFzMCMyg1J51k//q
y+pyPjrxmNqqqWqoeXrcHiuqxuOmnlx0JdfHwmVbZdkxGQ7mQ8G/rGHnF+pHByi3PnN3nqk/9Cyq
W3hd0cFKpQUJqiRC1m+hBccSQ4HdTyRVTvqX6z/irSfMBpj6Pl8Ak+DqZpGImY3nEq4qdaBTZZKo
gPlg3E6qNcEgW80RSXFc3Lj1iyMGX56gNUfNgKmf/sH5nevohBBtTvAhyhYsyowZpRBacufEYY7L
2akOSrbfZdmK07/e7qIrQ7BBFxLs6Xp5jLXGKPtMbwPk3z62unTYZtDswWr6aTHvwpY4USzymnVj
Xb6Y/7nhZUAxIfOPv64KSEzUIDkapNgECj1Ovu8fBjMTd0NX6O9gJ/Q/rt/npVpyuSD7Dx6vQ/1n
rZaQlhYCpQRZmviZUDuZFgTxFWnYLKIJ79WNcGE4KWjQLWjqhjxct1OPzTjRnU8MKfobL/zSlrP8
HocKmKDOZ9rOMg7/WgArzY0n1pSWwFtVlclOwsMBS9AUPY7RVCPbPp4lChpI1DZ49pj0ka1dFpYB
LaoJSTGlMoTVmByPk9eAyQrwqLTjxmV1cNhSO7m2YeYki5iMJLrZhjbHv+ccPdEJsXf6Hsen+k+z
kPqzxQbB5ju5hHUQUc3dNZNgO5xViTXft9imv2EAznKwru4w7LwQeWBmjIpYCEvwo/I+cd7HfR5+
ZtiYL6Y5ZR1JbaR3CC0DwJS380DWISA6Ui4j0dy1FRLDAzyq+AXHhf04jyAJdzrtKxB4YgmLatBr
BlgyTMgSTV5Nv0JJjTAYkfIeDHoTZUKapU7XL80aP/ksfRIJ3DwhMabER18dw4QMmTt2x9FeT9qp
uDM5HjyXo079HxPQbB5xFSAOGsxuQYQPvXukoUucPRgO9ap8KZvAahLkc9cH4bLXPNv08M4djgBM
4NQG0eycv/M6ops0JnUVAK0ajoiWsEdb6Xy0qdbfWFepDVxejAofhXqOnzTExOoISvwCpPXIKIih
El73MmhW+S2Hr6XTXFi0ctqouT84ohJM20/J9I3dkWl8KlstV3u2RuJnarfTgN4xr8S2mgf5qhsd
oDtPaLN614dR95xRUHXv5KJNPOWamIgiL0sAI5pMiV5BeT589jtJhKZ0lGPt4AgShwB0s/yU5sKM
t3WDQmkzTRxLd6RqTs9+6wDOWBT43gdZI3kPJtshdCNE8CN3jTCx6fQu7p2hb+t+OwgMWFuCuPIW
aFGOAMqCe0DEiYxlc+TA67+fyqz5lSclCWIZ6FSxwWo8PukKRim5UgakgLGzkB/afq99qpgJROBG
cXVPnzNC3UfmSXNym7notkQ0lEDTGXf2NrKL6r9M61CZ9Z1T4SMilsfZ2qPjHnH6R8M+m+hEM+fY
EdvaWCeBEJUhHnP6reNOAbl3dk7BuXAfEkNqBTMgUIrD5Vgek4KUqC3GH/1X4sZN8WJFg2nvpk5Q
FqacLO6cwekR9Ux2SgytQzNok2mx9ovtTG0ERIJFD0Pe4QvuqFTxd+qJ9YhVujK3FiqcfqNZtgqf
VNTgkx+7zF0yVfzuG/p7a6CHYya/WyNrvE9TFnbTIVZp6yDlGcNuk/fSwltFH8yGyDCG/pbcgzza
y7jFw9tHBKl8Zmi32Xs5dONTHrl6HqgQe8OuS/2ZJuFUW9BKk3HYKUKZxgdfj7IvkxmB1EKqAIvP
0Ry1c0dJsgd7QGiwIrRAoRiwT3Hq5Quax7c14g+UUG1KZkNBmFhYq5CtI//YB+nTijr4dbZAZPQC
Wi68LvlKzzH19tgwSTggg9X+nmSTP1H5hgGCNNKcH6PQnT+2jRAvEhFHS8rFAqUcDT95sbUqhRA4
te3nTJ8wF+lZz49qQ3pNWzxv6hF5S/TDwT0Bi6sPCwow7RD9iuCo+LSqkF9tQNLDMbAcvauwRecy
fzJ7WAMbOx3QUncyg3mRj+oFMKf9+fq088ZMsBhcsLcgi2GPbZxPO2YjWQmMtg+oMI4fR0iwdyos
f3kY7p6oIdzSGL2xl1lKeUuTkFYPi+355SK7KVUem31QhgZpG3Q5lhAzrcmoP2RQEYXR7PF75ncl
irX312/1cvdmU6zxUUW6SyHTXH7bX6uqMrpJMG6KgBjBmEJXPG8XXcCRKAiUR1joX/KUqIfrF33j
+XJOpgrNT2c7Y6wuajecQwaI0oHmFejuqtoOMhSUe49yzxeo3fbh+vXeuEmuxz4cqwXLib96n31v
TX1JuFVQltF8qB24i4mjCPZJ2w761eBQ3CtuaW/e2kCRWWUifqGDh/RntTnH+i+FCW830DrCVQL2
duOrgoRlYwUcyQWKxjI7qXqmooPCvMufPTcumyO6L+elzSxwn9efwltPnZPCkrGJBJdD/fmrbkXh
lMpJZOBqfvylIXpkQ4YFkqyknQNZTbe+ojcW76WEhE+c5iUts9Wwztqh1FIXNpRRV+nHpkEQgfjG
v0dxk9x4wZfVXDpzS5udZgPbbqzb5/eW1LE7mj1IRY6v5hFVQn5X8//dhWzjg8GGs5Y3ibaHra3T
j4jynUnO0yemP+DPqZuZxOU4at84BmTVhoygnaNksRdGZ3u762/hjTObvSifURWBLmY4roZF70AZ
tnuLNMO2zb/goyNnJC8V+YnJ7G5Ithm/NVjIg1gz7U8+TdBj1ofdrQd2WUWwPZ7THxk0PbD1YMDC
7zulmyxAdFK+D1bnRMXnIkKWQPZ1JdodBJTmU6y3vbMbklSHiVJnxXNvzvrXiGVzMUkX9eOIYPtn
WifiBDpjdFH65xSnKhLkv6KIDj9ZoT7fmJzf+JiRsHMSQMpOAWhdCKsScKhOOxPj6k/uux4lK0lZ
yfBO1GUdpGj6T/OcFTd2h8txcrURpTTMaYhztk1TafXtaBHySIA0feAu4TNEqskvVR1BL/v3wcEc
TAzH4igyOd2fj2N0Eyloh0XaVfWE0qSTV36TrRE9eu1oobN1lTwWTd3Bx7cawtDZoN+Helj+H8+Y
bjA6JuZMj3ba+c/wC464tlf3QeMjbbBGoq/kHMsdFcr0vmznXzor9429/uX0xOGO9jqlLaonVPfO
r4lIwydxkmsmZZrf5X2sfsBZIbSC0x6B7DEJhzce9vI3nr9UzrVMu9iGqSIKbzVppLnj9IWYWean
hHRNSzXWISb8qt/xSGEnxx6KtzkzkOhVnQ14c7Ji/bGh0vyflvX67xs/Z5kP1z/H58jNiri4mNcT
A1WEgiDEYQy8KI6xkTFFmCO5fNroIdBqwQSUpRge0kws5lofnip942/Xf8Slzx2nKVsRwW6A9pq/
VraAuJMA2O0x6HWz1YN6RuC/NYrSf6d8JwOmKzV+iIfPWePoLOVTMysYfZXyrCc3sg21MToitDdC
SvktdKaGfCC9JnZzom7xTWkhxnhnyORdRpTaSHhulmScdWPjFsbjso/BHEtbD3rx0hjAUXU+nsip
TZNoaMYAwxH8uWpuj4VHc479FfyhROkTU6xM7zKqlkEFmQdAtIYWf4NfilqnAKdRwzO/c9u6IHBG
1IEYzPp4/XlfTsMOWoelA7lMK9a6fVF3EzwPQt0Cm707LZ4ck3xZIW1DNvsRp8D0YSh7cVegfwzg
kskb3/mbl6c0SIgP9TvdWX1z1MnSCUmYCpx4gJg4pCah8crt3fAeTqjmkTxIaxuNa26Pm9KaUIMi
Pw21G5vQP83W1dBnF0qnT7BdMPX1YwDdllPsQ9nCKlR7D+TApfF9ovc9kYFwpjg/0h0DLqwhDdLi
mPQdYxwqdi4FHOGyK7MjkEITJEM1Qi/LoIHOQa7PAFga1UyEPeqcaje+VvpyO9FiNe7MEAEC7sPY
bPB9J9r30kwpaZeiYUc6lVaB3DaE1L8lxATTdZF51iYfYt7C1KPyVRJuHonovU3yDy7zXUr0wtGY
3Tbcl0TMd1v4cOmdzEsicBk8gDirLJ7b09A57Xevm+ovxHVbHyMyezJAfFZ213A8aDawP6vAM3Kr
PijPt+7dwQFgT11b3BDOXe7O0NfgRxIcPRBJrHdMA3mBTj5YfOiOSu5Li6NbXrUMcqMq99cH+Z/z
0ur1shOmUbKIelhUltX1r0PGCE9MDGIRbPlGA3NY6BxFdzWSLfIAUsuQAUywuHjUtajhAB7B2cH0
CBbyp97KRtyVTt/GnxmKtCyu/7Q3Fh16hhiz2DZSul6XkZEn9k3bkmDez4lG8HBY7nAlND/Gof0K
KGbeXb/cG/tUl6aatUjcKFoDYDl/EkMTir4rlxpTZOJJhm2aMGDDUbgpkvUh7/duLirzFHYd2Tw+
64HcDUWV6/tpbIci8LGIwPUbBpSw1ehgTa+hC39mQm2HD0M4hR8GFN/WjZ99OVZc3HKslbQCqbdb
qzKc65M6jF8zo80Q0i9Ku37Y93Ic39VtHDr/fjEuxaRkoMrw2ICcP6KWtSVSxgwmSG/ckz8rGXgu
QRkRbbUbl3pjL84ixyZ4mQAp+zmrbZ0vObnhxCJAy46H+1nX668aVei9RYYMsUpc9jiyzdyzaAJe
i5P4GbGkd2MMXm5oKdYjllpa7pyUvOXP//o63NA36Iz7c2Czu/6JiMT9PJFeZmxkXLuBhjp3QPxt
V+6NtefPJ372WZpUOpHaoILDzo1j4vzCMbSjIWygYsgJZ9mpj4R4lO1MLpVdTKLeA5Ss00NMOeZb
Gg/mt3Io08+2nmHTIV7L+02DN/5QZ2zl9jaJ0i5rPHrMTdrXzbTJZdL2m4FUX+TqIRO5hr0bYzII
uxAUiIKuq+bCJo2kslCnOyE5gZbWeS+VJBmEdLSwmU9JIaaP5CAQJeA5PVjahl/226FyP4COB2y5
oTgZZXct+PfnG5/qxXaMIY/8ZDkvY7Jw1v0GTFcTBjnPCoaYQ6uMfGijiail/q4lciIMzEKVR+Fh
A9NHqz6lBCRASkWQ83L9h1wMD94SL4g2PIZw119/fCgwY8uIkjlYyoKgwgFQ3smu1ckYHXvdJYwZ
gCj5K3BNrl94Gfzr4YE+3MCJzJPgOzgfHqq0SSdD5xxMxhiXpyk0JMsazhlE/b2dPdexk0aQQTyd
pIR4Ujfu+2LS4b6RuKHMpH9rc7w/v3wWYUuPs5aDZ56z4Hr2hCkxJd+dVKO7f75TCmB863wM+Pwu
LLoWyUdIhucg8qhAbmJJL3wTOdMYxITj3CuLU4nycbGQbx0drl/7jxh/9ZiR3YLRg8lErWjd40gS
wYEuqvUAchLGUswhFcV5P2/uq1Avvd1E+5hEHi+0j3kyFNAlx5LiLQCclBALOAcUkgshprshjLDO
CcJtdxT4yWaOJyscAKTm1ieNn09GMAg4knXBAe8LV6/ErhMVuc1eNYLUnbuqfg/L1f4vKWOM+pne
RK91OGT+tuG5oP+QUNqv3/yfJuL65i1UJmLR4JLgu2xQ/5r77FGvwW3aeuB7/VifhKbrvybTjeVj
H4N1JqeBqJl9SIrSD9JpZtBOGOfHrS/cJeetUe6haKUVLZay+TixPw23ssypbF3/nW98g4t0ViAo
94nIvBAL1kkZKnNpFrQxsADoA/PCyPG86YHiLGDlCAvdEk00h8mNr/By88RnT+wmEmX2T5YjjPNH
NE4ubN6mg4o9ltq8VSrxnoehU6+93jMvkvalXjyL4j0SIfeRYi6BW/bgZN/IwJ222H2TG1/L5arJ
L0KoScEaQiIjdjUxeGZUpZ5gxJo0Ez9W5aDuZlYKgoTL1D9ycKxOHTuGHcEr2ZM/EEU3t+zybryT
S3kSwlfcLeghlyKjvVYZ67hkeRhKBBkiX+1UL4E4WyRUQ72jkx7+rF0oJFui2ObjUEo7O8YdCtSN
wHhYbbQw7j4wpUGEMBu841tJf9i68RMvdpcmZzuom6aJucG9KOwbvZN4ReVagQ6r87HCkrPls9U/
9s1cPud5nf+4PkzfuB6IRZcdDbs0NpirrwkDfo+qczADj9DFchtZLeFwmpZ9c6OBtF23pLp14xYv
FwlkuxSslvdgorgwVqOTjIY4mjIrkL0ebtvWT7KNKDLwdqbCrJGmimZkGs57D0/D/K8lIyZM3gpC
kOV876z7CA1RLraX2FZQ91glO0zw31vO0MTAzjnpHlNizOaNwX+5KmGEp6hAx8TFg36xgZ/90bSa
yA4mml4nSnl9SfC21KBoJ1Z24+D0xvukxGkvZMhF9vDH7frX7JhVBo35qeBiXk9duq00oIJ59KCS
4heCkPqGbH99OZeHudTfWAS9hSW1vOu/Lke+7qT3SUPmkm1CnIQDecIRotqdPob2KUbVdmv0rOfV
P1cEXYcnYVniodKeXbGsImZPm3AjpmznHnd8B4mgqZ4ExBds6Ua1bb3+lmSUSjt/7d+rznJZhwY/
jRlQjgjOzy87GGXoTmRwB9AzjUd2sX69z8kSetF7RHCbmoSWX5YINdhVdUVxBsKffvJpA3cbwoT9
xQyjiw/wPjDyDU5rCpraVUZyWRo/AeQliINUH7veqlZFH5vYLD856APAchKS9muEgTjuwypaLKRl
3H7vEtF/LaYOcq6wZ8fdMHf20RbEhoA33yUYQiqqkI+zVzW/5yJ3lyjY2N2PaEzEiSjL/mSUjQuk
Ykji/+IEQQHN03pQG9FWbr311UiNvtIkWwevjdKNp9XzgCDExoHhae3wPULQL5eGeUTkH7sN/ipk
778ZJYTWFDOb6y30aij0FaazbWx11e8slqhWUmZRMihDNaVBFqfcuJRLOC46Je2DT+M3DoC8p/cK
vPq8HZOyu/MF7zpIM8uHu6SZ6U8OCLAySgZauJl8Rz6H7PqqIGwMYKWw3nUSkEdJ3W7szexBEwnW
Dny/MSbe3MCMS+gvakLCb8mRUS1JYI/Qf9J52xvNwCnBMok0iChV3kv+jPDgCJKsbwzkM5PdtOz2
iqQBFo6z92kmGs/ZD1U9/HZaj83YlFotdHUn+90NFacXDr0eerYuql6MQpKcZY6qeYerMgQ5H1Go
BRSix68cKvRyl05OvQQbTL5CUh4Ck1OFNdeQSUJoSClCgq9uL/TomJYiPYaGO8LG1FGxbdhl1ChI
pVjQcxZs161dVV25ZZWf1Ib+bHyiMxKZXI2WIex4X7O/KDriiD0GejN4facSVHHk01tMjb4j97HX
iRUafU26yJyGyd3C2lW/ZhEuMWn42a0NUTL5Q49UG4RYP7+mYUgYJCKRfIuFgpIbhnpiW4h5iO+p
4mYEHGV8uXoxOmrbczh2NgaMjJ+VAh8akLjg3jeVn/7gweE7tjWSn2+sPRclXiB+VE09Osn4IViE
VqWCfmlgpCTb7THrTwhllNOiYyW6uTwlg0Fus8DQTE/QdupXUG1TzFKkip8YPiLyUNux+JA08MR3
qiYFoq4XaWrseTNIkaE0tBu/9nKuQ7PGWXg5THHeXzeh7awtEjOs6z0NQH1bNWh0EySh3/s8+TrE
1gs3KT5f3w/8cXWdT3RM4/CeICJQc+KAcz7RVR64gr6WpFs4PUwYwj+r45Q1ogrqtOWQLmMyi7ZE
wCEcsrRyQIemFZPalUbX2ttWGYQBwAjOP6M1ITLKGTsnfO80A2GX4cT06NHZRQ/o5t5zgka42BEo
SbaXAplATjBStA8JCvHuwVT+TB9jquSuBX4yf+yr2EzeG7GpcPhYhFRNcYLFptCIJmdMZuBPrOg3
idf2VxtpToIdz5/UKTPy+vtMOwrsatRRoXe9jsKuGGL6N4SzlY+JNnU/inmINAKTLQr9ItW7zwjB
rfxQ8og/OvlSr/D1rGjvwrZ0v7LYj8PJRuAEk4L267d+HKigucSRPvgWqkY+x6J8lTHBTtQzMHlR
7F3CM8nAoG6I0+dQIBzS0IfNMVU8N++rLSmi2NH5ioeXetKncRebWS/vdOn0MXr4HKQDgUz5czdD
yDiMiMiaTaeH5P/dGAEXK51DG09QlMJDvHC3zgcAafKqHOnULp1CsZ91UEFVS0uckIpsK2ErHfLJ
kv+4R2J55TEsvdKlvYzU4PyiFpEepgELcC/Mqj54LZ0FT2kKM4CYvl2/v2UAnw9wGJVUcOkYsnOB
gnt+KRlFGVnDAhl3IzUaNpY93Gu10zxev8zlt2vRloSyi9luKdatNtYezaLZybtob6Ji0AMtysL3
KB7chqgntDODapL3UnduSUje2Kdg4ecMwaETuf/62Am/hhxtkcT7bojKQESzfoQyZT5SiGkJ24pJ
5Ltxn0sld/U8Qeu7HnlO1HmttcfMNcndi8glRd5quO2Pfp66b1Tfahn4iZb677wmio+FWcLjk0Af
XmDmYAsXOsSObUdcWv7FJV/e3hY0bx6zEmvp0YZ30mxBYfkEx0atVm/bTtefdb8wum1LP/FnguCi
2pf1hOxJIUEAXpVg3N+EZBeRs15m5juyNcSwgV+t3lMetogoCQ2TBCVlE4aS1cOCRcmtjvRHTNLo
Hotyz95/TklJC4cKDSMKNpZfoTtbk+DSZxKpOTFjLe+/OpmaIJUTXaPt6CXWNAzF0HW0AUk7DXLw
6uScqLr+1JNG0x8mUGHzHtu9DjNH1fqPunIlSfK5wS4pVamLxDA0k3YHEVMfOQCVLluBCGaLzNCy
bbI2hhVeV0ZJIGE0DTvBNAK/oyyINqL1MaoDC6b/S/p0RjazTRdkO0cEvyiRlw957Yv+eP2lXxgL
WUb/YCJYSanFcFQ9/4jIACItSQzZfjZjw94yYxAU4JFjUkQ2WJLczo2tBIe/7+NKv2vnXiOUJgsJ
nq88cLCOHAUZJE3S/S5LU+Etrkdg9NQdii5Rn8zQct/5nlSUokSV7CY1kwEsSROFNlVupWNNjyAg
S7UDPo9bp+r31+/vjyLkfFCzCtJTQFhDy4tz4vn9yWI2vY5g9b2ZGkAFs8gwOWEIq92EToN4kqAe
F1LOkB+ZL01jo0+O/VwhgS0PRuxMJrFGjfEfQaFdfT+Y0igep2VJQLXFNp8TGQl2D3hCM7ll4LHX
MRVY442RFVgneV/EJzoiLKv3xMd1D8QjqHHn1WaqtsUEk53vWnN/dzLXPpDo5/wynQI25fVHcDmR
QBWFrsMkSbnEW9eQJmydbmmpbG9PVXlSM2i3NKKCTDKtf6CuF91YAS6nZa63ONxxLGCSWJf1hjGX
w1A32d4o4liHaqSX7YOf5/Ph+n2tT+OMXKZFStRcjArQmldt69EIo95O98Tv+Q+pKyvIorJ9r6Sh
bqykb1yK7rS5KEboFGEWPR9ESFspz9kEx7WIOA/AFVG8t473gTqMdsNiclES5rawXSyFHGr+NMRX
y01oRJhSvSTZh1bc1+/K3olPEd1//3EcJvouDnMqB4sOvb2X9g6nuDypoRwJW+HPnJ306LMG5o9h
6s0YIe3O/OBnec8s3COF2zFSCOTuukZCIdD06M5yBvt1MPweA5/ewwCijtN/aUgcXbTlM50dRUO6
2wq7lc+qak0HkxeFT4KPnZupGJdj1eHD+dOURa1JA/D8QTdahd627oo9dP2p3A6j3/ufQpfMYS2X
nMA1bxjtGy/3z4n/fIpYxCLofekEohZZC56SItdFO47lPtUyn9BM8h4Pbdra74peEyes0faxSKpy
A1as/21pkVJb6SVy65ulffThuG1sqJ4PspyNHuLuQg73ixxltC76cmO0RG5eH/mXOxIMryBU2d65
bA3We6yY8A9nHrx8z7tzD2Nngozqyl3d2LSEXVm869y4uzGRXn4CPnCIJTxCX/5dn2DC2svIIE7l
Hh+GTDfgCu3n0s1RhNW0wq7f37LmnL8QDJWYjlCCeUzaazihhWcQbFBb7ee59gN2lIFf5XtM+za7
rcJ/rCKhyEA2xY0N5cU90gfmzohUsHX2Vmukg3KYteppbPZSec/UF1Kq+lZm7dVgNh+v3+LFQOdS
dHtt14FWzkS7+so1b8ImNpHuC0kt+00ErnWgmFT8oPdPdcaN5lt6t3VHE1kXWDn6TAa0Cp+D4fmX
ZTEle7Kt6v0SZv0pDgsCvtwMQ2DdNuOhsPWFthN3/DkLxomWY7kHnubdmN0u2gf8DJstNAkaCM04
wK9ER0U+1JAJYrmP00T7meqDt0Vz4QTKxuBFjYxYYqtKNRMHoZdveoEcSnllfeOTv3z6dPr4bpD+
eXQR1vIwRbNHzPbc70Wuq4de+vOOh+fd6Xk0Cn4FcOYbi/DFkGY4cyhYyA2siAzu88evD7hiQiKx
9yGxTcfcoLCJWSY9FNE0P9h+Qb5KD9uaFl1+gzlzOaihFtFIRepDDQD18fmVh9605Awpi7TXPtNx
yBn9qbI5XLMBSsMbt3kxM3GbCx+eb4c3TVn3/GJ8s5rCP9zuvdYkxjbl0NK2oto1ljHufByZdxPW
6BsXffMOEXKCukNgw07v/KJyMGmRk4219yjg7ISBG7+pfeOYE7h5Y2/z1qVYnXx6JZQX0emeX6rM
YD9Ght/uTRLiN30/fAe9N3y1Wjf68K8TBBVqF/oWmEk2b2smCjaUvKhHg01krLknNU7dE773H3Ea
ex0qPQof1693OUDRJi2LIDOuCaV0NSHhD9bwcHZIG7Qx/+mGWbykHXvOxiMckEjsqSDIXNJP3mnq
f5ydRa/cyBqGf5ElM2xtNxwO08ZKJjdmZv/6+9RZpd1WWyeaRSKNZqqrXPDBC4b98fbg1+cRIi/E
N5mgR+jWreKrKGmdDsQhIaqS2aeIY/8FPfr8XuKmeAcl8h+G49QrUGkF8GuNfSERwmZLybPj0i76
k760szvV9K6M0Eq/j2gLHG5P7/pUUA7gMwKCew1ZV7tGRHRDVJlMr4VnY/bmdC8XfeDXfV+5Cibd
D8Wk7UGpxAe7eEQRxiPxEeARgABQiy63ak70MQE75N3sZ0wq8wnb11GCNNvUlUc1ziCPo0Xa6mX2
aFbYk96e8/VJYXg2E91BoSK39lOrrNmxK73NQAep6YtU2WiCsMF8hybKzm2+tbyIlpDkmeToQOsu
Zxo2ljpSt8uO46QMj0VK/hVk+DfnUW7/Qi1pBEi5K6B81ZoHwAcYgPCLfiv98DVyCxCOtUiLkR3N
cCzfh0Iz+7TkdEEAQ6l3xqLhp4BoKQ0MFMWe4izp3Sp3jF82Nkfeglb5z9sLvj5DsG0oUAHqAswL
mmQtb5z0DY5IUSp5qpoRuieOMR9iKZgf69h6QVP+z+3hrurvr+NZolZECZ3cSGyAvxqGMhUbwqQ8
8JYU2Kfb1QhFoYQD8YNmJZkwzSS56xc3jkrSDtQwnd7tOkP+jjiWAYzC0mb8wdrGqAHUJv34PEKu
U08EXMBu8NfFJXznirsKPsRPxn2bGjzpKVrMq0c4WOgndRqtsCkozY8mphYf4W1Pbt2DfOanDX7o
WOUZBY17larPUxhTmb29bOtT+foTKOhxo1tQWNYCHtFsjEjljpRXRhMEfBlF7hjV6hEufen2caXe
WRVaNtQTk8cMY7Odo3KFuXkdH46RsO8CyrLetVYEa1a1OrqByNbEmP0WFLjov/1WsRJ7milOt5ht
JOV3/N6bD5G+xEdO+PCb5iXWzY7WnwyKXxhFDAidJQ6I3dvrsz7Lr78PBTdCVXxt0J5Z7arQULoE
CTmvqh37oKdBCiRYiUAhRf1JqtEiUNp8T3x9/faJQbGk0HlsyblJ8i8HzWKAxi1tLb8zZ+NrUCFi
D9dm8NXK6vxZNpe7HmULL5GGaCceXt+SryMLPQP0JIDXrmsltY37jFVn1KUUpXCtRIVnjS/xvYbK
2/n2ym4MBYqIq5g6GBfEOgKVIjUuZp2VbZLOsDxrTEFoTKhS+2PZ5Hv7bJ1uMDEGQ0tK1zXAM2vF
CqhgCAxkieSFqjXb2LHgOawL8WXkhOTkkKlZ+Kc0ABQfR51HkKDNcBAsLvbehq1Zi4wH+UNmD9D3
8tM6ypICobQlT7h7hp6jTLSUgyiwHlrbyE9vX2Iq2cBhoCM6YBcuBytbSwn6Pg/hyvdYxKYIPmCE
CJFD2C1IyZ6g/dbcxFXGWcYPk57L5XBDqSL+14yBV2P64AVSVn7L5YBjQnf+69tnJjgqUA1YSBT4
Lodqmq4PnaALPElvEALUrfyctDG9/on20j8MJRTjeVSJQ9cF26AdK55SLfDCCVsSt1+00GuTIf+f
lJh7DICtFSTohBRrQvYmhricFnKEHUZFcuDpyAb0foGneHOifgv+Orfzbtg5FVvD8WKC5AOlpbJP
LodLtZoPNkqBp4LQfIrMMYVdT3PVTS3EN24v49b7DLqbT0WRiKLv+qWJVTyj+jYOvEQfquaB97D7
Ehim9FGrlOLPEqR168qw3p6Fua18lChmgRRV7MpLx2X6r6cxg3JWFU50igkmQKOYiA73dNh//8Mv
JYDglKI3xj+rYwNuc44sFc0Ah5RncmkoY20uoVZ1SGpL/0BFoVeQxY+ql6qWo9nHxCs+SL0yoHrY
9s9GTAodwy7jhgYffQBkvpytQA72hIo33m6ONf+QwqPAtdZEDlttlovZwNUltKRD66TWI7G34zby
qB0o9Og+SQtEsnpoDYRcUFi8vVAbER65EaB9DjwrtS7BhXE+OnpCs7lo8/7Y9NJwxiipPwXT9Fwa
ubTzYGwOJ3y+TWo1zHgVVjf4Xi9E+BKWPOW9amDSBvuQEKnNxpOCcfztyV0x5nkxALkxEA1Iyn7r
RzhfZLUdZSDOSYdncYNryaF0zOgOoq/q1VqKmIkyG/2nZciqr6HlFHdRO5h3zbBYOxUTcQz/zpz4
JZTkqD7KmAiTsq0uu7pVBzTvWsnTBnW5F8QaSmF6u7O8G7sJzCT3NqEzB9VcBR3EPlhDBWqE2xtu
JOkShe8k8CzkvHnl5XQbjx0/2p27RTnSUH0rIkVMEi9M7j3eKiyxVrFwoUm9rc1CPqlSlWNOlxHu
moL1ahPpvlEbMol/tMe52bgAETEE7CfudgZeDdop+GPIfYNmqhJYh7gzUx8grHUIxv37byMCAX1L
cqbRSODxX61vwyXucBIjH4m0JfYsCnNfdCSq7htdjg6qk06P+hQvLvVQsOZjipJKF8bmzpndmDGE
cZphOLCgo+Ws9lLcYmWgTjg7xMuonLqSgNK0wuxXT6C2d+OLGa32rQ5KHWi2qNJTfbt8XmKwZlaf
EUzKalbiPTkj9mRK3amI0+w85G39LUs7RzysBRzIMqD301STN2VG8LOvFell6kJj3kl4Nm4RqK08
43Bdaa+sK4K4gFFuQcDdl5z4j9YijYY9tn0w8yE5lU47/cN6UwcEjkwxQL8KqBfs2rOxUuk0T4UN
bBDMFfdzjfNBVMd7OnRbc6MnQo/TAFqO3cPlghdt1dKl6hmsbGUy18l5dNDpvSsLBIi9Ruv2tFO2
0jf0f6Fs4gsMKWgdhwHIl3KjxAR21DDLHTrNOlmtKiN1EZxAU7zkTWIK9FJ2B2UJ9xEYBS9tMyh+
Gw/1faJpHTLcVXCoR/377ft7a6OTxwA0Q76dkHT1iCcwJGYsQmK/lEv7mCzm16ZWA79F+mrnE4sj
s97mFEaJ1oDUoegijsFfhQcJ9PtiIVrlI3fyYkZd/quDwUNBoewe0W8y3xtWB8rTkrJ3b54iNSZ4
ieC/+errs4yIuh4EQRH6Eiq4mM5gk162cennGkpv/zAU/T1wWzbx4jqT6KLe6buqDv1yKJaTAQv0
wYwMAkVcKw+3h9p47agPooFAzwue11oyfQ5o++ViVnaoBE9aFGpP+KhEb0+NaAzQtBRigrCBV9sD
1HmU1ahtoRE5hKBsmt6pD8kIz7WNZWVnsI1zybHk8wt1SFSqVs8MejozynFELpKyGI9OPvCi4QAI
8b9G4sAPJL3b2f1bIxIzCCYKrWTqcJd7Eue9XC00rnmkP4OTVSGYrOn2nwi10YdECOnd/mZbw5H0
ObyhfDBoSZfDNaG8DLVlhH5b15Lf1YqOFGbfIYIY2Z/T1t6T2Nk43JAsQDNQK4cVqKuX4y1K0gW4
noQ+3qS6nwZUYMwZaiwYpn9IaikWw66QCQRJ2VcrWdSApQdd4I/qavGx4G08K4+N9wGP09sPGXvk
lTPDlYWG6uWsLNy0pbHQMr/X1MUNg146y7iRHyMwQm+v81BeYjABVwGuuBqqjmPHwgYp8+exbl80
BInvYZaOj8mCOuztvbHxrWBn4bvgoGLG27SKOPIatRrU01NfjSo8LtMuqjx03IraTYdh2llC8btX
dzFmroIdBbaZv6xeQG3obTShU0xKDLn+onda/YAm3t4VJf4vV6MAKqWqjTbOlfwpOO1eVuMm9dug
zE9zYtOXry1IEIsN8rdUKdehD+Cl6ZR/jBrrrUhMQmX0UHjhCSi4TNYA0JrPWTnJmPqzGY2nRl7e
90Gcf6r7qbsrpyTY2StXNtWM51BVR5CA7Itm2OqBmxb8szWlTvw0bwguzA7lPLc3g9GfAid/6qgn
nqWusA69HtcvgPWKjy0Eosew0PVYCJ5qP3UD2sftfbXxqanmASCDqUpBb/36KYXqNFpeJv4SDzKu
AFLz2YjSfAdsu/G4i+64uNXgWl5pogQzQVQPNoJPPaPgkUoYNx9VkhKYOUtqnqbRMh/MkYjGnizU
CW/PcePsUEfjMiA1ohq8Di2SBTXzKEszP8vm5H+FJYWP4Vib97FdfL090tY8wX+AyaOQABVpdc2p
vTUUfOjUd4rGvCcvSe+IBeQDNXvtMNIYfAxwAjoRBOjn2yNvvB28v/RtBMgXLqRYg7/CJ8Q05Aqz
7synkR7/6QyjPYz4mEBmQprv3KMgsXMhbU2VijPlHWYANlz8+78G7CL0xJcxRtWjl4cj7rqDi6il
7uIeCHQ7qe33wbBUrqqH5ft/mCr4KBqg6A2CJLocmWQnbpKSRdZRMUOidx4/t/b8Y5an6WQXjnV3
e7it3UPZwCShYQ9dtTwJOhxTT7APwtW6+DY1RuhRbgaDF3Xqn9tDbX1EQQsk1BARzlp3uyqa2SkW
OfNV7BzvkG9UfhZdlr8bFIWyhZk5P26Pd334qbJRngEARkGfB+xyJaE8N+2QSnA8YixZgPCUzy02
VTuH/3oBL0dZhRlAZtOizJzcb9RM+TwUBbU1pYCqi0nm4faErheQK4ZwV/TIgfevKxGK1MxtlC2A
5qg9fkQe44e0lOYZc2HjISuGPb7y9QvGcAJZQfYGj2BdOtRHbPdSGd9RW3TkS5LUFmcTs3qWp6Xx
dHjagAhHkbtN8F54zhAW2jmGmzN2qA3Qjkfs4LU5+tcxrAKwRbJVFT78LhsZu0KvPiHS2t8HmiOd
Mtz1pDffpha4awE/4NEE47Y6fkOh02exGVGmm4Zdc6ycFjtyaEDp4Q68bWvnMBgsEBrfGFaIyf81
uVavGuo7KOdG/dDRZ6Zf8aSyhr2b4XO+o1i1dRgAG4lkBuAeidPlYECROzt0xsIf9SX6QD+owCB1
ivfCAPEEXEY9YkYijuP2om23Og0p2ryjWbaFH9etTm3KHNwMMWPa05DqE21yjvOsZodK7eaTHQV0
+7Ek/d/tY3J9d/MK0McDQEKhkujncqqylUZ2aau5P5QD1qcjmVQxJ9Id7NfEC/RpvmPTzz7Ou8NO
EXZruwodIIIrkg7gepcjQ1BdLGxBc79LbRy+k/lPZqhDjuJWYnogLPZ0eMVmXK82ZnB0nAQOCvzf
5XhJhsNRKDOebC2/RwzPe2RBx+JxijrL6wt6lJhERzuk663lZQdRsRMEI973y0HLkCw462LsiBG/
RiGZcCoFE+npuZE+9b2SntLYib8oUh++vf5rgXE1gJlDoRLl2Muhixh9OzWAyiZVfeRpUtE+zxEg
pG5GFTYrjNIzzWT+fns7bRT5eYzptNMNYUtRD70cVSrsyhwco/Qpzk6pVzhSpntxZmo/uCLC7hAC
ICnuJBjCndtYAZglqD8NJJhh0n5V7ahqx9u/aOPiAA4CIhOJYGAqa9RMQRDYJ7JS+ovRKG6dWsu9
7dAQhJ8U/Lk91ObkMcswCO+FjIC8+tpGFbaG3iZovafm6FdJDuUpgqhcuUSyPKhGPDyWY7R8RRiH
KIyEcXg/G2F/qvXE2bmbN7AwIJfoJTF3ug+QGy6/xIzoMWW0PPFzK0q9oFvy7wDfyudJCeKzDXOW
qNvO74zKzvwS+aMjXJ09V7ONi1RkOAgFU+QScdPlb8DFSlskid8AWmB0w2yA9tWW551l37hHAWox
0CtZBFDa5SjclrkUpKT5IcGf/FRHxvik27MDUb5JWWfi5AhbOwLR5lEy4+hLkCXNeKqoHUQ7b/BG
GECrGbVRsfDCgfLyp0yJhL57Gab+orTVfT+q9jmFQ31flDPFKi3Q7stuQLZE0/vP6LzPO9fN9WZH
2VwILpg2IQDlnMvh51iHoDvAXVvmvEXYM6T4r0mRO/RS499e9evrlKFIPTnqPMj0JC6HwqG7QrlL
5rE30RAaTaX6MlTpjDjAlN/h82p81ScTiYPbo27sauo5KqVtikfClGn1ZnZlo0wWTRevUDr13PY6
lQm9LZ6wrxmRti+52hZT/QhE/TyPdvmgTG2+8xuuvjELa4q2Gi8nYJA17hKnyTbrNNh/sxIDK0vj
LsKmKy6xBJEHyXIVezE+4DsadxTqm6k4UH7d07S6Wn1+A21qWpekISS0qw89SgIjCLbHW7BUuEdv
rTxZeo0oVCJZ78c+c1xn3mVtXL3Yr4PSl9WBylMyWeV5rYLh01BViGpLZeUaZtSfgwoF8HbOv0ph
MJx2vrWYxMWLLcaDSQCaAls02kuXW2xCY1wzkcz1pCx3vpSZWd03TtTeI6o++5rRL2dULsd7Agbr
XdMnwXsIF8a575z+EXt37UcddrOx8/GvHnRRTwRYR4texC1rUCTXSVpqMgZIGXDmY4GKCRT6ovP0
JsOg3UFDN7VA3qoDfI/by3F1tsXISMm+1mcI1lc734Be4PQgBDC9cMJD3dSNjyxq4sHW2cMwbk5S
FGgJzIjt1xWEnA4x4kLB4Fl4WzzHoAJcPMmUc5MnqFI7jnRshHaATLd3JybeHFk42YriMDHLapKO
uRSSUzFJ2xgQ3GmmWnkqQI39EpqRp1Kxm/eg5RuEm3NZ24n6txZYfNtXPjaTXj0jalt1jVkyNvEL
dhZlrGn/9RCPrUOpO+lep2/jBIsHQiYyA4dAOfByc4dFjrfV1AyenVf5aRkigJgxDJ6P49iOp1LL
6/fW3IPGv72LNoclNiHzoE1PueJyWDyINKeZUlRGEcY8BdpontVigjWSLPEBN7HIk/K42dm6G19V
5f0XvWvo9ciOXw5a9T2kDrMbvDZtEnhdTe9DV0XzyAgan6Ao+K1ZY3jXLcnw1uiP1F8UNATihCR1
fU/SIlcGQ0EtSi3k4m7GbOfFxgL7f0qlqDtbd+N2pJYrnOiAe1C2EdvrrwwVQX2tI9odPEJApCwH
RHz8tqnaxwyCzhNiSM3nt39KWPwUfolvBbD1ckBVDe2gbOsB2H2kH8Jkzu4yzclxFClQJW4C3cPI
qHhrHs6CvqIdKIFxQ6zvZO5jW8laPmVSRtMxGNTmfqza8EFStegfvh2dWAVzDwOLiXWTT2Y5TQ7i
4DV1n5/ipJGf7LHJvdjug++3l/J1rVZPDcUvcnEqtbRK1xLV6KGkPN3h4EmJ0r/0UpqAmuVNwaNr
VND+izVqDcdZV3rTrXFV/O6EQ/oh051ghGud9M/KWKcw3QINanIdTNk7TVIlwytGObLuu6y1HASN
Av2bQ0j+lBRZ+KMmY5xQS6DL4M6Ugd8MJqMeSxDKiUP5m4dqdZ0h5FrJ0eBwlfaJ/thrXXtqnSGF
bem0D8DC97r2Vyxbul/km1S/QHZz0tdYS1OZw0WrCTkb0BS224aQVP9H0Swz3CQLxvB+6UbE6lhJ
IdmX5/n7pJ4zxFM6dUJJyQrid5hrI9BtqEWuUuTUuvnrlE1TcA4MTCjcpV+Gj9mgjDtR88bJBUdC
koKgm2jMrFaKNmyGsaA0eSRsFiQhJw5/N71Rdy8WShChay5xbO0kCuKeXW04sa+p0ZMrErOL3/TX
baH0NuKjrYKEYzVX70PH+dWppbqzrbcGESYgfBhQd9RaLgfJ2yVWulYlZIiy3o0KpGGaqkgPtw/P
xpNC1RN826sHj7EGmi1VZcdyJxGLKsNy5pMOd/qCUvAoh/N5ySGzpxF+hrcH3XisNRo4lAMFLYh0
4HJqiY7Ceb4QhyFGWPwZ5iVajoGEiV2aYIu9E/RtzRAQHRQg9gnR7yqvl4el1VBUGL2qirMa7J5e
ve+USPraaIA1ExnStN2E5k5zY+PVpJ4Mpp2GMiK9a7RX0o6IxUIn8aZS7jovLMz4fTKr/WHox1wF
S2ukj7Kexk8ZIsE733RreYVkHwwNwhP6jZfLC1ovVnBoHz3RFTz0zSyHJ3oe7QIvvJLGnUdla5+y
QZkqn/OanlHIzgRmKZo8qyjM73xzVUXZydyrOG5NCqkQ+IDQZTl2q+OwOE7dGPTjvWooZ1hdVfsw
TJV2n8WhtWdouTUW/Ge6UmDU6AmIj/vX+Z54neW5B+aM4ELuw30m3GkVuXlMEHP/h7OAiwsXmIh1
kI+5HKuAiw2uEeHCRpHiE8LZpKZ0eu9nWUl2TsLGlyId49Kmeyuwl6tj14/LCPOWk6DJi3NqKz14
SIum2tkPGxcyBUTYsbAqBexO/Iq/Fk/Tiw797ZHdV0d0MsZKsegeGl2O+EJU1vcz3i47wf917Q5n
FvDARKhoZFILXy0ipZOaJwkxdnmuYoTvIkn+H5Qp/Skew/lPlwTgK5SkrUBZOCih+2kc5ie5lloV
NlzZ7Wk1bewfkf1CNBE3K4Hl5RJEeQjQqki4uimjuMk0o7+O/utpRIhoZ+obQwlKNxNHM5NC4eqb
JuOkJtQ58GRUS/NktJ35uUe/Dqpcmu0MtXGlGUJxnM4mhx3IxeWsTMpufYM7lgeEXz86ff67U4zx
WbLU6cVYUvls42/qxcgHvXvzc0GHWjjsIr4izEYuB447ljHQmKNhzNEzRkSoei7xWGXI2WrzW7uc
gqfOOoo6Cef/lbjx1/btrTjW+hnZu8Jq089pgumhjN3XIzDd5O72vDZOCseRCaGkAYDl1fX0r6H0
GvFDeVCR1Uul8XluFfX4ih5t2eG+1ox7uLSNl5DxUJrgYuMGXfsjp47aOpVi9LwLuESEVMhcaag/
m0qkna3Mme4K9M6Pt+coTt4qVOJa49sRLsFcXwNPTQnNH7TRe2829DR3Q3qEratjWPQcLjBf3FIb
8q8Z/63phlVdflLttKwOt3/Dxhmh2gZ0hJMCqXMtotU7gQJ1j3UOjTT/L9Kl9MMsO/OTaXfxXuC+
tcYCjAdlUJBZ14mk2aB6HOoReZ09q3e9NhkHKFJYQ1moaEF2IicBvbJzsW8t8t+Drh78TkmUJTRJ
gCqzwPN6sea7bAlhGUep5QZOEj/gI/k7J/n1CqACb3/BaITSb6VzjV/XVSqboj0UidH7NNT9ckQ2
RZvQQ8bYsd3ZTVtfEtYHXQmyZp6W1cOMnLzwH2F1p2iYz0pB3pXBQsGR1VR2hrrygyEjAilN8iWA
OPQ/VrdOqYZF0014qeHz0x6WpkoeFklNHhqsD36UltYOrpPU9Ye6Vz0j6c99lZu1m+tNDIchM04i
eCeCXszfLQr4CTl3b/xEPGGvoi0+7vqEQcUTjCPB51xLQ9jToprAuAfk5wvptzVFEOyLVK4/tBX0
77qLlY9vPk6wJbiy+BAszTqMADNedCnStR7MtBi95ax9yqkpH60mXL7+w1BwmwQ0iZaMs9rY2ki9
rxlkzHaTRvqgFViwDumcc2/Vg7aTSG48bzwuIPdZRSHwtYohaBfUeWHMvVfbhSDc0XBsOeef+iKR
jqiKVucKMKXbTF28cz9txGWMTFRGRgl8cg3fUeeWgreBvGqmmdI5SAsT8apI2bkkrrsvgCKoKQi4
hyNYv+Lq+uu5wZpwlBadDS3lan5vNuk7y8KDbbRD6aCHUvBhRIjPnWT4TmGlF65kFc7Oi7dxfulr
4TLlsNKignr5E5xZ01sWgtdA5tTqoa3jnkGKC27wraJwHF+KhpRO8IiBwL12QmhDGZpUYrNLndk+
R22W+hps4yO3ypvBCWIo2vSwiAg/YSBezsqWwyxaaAp6TmUFh3igXNRFangKo673OvJnNwvLPSrN
NYP0dVSA0TIyHiSYq8hviUw5jwoN5/A+VI9LbqWHMMb72S4V9Uzz2JqPWMTUx9ROhA99mZWAcYPh
McAg6KipyXgapHEofAvF8kMGjsMvQBcEO7tOzH11O4nAXHSc+IODdbk2dWOHSZgpnCqcxF/6GMHs
Pi2de3iByccqsx10iU35fPva2HgPhSAgb7rF1wARcDmojk4CUCq2WdNPwx18k+Z7mizzk7wsyWno
89Rw1aAPHpMGGQEp6rFMvf0DtmbNKROoddS8rrCGU4Lomx0R9WjSZJ+y1p4ecClCnF6Pe7+WIs1b
VGlPSmrrGhH7AKUCalLsxctZx53aqiXleXx/SvsJyXO07/HBO92e2tYRpudOGVncJNQnL0eZdLUa
g4DLSq/rFufZovivztv/BUnd7SSSVxou4ggLewU6Hq9/XWWSPVL1KJ2NvVe1Abqk2ii9VEX3zTS7
4lmVkN1tZ1310eicvQCg5f0gl60vNbWOykweff+HeQuMoCiU0X9ZhR7lMEZDqornwQi6o9ZJv4ZM
Hz7RACl3ehEbm4cnCLklEAi00dbmzEWbqsTmQeelTomYb1v0kvAvaHU3Tp3lRXgavu+Ccg9MtvFh
BYqeWrNGHYeRLz/skjj9UC51702U534oQW27k9GZL1M+7bLft6aIrwqIVerNQrPzcixksuDW6nzZ
pZf1Y1VF02fETChMqKPZC5Kr5Vt10Qbu2LVdgR9CYB/T2MIPcnKKk6OXM7rVRZLgAKb3zp0T04Hy
Qwk5utGop3/Y8sDrCAYFtp7MXczmr4ezypSmiken8+KIImzmRLGfJUHyaA7NHjdq6yMg7SyqXK9N
+tUZnqS57KW6YmFqSHPxVAW/kBmNH0yrtHa22cZ1IXJcERGwqRHqvpxVE8dSHjIcXRNWzEEb+qAE
nfrp9rFZR1UAu2kailGYE2CT1Siagjw2Fc/s6ORy+a6YAwk+zyy7ip4Xh9xuo4PVapLvlI19uD3y
eimFgzePMkV6qkv0h7TL+UVSUdhz12IVXqXpl6ElpTfUsr+LY7veeeSu6k/IwyBuBf+KA0QatNbm
NjoFMUalsI5JZzlng/rBM54Zyzs9bqVzNhha4xL+28cxgeKJsAr27qmSfckKec+2a50NiF8i1pyS
M5k+udLlrK1UsarcGCxccvEgg9z8CXef+P3chpDHc93YwYFefV6edMFkIuN1gNuuo6wsKbQx1Mzp
iBFy/QFayuM8KPq3dEzzc42Xyzu97JtfvaW+Vf4AARdhCklhXxSFgRZfzpPF7vUkWeRj3ZcGtn8I
wOpxQ9MnDX+mhbrnDnq9rJia02Ki9gwkHWmxy+HimWy+TCrl2LXV6JZOpp6CJtc+9SPmFkNfSf/d
3rxXwTrzQxuO2FWADPCeW2U+sVPIsykhLiAjPP1Od8bkpQ/N+FRG6IC6tGlqEnsTjniS5t/miFp1
K0PRcG//jNeO8N/hm/gZoNFRJQKNCLdo9TPCSjLy1m7kY9sjMfG5LZ3OfJarRPmGHTbWe85oRKOP
0mynu3VV2McWHkf1iAEKRdU+05YvKoUPGM2BpixkbfJo8FbHNUazMzA8Hrfa7KhdqlHuIceWxW4R
YlFP7SBpip0L73qvIoxPl5BSOyV9oMuX3zCb+E0GfZljia/uTLpsWZ9nrO1eUskMzpqUJYe4lGs/
M6c9N6yruxYSEdmIiS4J1yDZwuXQHU5JvTLjfJOOmuqFpW3eQ7QpdzLYq1eVUcCtUgEX7mtXH2sK
JVVvInkBXqcu/yVW/KOYzOy5ix3pCZF9TGqiZo+pcR2kvQ5KPRHKNUjRNUR3tHWslwd98UL0S+uD
FA7a9zKwa3/SQ/WT0kTxIasqWfMww4s/lh0erYszF896UTanBt77+faW3VwEAX2CPULTby2hRsE9
jWgCyx7bkXvW6jB8jlivGX8ouzwH+aCdoL7v1VZfsdF/nxQUygDCExxQmRIt29VJMfKgKQuAup4U
T7IbaLkjlJ6cT4Vehr8TcAKHpLJLvx3k6RSbc4HxSR3eZSq6uiYK+89Y3dVHJ8AxVbeK/KwEA450
eZd9m8JiAn1rRzvv4zWRkV8M7UPAeqDYXGVJSUnZIWnxKWz0zno0NUyAQtqvmddIIebaZmPhO505
siu10Xhs9NT0DXAxB8SApE8UzKgzdcmewPp12Y1fhYQPMm+UjEXyfnlUFAk9wiIEXGF03fhDzdqh
d8d5cL6MS2nfl3EgyX6LHXDoR1KPhLoeq43kCuGSO6ooElYSCBSX7iJL8ouUFemXyoy1d0iix4OL
smHxVuVt8d052qRb9EBF/e3y9w5UrouOohT9grh9N2J9cw88oPB709wT7bx6FF7HgnUpcML0YNaw
szEzEWLLsMSK8qX7pFKg+SRJmM6Bze5/1aGsu1jSJWzvKj7MktUel96sdmIdMZ/1PhfKiELjiBBj
bRhuhi0XFw0ZJNuW35ISY3TSyPTVGzxPvxsUHve2qbiWVwOKqAo6hHiDQJJeLnCD+Fxn2Nyd2tJj
a/SKckNO+azVUxrzUCAqbJapdceRU085RqNuOk1z7VZaML6/fbdszJ30D8IN7S86NusoYHDynNNc
L16O4YRQ6lv8MNGLe1luZxLPZa+M8BqDr+dO8ksooEDJIC24nLsEmitgvMWjhVnfqaMsT89GObX4
HNkp4qV2G+CumEktGnawYODehABKfvZoAzUuLONUO6Ra0igecff8a0ikkAe2jwZkvMD2nyauG+nU
N3rzQ6lG/X2YTTmbJqy6O8PsjHHnat5aPhpqbF5ostzNqyAqnFuEyspppnpfSG47munzbFstWBNV
oQcW7BEWN54CHJZEI0Y8+PQOL1ev7qvAXORy9mor/dmjHnfMlc7AAKrOfTXPuCSyerm7vUXWWQf7
QgjHm6AWib6BEq7GXEL88CSUQcNetx+GBfpEZKfh2SnVvbbW1fTEUEIMX9CE0LldTy9cxiWQbIZS
W+lRtafxFBfFfOC1M1F0Lc3DUrbdW9ujr4MyGALiinBGv5xfYMekyqlT+Bh41T+x5InAScrFox0O
b+afMJRDx5DgExENPuPlUE3C9p/kpvSt0iy/JUIm0owxA9yJcV95LBeHTIwDzPS1U08PbPXiVNOA
pBg/38+DYLlHBBq9aYeF9dMlDj5p1OO9ArvtH+aQDy8RQLk7rSXeLsxc6w9BZxn/dfWgH1OgfG+9
a8EOIRlMG1qwQpx14QGc9qgGZVoiGaU5H0n6pgMW36iOwS8+DWWh7FTcNjYvtTbYJzBhheTfaiUG
iMNmXMI6q0v0G3Cgw3/Pwbk3XJy9j3t1FzA1Nu3r9ER9fnWrA/ufMYvjnAR9hwlv0tVgDtHC6Mo2
O1UzPOk3n0smxaVNPgOyZ/1sqYGcZgZ+zT4qvtLHKI8ybLqr+qG37D0hY3GNrfYT4Gw+GPYwaBWs
C/M2xkSyviylT890RgsqqfNDghTnLw6L9thGU/Ws9iBWj7VkJAc57Tr/9lzFwV//AKbJlSfKawiC
Xh6cspMDKyjyCi2zenrCz0p6KZq8PqdVMD4vM1zYESh5hA3KtCcPeh2+8V0puwj0j1DHWNf7yWXL
TjED2LdJV5YHU++T4URNTW08Iu/gXMvkXvdUIjC0ieDQWqdAz8f8vEAq1P+kCB4fLUWykqd6yfTP
9QwwxG0XKfoRQuqnAofV+Pn2am1coxe/eJUWhnkhhQ25va9LTvvRgrNyN0ZFcrQyHaPEfLE/Dvou
LGJrUJrmQuUaLNZVtmBayZSQC5f+4ATxn7lpgtRV0uyznbfjCz5m/THEqWkvlLpKQ/k4bEuaBFyq
qJGJX/VXIbOfcyTQpbz0oxpc9PfYyQLNk9suSB6Mokw5jAkmdn7VDPpdFrXpj3Yx6HYGujRN78ZG
AvuTdvWYeNpc4K9rD3Xy8fbH2Nq6rAehjsimaGpf/sIyS3Dzi4hvhjG3jrpdTgd7kOs72EvYIPVY
Asu1nh/tKquOt0feupDoTRIpAPrh4V7dfUoSy3o2Z5UfWhoCZRBPTZ8PYXyxcQB4mZX65+3xNmbK
NQAmVfRq+ByrC7BeiIUiTGD9Nq1Vv7X1xJ+HEr32rJcP+RT9LmUt+VZzh+7sgo2J0mlGyVM0LcFr
rGJKxyzixKAY6+ehY3qK3uV3fZb2vipJ+ilU9Gnnfd3YdEiUCkIShX4i+dUzPkJto1kRsrAEfOqx
t40iugOoo+08Xtf5LB1YwnMScMCHMJBWA1WpYQf2iBtNoAmHz2VOTJp9Qfs4Nu14TKZJOtVSBZs2
wkjGHVHkejKnXo8oOeWmS6UC1LOiJjs5w8ZJxwhKpIj8wZZefedkdsJu7KEw63CJn3u1SxFqt/Vz
0QTtB8cYtUdEUD7f3ltbS040QIdF2Evw3F2eov9zdl47ciPZun4iAvTmlkxTVSq5klruhmi1uum9
CZJPv7/QuTgik0iiBrv3YIDGVGQEwyzzG7FkOZSZhCxBIFCQR7n91lHi5qCedrORQPKSicJQlxcK
GfB6lLQ2NVGYCFwPUZq+07RT6vhKKq1Y9VEbDi6GncGAbxOn4QPJJ/5dgf/j6kpSyoIKlFY+a5kE
2OGmJ3pgLkKSg/o0YMt2ur+Ee+NxA8EoAW0MXGGzmZyaZqo6Om5QqbhyEOB5V/xg7LeqiyR/k4hD
p0d5v6webWARqGOQ4jtgKwGxrldzoUEBkFJnQF2hU6zksfPPstRTdO4sRUlOmmir+GQtdUdVPwKQ
HOM+rQca/sremXo09aVKb42zkiArZufcZRcrGeLy4hRZ/N+ElaUX6CJqzo2RYwJRJ3X2LJKkHq9V
VXWer0S0zC/3F/Fm70uoBzVBtiKFc7qm6zkZUdSVZV24EAIVSePqsVcPlmYpz+Vc61et1JKLYQnr
en/YmzCWYQl+qFBIBN6NLEZuDAhxDnhXabPR4fw42fE160sDGyldHEFabs6aHAwsNUBfpH5QGl3P
sZjV0UwtBjOL0Yof3NRBWborp+hIOW5vIPjaEpdO0Y6Lez1QrZC8N0rhBWOJv6fZ2+KlQlf6y/21
29v3dHJocst7lGVcj4KkiaHmiEywsZz+RRMuG3IA1rvA4XnsG8MN7o+3861AsACboXrMXbXNl1sU
YUQ3AFQryox6I5DB6rmPR1vzEY5rf94fbGc/cn+wdr/35A1/Usw6SlMZj6wVat1bzZj/WwyR+mad
DY9emRfPOVv24f6YOwsKCoSbxIMQSyK3uYvnzHFIbiwvqNxRf7dMjY0NJOIacO6Snwvo34Mzd1uQ
p99JR5cuPu0OqvKbB2eysnpBmhsZgQpCgQiLIgiJLAJ4eAR4WaWeo1yJz31LQ2BqnebsEotcbdGO
D5PrvV6El19DMCd/Dhf31v0rJWGvBj0OpV3VcC3GCtVfWdgtYucbsXxyMPubqIrJyxgOWX2SDwpN
6+3rqEOTLzG3qFKGlv5EnO28yzwxPqcYNfxczEVFlN1wHxNLG47ESvZ2F8LocDgkeJwS6Xpsc7C9
fgQzGaShogVWUueY+4TojRVt92koUvEiEjGZB+HV7xbc5uHgnpPwf4nuo0q4Hrajg1C4eh4GZYs+
9JukV7LhO5bpJaepUqauClLLmPUzwrn5R7dzoX8i0Nf/oyxdkwSdqTjoTKRJWVxdp0eJWZ9C9yUM
ddEGCdlPeU1i2tu+10d9E9SegggPaxuDyginWP8Jlzv+nI59SXl9sCfUcUbbS76ZmYWTvV2h242R
lVe+yZSpzf10KdX00utul3wsHWN8KBO1En7bFcVfdmg1VCoNN8wPGmO7Z4IQm6iSjYEA3ObTzGqY
AMKdvEBt8UnwvdLu/rNRq3xqsDA9dfpS/Jg8mP8o/tSP2pJ2flp74lOu0JoBvDfXRwzCnVuBTj0I
WsILOA1bgUEYhHM6dDAnk7Acvi6NsOWTmI5v0iq3gmyqoyMNrpuqBDwU0D2YrJBdoVe1udibEnS9
8FI96KcOcvFiT8hPNNp1LuoOAxSlp8qc1k2Z+wQhLfU9WLMHd/3OpEk5iIKJziU/Rv77P2K4rJfe
w1GjI9+jaQ81CioM2eWqd25NY3g3FNDKD5KC2+cFxyBw6Rw7upNAI9ZDVuXc0lyujaBKq+VZAPH1
NbCgJw8BioPK7+3sYOxSamYQWEg3Mqh6rA9kNjQ681SQV+FFcXGG9GfqpslZ11LzIEDdmxkPNHwc
bhti1M01jzauaiT8fzCDBzy70xijiZNXX2aNgvf9J2xvKBmbsl+pWQC5Xi/iDE88qmpbRwHA8TJ/
qpLh5zCUtnOhTWUeoa1uNypJIhLUNAB5Luhob0Zz5oS8Aoika2VU0Ks0/2kP3ohCZKqp1yWJvQ7V
MaWNKJjU1U89F8rRo3UbaqHdiEwNwTg9p5v8yWtNZ4hMgc1p3apvlnwxPrFphuv9Zd3bMEAJ6ZxT
BgA/vDkOwoIqVeeYrePz1A2+PYcoqsJJPaPstPy1eFy69we8gSnxCCOrCBvnN08ANMJ6adW2Kccy
KXBNrz23umgTfNR+6NwnK+6A6lBOVILczoqgKcbma0ijg7SjDL9HeaN/uP9b9vYUsgfwyejVkc5t
tm8392MzidwIejt2L21VxA8YTqhXAw2Kg3XeGQplEFkQQPRA4qXXs55mw1CcwcaDKdXy92bqfiIT
D5+7aPp8f06/SfLrp5g8R9Y+yRsl9XFzxyKYm45p2pqBM7XlC6W2+jOuTFVNRDAnCdxDTf8AOMGc
z1kTdZM/JS3c1ahDsN+P7U4J/dgph3M0NJWNRA8uI5AoQ7d7/XnmDUR8Qvr86jwJ6wVxdUXt8hEX
XxqrjeGnQBQuUxoVuGHZenVwT+1tOrYb6QJ4DJv3dzNaajXZ0HeDERRqwXbwq1qTvoOuhjqjm80m
XtFp1H6fco8egKvW4t/CpSG5mPzvAtUUVXR0DOQH334mNoK0CkC6ke+0nj/9q1bFikENCkRu4UcL
4xcQ+uLSwBv9p8/mqfNdszD9ATRE4ms9dJB56buDhbkNF1H1l1e3DJB5leW2/eM1jMvFWzw1UoNK
jPPoT6SRSMXWaeNHnpLEhB1j/p2u7JGG894ulZEQqL3fPi9boG8SmpkSOoUahJhxPKlmn77JU7X9
y+qj+YkqaPsRO9IKR46FEDBXIv3HqKrVQz4l47WEzfcJpE/1Q1Rq/mRVVvrv/UO0c/dK7Cv0FIqw
rMsmVHNNkcdFlamBXS/t2cjLOfJVJNMPyKy3WAr0BOlR2OS68D05eevln5FfaeaoVoO60W0kXwRI
ibbHzdqPprq5FkAcPtdkbnD10SN7j/h0elnALR+EpjuPAA0pXJxQpaJGuBV6FLY5Ij/WqgRjRfwZ
UdTmq6knyReVg/tmAq96sPn3dh3vjU1HFb108LHraWuzgs+fO5CftJX7vnSd6DyIvHjSPVE/9kYL
bos+5+P9b7q75fCV4NBJWQJ7G4bhHarXCxlTYPPk/S37YE+1yOfPWNCW19Jd8iRQYBX8Z9tz+62g
L2BiZuwBViA/V9+Z0WTPfh9BnVsyt/8oigpnpPs/ce87gGDDG5vePRgFuS3/OI3VQruJt0ML0DSP
LsNcex86AtTct0WPmJO5tAf7fG9ANp+UvwA0xpOxHhAo/4CecqEFo47kYOA0c/Ixs5zMOE2FnTSI
kI3aUWdy72yBQCQHQOEFqpvcHH9MUukctTabWYMmby6flD7+YpiZ+H5/JXeeW0Lg/z/I5hHMytit
J/pewdxiHX9CFm3Rzp6HZpbvqP30vyzjb5YIqE42hrGeUri0vPrlqCFiGBvIJ1n6IM7s/zkwRUN7
rYuL8/353ZYYZB0HoQtg+hCMtpZJUOg0pawTouFELx7rYc6eELuzLkNTa49GXf6i5FE/leC7H+4P
vLew+FRj206BA0yE/Pd/fD0Pla/M6VwtABGsPoFGt3yYTeM7t+26g1tid46cA5ksci9tpdlTQBKK
zc0fdF40td+1QgvF85RW2jON5dI4VXU3R5fIGDGM0rUpOmKN7U5VSrYAMQPmva1CplWSi9glWdWb
uoJ8Oc0njB3KD42qHbl/38I/pLCsxCEAZuEx2Jpk1PTKqrhBs2ix7Wl6Y49oKryP81xEgekIFrkJ
TcDMpZq1ytsMQrD62HYlSWw+6woIf0P5GZqIk12dPh6+xGqLm9b9D793VUjCpLTpomW3LSECYkLG
AqeuQI/y/lJriPUbS9w9J27+C0Gn5QDis/dESEt7F2qOjI82R6ofgJxYEyWsKB+U81wYX8aSzn2I
ednVFY1zCs24P9jbe1EiNULaHnwI8swtrQxh98QYNa4mCOpD+dXNpvjJbL1mOgNMrcF9pvhNzOOi
DPgwl4rxJLpMwFGNgSn6JOZxdXDM9/YFiSggSzJ6st+tjolUpKjYfWoQK7DZr2pkaf0FeHOTfQPQ
7HiXtnG6/NzXGEZf4yhxe5+oPmV5IIZ9w1ZIh5Ktg4/21amMFmDvWnS0eXcudO4BXhE8o9H936p/
9LqCjZzWqZTxGo2STahj/eHOl/v7b+c08tfxtkCmzgFSstkQtFWHMRwtnZq1rT9O1WJ9KYbho5o2
yvW1I3GxsgNk9x/d0O0r7HkhXrZRbSPLJFCNi9zG7ymU/502Y/np/lC3u5yh6EnxGeWI27cwBsBg
dEZno6XIg+8mCpxvrhy/VKAfzIomLpM1TwcruTsoyEDZ5wNAtxUraxbTmZ1ssAOepZ4Chk0hnhqA
e/GyLntOCnN69Br1yN7g9v4gcKGOAZKMtgBX3PrhQCEpMfTGsalJe1CDe4L7fFKtK849xdWpyiNs
105sjbAhnX4JEETdZKtpFJWQNjHNtYN2npe/4qKmyQ7YK/80Nkt3BkEcvtV6NTqnrW68DSdn/txV
89FzecNdkdhB6uFQIujKSUTJetoxLHjhxJDpR73WkIYTCfI7QZROkJ7r2YqRBNJ74ykanOlHX8X6
+3xpCVusEB6Rr6d2859a2e4Pq0zr/q1ViOarpiJZfImtaa78blSmX03jNt7Fy033KTGt1niCYqL8
dX+jyoh8na0yDSqmLCeg2ZtOtBbPZm/UFZ7gWiPUq11oCfoHpl5Rk4+HsgbpPU2XgSssO2eDkVQB
BHDNPAjhb28aygWU/yhtSOXo3xH+H8FHq9udGhoR4rhpm70HuJZ87IbhyIzm9qaR+TACxRI8R3lC
/vs/Rlns2a4VpP4DFeXG6qUZ61w5mZMx/awX0uiDR2d3NKpgZF22VBeSK//HaHXUoFhie2bgof/Y
PtE5EunbRdcogDl2Nx0J0e0NRxFKCqUhsm9tL+tFhbuKpbMVLH3i/rDdtDwPYZx8q/TmyDl752vB
VYXdIT1kuUc3Ja/engdVmzuHJLqN/9GmWvtSR8lBnLBzrTAIK4dRCwmMsblWAB+7oCoZZFFrxbgM
bZVdKOrFEHymdrEfC3fSftw/C3s3y2rMzZn2dIAg7lg6gRfBoQLVEJ8Nu5guvaFHL1Q2o0/LrLlp
oIZiuqZTrL4Zu0l8vf8rdj7k6kds9g26t4s5zpzIGbOWc2Y2iV+MdftV86Lo+vqhpKMP0CaCVIAo
6y0KdrArqCm6gXRY04ORRX9SloYLSpmWo9qA/GObmwZJHeB3RDwyR9wsbk3TsPbyGtyEMubGFa8t
44NpdYtx9bSiwQwr0a06sPtsEQ+6LSDUAqsNi1e3bKjMIYRCTE4jhXbqZsphZLb0pdm7WWf/guhZ
/E3SPo1+Cjv8KCPe28McENJv9GOpi2wGG2nbl1ApGCw3k+u4GCVisES9caYiwe/OwwFfdm/rSF4y
QAdqIeg0rCdnRkmSjlrqAE1xFO1kKMIVvobHO16s7lj9fX/3/C5ibb8oChgYtoGkRTtxM70isgDn
DxxR0nX+0xRi6AMkgQYwWnmuf0qWZDZ97qsUJk2WlNexNSi9YJ17yvsx/qiE4vXeqYDh2GUaVX+0
5LaGpotlKVG8WE6gqObwVxEhEVzTTIeWbR2R6fduQYQqWGp2M/6Hm7jV9RY9yamBBkkq2h8pVfWn
ulzKV0t+UXWQLHP6GGxE8KPrbxo68wLMCWRMbFmF7ueLo/6KcF2knKgYht8qhfojLZrwIEffOa0A
8IAtkKLJmtqmgGRWxlwQBriBqE23vCxd3Fxi4krzgtLnEvnzbBfLWVfr6HPfTnnt56J3tIMfsRdk
cV3gZiC52JKIvZ58s0wV7o+NF9Rh6oRP84ip66l1gA379bAoLzGG6Ukw4aqtSvVRfpcSWotAOLxP
PqtiWf6d87z6DsaWBRwwokgCc3CcyM8cwFuBq3YQzBxs6R6VJhbAVowaRb60BeL5+qOJmLiN8gbX
360egoLuXzc2ALmmyfBOtP9F5Ofq8stOG+2g+Hx7C1jy/QeZLxExxFPrResE+mhjiPMEnYH+2Ul0
cerovPOUxGVw/wq4veAYChM1aXDmQFDcbE6td7J6jrBjtsahuWb2NPuWa5TXbG7zjyA1jkAwt2eO
KqoMtqmWAgvdAnAUcioP5K2CeRAusVHepT4S1kcgp9sFhI5PV4lwGKEUTDTWC9gsCRZtPSQRxdBL
SsUZLz4lqndG3Xuv3hYMRRUAHr5MobYANW8a3QY3JBqjFYiWth4GQCxhHnSuUV3uf6vdWcmBWD6w
Glt4fjgajTN7eM3YoR1e8qJqAneJ1LNet0cB4s22QHtFFjG5tChwAM3aLOAsQIgOECp6VZ9JekXh
Ped9bX6vp959lypZ+98r5yYHBFMo0S4Ss7C9rWarFXNlIGrD/fhgmv1nTVHo+Sbd0ZW0OzWEe9nu
0ByAZK6nZsZ53TSCkbhn0GzDUzpIonDym1ydHoe0jA+yiNvSlZwaQGEpP0uZaIusmWOI7k7DWiJ8
HuJDpsZfJyK5J8Mc6WC0ON6c6XCo39TBMp6zIVTeKYhiPYxZM6gH1/HNDuKnYGsj62c8eLBD13Pv
GtGOYBt540XbvM/Dwjg1MLpi3x7SI1z/7ljEZ/QReM4pTK/HGnkSUZpknesiQr2hhan41FUEEL6h
ZNPL/e0j/9gqkGFinHUJlZAi9Vt2xqS0ubLYDFaZxvI9yYbsWzP03scKK+X+JGxQ4b7ead73+8Pe
3GZyWCQ/aGjIetT205pOx1+2zD4ophA8dZ+FF2Wo1Mv9UW5ecjkKtU/iXlOKdm/OhpEMjp1Awg9S
rxenUKToB7ij5ddzYQX4vmfPYZ8nz6KCpRFa4xGPdH943m5ecAoD26RbiSYlDCtkOPrCcK7lZNV4
Uc/G2Vj6/nFx+uWpt4z+6k2egn2CGR6cn9tPS37KqSHFgUtARW69j1oxNWlvAg/PtGX5Po25K0mV
WXqqJq9GUDN0hOKPlaN+vr/qt/uXmjr/UNeQ8eiWgFO6dlWVcSwCms3EoHOhfujs9n1rcVTvj3Rb
SqasTQEVbKjHzY4A73qKs4L2SNohWwp0u7XOQnWVD1oC7NiP5zb7rrY2cjK6o/yYlrR8j3yA/uQl
afxGSlN/q7VReSYFdD+Vanj05OwtPhAkwnAKg1K2dv3LsHYpjcwJBxRMQ0x4OxXgQQvtoQKJ0cEQ
LF3LT2CBHUQlt1uOwwwWSQaM3CBbI5sekodjgn0JPC8rGr9a3BnvyM7uvlM4hUYLXyi9GmM9/ogX
YsZLZiyAMu5/ldt3gt9AcoBuLbclcLP11Jeiq53JwYElrsbm2qn5+C6J+vqLjp/EZ3r+yun+eHv7
jQtMumYjYgCWajOeE1e6m6C+LArUYGn0Z6e4BeFjdrV9cKR2hmJG2K5Ay2G3bTs4A1UDp8352znP
cdDESIlg9WqfSuysD1Zxdygakipmciq35ObFUdK+tBsThVbVi99VrkQWFJ5WvrH14RCWtzsW1xQ2
PeTlhC7rFdRHJ4/KGsVLBEy19s1kidp7qDLIXapXzl/uf66d7UEvUAMsKyGAZInrweIYDZnRY7C6
oRcQxua71FjC5BQLpzhps8heze9gG5ILSO038Ko8BusBeQUSA1A+esP4qrzDfBzjxZqb4P60dg68
3PD4fIJRh8a/GcVsM8XqJ1T+ZpLjCW0CJxV+HTfZwzw53ufEbnWEakKKW/fHvX1JmR0MOOCjJjiw
Gw3uSLdR0EKc0oJZLwIvqZIrbS31iM2/t0e4YikgcamB+ZO/44+arjpIXpyLFitYFsztOrz1CmHE
QQJ75/UHmm3IX0OeQMZ/m6GyOg9TgVh8YNRqFBAlaU/FOP5jDqV7ABK6LXuyN9CElBwZThoB+3pW
Cohqif7nsnA7pFbMrvpVlYt7yhsze6wWxX42e/MlGoX2M02S5SsIgaMm0t4HJEjhTABb437ezJbq
kNV7Gi9FjLlxENnLcqFilR6s6c7DAJxZViElcxG46nqiIIOKqs0LjNXmeOEZEOHjaM3F2ajc4W3f
eB2gtR55ZKpX18bwjjrte7sHQzeI61QeKWm76+GNujVia0RDfViS9DIpWXMqWhvHA3vqz/cPxO5Q
tKYkDs+i770J+pABUNyirCBjlKkVdM2cnkYL2NtkNq/WPpC7R5ZomJe8zzafLuoxhGhUCm1UH7uf
6tjVf3lxWjzGODYd7NSdWbE7oOBQSqXstnX4LObeLJWlRv6eLORkFjGKYJMj/EJAMby/gDsXNLA5
mGrMST7im60i1HDU4hyRX3XhBUj0fqTO1FgZojggqoI6o5l6f8Tbcio5FRw1gFP4Q1Aulrv3j8ul
Lax8VOW7WqbAe/wiXyrrw6AIoZ0R02r+sXsz6fF0HErLh1jmfGwKR8P1vAud91NG++wc2aU2/H3w
s3aOptQHAs1IbgTRcvOz0smKFATveO7Lqbko0Kyby9AL0ElcGvW/toXLS0BNJta/oORlv82AJgxB
mseosKVU+p8nK3YuxpQX6qfemLL6IBzZOdQS0klx1ETtAIG69bJpRThZapIiaopH4clGtzWgPmqe
vSZ7nzSgDXmmtIdxbgZ0qQ3z4OXZ25JIKQJdgHFCqXYToVSORUZuM+E6BoM9epbyJom0n/D7tdeW
itgeBonMb3AY8kabc5Z6eaQ0JGnsPWhTklZ7wgwnDqxlEgf35M4zLpNFlhV7AtrCm6EMoq3Ydvjk
Im7mN3UboQmGhCqOKIkRIQA2w0BpELe+v9PkX11n4UgzUCAlRyUKI9xbf0gHreMO3+kxwGFKBEKf
8u+2VZUH1dGd7cIojuTQcTGCpF+PQpteS0cTrQkNoPgJpTP9DVoUxt9emjoXpTfji1P19inxIt2v
1M58uT/J39Zc21lqHjcLcHUpXLvZMMnomXkhcNnsR5ggD3qITy6KF2E443+tQWUMG/xqzw6qn+Y5
jKt+8um+dP+m5jT/l1uD+qMp4+Za0Yu/jGEYPwrTKf7qlCyxz1EmzO5iiFhX/ASJDepDgmsU4cnO
ri8z1TDsva1c5E+OpZRn+KhedTC/22yUEAJqNOL4FE6pkW1engzUS28TGQHn8b5IArgX2tJXQaaj
0PsQjC8AS8wzLsFFp8Oy4aqjbvytSOyPZY/kqNV/vL/kN7tZ7ihbpXYmMwggsesvDn06S2hCUUqK
ZutN31SooaiNq76JqDtdkHAsTpSb7CO0wc0L8ntYOM5EMxCptkzZ2gGPk/NwBNHsSVq1113MDv+5
JZyd8zhk3eP9ad7cRL8PDi0ixpIwh82hLShb1fHMNJPG8a51M4qHPByKoHf16SDM3xsKF2mKSnxq
ZrYJGEluU/wi0RCXFIZTb5ktycQww8HQjqiM8vZeHRdmBTpFqmfRPeEzrD/eUOpWlxQjLspuG1ZB
5vTm30WmhV/xSu9OYEarxzpNp3fDvJgH0cbu0JSVaTbQkEeEeD000gFVqpqCD4hozDltdNN3IVFe
kUKLnictiYKigXTaQae8vv5TAi0CnkrVl3lv7qgMSUzL6jD2S/Gz9vtcXwJH2OIc5u2RpNLeLoUN
R/eB4wqGXn7qP4KOzGit1PLmHvRnl/sUEufT5CWLX1hWflpg7Bz033fHo6QLUQwZCv7LejwqkXxk
2gCBioTmuUixnGxMk4awC+TUtvv44CPujkdGyFpCX+Y+Wo9HxJVOYkkk1SkTL/3QeKdO66rH1o7w
fWnno47YrXEGG9ZAZANIHH+cG2Q9oK5UDeXwggiorxMElhWas5dYGS0tMAbHel+kduGeDM8ZeHc8
JXpfwZERH9R4WFj/NBbCLzujdH03G9zJ70sc1PmX+qfM7K1XZyTyxwJt/w1uJx/erA6556S5sTQD
4Lk/e5ObvgsTsmYS2/zb/T19m2UyFoBIEnRJgqBtvl6YSEACX2qFzomiKt84s/W3zFzMB2eYtZ99
W2JMrxUtYvRcAi+m4i7/amo7HClC7O0Hkmp2A+UXkGabqyucsQdNPWas5uFyyuJkfmv2uv0VDnfy
rXbV/Mv9ae+NR58SbRnZSwcrsZ51HBm5po4t5e/BGN5PYdYPfogcC93fMM1OfVIfyXrehFGsMxeW
Q6dZQty3YVQTZeAR24Ybs6uUz7iTax/jODyIovamBXAesidfFD7LZpfTt1wW4dR9ILzZfuqa4lMK
39y3ELsGxT7qD/dXce/B+XM4+XP+uKU0DWKY6lZ9MIZJcYoT3QtiL09PXZfa5/tD7c6MggdFdSkK
uyUUukMxOkUv4xe3nZ+JKNSPleW432riucpXZq7g16aafDCqAXjmkcGgQbSZnIrSekge3weu24gH
z+07nxqFjXCUZZ913L4OUpbfz/P2TYUsReQHRIgMdxMQYTNtWZPBm4pUqxGfrb4zPurUdOwL5hPt
J0XUfQqEqJmkOFs/J2cinMjxrbbs/wK8NTu+bVZaHsT4YliPXB8Tkju6PsZ+ldcIICRqrn1I4w5/
IivXs8cUzJPpj0aR/hImWHp/7MNOP/hue1uEOhl3GEpJEgS03iIdH8auLFbRcxapAYBJQW9k6tWj
3Xx6/RahZkspB10qWY1YD+W4Ze2UllSWn7L53I6F9ZMCWRYI21JOSLAfZbh7U+MkgxJgd8gm8Ho8
NNeNRAsXqWRPcbNUYLv2DkrMphke7cW9oWArQo6XJGOKguuhtCg3KTrS4nXyMIGkKZrndJ7xp+3K
5CCf3QmvKCqQS0L6lwIK8qf8caZHS7FHc46HYIDo82+oI97r1+Y8BjaaWE9YohVnUSMkJ6yhOSLp
7kyTnB2onEG35BZc2nZullR1Sc1AL2rfbqz+IYN65TuayC73N8vuUIgBSRIuzagt49TR5tZoSoKN
JIn+G/vKuOj1MNKOEunBSPLbbI41bD/0Ieh8wb7clhfrLO6XVOWBRcW1OqdFWl9Mqz5SzN6bj4QW
UkblNbtJM7h/PdTfmE9vjSg9x00rvjW9LkZyzTr/+frF4xmjb4sOBZ5Fm9dz9jrVAjo1IM27QOIc
RPeUw354h6SB9tf9oeSfulk9dL3QAgfShIzlejtOQAftFKXCQPOAS+p65V2NZRwuWYaphOR6U5oW
r64ySnE7SozEI1QkSKXWg6Y9YN96YFCwLeEzSjbqaTCEfplD7N9H/KAOEre9SZKykcuw92Vesx5P
j/GOcRKe7cHum7MwB/ECK8Z8YDs5JbzNtnpMFFG+PgYnHpbVQx442Zxcj7pMZmdRiOO9aVrnnJfC
ffTqbIbqkLQ+/nDj+f6n3NuiUhROek2RQm0TtyxNoiqR1fxqQAwucwb1oVLEP/grHjUUdtYT9hcN
V7Bb1AC3okyyy9B3jtLxzmE2GIe1/jUzc109VYi2j76jtgrQ1143D5DqO3enlDGRtr6MTqttvaJc
pmHTyhhvao3p5KYYE2hTXr2tCqwyptxCdqGyYho4RXOQv93qYMKDJS2VzxAlHia/HrrNh9Jr4WZA
tu6rl0yHX0DFYRTv+5EKdFfwODmpWlzSoa9O+tL2HztPaKfOtJV/6lltz5GSVv9DrYUriZ/lgmPn
OdmsR21MxmBVJMzAX8RZsRr9MTKM0C+9fn60I+tI9OMWlSVXweP/CKLwDt1GiUbrokSZUhvQFMr0
QadUBEiZXiTugzIOy4s2l515GVIveqI+W2knoWRjGpj13P43uiOxw6u3PL+HUw13RoYIm6+iNYkb
6Sq/J54Gwse6tEBA698pVfwP8bGUI6Q3KUHWgKbW39/AZJFaS0rBQMVJ7bo0ZJf+7Bg9TmtWEb9L
PSM/cqPcicnpSlI0wF6A+HjbvHa0wqrxru6CcRDNZRwGzZ/tUJwKHqqXJZ/EwUu6O54E7NOI+c1q
W88xp34bza7eobRS2T/6fkI5XMl1Gh4RPYWpiK+v/3qIZzFDMmReA3nc/wiF3D5uhry3OtiCZuib
AsqlQa3nqvfK/zIUl7mHOLo0FN0+c8ri5LHVaB2GwQYt0LRJ3k6z9wsLqOjl/qT2FpHw2JVSAJRe
tiBQPVxy0UITChbNjh+sTpTPsDK+KXYXnbyeXOD+cDuXPm1BsDa8qGCuthCABHG1Ga3pLpgia/Ax
vfUCs0p6FBYOy3M7gRafSiIcCIAw0NocgaH1rBkYDwVl1+ygPSTag03idHDT7q4fjVUQXaCneGHW
m6LGHiAONTp+eqkb7xtFg68OoMx3YA37dHXLg3h8904jfpSMLsDVvC3rAb3E6tLc5ZThMYsuXU1R
MMFR6ay0WnJaMjFc5t7FYK8ukHYUmu0PetFdo9YxD37J3sylU7LNP6BMt6ZPvdtiYqrzfmtumQUI
uhZ/67XT+hNdqVPTWN35/tbZ+55IgnH0WGicCTbfM6HR2yfoEAZNHmmXLHKsoMU25cP9UfY2qISj
wWWAD0TQt17ehNxCc/sMZxd4QGfKYb9qN2pealAeB+u3Fx3IZihiv0hx3IjxUVZEdMgg3rL7vAgS
SF7fQ/R9nyl3FBSfkuWNl5WRjB2iT/fnuLuSHHquTona2vZi7Slz3LqnThOPhfa1rJIaLAf2tPdH
kd9jE6qTCktPQPIP6CGbeBI/MELbmhKNbgrlgd5/8j0xyvpau2I6G6IbAzIkqMjFqAbaNCQHwdfu
h5RYu/83/FZdsa1FYhcekywMuOQzDfIPs6e1gWF2ycP9me5+STikGGZwg5KZrPeMpseKrinszJbc
4VRpkXplj2anxU0JbsLFCOi2tZfeXY7scXfPIHMkjoaDCQJoPbKSJsPC/OHIKFEKQG1WT2asWkFM
hBfMTZ37/8NM5WhSJJ/7e5OZoOOVYpfMeGi15e+8uAiv8ygd2d0in7JziJLoS7oM/cuiudXB03Hr
rkY0RyAHYJOCPTAo+cX/eH/tvge04EaUF2m1zI+iQSzCX4ol+wLyQdVhjw1wm9BDiD+IdIglqz/P
zvkYh7rf9HVj46DUqB5EB8CQfph5HR6D06QKv2swpzzPZqd+xSlTtPCTRuNIpHVvQ9rUICVuEVb8
NnxQZt3o4E1z6vJ4OBORa7E/qUsO7hiltiPe29Fom9sSAzStTHW5JxUnukx5hiR7mxTJU7I45lE9
am8bkv4j2oGCisM/6y8jwL11wqPaoPcYY5GFFQ/qZCiBm8/Vxevq+OCS3rta+KIQtHjceQw3OyHC
UamYFZq2AKSVN4bZ5qpv4ikCvSzCkjJozDkTp0Eb4i9pbrn/TLOJ1fz9o7B3iUpeANcxkPkbCaAs
iWPFzloKYzkM46VurU+2XRzZyt8CEdj0pHESwCtVcLYSZfi7RWmIYG9QVfGSXZNcT39Frcg7X2Hn
Gz4soc9FWaADoIZ5cUq0PP7XwXoxoVnUDgoVwog2ipim4q2Cgkt/0vBum32h4KTmu22x/KiHui8C
1ygQuE3RH7T81Lam2NcVrajfJZ2uYf6TQ007CbdvXo3MYW9IYUbKVMDtYDmvt47T1FmLbSKO00Nh
vx/dsA68Ws0ufa8evLc7J4JnnR4xxpAUoLdF02ZpnCarqapkjWX6KOFaD4RYISoPoKLv743f/aLN
2ydrKERn1J7J9TYbNCkEgYxL5u+FaVoGTl3PuHpEef0jSXXlI81VfBKiNC+8R/hCg/WpryubPWxF
ovATy05yHwKd9talCIZtsFoPyXPbteJjN7OUlzpCwO0gN90pksiI4P84u44lu3Fl+UWMoDdbkse1
VbdadoOQRhIBOhiCAIivf8lZTZtQx32arUY8NACqstKA5LyP3aBTeP4iPFjB29ID6E3BGTiyLROH
MojnJvfx8mvjVEDMOfE8e+dEeaueRWAi0Lx9hr/TP55fVxRjLhlFq62SMb0LFpu1mG/QqeaARdYG
NleYdCprhqYcpD2YLajqXJX8gCUe//n7e3vjE0EzGQOqAfCGP/ua/88JA3679oWvZAOj6OQnoyY+
RBLON81ituG9s/SNBw4jTBD2cHbD/e0lxagMADlEpcFZSiSy0wadNGYx3REtH6wIx3j6nmTAvv/n
O8RFgXFjP0EF+HKwqhCNjDftQaG1cmz5usYXmFmFTRXp/8eoBxaOAEz34xrOEPuh8Z+HKUODLwe+
ZPAlMtOhFBihmtHFB5IAAPn7Xb31KPdVDUoyCCivyK2+LF02IaqpMYglPYL3AmkmREunXIAiLFhF
rwvYVb1T377xsYBBtTOU9/4Zksbn9+dtmXexlai9VliWI4haH1NdgAvAlvecsd68FAo8/MFp8Cqm
fbQhywybl4ZOMT111ZycdCWQubzO79H73iIAYKoKfQrkMBAivKSZM3ixY/IP6GFmWGmwqw0bzH/o
wcXb1OawRGuzletDz4RrqwoT8tAOyzuP9rVX5G6OAjACOS8YuoIv+vzZpoUIhSEcqMQ2LfLI97RZ
ABXdJ69EoetiKLFPigG5p+dyMdA2ulAIUU9ajyV2rKK7LiKHWR+gvvxiZ4WyXPVu+/T3z+6Nsgep
5yhE/53lA2V9/isNlXxExaqakroZ8xzqD8mafFpUNF6RKnvPJvSNrwAqORhHANlDTfCSWsrDDaSV
HPgT2DnjvUCiElSWpLsRsNV87wDbH/CLA2yXxUHOv8fH5S9NqlDsGZI4oAxCOpIfkq1AOBQc2k2T
GTmf3Qwj+ToixJ6QoBGc+m3tpjoPsuD4Pz9iyOb2GgGqh92k9fkjFsBvCoYIriY0G4URtQCTOmbb
IatWdc1n2X3++/XefMa79BrNKWzBXtJfRIgGwXk05UkFh67OI40QMIe+MoAE/ud6BL0M/KmQqQ70
BFjY81tDBiqsp/JENWk3Vmeh4eg3RBT5pFJn7zzF13e1XwoXweQMwoaXA6VlEi4F/1k1azi7YwZ1
cB0ash5H8q4W7PWaANQOEgimjrvt10tF8IaY1ZTwbscTvapDBINfMASnB5/HssZYQF7+/sJem08A
E8JegS8S/FGMWfZ7/88xQ+e04JiQ4d4A5idIhSozfjQBWvHaYI3cw9ka9OtqjhAULDKdXvMhreYD
jD27paadReuQWIQn1wSR28NBTHly1U/E/OrLKT4SwvTQKueiGzw7O7QiTuiHrgtgQ/H3G3lj4wVK
icMLvGqM9tFfP78RwoMtD+Fp3yAE0f4GgD9deLEMl3mC5qwuAq0PgwuqE/J3wksF26UvgNvV/+yB
i8cJSRgYMyB/wYNvf7//eZysUtCk0wGbTJDHSHIvgmO4rNnJkDhuECQzvvP+3qj/YL6Hi4LUCMEP
iq7nF6wUhTX7vqsN+Zbdzs4CTUiQKX4WI63LsT/SPLU3A3a+RneuQOLXeoyy+b0Ip9clBH4GAmZj
0M1x7y/1E+mWkHLVOGKTLrU1jYv15EZqWuTG7Xl8mp2HtH8P5n9jsaDaBBUbACDmJi+NMgQaIzcu
mYKbawnVT8G3G5Kw5c5Ww7BC+m3G9+ydXkNVsLEAvxISWiyZV0WLLZABRpxHINYYgAsgw60ZbawO
mA32eOVB1uYIlGgLE8unv3/fe+38/ETBlaHKA5dk5+m+PL0ABzphBQC4jbq0ETPvb0v48Jz/fpU3
iO24DGwC8B/aivLlKpLrMnjiKtWEqYStBMk3fkFeOKyjSTwstQ5ZQQ8BT8wBxs5T07Ogf7ITi9qw
GuiDLs3Ij4pQevQ0Kd/51t963dDj7nA5SKcY7zz/1IOFDX3MsLY8YtqeYLucHpQthmOBZI25jQgw
vnfO8be+aoxbd3EIHPXgEfT8ipLkIVAyXDEI9XyYaJo2VJfFva4G0kg4O50yoGPvXPSt2/zvRV+0
9JnkfspDinH7OuQYTvSyrQJUDmlO4nuDENx3iAuvv2ms210XCTYUGtiXjX0Y2t52g1FNDuOUC8hl
Cna9KjhwNfgaxo4WHpMKsZah/59jNDGHgPwGKBCwUNTmL+5UsGLLMeCHFiZgxXJOU9XBBAOW6xUM
tsZwOM3edeb090/81WGOvhQFEZo4qCRB/3qB+RJP+3HD9KxZoa6eTvGaLDeZItH1nEfkvW3x1ard
LwYJzO7uAez1peXjtgxaxJyjA+58fD+tLj5Wci6e/n5Lr94grgIxPPKAdgT99WgnhIIJBR0INhaG
Y0xgQACqpQCCXfgadQQEkkAwWxiEvidJfk2UwKWxDwLBQ4sKc/oXBWY3gx/BA0BkcCqPfqwxp79R
1cJqPt1ADUApluRXhibsF5mU/2z10lV7OEB1R3qVbQcxwuMNVHCiHv/+SF6t3P134UQAuAjaEp79
85VblFPkAr0BAOl1tYe1kOhYWMPazqBmU4vIAIXA7ugdOOaN9414TcwyoSFAG/iymip25nO1U83z
iQxf5rmkEbDC9F368xu3B9zjX/95TPCRU/389lB9SoWPAddxYX8aU4oE7qh0LGms3MpPwI3R1AUI
cPz598f6xpe2T4R3/3REUkJS+Py6Q7WVkKngur7DkHZelIbtL09rTiN/qHxUtSCHpDUwyfco5q+f
LGy+9pMJVSoq8JeDYulAgcLZs8J8tlhvIxJsHyXT78W6vNp7dw0FKn3wa1BQvKqGV9pvuHF070vf
IYRuMel5ydgP77U5Uwec9++P8/VrBFsMHwtIXDAaBVv/+eMkmEytSYpxPoOOeWyKbV2OQ6y7c59k
5JFkNr5SQS/e2fBf74C4KtAQmFHvHdTLyf4kDDrTDHwuvyBMuOOTa/mUsIYhM+2d9fDmpbAj7Zwl
9MEvqY06NbBFLMGjQbBf9pNyR365fozue8C/X/4fz3JXX/wLQaJWev4sg4haPGoMLDMBROTTFHcd
PeQdQ7MC33lbgPg3shOc+ufqnbf45k2iAN1nKXtu2Yu9ZgsSqQD/YjGGkpxEng7X5TQVpwTg7DuX
er3+0BiC74c1D4YhCv7nN8mcQJBtDGAHqv7yJFKI/k6V8uaUJLL8DYNAXsK0MCtu05nm70yEX3dY
WBwQqe0faogRwEtSFCoRqtBHLU2nVDzUUxki5DvNV+kaRJL4LyzN7XTsvFFPWTn7PxXIKjFIg6uL
Pv79Xb+xGQAU3WFD1A77Vvv8MQSEDtYRzFGHaZnu1wDC0iYa5zJ553G/dR34iUD+t3cZIGY9v04X
gUkKXja+qXRS110cyOMWs+X497t5a9P571X2X/GfnhEIfm8EfHNAxFoHKHZZ35QLAR2ca6GPa0XM
779f8LUIf2e+g7nwL7CMqc6L++IAAINZ4/lhBB0/jcymtCVjXNzNGLJ/M9iDrwDYRH3tSptcYDui
b8YqYY8TmaergiYQ0f39F735CKBbRQgwWhvsiM8fAYeRAxt2MgcfxuVzHvDxCqmv0TdZTkVbxsAg
3nmzb61Z1EA7VAV+E5xHnl8wW/WktAcwRoaAnS2m2S0R23DYbZXeaVvevNQOOoKkgt3p1WRIF97m
JShiErqwoy/m8QKigW77yGbnvz/Gt7YHDDshOwQuBgz6xbrIp2DtdYewszUsxqLNyn79rSmBx3gg
U3Mp9GRuQsXCI8QW/env137jNv9VcmKPQJMGzu7zJ+p3BcUMj4/GdAG/XTcZPnS2gHIUwpl3Fgws
bt9YmcCtUAqg+ER79hLYTBF2WkoFznxhkA17HbihFPUqMbOFRWrCHxUNcJtdTmN/UtG6PkEC74Bi
lyrQdUqLgR0jUGk/BkMe/Ng2Rz5yRUhew5tgilqEnUr4iZYyquotYtt22qKsMy0bCxaexJqJX1Il
qTgqtep/8nl2rlYeCVv1YtjyAA/oCI65uUh/ldINvyKN3Jfz5mk61nIR7oPrxMprIGl7kd4n4z+o
6aPPc6lUjhmBKL/apTDLafO8/xqDvcnBNk6XHMpVMjyyNEHdqmLCPiCleaF9DblweLv0phJnQK4Q
VaHkBAujD736ZYzKx7sxBxAFNim6c1StK9T2viCkdSNT+cmuyEtdkiEZj7TyJTuTilTo7cu5MC28
LeH2u/ENOR2Yo8y+DXjE3BEGIeO5EjDEPQwiKJN6mjbZPSCclH8FXbb7Mat5/ZpTMJZB1kBAKmSf
cN9rU+OzW8M7Y3e1r7kDNhQFbUDWFYHtVeyia9Ij7KDGJtH/M2eaBrdlQaNH8MmQepqwgnyMlECh
ucJiCY6UdAT5fAnnon803sr+AAtoXdVjNm9fIAOgcGmO9brhr8j+s3feJOiIwvSYwXcESJmhy+3s
gz2dO5rxm9YsIm5XV7Hf1Vx0cLKFdh8pNm5wy73QkAPCAQwOWscOxlnAGgMW3wWUS3YFh7f5jhUF
wZ3SarjqsmDKjlOJz7/BAZV+5aanPxD5hmCTsax6RCmip8M8oN9OEw7U5MCiDLOBEUHCfU3SDl3w
OPeYE8xwS79Nw3Szh44XEuaQLHLIWKMq665Aqt2mkxaJeOjmjnwxk48yUA1gjtMqi8zUY4F0+xHC
nFkMt7AliEB6mAy9klEI4hruIjoiw5CmV0HqAHGDIJQO9ZJMVNSlgQ3LOTNFGLR6XeL1jCDF7Sqg
pPwNiyRl4QcCtAgPVFf2AllJv7S2C4sfqa1kdswJ5D/1CAfmskYiAK8eVzcP24lVoysv85ZFfQu3
Sp6dEkLwjwWB265syrIAhhE9fyhjye/J2AsNE2G13PSEJo/WshCmv+tkv+c5Rv1NbMEEPsEsfBxA
yNN5dhWVhCSgJqHFPDBwI1YYO5c+qjOTLWCxsRK3ORbGjZcQUe36GrX2nNTFUolHGGsH8IsMO82P
46bgSm9WSf5Z82Ibzqkk+h9O4vmLy2JPwXa3KYAx4Rg/bt0W/aF93t9soWPYinIqTZ26QkFPX3Rp
Uc9SVR+XLsDnyjcJLA3PeDg7fIsQXObr+EA65LmdHFqCK5fiQzuNPkcnOfN4/rP0mG+ADm40/AfG
HDYTwSqXS1GMSINUKLzn4wg4CngNHaf1bMeCtBXo+elhoCWJL+Am8GFfFOYfwMTJWlvgdY+VB2+x
NWqyly4r7SdlArBut3Qg33KHT6WdEQimLqZz9Dfa7e1blspctmZKLE7KDQFHZ4I3HbairIKpGcu1
etS5sfMh7ujQXQLqrYMlZgAfoxjhyd0hKW0Iy/ZsDX0NPgbiKIYEQ+6DVgORNeeQRTd2i8R8UBES
imrpQ98fIDnpynYJ+RzWaqY92PEhX/s7Stfenha2bqbdEARnzoz0jlxXM7cKMYxQ+yMNVAYVUjqd
MRdeBmN1WvQCRG9zcKw4BxuCCuuChoH7Tlnnxid0uOmvqLS06+DppvgtGAwxoPTBc+UfFvwceyiT
DYBYzkc33UQyKdxJ+6krr/Hwo/icb2CeB00lx17fb6VL2DXxgSEHCaM4/itPTD597eg4Y0/cNgkr
99rk8M/HvD1TVfEzZ91S/uyiTccMsKtRG9w8YY9bfImHDNaatc38GnyUadZXvzeUi6JFBuiskK9E
iYuCOtsIBqC1i+IFKqtAlLCvhs5W2Q1BmeGQDydfFAv90W3In6x14kv/K4iMkVnt1lzIM+myuCuu
SVlhz2oiVunwSbs1cp9BSySwDot4ZO/gm8j0rwHJ9PGXIEUI9XWAUyVp4MXYkT8q4ZauR1HuDJ4T
+qOtfwBzNra3ziGORaIvqEC0rpcpCnjfKiCO/DeD3fw811Wi+fpxHibGrwdnZYHRXunddFFI/PkK
17YsFPh8wrW7660U6RkplI7fdEDsQbBZp2xJnpDQqkYA8Slyl0BZhOX5YzDmy9AdeDwkPc4rqUkp
4MsA+ulHPLcwaUFHipf7EvPLLqj9AndL2NX4tEO+KtrLjJsvI7KaYe4XzuUmGgdA2rF660pLzjof
NL3TU2XE74n53SXSJvj071Jpt+wYYW2AiBPC/xaONyEQm/43RiZLp1qTbExfKDroro1JPt2Z2Gl9
Vo6HHKP61IjrksNhtqurCX49SZMjUovcwwpwT7SJCr+lZT0LW8HKp6cpcglEykd9m3okMN7ScXeC
36Z1ISD+JBsMo2qrpip/mhaGlwJuWmCHodauWsXJDVXvzsO0pvGZl9mSXgbuMijEQ171R5GDHlen
SMcC6yZArmjjEWIVdm1Aq47+KgtvujsBjmNc+2yCA10nDbIRwnWFa9QSUMwX42Tb7pfdhqOFAzgK
UzEmPD5msRVDm8ChdjqujidpIy0cr2Tdd5pVbZgOE+bjA4tCKKxnNXyYI5rsp6QntEUkUdjVWbSO
92CAw6TZr1H/mWowvxtudBacEjAa75FY3yV1zAPE1RsT6y+hj7SpR2gB0xaJlfaCGR3spGdVOMys
2Eq6lg15cr+NbvmKab71zZoGkarRCxF3NYsq31pIWlbwPJiM2QGeF7A2ygs9gn9GYvz90I7dzymD
xUojKtPN5y3z400ysKlvEyf4tQ6ikN4SaAC2gzeE3hvse3hwoNR+ynZqHa19POQlDizM/xo9yxHT
iAL/bzP1K4qDoi/AMjMUmGrTKxjywQAI2bLI2luW8LsYFkQSU10pUaNURBZYRQqRHOF0b6pTCQOM
rLbLLMq20Bw7sxISPtQyWpetIeG66ScxaStPjE3e/kTpGKc1Jnxj/5sGtgdjJIVP+IkskIO5uw6Z
pMPRd976oLbVbOXXch51WBy9n4MYXm8kUwe55HY8yAgJvT8jo8JvQkG/H9flLLdLaJUt6xz8a6wr
1rPiECo3B/UGOQ+SS/sy1tfzkvXnkGRsvjLKrmUdwR1tfYhCG4aov7NNtF1IZn/I0dGp6027zZ2c
k7FGYVusEz71Xqct66aKwoyjAjiL+BsPEU1kLMySs9Jf1nmhvq34nEUHwxTqshrdtOrusBlHw12M
pMzhgek5mu83Dn+gQ59wxaGfKt1HGPaR8QymXnFhcqQCsQ5M+FPKALLdVHiPp3T0Gb6NFFXvAWai
bnjg+ZYkBypkebX0gf9dCNAcndzr0nlk892QTerLiMinpS5kiBJFOgwcQNS1U16XCQMZtfDJ+BOr
Rv/MoMEI61h6kd8Ir8V64OGU/8nLtVsOSW7ldJUMvPhjTLrQtsPmecMVLN7aLh9A255Q4E5NlPGR
tU5W00eLbeIxXaSGwBHUQZzTE5vJHaKYElUv6wCnF3gAx7SFu0n86ATreY3ymH/wE063y0JjnLRi
huX/Fc5hBSdDOqOK1arb3ceKDT+iRJSYu61K1t0OYjeRUiowQ40tVSJFOZBzG4B9vXwvxTQ8YC8v
PYbc8/TZDQNAPawE+pGIDP/omkOS2TgwelGZmWBTB9szWISZrsrCQ643XH6BY/IZkgNb1BgtQ2s3
DNWMCIQlQDsGb7aqWWQ2QgrtSPhAWZ/1KKsii8O4XPh150w4fQE8t/wgRHKwDk0k1BXWZHEKVlCP
vuV07Cjm3VPf1z1Omc/G9Aa53C7zS1t1owprFHjsu84l0hBlNYs6NmC8P/kcqfU3SyoC1gAF1vpq
dKv4aRAHgR8M0SBIrwkt7Vmn2AWmnlfrURbKjFc5K/xlUHhbj5yU9CYy2BkPm4p9dIWlSeYL0A4+
1akMu+DGrl4uJySEow8a5KyiU1CxXKJw0CY56KIS09cFQUHz18iG+VzDim3uP9spyKsm8Dzt66Gf
JSxK5qQioDhJ/aMLRvA70Pn0LG0mu4qicRXqO+DXMQpcmEnE/mj60ZZXVCUIdpkEDdVXmGpuZd0V
jHyNsbfCcwOR3Z/SXtNvISKSvpSIMP8st2K+2ybhf2C81Y+XEluHq5nBl9zGU2amE+F0/lRQTQCB
Mjy8GX4/+kewFomtEwWKt81l+VnSvDLnTi/Vz5Jov5yyjpj0sVJ9mh3kFqf/kCByeVv1c1ZesI1j
S80YKlXlhzG6QcYpv6E5iqoaB0UJlqsU4aOZ0LCfYX8TJXfUKr2cLWKxsckUhM+34+LX4WxT0Uef
Jr8K9WGIUO/eCMOQrTW5XoAwYIIrvEn3T+oR1nZKA27nDxMK0+QmXdP1DwU1U7VqhCS4Tsvdi2wo
+cKblfdDUesMxJdbykaIziPYJUb3JC6DAQ5zWfkrRF7aEzJWvb4AzGBxbftxDm/XEINey4aStFmQ
luZkloSgFNPZeJqS2XZnxkP2ITCTRZjrHGt7RmYuOVJAMvpmtn12yU3Es6azsQ+vJzwdW/e72x6s
76P5guFr3l+6OUmekk6OKC4SPYBRr8rkSxR6Lo6aA7itAw0kcVf9jMAIliQecHUQUWuostFU8KFy
X1dLZN/IDN9oL0ISH2QciUfwRpO5wZkZXEslVd/aIkFoQipxYcSQS/U7ngKCqo1oloIPPbIVpa1O
v2XODdMlVgJeRSRH2CAkHkiSQgavSz64ZS2PKi5Kcsr8FI+1Ur7XB1MR3J6Z8DG12EGxuaH+c/9E
KWVzy6UJwrrsSvab92pDEnieuytm4ePm6jHqEmDHNAjdzcgJV3W6akBFCWMZDhTez/wYbqBUnNDk
aThPloGniM6MZqmvM2ZKfhdnweDOgcQooQ5h947NBLIsdTtqO17Hvs+utx7pm3UIrDp66Pki/RGg
V5wdDUbrXxJXxVsje9h2HkMgBd1V3M/at+DewoiEIAru94z8MV7DMDCITljWcXQyqFGms0vhBHtJ
O7+x635zC6kt9FhpPWqYJaMHRNJnU+IdybNMaHFatwQCSuw6EaQVcE7Kjh1ZKdJXcGz4W5hrGn2Y
Kx6vn3WAOvHg8XMOqFmhX+/AoeCNEclAgb+h0cEarboMZmZIfW0WXFrWLCiKj11E5qJmtJto3fEV
SEtJOwm50TCToIlhg3/PgnlE8BHk2uo+pVtxHsKxVy1wq+gDNvHxK0gOFHFdLp1/0iCdrso1Bgk3
mFg4XIRFnQizxszmbT/49LGHZuo7fu2eJjFE1XLqgVF8gwVI8jRh9ZnTGEs5HuCLk32Zq43JOkms
utUpDqc/VofpJxhcR8sBTPz+bu1M6dGR5MB+AKFt3yH0SZc6NS6mje3jkN0ECg+rpobbi+DJwmGN
GUcPaz+EwZkqUZCbDNOAtYXDc349Q30ytHxmlTiCz5Y8llOgKvCOES9Z53lAFJq+f9+tt1XwCyid
EB99GYnlvkiHEFvemnYI+k6XcmxXFS0fM2wSv71BpdrAVGzKLsm4mE+hgsv5QYD5Xh1KHDcRdv/S
3DhoE/HlY52cBlchspPPw/rTx4XlrR5pIo9RasddrpX6ey3FMl4MlI66xvmZfJ6izHdtOa2UnJMt
JQ8+5g7LKQxQI9sglC03FCZKcAmFSgeZXFAVJNp1rl69lglea4fXthJf3IPRDOwQn49GcJgEkaXd
QK88WwOzmjoWoMsf3ByGqk0HiFZQja0z3BsGvv0wINyKpicjMvFYwRlgw0nTRxjTkwEmXCigz3Ag
Bo4zZMvwoAVEbUegtepJZQOoZSAjatVAx4T5JqOq/IXexl2KAP1jDSxBnCYWA3uo9MjXn7qK5XLk
S5iI6znrVPDDV1vyp1KIOm+WkaY3RI3iVwlgeDj0m00/rSthFx+TbjygZMhYnVk6THUJCPFPMgA8
O1DkRRoQbBcLd4qZYBpf4+0P66PisfNHDQGTaT12ikuKYno8QFmYPlWEOwzsaLB8rpLZPbocR8+4
ASdqZKeiJ75Rk15NTowPbrMkfMxRFKzHILQYbm7QCqgTJp7L/Qh1wlhja53vA4/m8ZBKNV9KDAHj
xnnUkLeZm/zJwgQQfYKPxukQ015/icF9Xi6wZx3vxLiQuS66TJtTFCzjuXQ8ZlfTTiBBk5NNHGDX
yFE64YyAMprY6RdSwt0GyFkhbdzoBOW8RU4lrafca9JucekQfI0OpR7KIvkQ5IyiH3RleCsznACH
AjlUP1Cbjki70mjdWmT3ZmMDSyP3VVQk+wBnw346dUORflJlCrDO5HmP5OliqwAD87L/sRq2v+rY
Z4c8cPO3fexBG+HnPoVacPUPczqhhYOHBax3fUioqRffyQ+QuE4EtVGxYiGIqTiWNkXelsll1YFK
4fXB92u+3K1lgIoJuc3DLcqajbULY7FpXZHbqK4AnT/xzsv18yCHCY8JsUjLxxAN2DcYv5a+EUkq
szuxsfUmhSFMhtUAcXmPLU+kST0gL+PPyDFmO22bEndQjOUe0wDEatwnLMcHB7BZ1H3c78V0ZyU/
dfOyHFDKgW4XJ9O8HGM4d3/UYJTN11nHyHnBifKR+zm+4THfHGjKKwdDeKqIfwgqGkOSg1in2gHP
hPFQGIj4tluD7CfAwUxc0Mdnt17yvDtbLyGzhPor+Q6a/PCTYMcCig2N280WjYzXKLiWz2PCxgAz
nMDe5pYHWPoI5oDT8CbTpEmnki1tSbqwh7JiwvrEUq3soQhwLwBeXXGzlV2RHiKYjYPc3GXDfZRl
wCe2ah0leApLGdZAnNKgjmnpn4RCJnEttw08AhIkmMcsgSUwt0890t0jIboaqAcWDzotYKCoOWH6
WySIY0H5gEHGJes3EQJD9XF/BkhtPuKMRmzlsIGuesipN+wmjxacOw51m7wDQrn1N4ZXaH/gOxyL
yxR1NGmzPt7uSe+n770sIJUxGYXXZhnY8C5dejw2eNOxoBmEHv2tm5Lpi8lQgX0ep1z/GA3Lsscx
SZa4DXW2RjelnOarzaXMHCySYrCiSMJSYKlz/mscqi6qMTTj9JaK0N7qZcEcZVHV+jXuWNEDgYSZ
3txbX9QKApNrkQOubaeJujtOerN+VAb5vAcYSKi5TpNOYHKDOJqrzg10/FRtVbzurzWHX7+1/FtS
yIleDDrh4JDAwf9JOmfwxSLep/qZKIBxyFcKu8/WjuUXiFHxoxlyOTEPy4kj7crdytvcJUSc5eQK
dz2Ww/yw4QPdrhIhyKdyjFT6NPOpkA3FCNp9y0WvruA6CAKMD5MpaCYVO+BzRlUhSI/SaNRLuBXs
KCOs+KEcCaozAUwcnOclSILbkYGDcLtDiT/yPskdLCJylCVGLLFvtzlUtrUmM9shCPrke7LqJaij
oJqXmjgj2VFaTNNanybqMyCdKjhrxAn+jGaMM+5EMqlfuQ77ez2aBMo9UFvjRscbhJ1D5KxoClbJ
BwziodQqOlpdNjiHxU9DxjBMQszmtrawtyiqLw5TtOEMRNmZm5Lly8dxwtTs55Kua9+ISHNs9Pm0
tUjfhqo129CA18a7PLuOK6ync2dYl94wL/bQWglh4WWDQ/f4tFCqGEJXN0kx4PGAUxc0eFUzUJMw
PMViA5idD3c2s+n8UFnN/2Q4GpCKBYIXdtOpC9RZY04ozmQluCGc+wseDWhk2Rn0k2JruMrYeQtI
ytsK7lb7CImQa4x8MvQDbK5uYaGTM/DNqh5WCJWUf5IUHUebzMsK4o9fc7+rUPgDhDjuXvajco2A
4SHBCSqQepFjRAX0G5vq2nYlj8878wv+/6JY2QeMXOFXhqE5+SdExw6TjqkIMN3VufJNmUfqjuUa
EC+NmP+B8S9GhMStGanhRopKBXxS1Ky7AeU1zw1PzosY+i95WWHnmHrf/bNMnEwH9Nz4yxbEXhjh
Qpvna7ECPT/2U/l/HJ3HdpzKFoafiLXIYUrTWTlZ8oR1ZNlAAUVRQBGe/n59pyfY6hZU7f3H/GcL
W/3Xr3qG7bl2KuZ0GTxTY173Dz2hKdNhUJ61Z5y0ykNf9XJ8DsysTg7z3Qb62ARdWpZsTAew90Ad
+SyRC/TVrq+eQSn90rN/90ezzNZH0owrYUOmT5wjWd69OtdkxA9pbZfLUwzrIvaju1FNzZ6+zmSV
bKwsoEmjTcGZwzm4DYOzfnrr0kMmJnJhOY0bzACLVmLZbdFiv0zlEv039aUj6Lq+PR8SE0iTLQir
4cC32anJJ3eTT1tvpQOTMTR/pJMTB91ZHdbOsrXDo4kHUWX8keK16K3eeU0kRSPp7A7NcEh07w2E
CUUrCM/kQSPU9LCFB+gyXwDz2xgjZmRaWxp0uZIX6CdSEekSW/QhVpVvZ3XRFet9Tuzm4+atSHE4
nOx/coiauwax93RsbEF7HAWg4V5wpNygyLZv0KzwmpcJZqud0rMryCbzgLDUNMZ3dRAr6+wppxN7
KoGkumf1LKaUfZ9F3mvDOoPNW9QlqWPoZ5fVFK46dk23N1wCAMiFBTBHrtx/2vNqWN9YjmpfSrdn
U5lc1abSqOWL1IWBe2/xmiOyz4L+2L71q1NSFWK4+PCbfA/O7YFt1FJkYcHodQ5Q31Y7L5rBx4Yu
J7EIHIUUAjLFpE+2mht2ZGKUyZLWXZnQp8YFhZLE23jpLYnzZ9/0k3ro6wo+Em0JreUsJuqL+Vms
KYt6E6ZOxEiWSfSoL7Ia8vgq5ogtyBoC+hyI4PYOmHBanW0ymsVdEPSq3SdFHgOgBEtxTRKrXu8s
SiDvumHGEaVHFwrPX0oc/EPRT92Ja8p+79zW/hu4KxUV5U2hCpLTte0lbBxqTTcrX+rd//O19kPh
DYfc1FJ+LbJhiDd1YD8MY9Gif18kdlvf1Q74qrUOOo3xba9pRJ3MmaQQmAV/Dho/RbNZvtaV3ziH
ccrhshhvpitU9lweB8eHttucgv+6GNDhnBe6UOgjXf1RpRsJ0BqGczUvBWTUsGvaYuIf5AYu3tuI
QlzbSFQHZuaZbFybrruUPWs+J2t963v2Rd3fMju2F1Mj6s8KHEHxqSlxYJwrMqE+evjJy7yNa7fr
4OoLRqZpbg6rkpaVNiwTt1ILR7234Cofcls3ItTmm0TBxGEzZnk1EEGEi1z0FwuC+rVnbPLf2QYH
9eR7Sx/9BXcvkQlEFeRNCyC0ZM1cOmA8aBGZeou5+64nPSh8tgOeNfws+TlvBclxw1r71dlzlmHN
0HFyVsOa5+u/0Nr4Dw1L0CtKjYZ53aMwPUX8Y7Ma9UlyqOIyiDhP29U9NY2qX0XRV7+LCR6ZrJau
QLDgJGbD2SnFXzgNB4Jhg4urOM6XeDismxrdDKwAIQTzOLJFuKqQXM9kTK5y1RTjRZSAoJBqAzRF
plPqm02BUWCLo+ZPB29m0qUChdo7rWO261rX3n6NCQTF6OL2WYDoXZ3ZNaZh3xQ4CzK6CMOL69/U
B6bkLN8hv1i54YJygSlXgbRpw/U3/dithEOAjdEzl3aKo61v0ByczNRxXsc6lE+oeXr/2Xb5Pf0O
1dZsp4mzPE4H25Thq4iVG+E0E1DYC2kt5QO8B2cdzDIgnDv4boLVl6C1tADm4m0NGwnM0jozyFvj
fcAccfW3oyj0Rzhz7P+ixr1hBb3d+dzv3rqbknF4Q+qf1/tbJFZJu7lQv/p5iqb7StquOIOywPq3
//8omx03Pr9gZp3novIQGyxqE79WtZZ9WrcLnrtEFYLMXYrcPUzYmzrTF93qm9S6jndunxPtMhC8
8ukDZfBkIQ5pdwu1H/LgtD5XVcS//K+fg2AGVY/tt7Bbqh97LUWRIjqxv7shCstrrnt65iDvwvHg
rEq9zXpt/8aq0dueVCcx36mpnRJ6zeKenFCvJJZ3m0gGvjjOUPxrrSEud2RHE+SImdF+YQdCfz6C
dxd89yxZxo1RYonAGbm/B470naToZN4TCVf8mZBGvY0o6Wc+gHDCLPZ7YEjt+5ab6UQW828VDd2r
seYEkdI2FM1h8VcXXUFZhVnbEU9PikjfE0pkOxr9wNYnI+V5/lZWd0MTuUsqarK2Mq8YAO97oMm7
DSEAyqJ1Cf71kSHml+j1/p0eN004iY7X1zZUjpNy93gw1zVxineb4kjMom0MKSkFHs7vez0A8Q/9
YkV7RaLl/Hsy0vZ3RujJvod+d/q9L4lu27tW3jzGg3QXkKqGWywfps08h7MVhpnW69xfxGIxMuha
+/dh7k3rnqgrWru3RST2nuNN2WkZB3TR9NA1+y5WesvGEonbDZ9d72Q8OOHBrMbxsUL1at1LS4Qh
PN/afFgGeSAQwcR3Xs8oAJ/zKko4sCcVXnPmhNfc8xF8eQmyVQNOg+Ek78P5kCQ6emQM6b4gvDz9
EA+1OI22u8ynruePJhyjqR8cvzNkmPVKPVqyjv6FW8OUAOFKVTw8vP+oGX2/IAu6IMUfg8CGIHCC
Qnu1RHEalAggzrkPwmQVRFr/rb1yW1OBOgR2dFZLnTFlIn0ZNigQ1Q5+te97aWwSY0nzCuxCxBAe
NitTiu6GGdRWSL/3FN1yX9OkMzKJNpA1exm0BQow6PyXHrNRsBtnb/jJV46xqxiRZ2S50zgmU7dN
klVWTAzWeVE9TsPS6reqRu93Z9HA93YTlW5p7K/bKQRVHr5YZ4dvqNrWexibfGkzVDN5sLeYXO+2
Dh5158zWdlcNy+Kn6CGSIC3B96c7gqH0axkEdInxJHMErWPA8Uclr3rotpCqUvQXa5OaeW1/h+0U
1Bfus+B7zqfqYSVA5y0Z+pC08TVA7Y5con4n39/kO98GcUXJZMdPYPz+eF+GXDyp0mVCVt8Ump+t
8oHkSegptlPjlvX9aosKlRRcPsCGHpBDxH0TXxjSvTIrHRiQbA2L9m02FGIfUERr+1GUhpOHXVL/
yHURj63OLR5JyWm/G/OmPjgjjSwQiCCxv1bZjkNqLLqc0cPn60M3b7P+E3Tb8ji5nomPDPe5sx/z
0SRoGK3k96bqgIWQvH9QJVRFzp/IQyu4r43XHW9dGfjTWq9k9JuTpNxxFM3DVXjFMsIeEHO3M2Hl
PSormP7j2p1XOmO8btm7o9P9KsRWoz8ayPc8ycReiouqpwHGs2+TB0dNob9b8xhqmSCwxj0VySjf
2b1bKOmlKh45BPooK9H4fqs1El+eKQDjb+DYL7/tyzeRd160K8CM+Mxk9/Aw1nV8yGN6JvbRZhfv
jV12pEWOSI5QDzV5gUiu40AtlqF/gfpI0nymOBgl6eABPg2oWhkf4vKzmapm2Ndxot7yKudQQDEQ
PCGORcjl8Pme2yFIAo6KQrTppHt/uJ9aq/gCYKV0166qjmDRRHHMhkU9XDx/W9bd0lWkOhKYt/wF
1cO4SWT/1uwmAcG9JxKN8FinDxN920Ui+6Wems5FrrY4JcHpVvuwJbX3OeGvcC8mduYLS5vLncat
Yo6uv3nbcw349Z+IVxru1RSxVbBmFuGhmkz0sZEYLR6WanMLNthGfgWrFU37JeQr4YytNraSaujs
fbRGI8BP2YjpJKakw0JbeMUZLFrIg3RCcQ09lMdw4g1XarOuoPzb1rj/WYufWMeiaQo+TtK79wKQ
2eIpnbXKtjL2+HtW1/1cB68Jj+j655PLEnBb93X/FM+WW+6HIODJjBFhfZESByw6F55EOt6UL5WO
imLXT1Pwpw0jFEct1XzvTiud16q2jIVKLiTcZ06olt31EaPHwWrH4CsyY/OnqhzzQUYG7vOw4+tl
TrM2ECyRmHQKou2fQWoyHd2wt9ja5OTdNWgGPytUfP1hhsaJUHfcaGdIuQkvI93ZCoE3U1slfbXu
EGcVjMVSNdcxj2a504Mr3v3cc9bdTJqMddzaG+VP9495btFGwZ3kUfOBgsfvUCM4fFFuFQZQxuwR
T1UwFlS5Vsn8n7EFpw0JTvFdbqOwPMzrHM8pWG3xldeTjYrWChzSprymXVNLwLwzPBIrpYpKiT0Y
afvZImREmjU6DX1DfkfizHDL1TkBkA6c8s7gghqK4jnnsUZcXlkAFYOWMZIWP5RkXE+eeyonx5an
3gmWxxBKQ+xGxD5RSnbKIlKCZrS+xYlEJi2CFdLF9gFen6I6t16QSyHKKIZRvBsDRydTw9Z6ISmh
luir5grRM4ZuViZGRYgjS/lHoqz9NRt1lPT8gQVyOvQP3ZZ2iIjHtNS5OgD+awjDZC19dglTmN8J
GVR/hJ9Hf9EDRVdPBwDJzsxcj06nCpMsTqZy3Bfe4rrHiO/gLUoq198jgpvOE2k54wNNW/WfubdK
+wExRmAuQ7c002PpqPgZvrOTO2W0+yRmMsgupnPa3xLRN5Ir36Y7rrXm6YECw3BO68mr7hCZjD0F
8K31AUNYojtGqL5zVchN4c5t89wpK/qeSc5N/iA29MaDQHXuw2fO4h7BPOCjmvzkpzMxsJKHsmyv
sZRS/eHWXbWLzehbp3o1YkO/um7yEoz5shzbwWnbTKMu9O8gQ/KnKYb/PyxaKmB4r8jtwzIIyH2r
72tqC7wKOIit9dVG/9ocWCzCg15LezncukhwiGwqNijWJojFGtJN7pcYKciL6aflqxg68ziFcaEO
Uz71EASh7nOchDZseh34PkiAsTxNgKAbXIsZ6V9qD0lH2H/D6fMxS7/W38S6c8+tbS+sbEPWVt97
8Sr7l6Ct5iW1FcMCwn1TO+lUL1MW9iy5twKcyknDEUab9G90FwfstRFMjAqahyK+tXsiirMPtKW4
+CCmcb0W0nDUkwiBNEx3bfFTYYwOGbqBZ648F95ezpKzEAJWueiOe65wwt+bldTtoP+e3RjPUd7N
2t+FGNYBfWIzldwafd2/O6MLrMOiCrs437wGSMn7sT1SWdfVp5zG65eC7t36TvvVJJmpxXxF46I+
VkLUr2tTeA6AVcWxZvdYIqGk1nlxMt+bY2dvqSTy7+NptuVxdKZZnlRX2WsmRyZhkCaA4NShFYkL
G/fcqQ+QcWMw9mqEWZ1Tf7MU+ZiLtDMPe6dC+4IUv6RnFaVleQ0aC06ojErBkxB7y30ryXHbI0ST
e7sKu451N1b8KM2iv/xhRe+jTNudE1fBKvNEwIfP/DaG50EVCDF146v7RHFbpIW1lmGKcFTnj7Fx
KgRD+eonT2VCzc2+nugluI8Mu9CO8o7EO49N0UrGjbAxWbmEbKM14qU76OauO7LBTs/B5KNPK3wM
16mTx64+c2wNI6ta1/2NI4AtRPfjyEG+JbHcBaiZ8kNAoRG6k8bunPMEOkHrQ8xJYmgCe9NVU/9E
ETzZnrI0Xt6oH6ZPC5jd4zRk4UtRYRbroUNqRiOdEmRZ1Y5p3t2qnMtDW3u2Q84il+veKlUAMd2b
mZtGFrTDh0LFHxvKCQbyJCxBP8SCtH9GN8A+0SHMrZDnApnlE/x/Gdt1tpq8DXZzsJpHUh7Ussed
Xundtk0rBIEZZXMvIY9UWiWu6LJ6oxY23fjeF97rel0yyFe0GKMVWkfDqWYOA0U55aHc/JvGYJnz
B38xCnTaUmWe9vZsfhFxrZ/nTo+sjRSdVjuF9D6AssQokwZtXS07r57a7TzzNAPmtmv+GfBXPnle
NL62A11Re8kXAWMYGYTGuom0unggJfcgWROZov4tYcHl6njU81aLQ1yqiBj/tVqw4KB+1LtisW2R
3Xz80Kacmt8RpgFvH6pxrglydgXr+LTQlxN3lM6mld8hnk18DgVEhn3Oim0QRfVocCbiZlrxapkq
0ucpD+w76U4x0JqDk3FA9wh2EHReeLUjTFh4G2bxQmf7AMMWyeG61CbipQal+q5zuwsPAND8u7zm
Ut0BToyvI3NHnnpjUj0CKATxvloCr36MAjW9ztKzl1/CKwv3PFI9mXxLEy7nZvC0BVmfl/bPClOm
H6QmEitD/e4Tee/UzXjM3aU+uoj1xV+Hfqrwn63spUsRBhCQKtzBoTE87u0nKhEA6tQ2BK+b9tr2
I2RN1sCxlb496tvtkVFrC/Ru6fjIT+mtJ5wQ06Xx2iI8hV7jIrKNtnbvgIgte1y6bQP3RD7jucDm
tPB5NGx7Dmj3WRSSs8VCWf9PFr79Q+Yg4iPyecPHHA8TUPta4GAUQE3JcZqBtXcTGTQjNG0zISO3
hf8L9MzRe0Wc+gINa4KfZFTYSZBNop52EER/jUrZv3Otk/BeN2abfs1cdJ9cI1uS+SGxdTvUHIWC
1GnDb5wxwLR6DnT1YNhYi71w+mbdUfltxfxa6vnkK+giFFFlHWay78E95KDsV13CcR75YVBCsrCo
Xw2S4CEDzXWHvUsbk9izCDR/B+yK4p8V5vKnlig4jmKIvDHrKAx+CSrYNqE39n8P2CQYoZrL9cPm
saYwuKLCeZck2/YokPmuF97uXn1US4SIK51NZ34Dk/Tj0YcgX1hQ/ZEqwjBax/dmKlzxMqqATP0p
CNHW+1vS/pe3vnPn6RmIqI4YXLM2Jhk+L2bQZGe1nfWKBLHZdmJrppcxkhg9uDvni/SNJJzfapFI
whjyrurE50T2poazR09j+FSGzYKU3Sri+8Hrxvj2wIwwPXa4iXpXeDopP1uxFiJlhKSNAfbGIV+o
4rdBFlRxrZAU6vNooh4t+xCyEOSxZA6lLEszJqt2nTPLx6GSxpOjVyYWj9mCH8J9WmCXxqOp7OWN
l0ubkxCjsI8FF98Jpgwh1diP7j0xp876baAP8j1fMkJRn3RqtE7TpO6SmmCTzInYh84LVkMfxQ+1
tunSLS5qMeFs23+jTwnho0vFVX40sHT+nVra+NAI4zoHl6jUnxm3+j1QE2LsBQRoH4gb08PXa0Ma
R/P/j2JhSrDmbvo32vH2XmukrKmjp+rVJ+9qzuxm0I/W6q/dUYYN8J+05pY03qAAo/M2XnRavNEL
ZHTRd8uudvxAfsto6MEgnT7/B8hSYy5xe1Mf+gHHyK6ueMiYcOris2xsSDRm1jnZtXIDbxERuPOu
6BCsXOYVnGhqB1DaxRE2NIMCl2cvFG1zEnBZ3pO25u0RkwXusnkM12vDjs6VbI8lt/Zgl2O64bJm
WvNbzJQVaGL4sBhMHrjtOBDi3rVfEEYsTeZwO0f3RmnZn1caLLGW+TySe/ar5ZGZVNSpqMCNWaxx
I4L9knOMhivxpgz9re1nJLdFblaPhXmLBSPzxalLFiVvtvKr4r482144/VJDDifn0TqCj1+0CNDG
mJPikFuu/WvWjGhpK/rpNcCV94QTHvxEmrz5skaTv9lAyOBw61h3u77XxQ/YHttUPRJD8m4zE/yx
PdBVoDsmeSjXZn3qt9Xw0NeYY46xLe0wq7mbnoFdAuDtCfvuMY7z4H31hLTeE+HljMNtFP/qOrV9
dsyNqCy2iqnLBAuhHbYkYNkyNtJC7bTDQ8OD2uyjAgske9kcVndFMaxwRvxMgBIUll5ASQL74E+x
Pb03QRsVZ7sZi9vvpy2xjJSLxwDLZAcpEniUOPdR9QoYmVcnUiXKL+wx9gIOJzX8YYBl6cAZIeWj
bO3gge6cCv0oUYVvbS2tT341ct0hk2vfuxunu+u8IvprqEn+12mb8X7ylBdk4xbr5meSowhuJ6g7
d5DGyn7XLiV8F7TNm3yFfw8KTp4xBrsRxFP9aN5MmLo87Bl/RekwqNW2uyOOzCDIWi0a401c19c8
Mt7ygvTWu0yatEaC41AWnKRUVn9yB4B4ptd48g+gCBWK8RnFEFSqSGCktf892l7DPUNaFpFu5Tw+
EYCEy1NgS38bKtv+4w3FehkKpwbUbODOkQhuyxPWX/WMXK3ogDXIl3n2S79/rzrX+pjaRnu7ibnj
0RlsKz+pwbLu0Xjm47sr8d1lBJWaE733gNhWa8QLU6LX8+srjJti8Lavcd9FyHITnqDUBX0iMiBY
7FPUTlF39Kpi7Y/+2ptlX4gJeWisxkA8JfSUVl9el+jkEWBgMfdaM1xmagmPiUWaxzi5v/1NuK/Q
OvbAzD2swbHMbbc6DRgbuhvZ5f6jVCMHQ1VifAYeq8sTosbqsV43Uz4BPsRlWm3h/Jd8f46nErf6
YqXE9FXTwa+cqAOnk9W2G/KIG1pK3GE75Vd+dFwXgKZT0AaR2jer5x/bkbL0Q1nQp/HlEh1ZEpIl
NJyzQDsGvgUUkE1rjMsbhQMrYrbOXVmfGzX1fzm6i7fNGy2zdxoBVaW8AZ+MoJ35n8UUfkU2v87X
LmLr3fnVTMjb5GzefnZVUGd9G4v4sBEBiZtiAbFvar5XGlO4gYNgbQ00b+tgdHVyxzvjVK9+oSGJ
a0yWMVwhA1Dev1mrJb/xbED/KIBRggHWSXkYRTQ+z6rrumtT9A4pTSOFhsd5wKv9QVr3PEKFgWHD
3XdVyBAf+AzKzYo8qPVpT0FwN/4pQM8XVnZZoy/HtAw87lqIE/EYIMntHZcfRS9xdaCYQAUor01S
gJXZ+LQYR6dPiMXmt8cl4PCAsVAjQhbFIeiJxb0pBKI3aIjyYcGUU6ay6f3uGAcK8a0JNw/qO1b+
ncNk/s+V0eocthh+Ie0JivkzsN6XZ8i5+q9bBagSC2PMN4eIWtDYM4YesMl1/1VOFcX4XDh0Ujxu
rk7XDUNs1rAX4uQJZA6x7CfRb2yyLbkgVRs7MElt9x1FeKY1eGu0Ewx817wYYyrRtK//MAqgIetm
P0hIuZCdPHsoJV4kJfW8lM2yBOCUdffPTHb85U9YHghGgtR1i4X3PrF8bkY1DCo+6tVG0lqEcvmG
1hb9CfFc+ID/vFoftxHpyYllHoKR0PltwkU52j/4zgDH8CkUl9bGS4IQ0mma3VJ6i7PHwIopMxrD
+OqAvjWHZkuwGpJAgMbPd2L3r9qc6Nek1fQATwtELmNp3kfe45a3PGyvmGEQu8kJl5RoPTgLe62r
x3nwfPuwDoXPUVJolPYl4u6LFXDjZLSF6UcSwtV3XDn+v1X19XVb8QNAl/kdjB6mx38Uu3lvHnsp
bCm1R9ahikbKt2oDyuh6cmszM5H/jV6xQHzDD8hui2Rie+Kt1n9QPBL/P0iYqFPtqPDEAECQguws
3EjWINEhkhYpsrL33OArYY2aMlEE0t35MinXkzdurjnPTS0vMrCrcldYMvJPcN9duyuIGiQ+orO3
4TOgDcM5IyeHdyfdoEW8hGBuQArCg5/OkVzu2PKq5OKwIg33Bgnyc7f4bUgSQVtxn8fMtvvYJpIv
FcKs9958g2AcMSdRNg++zx9iRbL+XW34WI4A4zzmce1Y+oVMIr/b+blIrqVl3QC3PBSPAX2Kf21E
JDb/exVd7TIufrMJJFsazXkTnolqk81VNaDZL07VW9VZbrrashxFPwJXKR0gImwukRCqftL1LJwU
mKb73SYJtJMvJSzi7NBAuB8Lx5RZjdv8ARModkXWSh+zdjgvd3gs4d4jBg83VW47IUmdIoIph7r1
l8x1ljrg0qSsdKeGydy5+VD9uPHod19RuTj/LfBCUmR22+dyj/eofIiBt5rj3K0Jqj4KEJLdyEH9
iBjDc//wPrX5tS0794FzsuRw7oJ5vOs4EDA0Nnw+564BWvMuNUFU4hzACT7O5Wj+i1Aj/djski8j
2Yr+ftnE8BkPVWH2pT/K+UUi+M5KbLe49ntaF2U8RcmFssziZHftDOtZ6HJfuWQFZxGK6uLg5X7c
nsFcZU/rdsLpy8+vF8atuX6fksEeH5u6EteIZ2eFt+rBGnJD7cVxAgQmMKqpm52Doh5PHoHwH858
Ez6iRE/eZYyPNw3nqP9dmNK/cdCC0rEupAZvl8AiV6kf1MV/nYSSQT0B9kmfBnRFxqWyvHYi5P2q
BHbM1OJc0+dc5OYzYF59KpymY3rw3fkncPT8tgjKNxgyJ++QYNH6LXQ1tBniMetky6H+L9YjC3nt
yTGFzXLJUEe67GUlJLY55H5VdhnlzfYniqfuPysQw5UnoudGLEX00qrKzq8uxQdXYk0W71zEpHEf
UM5iiSQmaHohDVltGcY9DCmKPJH8yvaE5CZqIfzTFeJhSLUbTh57UBd8Qcol5cnhsecKrKP2Axhp
MHcF8rzmEFI0aoh7tOU/BvfAo6ggcW1uKZfUedwOsX/SbEDY6Ia+wxLiLoW7E+KmVusq4bR3pM+Z
+VAnoweDK5vuuYWFBBpyRIysf8mD7V4KRmjmmSn0zrJ3k46pxa3zwxoAVOznyHEPZHbF7MVwEIjj
8rbf1dh9ae2sxxWX5+pa53lmQNnPI/RUaoOPoCigsIKgCTN3bFskJenraG6CcNfltiFJeoiQU+XY
wNBnikdKZeGyPLFoomhmQ1NaS0PngVzujbu2IfclJXJO/57noXnLB7m2l2aV6+NQ59MDczBkpee7
K7LJwe/vcnSjWKytfGAI96zp0cXp7+KrCsx1kF2yfeD+3x4ie1Qlq7+LcpphVgO4bTFGcl6JlyUi
COlghRtZwHwrcUTEC6fQRcTc9sdgbJv5YEE1ctkipBN7cgzaRzp/eWm5+vwXdmVfnnJFqgkZXL38
1E0eXTeH4z5lsG0/ek+094bY5S4rmnw8sIXFGNkAec4MuiiY6q4jSZ/2svgQMIaHLLhdCG0dRf32
ozof1YTagj4bqzx/INBkLO6ACoNS7HRrJ3ys3nxYdRFcFCZvvlUotOPSrL7ZD4gIp7QDLgWYryK3
/XFnCgauk8DwZlKr8pfuV0PEyp+291CPWaOzuHjaibyfjR8sqey8Ljow0jH8CEIE6pRswh66rF7R
JULQO8W+Nbl97ZzwZhXC6CcQ1FseMoSb6nFXL8jO8cC5PijtSNJgqtWyBll0g2EAZvwc/xw+9S3t
USKND9aKVuRR1VH4rUblodFnQND7zV8S+xc3nIovC8V7G9Q5h29aLp3GHraEFnqIQGyXsIaPkak1
m9E6qJ6JMBvtnhNcounc2Xj7i12CfBH7MHfjbqli8wBenvBi9cx1B13jU70lmC/eFTkV5eKAAz2S
w0ronzycxuId5Wg5HAKeo3w3dj3pQjHsFub+etI4bzEQlk9T7qoXZEQGPyy7YLwjqyP5489TXJ+j
rjQ/7bKW91NsQkJ9VBs8Wl4QuP/V5CChji5RqqQKdmPKbkM7S0FZYzzUZg1nEgPmm4tsLcLn0KYK
gEvdUgCh7jQMz22Ne56/TGIbi8OlGvZx1fsv+c0Ky8Rt++2eHdbHnTwgzcDBVHb2M+IKpHHGLrqH
m+/ovLRIPYBWWhCOVpfYm/qk6gdWbxlVR8YmfA1euL6GinzU32uBA8yYJG6f1s4v5bnMSy3/zhao
f4qFAnK/g6ceTuhzo3v07CPMWO/ibUiA1YCB8oQ3v0U6+Az7z2Cj3Yncn5BAnl86wj2SemuwvoGF
+8960st3BQv6Feab8h68WmyE2bABA84o2TIFRM0/pyjWvzYcTp6O2zS81vxAN1QE9jerS9yJ7GKV
/Tl0Ue56KRUtMa+m4NMaKDPVJhClYxcg2mdOgr4l7ngniMyAkQDJ2DsF5UElot3xgHPIvhRb6FTd
kTNDlxeOklsjHCLmcO+iI+TWtL3tG02R2TIKmOP4UtdAkDvf18u1b7m/9rVbFz3hVG7nvYZNX+pL
LPPpvw7mAy8UgSofN0drRZRCtTxwIjJvRRWX80GXLbCzHtjWSdtAZ7FHbVW2v0tLceZOttDJWQyz
81yuxC6eHN6bIi3W2jxYU7JOu4ToBZaMYGDyH3o9mR17PdZROIH5f5ydyW7kSLZtf6Vwx0k8I400
khf3vYH3LnlIilAougkRLfu+59ffxXyTdMrhDmWhRoWCLMxJWnPO3mtj3dSBD6P1z7PfegBycJW6
sdVsZUZWFShvH18YM/EofxnKPzWIvr7aNDRoCoQB5HGzsQN348NKCddRHA1POYkBn7V0nOqPjeQN
4S3li0cVWqTtCxf4qP1sK6TpWGCn5kUD0/OZUs/s3S+D/MnzY2ZDm7Q9QeYoCdEhqqxYuVljPcMl
hEHQh9HErsDlHj0kxgNn7UbCeXT1psIAPqD27egbhHl9Mm3poNTQ/eZJeraqdjqMis+EUarv/NzS
OpjeJLiw1/hWd6KKB3VAYhvd6aSP5mtZWzpFM4oDgKEa1L7riZh5GuBce513bjJwHe5yhz87KjU6
92U+9qfc98v6rg89mw6aAyZmTRHJoTRC5QELLP8LJSJ69PkOHwAuoY7sqXCNBaTFxRWLqd9wggXd
EYwGX9vY+Z65iesAgW5b+UgAKKVyZC3AJqMVgJembwf8QHvUFqXaalj5OBRQ5RMbDJZGupoyEzO5
zA3xvqw9nNgskfkW72ugrdsWjcI6rKfJwEfkRNWh7xXrS5TkfvQz5W7VwNwhcnbVjX3xNRgnNz+g
7TPVSjSl/zFUnf/SYYKnd2m5jbX1w6z6TqmK38sJ4vprnQhBdwhTib3CR1SdaMvTFWiqERCXIYfA
2eMtLH/GLZhqYB7O6K3aMMP34eEUHXdt3vXvJzJmvZXIUOzCPEnjZ6gyk74Hz44hzVM8hrvE64w+
YV0TM94Y+lyCLkmz7hzcwcVdmNggCDJO8/WeW3v0PNYs72sfDVvDH6CUvLWx8ve7JAO6snJCYHAb
Gbjec5uKSH/U81QdUQO04RrOjr+DwBwnhzELmvAe0R0bWo2SVdy5QG3zFZ2zBn+GCz8QUZLa042s
qpMOYE1fO1WXf6x70/2oY6I2dxUfzmx6z7V9W4Slv+f1nFf5VqtYpdsi3tHVbVEPDYb9uVYpMsN6
0BAwdSbfpNsa5r4vW/QaSWikzr7L61Zteiylu7ldi88F++lcoTQphWJwFMVuaHrng1bliD5CM2uS
jYtW/+sIucveJGiFP6BEp9vk4ThGik50Y7VqC8NKAaIEaJiHqsLTo9EpcRGZYsvi+BVyURssFITY
iwa4bLOYMCj1Mlo14Nh+deypL0M+wRpAgGSUjz1jPegT/okt8AzNZ9ykPoxYprR7SrRSrQdc6D3S
3Ng6ehhU202SBRRMWTl6d4V77e81uHTCpzQyKHyWdKdWOr1G774f20zs2sSAiQAfR5q/a9t0Hpyy
qXra8dBz0MxFdaGvcC/bYh16bvueh9clNDOy/IdLDvCXAkGPfWdLLxIHUMmjy7HZMLKTHNpJ8bVZ
xjfsXfYndvhY37YoPrnthrr7Q680/Rk4ALffOu+pc6QoeyuMi7/csp6MdQpOpr2bPF/39xSx3d+F
KorgqEvhAz6nCK+te9kW07YkgGg4AZ2Q4YYDFefgNO+qz1PlmcGq0pwcA7MW6AhYHIsze4wGozvq
Km34fNwkHXYyx0SwKXyq+1tlQfWAt0fwLt1/T7OfITVgvlA+6tvdRGmRop41mEedEnBBI8YEvGbB
UrxrSfy21vDG4BwMQz0Q6idMhyUEweL7qBwik350S507QCZ8Lx2M7fBg+UQ3ER0jwH2GNnyHsOK9
SKVl4QE3mfGDZhFgTo5nPRjO1jC2I7U3fa2cus7pc1mYh+MuhjcX4JNhLxcdgVNWNzOoEQ5z4LPR
e2crEMDZHxN7V35nW5zN1lHK1r8l7cueKX4BPk2+K5dLP/yR9oXDFk8pJ7Bx2pijrUdfRanqAdFa
ARDFD6b0SbpEQu4HTsG84dQF0g8wOnNqlZNJLSFmWfiiJWjOD8hja3iSqU1BkfSRDB12ZigPr7Et
eOi9zk/9mFS0Jo4cTEhO5zY1xHeIdsScGN3FoEetJHDw9TqAEzBl0/6b0pKdnMVimu7tpM3wiqRT
4jxgnW2yBwrQ6qtd0pL7qEGBcbYjdTsG1JB1AbaYCqxRMommvcKhSq2sDf3yh4vs8S7FvDWekLmJ
aS97fMP7zqmq7pF+qvfY5ir+IbKmDj8gAke3yDs4UqLEacwtopTEmIi2s+xvkpJ/dIdjLow2depz
ooh5gDkGTwMpWFnnjXYXGJ74FI/Edx7idog+irwBcdDleY+NIPbxCTlOmNzzw3RPbp3n4ZbtJ09/
RDVnnm2thVO5b61wfIeeHPT4qFfqSxAjLxz4vvls/aoOkMDa/vCYzepKKlDOBwGeCruvIaNdSbW/
p+VCA+FD5ivEF/gI4vYUu3Kwd0JLs/0kuAHh0RUlSAqexr2uF125hofmqm0XmZ2z62Cpote3oPVj
u4ja7NhLp/oK/bOgRSHpXx2yATLktq+52BwioBDbMXKb/NG1muyLFU7xZwdkIHcg3Rs/jlMU5Sdj
QE635VjjGFvfQL+88YfJ9zaNM6LCDAAy8W34aLWoLOt0irgI0t8fHAMZYUpYdQA+aLofAAi1+9z1
Y3PN7xd3eHv9gZc1r7IPiRb12gvyYtJ33YistpNNJqa3RX0cuPTMBJckve+z5MAdLq7e1VpZP4lB
Ft22a/ouRKUQBdZWB3/5JUaZFe7s2m3aPc2VgHBblwvXUBioPGiSpGyEkxZ129Yti5OUeWHCkbGn
ZF97g8FXbKHi5d6hpe33xh1QXxUWDEAs6K6zn5AzBivuEwb3yUlPJfDHuMk/D+xJyD10rUlXGIQy
umfU5AdcVmaUgr2w22KFpFUOT5wHjWINE5JCrhPn1p0RIfA+dlXeh8eCZ0GZAOlrcUIJ2vfbCRXT
u9jpfOuxb2I3ftcP4UAzOq6HPfLR8FevabYgtCvioenGZBypngF7MlQ2f+C1Zv3Jgq4cHuj92tWu
TtLavRs0nIA0D3pM4LTWGn+rg/sEhFWb4pOWWy2VkEk1bP/2SLEHbk6EbVSFDm4FK509ahrRRE6T
CXiBE91IKm+Grz/Whev3cMqUbW0LON8sCQ2nrp1eUDOCWASYb5Ja/wu1hvUnziv8104aYTuWeT6+
w/cW/OIUUqSz7b3ZuP2A/m9eyzdcfQa6ssHgf8iriPou4g0qgqISMqLJllW/4ZWFP7hk0UDyOO/t
bWoAwQm3WE34NuqzllSOJmmfwz7nXtcE0nsfl3r+q2/wH0NywFi4jfWa6NcgnShq6I4OE96m2unC
cjDAbDksGmxE2Bs+BWmZO3een7efpmyanoFowF/gNP4bs1TO4mOTbwyEoXYPska9BaxnGj+KuLRm
McOIIlDxdr2vZRAdiNTyn7g20YBSDcb5u8SquSfN1LF8DR4MjIJZ6Vq0cppOt49FE1e/2rLHImlU
2Orh0ZZ4lxyqD+NB4EYoPhUJENrdHBD23YqHpr3L+Hb3uJW95n5osvgPFcVaIC4j98xCptGAH8WD
8sftcEtRyUPpy/frc/DunFSWW6B0ubuqpJfu3cj1iYlKKYTcDVGU6DT9JoO6rYVTAdVMET/AKvOT
ByA1LMV5F3PKVZKS76ZMuDLOl9jOu3MEjcWtMCY734rKhVlrZfjoViY4WfSZuNubh5wv7ZtZuc2v
0s69E+Afgaq5b9CD1EWpzxx5bjac7VU8bScn0N/DgUb6VLlJ8R51BC3umsd8qEGB0cDnjvhNoH+P
N8h4ATtDjgW/PnmFHm+1WKo/PKxKX2cwuIOjGQ4G1ZoCDOLas5LYumera/09PCIz2OOi5BHw/+wO
TpQl7EyWtOuThyS6pi0/eryCdeZ8DjijVAdfgLHWs0z7bQkvng5T1obGbojaKZ/dNOl7FK/UYs1e
a74LCEESmUYz/UlTMHvvwLdUchd0ovkJyD74zX1meAiRNr43+xzbX5boxafY0eULi577ELZp88XF
J9lufc11sMinJm6t3vjsc5D8ZE1T3698OAgN17QpIt0cDvYxRtWEIi4UJtu5GJt6E3PPwNXuOKj+
m6IFy+yZnvWYILPXWEKj9if3ZbqXSR/q30M0mt+6VtpfRdGRF6FHwI64bPvWc2K0CKNyMnzZpmLV
38PHUnKdUJjIxVdaYql3zHPf6bcpZS9zHWFernZUubTnyQunb4aoqmpDQLX1lTI5rzmhRNyUAM9W
TyMcAxAGAFtofSNHejR9CuErDjEGR6VMDx+0Ej3mym38vN+6mkqonNEL2tRV6LQ01OlAIFc1+t/m
GCVPhPt6qJzZwiBVeWaNcM4jcXlt2f0QnWBxipem41ygdYlHkGw3ULoUDn223rIzbe250lUPzuTq
UDdrS3xV+Bzeo94JgnWMHJUA0owUeVhYXnugI4KNPys15zNJqra+0TgD7ihmwiJqkw7YCCFPQ7DL
2PHQDaDFW+OOqqItnjDqmFYKiu0DcnuBVw6aCO6zoqVzPcytiIwmL1aLBH9RPxl6sw+QFcxEgDrh
zhXSA17VFr1ByGGIx+7AFxp7SYBr+VjbEcAH5DmasU/0gXwljwKkRB1eqPRTq0BnoWlm7PeVqmd0
bsq/aCyr5pcfAtChcdfrxR1nqfwU9Y0OYGPoi9+j0sTJoEZDKZ8G+TsZG0W7c0YXZXXMBytPlAmn
aGPJwmXVlezYD/qIZGI7paGW7oqkdT5zNyCWTVTgFlc0lthLw3EC4VdGVQMshhNgv0udiWO3J528
mnvLfrixehwNGzMy5javZnkvoxqTP03GKf2PpXPe20Ei1dv7tARwswLyByO/K+kirsxoytU2Izay
p8dA6WQVhKb10gdFTr/BMajtR2WIhZx+UPFrVFM6QGeM634TYnbtVtDISoscekP9TtH43VdjLf7M
wiJ/pXfcCVh9qD6sWuiCs+cIyT5I2NF91lO/i596zWmD+7AuFEY+TPx8jhWm1zLPI2xRld/sU2Jf
AYqabsL9U5umHyElHeB3eaXvcl81JiUdx0Qf2ABSfueVcHRWpLfXyaG3LSpa+NFEtfIazXoOwQX/
ahRMZBAubv8Yu5Xnry1Zs8J6Id/vzgqQKuySyhqt1SiL/AHaLv17DT4L/NhBfFa1rH80YMhR1Bgc
Q/eO6sTviDSj5IHdNn/AzER0d+0Jvd1qlScQSicYFJmAH1H/hNJ95/RN9BH8Cf0okHnVS2GWBHRi
B+p+Qugq81VHQOPvysyFtwE7QSMD4pnz1CQq4HTAagvLrjSjPy6fIPRfo4voOpm9OvUcgPEoBa39
MwVh28Gbgp2zSrgK2isoTCwCWSL6Hsd9hZ/Ope16N5UcN7h6DZwMYPOoX6pG4l1HVeWtjcRj98hl
Zb9DfY7BBSWS+xlNeXAwqhAaT5X2WJEjCyD3lueBJARgeYNgZ3Dsuc0WoLbQZRlnjyItjJ85moDi
6AKMTGGU1+IXyR6aXI9+JrGMZqqJ9gK1+oPpDGmzdw1v6tZJRW9zO5KkI/ao7sYH5QwttpXB14dN
GlvF98T3w68eQsYXU7kDoLeh4mP6RZqhSPewn9p6pVLhC8Q2bfs+JC/CO0RVHIdHtA6cqRHZNUfH
zHUgUsjHPw9Z6Hx2QOtzfum6AdlL2kGZ1qfue5hKTutTU6PeS0yunAgirY+TY9oUM8FyYUO0iFqh
B9PEwaOm6daL5iZ4gbXYTOY0T2rcLQQDhVYirRR6YkpO8zGAfOf82WomFsWiwGlHt7Pu6p3qMutr
6xcKe7kxyY9qQlBIYoIvthF9apQasDUMes8mt1O+ocCCN4rRYoMc2cZ0WeAPXAkaouFWH23KTGYH
8nblpyytm4Aa2LaHz9Sy2tCpX3c2ou8HdCANvDKaQJCtBSYII1wzlltuRdvHyUcf0ogH5nqg+Yh2
0u228HbxHXgqHmjHec6YHtiQQ39DOcRMDlKiptsWRid/wP6twkMhAsTYgd3IEzT7Lt60KPhZ3U3y
IHjZNPlFr3z10eNu62xlqk8JEiXsbRtpo+XYoNrhmIqDMT8NxKV8StFD/GjzSsto/TnmS1qPHZQM
vNeUJ/xC/wJ7PvngdNXI9FF5vXNBUVTkKN/HyXhXCjWH6FCE/5Oxto4o3vLAAabYFdTcQWCTq2E7
w0vatcOXckLsrjlRjAS5nrr7KhyoMUtThLBw0Xe/JOjwjPuBDAJ8YZyxZqwANqs9mUzVk94ZvCA9
krqPYyFz4gpzfiU0Q9iXgTT26Klgi2PBUCg5tR0CI7hSDSGIz+DnfOObpWpq5j3RXw8Bq/hPU/eN
caci4NTvNNwl1IpH14lYXiG8UwxMpfNkJgH2gxYDR7mdjABbZRSMctz4SDCP7ChtApA0Rzlda6b1
oU2tlp0sYXMq8JC2q9AotZjzpKruVBe67ibKAptDCoQYubWHpvs22aP8pAdjZmxqurJkdHWlw2vt
E2i34ZceqR5nmGoksqP0frSEFBRZXK/5GvTYt0+cV8Y7/MtGs6skNX2fJQGLPe17eODYefMntJ9c
UWndBi8dWaEovltfRhvaQQ6FeY+ax4YrVfxFg/dRrkFWjvauoMf7JQtqNQCf0Ya7v0ouJtyG6DLZ
icUuI3JAHV1VAjH/qwzcvi+zhCQaR6biVJEj8kPqQUQVOBX0TjoPbwJo7lL+9BtMp9jQkK/BKej9
D4VFR4dUl4hyX5bCaKAMIxqELi1cwG+UxlvnqayCrH1HK9vgDJ9XvvdRbwcxbYxwMo94jcIUp00Z
ZKu/3F7KMeNst0FbE93TV3DhhvOqx7u/9IKKRUGBcBPYnvpFr655yWQUzgcoZFgCZ/Lnv6YJM6Po
JO5fVRsex1qBWFFD3UotpEjV7i/Mk40rbC/Z5soI5Fqwed6JmBCeQ4SGebwRC3Uhz8iYc9X4K7YA
VDFnDv0jGUsXPnAXWTRrNEkjpCkLkctu6JtBHobWT04TGrtvoxePR4fCwea//vN//t///Bz+2/+d
P/3/bN3/ZG36lIdUvv7vf12KGDLpfXOYN03h6ousw54zjc1ax9UHdwfSJZC0lPPc++ujXIpNApVn
ImpEYeI6iwhAPxorIoO4PWkGzVUojH+0tqkeuGcMd9dHmjO0zhKEWSdQnZtCcvex+EHPf8w+Cvwc
phaRspUW3vdTa+zZTPu1qZELYaXye6V6AOcEbNzXVvvz+uDzNBaDz89Qt02iXhVd6fPBy6DzY3z4
ZEdkVXQsREheJaiOXe03OATNLoDBEyfb64O++m3p+tH5YziBoM5wF09wGou+CSxUb1PdFp+EBIyd
FaX2CA4/fGumIhNzLVM6Er4P+WWLx0izbGjIN8BgVhT1LrPdbINVtdkMHqlKb52VqVNT0S3bhEyo
xCLky/SMroCBD2zSVs+VGyXvBln+MdMufXj7QNwlTVLodX5GsQhlS3RlIWyCFgAnt14NVAQeDVbV
HT1w3JnXx3oVAMdkTIcQSJecPQer7vn7gcOWwJXUNdc2tFFY0qOximVOwwKV8IpAjO6tH/c8njs/
LtYVA6/c+XhR0fiAzhivQo2/h/mobc12St+/eVbkehouTQpBacNcPKq09Cd2c4cDJ3Fkay+P3B2G
Uci4jQB+Inv1fH281y88aG0bb69r2HSElp+4ruGDTQUavES09dqwFM3cEjyR2TvTp+tDXXhguCsN
i/fd5jc0Fw+sm0sDaUjcxJQl6iUqWhoOdmH+aQAU7tGrBm9dJ22T5HO0fJQH+MCMeer/2Ao08gDY
IFHRacB4D5OfcyJHQrVm976Vx3jhV+S1IMIORJOJO2bx1GAcNLNxAeAMHNADgS58AVRn1njX2rfG
EDIrRGCsU/zX5c0/n5Xh4UzBQzR/y2a50oxQHD0EhJUWmTcWqEvPizWDtRCpLav/4nkVBiLDIWAq
FToGHLpcsHt/iPaB1UNcm8pod/39uPgj0jU1lbJcfsrF2kvWR590Lq9iRgryfuilvzHJDNs3dfTn
X4xkuBLUiCNsNuzz3xCTP9k5NsbwuKItP7W+t61yAuqjwa/+zaQkdkrBT6gsuRjK50hv6uHAKtUb
cPIgBRwtD9sF4Af7Rmrk692aNwOsJ301BIpk2p7PCik5ohsPpDAsnAwxcw81Z+dzHqchT1zon76q
kOs1hkYXZEKXfDe6kgvvv/hpHeG4pu440lkGtOdc3rNqgPNgeFpJBhJuc4qV1UE4fXRjQf77b52f
EPAvC0IslKD7a+iL44nw0yanISbX2ZQFX7SKDs6qGYg2KlCZPYogiZ/CqjLvaY7VJ8LwxCNb7rSl
1e4ckeLYv8e46H4jy84c7vdos+jux4co1CnuathfbmxY85d57Z+7eD6ahkw1Vo5cx/Qr/CygA+sN
RB8QdLEF1y7W6diEsIYBhVx/Jn+fO6+NbJy/GZBRsLj0jFwDb0TwAFkudR4VhbN1qavu3p0lARQJ
/niVrE4iTIND2Xo3/hWXPm8Wf56XmhcuZ7EcYx4yI4m6B6cfbEkvhDFeI/c/Agkvbww1f1Sv5gtA
gS8cGbBSi4+OkkvUYt0z117zzUKjuacpk9HWhSNbABG6/uteGkzOwaIoPbA/GIszj1vEjTnzb2k7
Zr6+znWzOGl2VO2tfkioxZu4zm7MT7/0WzpUCjiRGMo2lmnGLh5rThFkcAJwqWH7kkWAAtsrjjbH
9eNI2hdiFEPtwAX2TwU7BR0uMgG2lEaiF81w1f2I6rvc4J8Ru5Ji+f76bzJvDYsHgKlYB5/iUOtj
Czl/4bL5589BaKGKw1jplOjtTVpv2+ujXPgV2JZcDrRsUIYQi9famwa6r2AP1vUoQOqaAFJsy1jh
vR9310e6sLSyfOts7Aa/uFSLdzfpZYfajrMf3aHqOAWZdyzo7qwpo8wtCJXtu1oPYEG62onkkOrt
iyoHatY6Rc2bVXXxiqUDzs+wD6y1q+Xa+0YJvBViLPITluvky/WpXnidLSKOTW4KvFj68gKNQhIP
cMlYCIXnFABJTi11OtTUU4mxjOizG7/thaeo2Bl5hAR0W3Tzzt8VQnSAeVqU9BGt1XdlH8P+Kxrn
VBmOe2Oo+U8tXkuGcnWDYw0352WEMyk9NcFAHptxYtMCSuqwBVEaBkDACVXb9qYw3pGMpd1YIS7O
0DEcZaG5sSx9/lr+cRBFxFlF0JkgomG62FHnREVSwETH1ZEf3vz06EzAI+cbdmxwo+dDKQ2WPPZS
DrmTJ57NsojoG6A7PuCqjF10eF1p3FiMLs7OVdwq2fN121nMzpKNzhrICyN8vym3GlCxd5BNrGgT
Yi1/+3WFX5FHqBxlSE7A5/NruDhBg+OnhKyiUBpxzrHJ695WBfLO6z/lpXmxcjmuYRIHa8vFvGIw
2jn6Y2uN4cwiYAj6sJaQUdsiPrzxglzaoOcvgMsDJR28notp4dUXqm2ZFiFPtr8unLyzkAnY+QGw
vgbDOAA5nPRu1nNPG/vfVVV2R7J8qrup1Tmcv33mir2M5jmLqmUtlps6IRXK7uFkErprH1ocULvB
rV/aHlPsvxjJdeFhoe9ht5gXo398GdzeCCjlX8Bp0SBQAHsYqCMD3SuJeDd+40vfvj3fz0hVo+/r
LDaLeqiQaNXIKQrkvkd4jHTZSK/aVPRw7gBHa0esic6/+By5X+C/ZeWmRiHP5+fbcB5HwNkoihMf
py0yjDRQ+tfRTA/F5Ho3brwX50j7yDY5YsGzXDy4HI+DY4xwm7wwb9/boRmtyeCZDhA14hMuQSIn
YBW+/ZrI2i1naZXOsU4t5jiBoENfB7o9Qauqb2fTKDrBxjYeXMb+YYVB+PX6W3Npmo7t8G7yhipW
u/NfFRKa6Q1wPNZqtOqXYQI0XuXIWSMSST/1gZOc2l4bf10f9NJyQF0ZoqjLdc60FsuBqDK7NHtI
CVhhhk0+auNaJRoGAbrF+zcPRd2TmgxVwbkItPhFSdmenWb0DrD/6puAauWJsnK8S0qvu7EjXpgV
ZXJsTsLmzsgZ5/ynbLEvYcqqIcW6QuxilJX0QhIF/tr5c31S819a7L3Y/HgpOT9RjRGLhzYIz6vj
Qq/XElnJQ0Vo9YDXMyOj8/o48zv+ahzJJRirHGUSa7GUOnaZxRFoW/QulXvgW8n3aqgVueMS4NSk
7BfZoVko2A4JQbDjH9eHn1es5fC2UAhLaJQpKjXnP6hTZa3l25IvXlj9s+2J6QOqbpClTpftyjHT
blRcL3wLNlmnVMipcUlnuYK2aBPtIKal6Ew+zqM0t3/novbXIe19ACZzPCUSyA9vniRrNvgXKaUQ
XCTOJwn6GGg/Wu115wKny6FEPCq60zt4kDBNuFHeeKZ//2qLX5VNkffTkRbfoL1YvN2kH2mT1oDV
2jj+YQWp/XNe4n8IG0sn3qkKPrseDAEWpgnTB2ou/2NKBVJtrk/89a9t2crlRCE5ZZEsvvhcMHOA
bwoplAqlGe8JTUz+0JIgARUDwj2oBMtejRhszNX1YV+/VJbNZ8r8sYUAbZi/4n9skwq+cOgQqkR+
IYljcTajTIiZPOJn+c1LGN6Y5cXhdGfuMbm6y6Z5PhzIQh3rEiKnmQH4ER2PeawSfPGDNmDKDnIw
c2+e3/yLkvOFCV5njucDOmqmEud9jf1Hoy0ZybR5nlpTHSPL6wnQzJsbM7zwHAl0Y0ybfYRj62Kj
lGUXpqQsYf100/oQygJ6PdEOG83z4kMQaN5x0jTj8fos55Xn/CWmps96zhWHWxzXq/NZUqDNaSPx
qZLpgbqpGggZjDnx2HpR/FJBWf6Kmpr8AExGN76f16v8PLLiZMB9XCG/Oh/ZhCw0VqXFhgm/dEvr
2T5W0jFOcH7yGy3DC+8OFVxdUpWjlMsieD6U5hlREZgmEocCZmM1jNMWbzVi56l4zj2SvK//phdn
xhOkroS6zrQWu0qc2oE2hUhPsDhnu5wTJDJ/T9uBzklu/IiXHp9OgcdVLm0nYS9e0sgY8HikMz9m
wgDYVZq/NeHuQPiWn2j8GnuARnNMwqDdONXNi8r5e8P5iiEdl2Mkv+jiZY37kWSitGqwgFBf0kgp
2oUUPm58Eq8fHPcPyse8lyw1r77BTodJgvG7Wdd1BFIHU8AGCE2xg9QJcYhkmBs/pz6/Cctp2fPl
jM6Twel48TlUogCS3MiGplNpPkQJN8ggygg1M2UZktriVXtR1JgFlEgPZZmCKg3dZtt0vgTr0Zfv
BFC1l+uv0+tnrOD3GZTy6DyzgyxeJ5TXPhY8nnGdJtAhOhbZL37cDHs4Qepz0+DEPEQD7sINOm5E
ltdHv/AIXO6ZnPr4D76NxTLv2mrAl1vS2K+nbz74YxovhEyPWJpYAnfXB3t9TmIV0mnT8t1Y0li2
n+dQXICIpFMIpN0HArmA7NhTf/BSInMprNnH3E+BSbZNE20tpAhvrwfbfESMz79CAWRffE8JJVIB
4KldO3H0iwtR/Y6Edg+QbGy+vz7V1x8QI3Egw0LK3s18z9ektiSaL7bQ2xhDhuO4DJp9SLvzxgt9
YRROYFww56MBPYnF0ys1F4y28PhBJxfbL+E/d5oBKvX6XF4vePZcgpxng72F1+V8LjnMWkjSA3jW
Gec1BrI7Kj36Ivtp2v+LkRQnPMnNjqrZ4iTbAS3DvdIT7IoYmTxT375LgQ/D+5DJ8fpQF95Faudc
QnQo1XTWlw8ocIilUTM7htzHGpdEa+3Mwejf6Qb1+lUq6/hjOuLbq+2u/Fz36u2VZOhzSIYMBAqK
TufiuwfQS30nRUZFeGF2oh0+bfMeLmUsBnN7fa6XHuDfogX378e3bAjCgOlauzV6cDwlNqkYMxne
9+gJ2uGtzsT8s52vsKTjMqNZyCIASi/eSMcjpEofcVuWcpLP8O6Kz4WmjM+Ghr531TWOu0nzLH/z
dsWoKNe4UOrUzpYPE1zPMCS+2a0HpJT3BCsVG713rX/xHRBwRx1w1hPQyD3/DvqRYGhhgmjHcQgX
dJKwWuVUrcnye3uRiqlwn2T9oLFKRfB8KN3AsYzIGtmTTWSJDaR1SxKetfIlOJa3vxxzLWUWEdAB
txbfnFHVhAJ1sluXXj3uJxcydkCjeJd0w4/rI11arWjEsc3M8iqa0+eTUo1M3SkhbaOsivbYVNyQ
Mwel//VRLr3sbKjSwlsLFdNarFaF9Cj9RXgvS4fYEKj8oKArqzxMTd7d2DxfDcUkOFVzEybkC4XJ
4pQ0wVmqVUu2q7A6e088yngo+5YaAy6k7fVZvfqu5qH45RRFUk665mLn0gjyxlcE7ijOUv+A/NkH
QdQET2Sy1V/dzsSSGpHYkd+Y4YVhFadc4oXoIrDNLFdJWtm8BwVZmGwBnKqbL8Qm6vskjY3fIFed
HAiUVb71O+PC8M9BFy+/BQon9YNhgmWXY04zCNiBytHsxrDvDtd/1gtPkE6eywwlEhrxSooUcgUy
YCasC8CbdyiWIXPa5LkhADdvfGevznnzrJBO0q7lt0Qwcf72e4hLQjnEczBnMhDNBtrVlAB4kC9o
+6Iz1DfOYfHzYNc3PrtXO91i4MWrA9MFWb0ZTOum0fsd90DoRaGFVVOfouIO2nqwgeSFA5/w4RON
5fTGB3nxHWIz4MOng0Jl+nziQPampnKJOhEBIVSrUIC13PhBkp08EAERFo0SMsgI4uLGFn95YGnB
naKLxonzfODK1kGwkrRFly/uPkH9KL8bxBDtscLYm1LY0z4mBPLtH+rcI6cayPaHEGzxa/eF5uqZ
l8+zRcS/pmRVp6e2ybL+59Rl2lMX1JFGBTevfl5/lV+trsiKuAVTvaWAIpHXnc9W5ZNZjhBw1uAX
tAk3SYsqnsRi++Pbx+HQKTluuohJl703tgujdCr804oy1JyoM1befRDgW7nx+C5NiKWVygWfHAGM
iwmFzWSbiReLmYlMeGtO/sJUd7f6sxdWAPufoyw+yyCG0Q74Q6zBgTR7W3lQ3AN3phDZby6J8IQ4
rNMjwZxJg2axXcCRKtMuMBDdqNz4Gmij/t5obbpd6Ik21x/ShVff5lBLar2ae89LHR1BOY6bJZ5Y
Q3yDtgezEip4Px6rTjgHn2TdVQec/cYDu7DCcV5RivaBDnxTLU4Swg5sjZAtHcRcWv2k8vIdIuL0
0LMm3GPBzzbWNGfLuTZQ+evTvfQQ1VzhoppAvX/5qhB25zdpzFvSpmrcY0sniDHC5WfA2rmxOV16
Kzm1z4JIju+vxLIuvZ7Kt0CEUADP97nIy41NUeHGmjmvEmfHaF4VioVI+Gzci86yc2ibID/LiRQ3
5NUj9Ei7PM55t7tyjrvsy9G40VC79APOFZFZ3GlzO16s0e5AZBwxX8a6srJ0mwftuCP5a9zja7xV
B704lM0CIjiuW1wnz9cpUeKEotlkrEtMiVtWS8CEBJTBnbRvSWQv/orsftQVKQ3SqjgfKg5R66d2
YqxrMjGPmBjMY0F6yt2Ac/Gxt6S/v/4aXvrqeGSsjAYnNdpb5+ORnBA1jWJqUla/Y+yKh7DBNReT
kLtpCIwgvHrKb4x5aY5cef4um1NTWUoGCgTvfjaw7I9uI9aTXsbRZiz7NMNDTw4jEOrsdH2Wrzsj
vJwuWxvqGRYX/LLn07RyRSDA6LIwR24brpLwb+T14Oq7GHwy4DqoYaxzzi4MLGh0+A31nZcLbGbX
/yGX1hvmzRUe2RdNmsV6Gts6OVFBiP4tcownjUAWgUZD9XvKaf3PLG8srEtg6bu6krfkcK/H5vtn
gSXIj3I+taTz36DQfDV0o0dcVx6Vm9Y0hxhO3spwd3iT6k1pBv22Sf+Xs/PqkRvJ9vxXGfQ7Z+kN
cOc+MJmmnFSqUqkkvRCSukTvg/bT74+a2V0lk0iuLgYNTLdMVAQjTpw4528aaX99ypfRh2ENhb2s
z5is5UMXwj51rflix1td31tj7D8kaN+dro9yeUTnAUB785LmppCXk0vsacRIbgBL6xsEngAzLeRe
DkNZvf7xSJZOFJjf1ORoy2QCX3SKdIOlwk7U1L2TTOGxt53qqEy9uTGpy8NJI30G7tomYIwLkFlg
RoaUNxHQfAdZdS0vUA+XJWSpcts/AIiVkBpotoBKl6eTvjOgUN67PEZpg5xvk9aCzN0agPjgbkYn
vcLbtsZm7jQImLdNBI74T9dzLifxnOedSK9puZ55lyQN/lPIZIVTC9d3qIkMBQ+P+wx8zcZmvDwD
54PN2+i3FmHZ+mHfzwgiqxYIUdsNWhFBq3nyZPRY9cLbtwpCfIar90a9ZyUEqcC+EFMAez4nOotI
W8iGMAJ6n3TcY+sBG8NuJ4X651wycCsqkT1FmBT72AEJ06rG8djI1G4jDF5+WpMLE0LVzC4hAMz7
7bfZF5Fjh0JWRm+sJedW6sfgOKaWf0qyakJhaNxK6S4PJePRh4bGwoBUYM7HS5FwRALIGXHSUZ0H
Ks4DZmih5gV6u1VsuPywlkyQURXV5FkMEeN8KNRkhgmtjN4zyrpD1bBrxEvkoNmutCJpoQwPxleM
V+q7ADf2jU11uayMzUcF2axTWVlSrNJRQU91KHrPxir8oYdBc8opyKJ7pTbHUFbajUz5clnnvJFG
MOmPDYZRO58rjjmDZEZWjyFiRfB24sFFTgOjU7n+fP1s/mp5nid11gxw5eqktTb3vM6HSsPaoWIf
jB7Wscg09hl4IrfWsUoF6qe1nzo0sx5NlHbeg8od0fqPaY64s0A0HgUY7Lp9mpkbvdPLC8VSCcAy
SfN8lS1RgIhHtTIwYlRUfBnTQeR8wp3W5+PP63Ofr+LF1OFxGXOiQgngIg7CE8d1S9FRVwgaFISg
uss7QD9VdFTwHQWbpgFwgClle8h1Cs3NRnTzrv8IKx+aoss8OsU6xCDmTf/bedUdH+3YxGZTG3Jy
T4ogTnJtyLcA5rWNh9DqUPTToOAQ80H+ng/VxBpZSKP0njpJAi+0PFT0Xdg0KD5bWt9uPH5WgiHF
Yh5cGki4+b23mFnY8SVkJEtQQuqlfNeqCnxpNHVuNSiru04o8Na1MTrCErbfNVMdPAaTssX3XPvC
0FjpENnAuGEELeeMhqCqFAP+QopyP6oaPjERlbs8m9ArxA0WpUtV8tIUfj9ZTPvx+tddHZ5zRfAw
2M/LB6+eNn6YEDg8RUkMNCgVGspJBy3ajo0BvUTw8YCsW1QeSmxiJeuP8dY234DG8kwKml+Hi28g
TKAd7VAPXtBl5fcSx8Kj5reG27dVu3FkVyIkFw97GU4oVZElqSVQWluoUz8gk5IgpYGD8qkfAHkj
dROheqOK4/WlXdvNAI/o3NLJVEiezr9sjClmoltsr6pzho8mA3gwHMVdXEZbSI61aDQXR+Z0CazX
cieLVsY4MgLrmGilWtyEuY3cEkZoGA9cn9McahfxiBoF9zacVxi2S8qrlY5dGRTccEWl2XeYoxp7
v0CGqGjF9CwMRK+R23L21wddWUgu7rkeMyMr1F/ohN8iEDqnVh8kCOqZQdljIoZXkFdqs0lQ3SD+
tREWfiHilnOkxw7cCBbJzD84/24jwOMsl0csm0Ef9wp657mD4d+Uy9Zhqjpl2vd+JAp0l7PxO6IM
BtryyK0i+FvNcjQ9FdLeFXKMHGiCq8U78NliPNITVYJD3yIlP6G18bWVLQxmkW7jG2EbY04fJCWQ
fNeog87eo9Q+iNtYjYoHJh6kKDOrf8wZZa9o5DukRw5MB3VRdsrDok4to0WUD1XMZ7nob4MeuUU8
tKzbVMdK4Y+/InQ4XpuAZA0KJvNX/u0rIuzXNWma6jxxW+ezLazgvkCg4IumdtNGmruyYWDQ2zBG
ARNAH1kM1fQVOkthq3uVltnPyMRkd0I28pM5IHR4fVYrB2JuZFGVMUlOLrLZtgnhk7UMRSN8uCO5
tj1FTOFtnNKgg3ep3quYH23MbyWSkVzS52QlaaHpiy+nTWpt+UiSeVlu5h8iK7rBxoIkrO5Bxgux
hTFcm+Pvwy0ORJ7OT2rqGt6E35VzEnaA4Jo8YZboOg1XVUeHFCcavZT31xd37TsikYlmAK9PSqSL
HDNCOhW5QYq8/TjIXxKqNZ8rOahe0iSbHq8PNd8zi0NPh4UXgg6sClTPYo6NgupJQIvOq8ZJ3lNE
xMy71X5isoOJ1yCpuwIDmJ9VQ4Pi+sAri8vAFtBNPqYCKef8WBgxOlqd3yheIix0eHpV+ghq6mfR
yt27QYCrNEcl31jXlf3jUPih4kvfnRi3mGxvl0gnW4zZ+bXNRYFAyUMGCDB2GxWXpny0rcP1Wa58
SWji8gwYodtCgfZ8lg2yYE47IWDao4X0RZFF827UYyx8aeVtvC/XFnQmcfM1CeKUuc6HklLoYRmS
D8iOChl1UFH3tvhgidyiDyJUdafWtv3Yl7CF/nyOUBs1DQ0mMiljXvXfAlxUUfrRSCK92vexEBKo
pH6sUqlGXs3J6o1kZm1B2awUFOdsmUhwPlhtqSKJaK57ee7br1oxFhhLRJhGmHY0buSIa2fDmK9D
EPqARZaImwT7PoEFjOJZjl83+MAp3V2X2gZqXTxEKcfMkYCml7pHFaDdAM2vJKgOgB9yDarDjL5I
EImtU1zVOtYGRil1N6OVBifLR2t+V40BODGRqvpT5mvmx6wz2p95Q33q+nddmz6VyhlFT2eSH+R8
qfEFtYy+qTTPTDJk2tPGiIejXqTGtzSp5RsD0/F9CPLPa0YeaRuDr02feg1op5lReoFf0NShHQqz
1xALC/N0P1paUCF2qVbPiQOUVi/85A7DANPjudrtocJv4b3WNhrPWxQYZlUhLtPz2Sd03WsJ1SEQ
nVqOEK6Q3ah09JOEPMf/IEjAEJ7R8+QHFwl6qCRxaKFX7mV9iJ5jaLfHDI/Xm6zE6eT6N12LgAwB
6IkHPJnl4vioQa4gcxZrHn71WrDrKZ+85T2QZBdvl/6uw675z4dEaoHzQ40RXDLaNOcLGRhFiVZY
PRGX+u6xhTO5x7cT8xr+6/Ct9NEtuz7Hy0Boo2uFusSskzRL/JwPiMB4bSIUOHmposafwWugcuVL
ipvI2Dll+CW6yDAPG9H3191xfpFCNtbo4sxiD5RGFqdlUGU8oJNuRAE0kAtv6AblrtcN/1sPq/w5
9cfwXgQNithjmZsnkcX9Q4Lj8XHsHPnv6wtwuXXJAkkb6OlDd7voq3aonCISIVH5wwzgowyN+HsO
XvChzKv89fpQl8eULHAGM3Gl8ipapg+qRm84ruPJa1Hb3g+Z6uxD/Gr3ZdYYHx2/zfZyH9Uut6t1
arLB318f/nI7z0koEYIOK7nSEnYewJQ2KYehioGIYo5qQ4JEXgyqgeRMrav7rnPqjQ+9srsUbUZO
UAYDhW4vbjsblnSHYeHoKTMto0vNeq+1krPHpmX6jgdSdUxU68P1aV5GYhScqdLb3LJkmsvSMSZl
ytBWSBTWTRS9pJn62Ph28UQklE5KH6I5yuPfs0mGN8LF2k4i+IEVBoXNG3Qx2SDDtNMJExnrVfSP
xKAGd1IKtj8RSbBxsV9i7W2bzAVoBX4/7KRlYbURbZ32BgYXGqBQALV9jMJ8gpGgXfvFOzZP76ZY
zHqx2g83lhKMTxF510fkVvFCFWnyoFZWcLq+8Gsfm6Yl1XpgWGQAi0ONu1iMmQGhJJogG2AKagNG
x7gp2PnYW2CuhNDwTe4Y6L5dH3jti5NKUa2BLweCWj2PYXGBmVc89JPXlGV/j2GQ+gm31vTGbrTs
73Go5UOB4MFBSfR+Y3+vHSnCFwhxlfcxJe7zkZUCfSy/QjeZer94NzRKwVwV6RVdLHFbh4G/EUHW
thiHmDNlgMWl83U+XgZQt7ci7Cmhj7aHAVXqHakfRhGDXWxcDPPXWoRoYhWrScedeLWs6BYZRryz
QyYSuYP4QINCR3Be9C9//Omo18xvKupS5MOLM1MhAjjaTTzi3pkN1Q6/QuumyhHMUaSkPCC5SRWp
iQTuorA8pI19s7JhydRg/5Ij87Ra4oAp51ZdQ7XKm4KpxD2rqm6MslfftViT3VEub91BGYo/j8Kk
E9ztM1iJvbP4hAYtfyOK8llBtcHTVdex3MAX+iB3xoudROrx+gL/wgssvyNoXfIXZA8Mbt3zLaOh
ZqsmmDt6NEqTHeLPyR6ryvEw9Yb5odTa4quC8rM34pmyH2RcEfd1LZtHPDSTj1FboluPoqS+cyoe
RRs/2spupt1OtKWKjxv7siBJKkcfsxGjZxaW+pg40nRjdW31DPQt/x7gCreXR+RUk74OP5e8Gn/E
WP7IiEbqxQHHy2g/4R9wL4hFJzmJ+43dsVL5p3hC32p+BetU/xfxDEJ4OVlaN3i9UTRI65R9n3oR
MjtfGlmTrIMl4ZN6a6KS8aMH+x/siiCX79FmRolgY6VW4gwnUJFp3NGUBUR0/hGzmOJwWFD/Nzpc
KnHXS4JDi8Lz3dxpn/aouWi3I3ZrJxOPZATPnfxHO45ltC/QKvMqS8ofwMXqx8gqs/uk7jHhaxPJ
2NjaK/kNUZBECk3KuVkw//rvb9uusuB7yYMX+8VAiX7Sozt1LLI77krnK9LuyOsWqL2zlPlYurIY
/U/XF2rlRM/kAZoFoO01IvL5T2Ag1odjpMzhigys/QLssm/xNehezNSmedMJhLf3uPXZf34PwLhi
yJm2CHBlcQ/EolI7OvZ49Ultid1ojU30W1hrEhRqFfgDRu9Wpt788WTpjys6dCtQbNry0Wv4CuZY
US97OA7V5ddAGsNTTNezOtp4BURu0OAWdYvTzfjHlUWqiYRtKicEMY7b+SoDQtSxRcqpDNVJWeGD
4+DUoiVVCovZl6YTjvVasRUs5ri4iGOgzGYlV3r0pD2LSx76pwplOkG/vjBRvVP8PsFisC3vnG78
roFBOsRy+zg4SXcc0FnZ0QBun68v+GW8ojwBwY57HtQJcnjn89a1eOpDKrUeSDP1lWKRAZvOQMCp
ydHyvj7WSvQB1yKTxs4oDJq7iyMfOrx35InDMql9U9xlBKjc09LQ+qK3dVM/ZNM42gdHr0cdX3hI
jrvGR4Mbz5qs2KJzX+YCgEGsX4Qu8lt0Mc8n3kca0iaQMbBmJ6y4TaWExwnLnI3TexnlzoeZf/23
+CH6Em6JrbUe8DY7wJnUbu+aEmcDPD2ab07c6Yfri7w2IAeWyhG4ARpiiz0lYrM1hizp8KKDMmkX
OAZhZQqJCgdE1wdus5Ehr60jiPn5c1JQQM3ufIKYbCoAEprO07o6eCimJv+oGsPWlX8ZhilVoJah
Id1ElqgslhHMnNPnWdthJVA1B8iYiek6WNA80qmqHyfD8R+rRNIeijLIPLOT9cfrq7pyTBib7IYE
1ZjxJuezpLQR6n3M+GHW5B7eWziNi6Z5GKex2l8f6jLzp+qlAfkgEJE5LdkPiFm36gSJxsPWKcEi
pYyl1zhTrdtAUbD2ph2PE0iu+m+8DJKtqtulaN9cc6M0hP4Q/aqLdkAlYTUQqIKJRphb7HAE8e+s
vknuclmYFcJHKNb+slT8HOKVvPP1sv0kqvZHFgrtYxNN6T4pwwGBwc66p0cknq4vzto+gIwLZHbm
l8I2P/8ORTjoWAplHa3stqSijcjQk2QW4XGUSk3DN9q20LvreiSMYk1+RtTd2Eg+1/Y7eQAqqQQx
nkmLn8C3c92vHX6C3sCB1Q39DMBubDcb1d+1YwzHE+g/fFP49IvwlGCt16m4zHmSJHcvVSEnOE1i
wjoenWmqDh1t45vrS7s6MQpn5i+OxmXXPmp0nARyDjIX86s8qP47zeSRcn2UtYOEQAgaTAQNGD6L
cAGdOy+KkHiYp0LeC8m3vCjrMAcrpD/H71C0ABVPxQStOZ7v53vFj0KibWghmNHZ8bHoe8czQznc
+4FTbuRKa7NCOIgaCaUoBl1sirZQijTSnNYDUYrSa9uKvRqqGJuH4VZFZm1jWMT1WWRRpQC1XEAh
ars0iO8jBmd3qixiD+PvHLPn2JxdLvo/BvqTFYD1mnEqgO+X9ySNjbxs8SPyfEhEaH1n9bEeqsBT
sHE7XN8bK5FPlUmywVjwQCEJPP9gAKC0mHpa5wnLRnLWn5xdkEsx4JGuOamBwyNB0oFr9om/cahX
XpQoExHywCLN9aelYHWogm+iDdR6uhQ2L3kyWpGHKaflKhHAvFNVOsoXZKZxwJbxUBt3YU85lVeo
ns8G65hSsZtb3Mq4wU5BCRnRu740Kxtsxq9S4aSqO+uWnC9NMdplQzOt93ScDo5TlX4psQdCL9zc
CLArUeBsoEXcaXye8H0ImnICNzB4qIhgWaIJo9mo9l2+aniCwm0kbQAHRUfifEItBtx9K7GN1WmS
j07X1bx8FWlf6ygJ2nIuv5PQE9wYdO12g0tp0hngPQXlbrHDVNoCrdZgVNrGZljsJmnECFhDM3Rn
97n6XSozGR0LWWhezEuzx+pF0z/kWlk+ldWIIjWRo03IovzgLubZeeTEDK/Xv/TawoCin7tuRBR9
KcCTYEdo6iXKKbEimR9TTFn3WtRK+yBxKK3Eg+Vhpm1uROW1QWccIF1V6jcXipyo6uO/avmdZ7OZ
T3FYfE2BOe0F9qQ3mIfh9+pD/7w+0Tkmnj9+6ExwCxiEF4UQvdhpftxMsG0kMg0nyL+YRfc5QSDz
GJUiv5dE599EioVU1lgXd4mfvF0ffKVbQ3bMcQT/OPugLMm1pd37QjHn+xVKQeNlTV28i0YrcNyx
GI1jVIh0l/lyfxgipexPdQpcqG9ywK400bcYTisxfX6D0a8B8jpjMs8PAz6XadClCt88a9IbQuzw
rg/Ub8Kqx1tzqJrj9cmvxVm0ObB+mTM8IFCL4RKcE6UK74lpMsRPnH7gL4usNPZGX+HLjoNpdBcg
EfduMkpn4zpZm6pN3YeWNg0jspTzsSdNjgsstYWnVKNzdEIZp2gDnRPXcepsX1f9Rudknstyl6EF
zGUyXy0wf87HS7IyVJyW8UhNh32a4XksmXVxSAyr3XgjrC0rZFrKvsDg+T+LfCPOpzHJMFP1Ikvt
o31jG/jQUQzFvqtpTjxUxBuqz3iYAtNWX69/0pUDPPMYZ1AvIMVLnxY1KJIsYOw2l8xDK4nZgQz7
4Aeb/1rt9DwWt4NZ2fvrw66cYcA7ND0JHnMFYfE1Q6NKOdo1DNggMvNTIss9lmUSNYTIl4anwdL6
6tipkvY8gmVHV6HRt14sK6sOGoQisDk35ZDxPv/AJmZ+9iT5jSfZIjk4Y/pslR321pPaHuTSKW8Q
3w+9hst74xSt7CxwETPElSiPRtCi6O1HVu30IhWeFEf2V7xp9WM6qiVNqnxLylBdnSQ0WVIAFIWh
PZ1PMpcn259kfHf6wTK+1xgY39KZUo91l3Y3k2hDLwzMcGcpUf6pxRLRhAwBTGOSdTyQEtvvAhd6
Qn/TDYPm5QFwRAJrjrozyPPmc1VqIZ5Jufm+96dIQ3B96r5msLl71nPqb9s0qnaECcN2KUrhuheb
1Skcoy1vjdVZops4F/9gsS5xmbYdYmnb9AI/Kqn4KA39bYoq2wjFVK1deuujhG/lMD1Qc602Hj8r
YQn0Ek8fQhPQ5eVGVnE3DGurEZ7AruoLkfO50oqgAfwKOsEI1Zfr52Yly6ICNnM75nh/ITnSVrEd
kkcKz2xKXtHwFVvVzfIt/ZS1LQqAiHnBY0MtbbFFrarxuzyUhCdXLQYbeZJFGMiVzXhb2rh7Xp/T
WiwAUjvfYih80qU+36O4vsZG2k287CR9fKltvc4/TMKHUt72jfbQU48asTwSHd6WvK73fYJF3/Uf
YYUwA+4CIQU6lwiMU9Q8/xkkvBa6TlPgVypGNSDsj3IsehFl49+bUw7epQ60+hMqIXr2YIWjOluC
dwGKIUL5kZRj8qZEWf/j+g+1EprJcWkHkbiDdVwGqLBx0irVcDEGatnfZzH21Z0wxCEL8nEf1Y0a
uqjpbAmXrYwKn3hGLznkVvSjzlciVBMH70mp8rqyMV8dOGZ4Dla+/iyXqj66NE2cuyRsiz+fLH1j
IKsUsDTu3MV1W9t1B24VXewutuVml8AWuk8KGjg7ByeUPdrSQDW4qTaO79psZzlAYM+UB7mSzmer
yZESmv6EX3luOK9GpQ48JHQ/hhZQB+VBFnl7MIdg2Bj2V9lxkV2AOiGHmnut2DQuXjFyrtSJrUqg
8hPO1oOmNHjSd5qTfh+poT/FTq0lbgrN+9SOem66SkJHwfP7uFJBuocYzdpI43oKqt+oMkJbQMNM
YE3mToUUvF3fhyvB4NfbcW5+82mWmZBiJGFfOj1CV3Wu4kCsp040PpoayhwZto1tvRUQ1gYkjNNm
5GFNaF3czCDYSorqKGvJVgnWnzQ6vavTMrrNBIIIu+uzW9kBHC7qFPMWYMsvdkA72I0dct17vh8b
r01tvhTllD3YOAp7Q9WVh6gKtjKAlUsDnTsyvV/Vbzb8+a4baVTqSWlV3lhI2MPEaWPhJy6n6M+a
Vf9aOf3/oAwOJRka+fxQmEsB5yPijqxPQmQ1haywT+BPxJM4hfZAEzeJHPTSJkUKH6xA77Pbfqp0
KXbzWlW/XV/rlQ8LyxuBbPrcc069WOuI7oOf1VXlKRkA49GqNVcKLOJYiKHd4fpYa2uMHA9NcPRP
SPEWm8hJKQhwnCsvjOvuKVDS8SWRu8xlaPuYT2W4Uclb2UdQJ/GJQHGJNGCpQmvplDrAoPAiTJXq
A3J/OIUOchwOyFuK+H1V+mR4dtdtkW9WMoJZsQaiIYk0OmSL21NLldhQG1pjEeibfYgmhKfYPI6v
r+bKl0NakvI1vQUNOdNFeI5kJ7KcpGy8NGkLKOb6eBvj+r4LnaT684Wk80UTgZxqHnMxoakYRdZp
rfCc3KgqN0gAdiVFYD+xAm9wiqwDDIdg/8fzc7B2hKZFfxHVs8X8AEzLhWqjxOzn9fTYjbjcIhUq
gQVU4o3Yv7IxkQiZlbL+fbUvhrKTBDn/qiSFa0X4s8+yeq/EsnwPBch6ygt1iwy8Nh7dBp53cxZB
5fz86LdpXtdIXguvGnRL7LlY4+nEGjt3pFTq89C0xlZ8uySE0XyAfAbxGLYULdLFHCFGRmk3dhTp
1BS5g95C5OHQUwfPYjfqlCL2qkbWXpTImpIbpaOoewjGShyDTibR1CvZ1xDrKgz1e20MVn0MZCN+
s32jHg8ZGpbkA30dZx8mzuMsGKH5j0GTB3+HohTYwUlOAX5zsl/Tws6ynePnanC0UxqBG2njxZnn
JHCDgyQCZ071eRFVeboNrRHVTBPcy4eYK8obtFp201KfTrHR/WAdXq5v1MshIeRTlpjV3eCiLBVR
wgkEZJIXhlfFjd3dAUri+aaneNe71Ajq6SAlpDm3LVCerczwItLQPaX3wtOVG4RG2iJ6NzEud+MY
GF4TozGxD2an+8hnA/zpWZzHIZDyHqDRjgfG+YZtbB8PhQobGpRN+tEdkRLf9VKq3Y+DnX2/vpwX
h4OxYLyASJzJvM5SXAWdjtxq0Wf3Ys33j7ZWWp/rWntspdDfF1nLNfjH482ZJhhg3osypdrzualW
VmNqyRpSUMqk1q1M3/kZhlGH+XbKFn52tBzdg+uDXjyPZwwurX26zyBkLyodGFXXCuZQDCoHaKPL
ceNNZZx5dR213ghcZ2fgNfReDbQth5h5S5yluYwME2Xmo7HhUA4+n26Bw3DbRLHpNWElvXQBQLVT
jHTGTg3KTTPKX6nacjS+JXKmpFbsz8XiNmqbyvjBQztx0GV1GxHq9xUG5b1L1hF/kG1Ijq6vBirP
80pF5toIY+m9Uhj2E2Yy2U+1ypA+YMRM8+DITDPIM2/DmySuSXsdrMMe5CRUkKnww+G2jSFNuaqQ
gUtavihiV5YQ4tvx/eKvZpGMX65/xcvKMw0P2QTuQ91shpYt3qh6aJCw4ZHmlUEk30MVUHvXGYys
4Mes49rtB7s19jztyrvWqNHKtEajjl1piCyBL4lmZafrP9FldWn+iWYqPNUsnqrLprrc6GFNebJA
NkyP+j0fNWkOkRZM0h4VRpWGxzTxJskbkAku/vDpm857B3nIAPu83RTLZrOr8WqvXRkMfO6aiHIX
3jTIunyIoCEku6iJ48e8klM00zVz/EK92yhdgVp9si8wOfk4qhYqWGmi446BQbO4iabeibAZMBTI
PRD1f1yf8+WORrgDCXX4q0iyUIk+39FjWsG4GvPSg/1n7sZCTU91JsA7TP1Wp+syNsFAop3DU4hW
/gVntarhhQQokniqXbdfwk43IXCZCsY8aPu5Mo/BjTixusPocvFGmFMFBFnOJ4cnXZDNKFhPFXG/
54YHI5vWyZ7ECE5nl9eeVNmyG8aTsZ8AcJzy0fd3oVVE/wZ8/a8zr/nml/f8j6Ic6wi998W//vf7
8i1/FvXbm3j4Vv7X/Ef/7289/4P//RD9qIum+CmWv+vsD/H3/2d875v4dvYv+1xEYvzQvtXj0xuG
0+LXAMFbMf/O/99f/Mfbr7/l41i+/euvH0Wbi/lvC6Ii/+s/v3Tz97/+YtF+23Dz3/+fX3z3LePP
PRbpt/zviz/w9q0R//pL1f85Q2zA9cP30uZKyV//6N/mX1H4FVRlCX70gGZeNaEvL2oR/usvQ/+n
ze/8BWjgWuVF/dc/GsQF+CXd+ScuU6AyMELjsc1v+uv/TJyfYwxQI1/8+z/yNnssYPE3jDlXhv5f
+AUyPvdGAS8jSTHjcpcIDVROlVomg8NCopymPaL7sjjESpD7bh5IluVmVlOnbpmYzuNUheZeSxJt
OKot9NI/eq78+lHm+w6oMr2buc1wvpGRv+yrhkf/rk3rcR8glrRv6/pptIMt2a3zeHA50iIFbIpA
KvMApc3cUZpjJXcUnNUwfIqxldz9thP+s+C/L/AcWhbri6IvHu00/MiIl53H1FLGpMkUeRfAujlO
XdPvBuxYPQez2T2WGS3UsQZYIvnjnWQ7/sb9szbT34dfrOmktwBFKDhz3sPovYaGkZcFbfdkaWLY
CETnke/fi0rjDXVIwDe8ChYXeTE0tW8U7CRHSux7qGgFUc9OJBWKgKMgn9aEtXS4vrrnifW/x6TO
OledeJyhhH6+ZQyU3XUjZHoxD7TQlSqJC02Swl1TNNI7KZFVl1b2tHGF/vLiWX5UEkGSwrn1R2/1
fNgxwDUraVEWRDaseLWVtr0PQgi8+6brTf9QaAOewrWVQ5I20ML1EBdK5Zt6rO3uK7z7zDwZAe+T
fSabdeUhfUrWYhS5nXtcEqH8gBNYgsTIiK/Ro8ULxdrYlGu7YpZ9pWgLZfJXdPsdpgrLq+iAbCk7
S0/U0cWkLzmBw+wHV+Mi2diCKNldngG8W1kqtvhMjl98pXHSERBFHGdXIHfXuQ3qQA5xJYo+FHYe
0mZqw9L3Oj2V0h2dcOveoqbbuaI0Soprk29abiAViCmWQ0PGoPBivFck3bS83hJWBYI518SpA9We
e1UtdLTOJzF8pAmpKC5rXrx0gzVkL1OkR+HOCdos2sVALWyX2lnXnXy/rH6q8DRpTit2/piHMIY8
Q8mpL3tWBLdn1GyJhLGEsneSUBMo6LhRZvTkNsqjx7qw0PIsK7tHZKCulHQn5cn0NYdCkB6yWFeN
h9puARNYIpCea6PTv7eZEZYHX8snXmaJH5mYYPe9J/tlRAdjkuwfSiDnOa9qpcZjArviJ2Wmj9ZW
a4BRV0jNXf4RLbLcoWj3qtqD2xhaJfks5Mp5bLXMFxg66eULbz3Zeui7rvhgJJWRHceiLYjr6WS9
OAIBlh3vfvW9VTfVF5bJCBATU9u/Kbxb46HVgwhn+MlPfbexAuOt10OkaHql8+Fcpmnzw9RH6zXK
WvMzdZpBcYsyNm9LQ0w/GjVGzhfnTu2zkeTTuzrugzcyzP5DV0Dsx/DdT74mml3YXp1Pk+02AQAd
kQxqiAlEaXwagaMWbleY43Nc50W7K6dCfsYGKwj2vDe7Zzsp7afJ6liotFPH3h1iW+ioO6TTqTSK
NEfhN2tbt5fnpzY0LWFTIbUqB/keKyhcFsX6YeaDHx+nRIp+ingmm9DSRgDMr7Dk69PEATgxylb3
3gga9baKo750M66AJ25KK92baqRarVtYjj59GpAY7Y6mNOjmbUi5WL+N7E71G3fK+i4+wpaOX3K/
Vq2dHQBpdfO4TzoX5cX6pcFUW3MtYD/laZapNG50xIqLg9U1Zujq9CuF60ex0WpuXtCdDem8N5H6
Dpz0RPFFaQLf1WtyxH2dVcOHQJZzdG25YCq3JJBpOwXtAKhwQ5H+0MIkGvYgi3n+1CEKPq4zduJr
2UdtdZAkaUIntbOM8TQ2k8FR0a2YAo2wxIvGBYZeOmph2m4SHeJlWIMl1p4Ep/mGF2Sg3FcgJty+
THLd7aa4TzHkU6V3mNH5xkkNqz6HvRqYsKGnsja9XC1VBFm7dhoONgJkpldpPlsBQCzoDjcGoJ3f
Gb1hxC9FRRLlCqlDhSY3p8o5jjCqxwefOpX0oNbg+l8HWwMKkZeVUR0wVR2GN78J4+Em6EP+51pW
b7Y7Xh9D+h3tNRtSWJ+iXKQDNv/UmH7YvVeFmoTv6Z4bSL1wUO70YAwbSiZBK38oAUy/GrLwbXcy
x6I+SnIgYSoS5Xm4K9is1k5Ajw53qH7W4h1bwHmVy7E0b/RR8qHAS2Ud71TFd6abJsT+eNc6U/Q0
mf6QepoV6s+5ooa6C6BEQxCtdOSHTm2kwIWTS8tIRGMTu0XlSO3JDFJj3HeKTAQhaBaG8mpAHH60
UEP/rhjt1H32s5JHJPLCvl99LUyznsSu6Fvkhh9Ctat4UKtKbWR3vuZX1qkwI7Ozdl0nzLzAi7JS
S8Wl5WXp77MEfwXDc+QmDdJ9HURU7298KZPRjgIJ8jFtjZan9jBZ3IC5oZeuFppY5ahtkmXHXi/Z
hK1Kl9/z46C1dz2eXh8rtHDCUxYrQ+mmst2JXctfprm6NSSvoyFPvquMuA7vJNGa5oHicnAs/CHJ
HvSmTNRTM4qmeG6Nkad0Hufmp6Q1u49mlzv3klKHD0ifT9AfE8W33MnQgzuQ9sMhTMwQfS0sIge5
YV2nrnxpCs1/1sOhK9yg6gyvnxSzddMhy7/5YYrRcF8p7ojo4VMTls0L4tdUKp2RWnBvd598acQv
Kgh8DwHOfa02Yt+jTJmG1fAujtNvhe6Dv6h8iOM54nJeI2r0sJoUyFDodAdd7S1X8gPVC4WEoFZQ
ZynI+q6TXaNV5Du0NvZVYid7uazcqY+/BLEZeLqW8qRrQ2GcKHhFB6l2nM9J60guhMIPNR3n6BSV
xj2lEf8hmiDio2pxMLowoOAgm3dSDTtlKP43d2eyHLmRreknghrzsAUCMZDBmUkyuXEjc3DMgGN2
PH1/oZK6S1l9VVZ3da13MkmZDEYg3M/5x23ecwDhAJyETDa9PQkd7MImuPS85nrJ4s700yKqy9Qh
dWMOhoOOAtIm3dnj2QhlFbvZDHhQVtmeEJqjCNQrseQtR1G3hh8D+TT7oK3qI3vXdCp7UX2NVns9
Lq07H+qRg2tdvfAQEXOikbNsOu3c9VsTta9lKdjR2yzVjuIKsLvyd2FLtw+8tbgp1qaD1HaG63Lo
HBPxpHh3F9fCN4imJJ7CQHwyzpwaxyBwtbG/hQsi6sSorXdVbkYy6pzbfCjKw1T3Zha3xWLGnWhf
aeHwX8Wwdc8Op17CfBk+GKhC0prwESjb6WeRdT6p5Nn1MKhvayD63ayqh7bxThH4yMGwi1fEePcL
QaHUoHBLl5f3qqwIQpUl8S5br6coEWbfx1bVzCeRYe6mbuNqyK1nu3LcpGmtLomw8u4X2Jpj4Qrv
SpfwbU2unCQ3UPdMzAZ1jAzEfBO5M/Y70Ut9sBrbuS1wLLQx6U7FrrcXUMl+tqt4LtW726jsqbFn
IrnRvCqP/B6Cp9JAdveVr/39qFBhMsU+X6T8t0vucePYqrmjfuiKmrtj3dldEg7tZ4bBuIjEld1v
Bslu1nAKx3a7amVwl7sU60TTcM5wMyQiiIzEay7HCkknukBlXJ87NCo/mRTDz2Cj1p7KH8AICq8T
JFXbdbH51P5Ek01BBjp+TgPM925jUADSLtzHXKfnjIz2WFeuSEkjPXX5tj15i3NHgccPc+LPjI22
j95QJHNr/lwaBHLsxnedYY7J3IQI1KjC7Yz6mwiLfuduIXkKjnuXLXJ+W73BOLlb9lCy65axKmhh
se3c2Jmd0T5s9I/FVr82O3+r9s4Q9Pu6CXZTiC48GFQ6+asXN9OWrAtJ0bkxpkyDKFu9xd61VTin
mKYfWreX+yyo3+UwE9rWWFdl2C2JYZICkyGBjUR4I7wqHoPuw41mFhhjeDLm4jTSVDLI7I1+5Gc9
EdA1q/66w+G+6zL5URfcb6AQVjwqcVtXRurnnUqbQWXXncVqJJh6JoQvg2IEV0sbJoGyzEMGCJc4
ogp3XdGarKWukUSDzf88S1ccZFE4l/c+999aHSAt0vonuF6+y/B/D1O9JXn/2dWOF1OXTjSQnydt
11V8OfU7ofoT3OaUbkY0np1Qc97q9sZlIF5iDvswrja5fAnXPPfTURv9oekvZmXTX5ZkaRXWgHrt
jYbHPRqZUqMROcnI7PgmPUmYeuZm+tOeFFDuOmqOPSWKkAyJPj9CAmwPuS/kE76J5jVbfFvEgZcr
3rVaEkZjO1lYxvNimz+CMbO2uPAnZG+wWoVKqtw3LjBoPTYxVylvfUNUxY75xG9OVjbYYewZ3ja9
RSrY8oNJxVF0wmk93hazFu7eEm57X5p9JyjNipwjie/Zlc0NjNJD+BdUtLfXk1lW0dFYqUpOCAEv
eHJwtgexG2XOp7T8qko8rLB5WtAW8JO3sQq4IhoTVF5H33sdWnPci8ld4pIgDMBTZADZHj1d8B5N
q0teVaO9+dQhy70dQHh4Gw1TPBdmPV9ChwL7MdQ55R+OYRW35qiHctcHTvhhLY3FRQACZfNQe0Oe
IKsugS5zrxBp19sKh0BkjngGQsHka3sbbk1BNM2wm6POfGHtfepqep6TCOgmj81FVYRGNlkxx1ib
+efZnSMrxhyU/eyEBeI8Da7EeTwYHWxiq0wVU5uVnyxnbt+l4+h08YT9MkbeaO+LyRhelyhAYrXq
hncpsPHZx0uEFT/pQumf88oZTUync8+/zpqeJ52rK2C3m+oXP9D5Sy5rHlTLboJnK1y5xhCThnmc
oRCvMEGI/n3ohoL3StfbRds6qaQje+Y+0ypyU0mwOXcDHDc/PBir96BQIY0pjdUdLbvSdJfZrvoh
ALnf66WZH5DLLO8IU9WpmjpNVWjbKCcNqsh7HXsx5knVKMqGyN4YGba3YE26BaAstovIH8mlnazP
OcujV1dEnEeVJwvO3dKQZKfo3v8y0KDHIM+DSWqXUy2PbqDa7+Vc1xxLUokqmValzxNBRWbibv3M
ujK5nkrL3FnmvengAGZN1u67WQvv2fHrbohbpH9tks9eJ2LyqHsgqslYOLlWXXV8F5vluz81dElu
zcXPP/qz9ehWwfgghVfnVwM/5bFamA7iehHGfHC9seS+XPwqGbNhwmzhhNunqL32QRt4aKj7kNWL
aG31ba7M7a6E7m8vX7PO42GQ6hkB7Mjm62eEx6sxihBqGktl7+Q0bAWzDI3qybht0iHn03PfffLi
NL+4nX8zBlpUuHJF7cJjewNUUDbmPxscVQ+Tg1gpdsdgGHbMCNtbuLVq4J4JkHYN46ybw2B31Zd1
EBb2oKZuvhvT5BacxL16nKuVBRWPc9vFIUetTKuqMb8rAZWckBK+BMlgS99NF7LlaB3W1ObG27bo
Mdk8rc855ULLrqOf92s1h71F5ZbRtfTjCLHFc7gOJa3BxtrGdVmFl0Q6zVbliR4eJVuIEyYVLnRo
4rO5L7KlkEHi2JX36NRbEcYGI/6XSkMNx9YQUv22UUxuUWpAlfUx881GpQZ82mmeZi33ml5G1Nyj
b51qT0vSkbNiXPcbMpjxUM52pG+oKx1RL/p28WK0UR3EQeFmDwFzqxUb3tK3qQef0u0U/U8lMvi6
kSAQPauR0Zfbj9AZJoTHLeXEDJCz8Rhm5hrGJvklGbdHH5R7csOWL77R+21yyeAzmLAb9WBtBHPH
+QKQerwkodYHUzrVQz+uFCds62CKlEq4OefBsgGO55J62BgXK+e54A5nX5v3Wx2t5J91fvgqclDK
BPoDeENWAuH4YIny4++ByV/ijUAmyVKgRxj/MMjkBfv9K0Tot65P1lmd7apmNR+xVhQnEnfxuG3c
EAfDmXQQj06EXnUML9wuC3R7262G3FtUjz/bQ6luBrll/1lz0D9eFzZxskqA/S6SgL++rjzyhrIs
cazZjv4658XEgE7SQjvJPGUgM+///n34F1AYXS6KGSBw+/cEzgsS+U+G+FKq3p9WP9/RRFvubKGJ
XAB9OGIV+kn2snP4+x93eVf/Aszy40iPB4JE9oTU4hcuzLVB9RGs5TuyacXwoVqCP1+Q3rapS4W6
fg8Wwyo/1EwmDmYY/98gnf8PWBVkhvEYmMUNUKj+9ZdtzLoFZoRW0Bziccg9EuvRNw/oFZZ/w5X8
y/uKJhDdMxGchHASMvwLgzH7RblNlx+19nrbq9opd05Bt4Y1+suRNvX/TGr1O9B++aWgsqnCpefx
l88xwDJmeh3gvh30XOlQ6dd87zmJDWP9N5/hv7yLKOMuql5ET/alc+qXH+U4S9BnWcWPkqGfBCZT
DTLfNXE2y/tvMJb/JQ/5F+7yb3nN/4GMpW1C9P2vP4nAf2EsH9v6o8k50/5Bf144zt//xB+UZfTb
pe0CFttGXIvP2f6TsrTN30iaIBadeJqLG/mSkPYHZemG/CcXMwcHC3be3xN+/qQsnd+oqCUWEn8+
erZLbOCfr+wPBu3vKEskPn/9lpPEh58MKg2eAArG+tXoELZGSfmfaSedkJu6ZgaH/e66ixvXN+jD
uJ8RamuP8XWT9WOHTqe6JTuosO0YDFpgOdnIL7S+Z+iza1pSRFQcR2u2IrLerLpOI5lT87fIIhMk
4bGXpm04eNEHo0+uYfKlpe6CjZS+M1FBm3Eci3qtCtaUXmbPZSUm4wZUxo1k7NRV25690pU9iEpg
Heeik/4Apn1J6rCXbHg0Vauv23BqHihuGrZTPpXuKyyx0e1WXHrczHKp7wIxMHdPMmCSi1VjtfUn
ELtFJcfoNIs4i6DsydHJHGs1v5jaqcQtpL/uDrjiGz/VIIc2IBSNPEnIVO8C5mXNVzerhb+3q3le
j03Iw8A6H1Ui1T6avGSbKOVA2KEArAqQEPBqi/zFJDRCrqnaX6SxlzJou10zDIu8qZjKbmpnrZ+6
Mgda6tWwnM1qae2YWs1sivkV8vdx3MZH7TO6xZoiGSvBkunsdV/4YVovRu/u3aLMM4JiQkuz0coL
YAGFOVc3rt0ub9ALnR87eR/kaSX73AInM5whloxlP3I96pcSD7MUkUYrhQONHyv9h2rt2/Pm14Eb
96MvWcxyS35varcEsxHGY83xpneVOwwfUB1VEiFqSYg1cM/Z6G6vGrQtUIhzPOCSK5fwKJUMl/17
MXNAndzexJexEcWp68LqxsaD+EBa0rr3Z/M5VL75WpVF/SmdjbK+nLVhrp3qG5ZrbDmqbuo1Kcsi
ugvoxlhjQekohklr8q7NYi3eq6Hn6QmKVbAX1FvHr4Vo6KeDUV8lxPQHz1OmGbiaHMhaiQbOs+yD
1d71bdU+AVxlZtpHc3cgPg31iUI1xrvFk3uzUdpuxQwZJsv0rCAhO8+cjL2Sl4HSs8slTySkTLqp
S4qa6Y6GShqrHI89PMSUVHY9Pq5jiyQO43z7Oo2KQpoyL7cv7lL1c7LkVu4lozuX1AtQT3Tb5oZt
xox907YPs7l/blSefw9JjxuTkjiA1yWjcnc3do5+ngY/YKzthW/Fi1KjcdT56BGJAtj1HfV79qXn
l2eQEavdHsSaTcVuXXT3Uw0SOKMWqMcaPEJjLNksH1TjFUFarC54cDj4lckbPVdfoYDKIY6Klo8C
a4d1XY/FANYmjfw728hIOltWLnYc5Y7/YBWl/IIzkrpMbmBxwPoYfnhzFUW7fhjCl3xkCYh7Akkf
QUeNOTUNVdxVEpgwnpmEP+vMkH1sTPy3eKgu3d1dMC9nSY7Ec14V7WM/BdMI6jXYJ6I4oTwhC4dX
g3Dz8RyoSR9nWCWDRUREN3ldeW1CWlYBZlJPvZm6CjQ3cWvfvIOvFNG+GEsIJpixbrqy1aWEji1u
+N4txvKjdfqtOjVjGcl7r1N1iZ3A1CKN2ATU54ZGtE8Gz27eJa9hixt/crazsdWGSFbAGivJnLr8
hvjIXfe91SGsmnIj+DKucx0kNrv1hIuvxearZqv8YvmGFruxnurXNXJmSkDZUb71jW7uwwU5PGut
gtZDGeKgqpwy0dAupwx+uHBR/kVV9xzQEgMOsYRmtTeEnf2Ex2GJwfTbvvlSjsPVCI3AJgn9fm4k
iZL7zrM2UAHi+LJ00MIM9yNYxhAPg6OAiopFi9j31/CLY1P7FktUhLRcWHN9mzklXbKZN9tHsRa2
G0trLe5VFzgEheWVeBCVUfeJ6zTqXo1Kvvn22GbJRfAvj/zQeU206QoBz+MAZnp8bOMOr5DOU4Uj
Ldu5LOYftbk4QdIvnHs7xZfbTboML+c+WBahEt9kNdyRhD08+JtVyHgWrQ/skSFtTtwCvVFsdZVx
1bltx3zUDNs3IsPDL609jT+2OtxuqsBe6mQgI/l9IHwK9LL1W0EOtMVrpw1ok7u+luXTgEZpAjB2
u363RdYcEIbW6SfIIq84LJ5RVsTsBkjJgI+gt4x+zkH8okbUewe5Ns4rYoBf+NTmHmCkFd/DmV4d
PtMNv13vcNgmAa8SDq/pr6c81MAC66ZJrV/CIjt0Q2k+yq0J1zSsnb6hOdKdTnoJ7Hbn23p+3DCK
9jSUkCKAtHiWr3jI5V2ge/jFTtso6/pwAOgx4TTu3GGJiMellpBL11q275WUy1UeFFD4kx6sNSE9
coQHBOB7YF4A1ubODd5UszpfLX+UTuJR3a5ZqRFvxFDH7utEcvajYVKmiWI753EN5i44LhZK07gr
PEftTLuV/j4z/EolS2S4eWI2jvlhBi57/eAuzQREUPv3jQ64hLZJucOZZPfOiZ3G1fdGyctJelIm
J+zV9vCCr85+2PgXxp5bzcxpwM6tL1xdbXnlzZPNvdfPW5pnuYNwsy9FFzf1MJnQ9CCw+1b2Otux
A078j9TAvG3hTDxz57vGbQToXtMvFvLU1Kpb9A7jbfiTwNl2iTPVAus72zRS0mIM0zf+DlGlLCL2
V0lNxH03mbmTVktHgyemNuuqXstMJWGXBXBgoZc/RduYCR55PpHUZYjoif1ohmshtO+Q6RehZ8k0
h2YMwVV+bjA6t2q1iXJ2W+WO3Bd8isDRzfhgQWboK4KQ5gN+K6ztGls7FvtQ+1zIuD3bOCzsfk0I
qi3fLEes+c7ADHquJmiWmJxE0LWaRYVhAy3sq0dLNO1P+eB8acvI2g6YvTaQ19HYgAGWFaVbrweq
M90NvCFeO35SAhLSjvHk6mY7tk0X1InPl2bYMUx5z36+tU4MWSA6OoWz6L6InHxOg27K3fNq+3JN
cT/bU+r1RqjjxWdmBlqe7c/JWBuLGUNAlJVSvo+oN9QVSQX4yrq6GgkDCwfjEf1EX+6yEHASeEbn
EynAhRtCzczTA0ttL682VRvBqXYhQM/9Fl6+Strqdh1XQnG2tEtryQTwZSZt2GvUJBqsDlOA84jt
q3xfghqW2G6H4uDR9VPsuzqkdiDvWp5WOgFKBg76fZp9jWuaMZdqi9G7YWIN3T2SgtI/b/nc6DvH
LZctNUg5DD7JIM+5bPCnhdPTFjEfUey+Yhw4S2iP7IWBuagOQHLNcrbh16IrdzPa9pHyt2HZ55O5
WCe1EAy9zwrLEt/wa5TZ3lunMHxGyBups+cI7T46Wjh2MlrmZt/90z70x9bxz7q9C1LwT0gC6ObF
CePbHjuQRXDFL0iCKGzD74pe7mr+843bl0AYJGB++/uf8qv88vJjqMkNcBUhjOLH/QITRX3XDMao
yh3Ep26YMqr1yQpGzk5GzsJBPWN3Zx+Mski0w4ho9ouCaM77599fyB/a2b9sWf9HkPurdvf/0034
Yur7rzfhp6qdf/y6Cl/+yD9WYcv/jYQo7lOicvDWg2H9uQpbzm+/Cw8JNiLG/GJC+7+rsP8bnmj/
EuBEROI/wm7/XIW932BCwG4I+8aVh6PkP1mFaez5FS35PR8CphdzEa8P1flfMad1qGb/4mdCW2eU
L5BE4ttExxX39eYhGYFQzpdkUF5EeniRqUcz67fl4K2WQh5mrZDJmbEEKIymLMNb6o1WKhFq3vVQ
lOMumxr/c5ANNWtGsBm3MImzPprVRa8wdYOycd/YGCq0lffwtKTyx7UjIbMLRE+T7RzcDjLx0AD5
fSGvxGoh+Imz2C+1wizmzXn4GPhD8WRTFZ0xIjuErE/KXPlrAA19QhKK8GZrLjkWOdk+RSJU646M
zg7cTrnWy4DnW5R3kxwMQi5oDLeAtjlV4jLKrdu2MwJ/Z09+nwg47/rKzjxJTcMF3Ofjsz+sYuZQ
lk1RMW6iOzBPynJpFhBSIUKa5UpMnUbxdnZH0Z/RT5M9vFpIJkt+S53kdgPGLezFhIHY0JxSpjQ7
NlKxy0KDnNEIecVBOe5XLBdvhZToYD3bn+VRcQvOO7UV6xv5j+rRafgoYzWZdE5pXaLemRy3Tgeo
l7daeu5XIvC9l0Cuy3upInUn/HxmS1x95juvdzJj35G0RycCl6nTRTA3E/qedo7RGh07Fz65ixDT
jG34Esnhus2KmOzHmpU+30eGGavOAGR4q9f73q2uBWmLQkvCmtwjr6JRuBjc/DQUfZ4STKVze89J
9RFmzYNpnVv0PXO4vW6oa452u423W8FxKRXkIGILuw4YH+rPzbC/hALjh1cj5QNDQbuDOWK6sbzx
4Nfb3TpNz6aIrjLDeqmGH0W33Cv5Uvn5D1fBjEnzLZ+acz3ncbOFd9N4eYu5ZXKBG9Ewk8V1DiIb
3lRZzUiCbtWiD70Lf2BDIS3wJ07UHFStIf7adAmu2rXEqTqt8erb+7pHYRGK7DCW3XkLyb2zwVSt
MVJpISI0L3K0nwmIdJ78amu/FeZwclaeuXBZ110WEKgF42E9izmo0Dtb6byYwRNOwm5OyH8FQTGw
5KDX0sYbRu88dtX00y77Gz8s7r0w7K6b3xULy7A8DzpEPFzuJzFdZXLub4MZ/75EBDsrVADn3s53
jMOPoLXIerYd8trXyPowNV1TIZb0HfryZDFfCbFJLaHBHty07vkggwtLf6/Rg2ysv5SdMT7a45Nf
D4kxXequu7gw23jc3n13fhDb+OQEy94o/ATfF0+IszOoeVyK28r39tRwJ2Yg7wY0HgGAEhpfeiLU
Pg/9a5gdVFOjjI3iWuZQXg2gQuGdycnfRUOWVGZz9JxySl1eCzvHsR2RchlfsuqbPYlrB4+y1G+2
X2xxpL4FbBxmfp2Lag+Sl0TrEezmW+YzJsmMkvMRiUA+zF8zl2QDoJ0ge1oi61mtTXvI3OjTMKIP
HrXrmSwOu83mGHVxvTPKhyVyJ/QL6jlQ1ZyYywppXjtJEHYP9Ypj2W+oh/YXDqrmzR/H80z5IZNn
lJRrsa/Hzj6N/iWEYju4xrju1lykxeDdsQYffLH88CYE3Bystv2Q97CWMC6kh8vyPnfDS4XUuZqz
m810xEF4ZbXjcaz34CXl9VpNpCnxVy9q/hoASjDkzje68G+drXwFGD20yOEgvo3DUE4nbwufyFKm
x37ZkxIMwXhn5vkVHcL7tjKS1uXppZPwFt3GZ4TcerBgIYHovDx2VIV2ljM92qvAvyrn3t9vgq/r
8MaO/q7q9Rg0dfHUEOzkEivs1s5DF+R36Hi8i52tDA/dXD2vbXDLduh6calZjJJO9U9BMT/axnJy
wzG1hnsDLWmSy8flMqOq8qoZP+a54Q4apv4JH9mN5NBH2Puinf7RXq6ipd/PPXBCx2xUr3EtksYe
D+tSOhQzLeu13M7BRb9q1DK2ivwON/gZSe4ZWSQCWr6Ny7DX6iHr1rj1jbNHyHwEDGwfWTDPS0Zy
bNmiAx8QUrmzDAiGBuFC5Jq2gbmV6P0iEiijuUdxoDokD53mUKlqYNHC2U+2+Dms3qkIy2O+BOK6
aaL+o/b8cods6Rh0AMSzzwCMQSEp5xk8DNFJpgjIQ4woscGVPnv5QtB3f4CXPY+Ve/CQfnOvbuMd
ONd5EN/6yjxbLLFh0+7HuU5JHUm8grCTqSa2zUazPH2q3Dub2r9nS0DUsu3dZYVGrTh5Pzf7FG3N
XbACBsl4G+7N2t4t5rVLu5fvDDury45RW8OR0qeVfTjbSHyJAY/LOjzclYKtoQJ4hMb+yLvhDOP1
tg197G7TW51b15Mmldlxt51G16Lxmin4aVbrfh/UDO9NOkn/mTYk+zVcLAlxdDYaCj7L7g6sisMW
gvjL1Htfw60Hmva/KUp3MR99bv20Xwaj/exdJEbBy2wuDCwEq2FjAvwLQ5AcNo8KeB0h/hsb0KVg
w7zXxGPu9HYfwWCz+w1mwZes3RmgMqM5pCFOSohxTsH8I/f7DyoX+cCHuy20b+xxPSoOc8ti8Rx9
F6BXnmVkALgv0VEGZmrMEXKc/K03Aj6v8iwXZT0YFX+9fjGp+UMFDBV8i6YaW6TyitQY914fEbXg
XqB1j2+qh/Blq47aeSN2M7zut/XkL94NTvmfHtdaaW0I+JUdj0AHnl4Q5HKXloz24Z3Vv7p1HXM/
vmDovJJ0v22hjh5GcR/K4HUtypOKon0tKgSVn6GVD6zS67UyuxTFeGLI7KCc/KqI5HMxdUVMcEeC
RmA/uazHDH4q1s2S9oX5iosd2163y4vu2PfDLYoxhGx8k9rxRM8JT7Tj7Z1o+i7paEo8L79BWnCF
3JtomcxXgNAQJ9p69nzFd1Ms+uRcrKbQJ2fpiJMTcB+wP2/9kXErQ614B72zA4M8TNZs3suee96Z
4txKt+J7Kyqfy9rfSQQBeH05c9eP2vcR+/ML6ieclnss54kq352C+piw+drhFUOb+xiSXu3od2fM
MZCssb/ND7hS0wJNS1N+9ZqZec2OizWHJqFVITtXAEKE2iVmeIRg/j758og0/VTO1rlqGWgJlslZ
wqBlEzx5STA4ey9HUltbqQUfQRn9fYSRl4jjxEEtNYY+93L74rdNXORft+41KwYNNpzXd7kBGgae
vvguAQrgC2UbVxWQGCvw7VJPQUjV6GjzkflXYYb72a0HecxtdSpsk+R+flF9nYeY3pX3hIJNvCKS
AU4vjkwlQPMWE6mVVL6RZihqJQuBO2ia0OZ9J7/Ptouf4SILRczHmn+5XFeHnAdeyLq1aSNQafk+
j+fIXWduX6AH082R7j7sHxbm7gf8MP5uzhERbmhzEM1IJIfODZrsl1n9MFyJweRuNq/rbkxJcdhF
tNgvhbuvus9wXbH3noP5AwJeR+FODB6PF7pdfIXND4FerazvCEm78sb2eiBb5w216GFAFFiRvI5U
keb3WnDo2+nouk9VxLA1ypM/DgerWqYfrhdy7oxoUNDbth4L9LpVXixbmTqSDaNkn4mbOQ9YId4c
ZN2O0dznFK80hIK95NAMJ2zxCbKMXc9LQK9oYjawEM8Eo/MEfMfktGtKdVxwZ9OXmmSK10cU2gfa
aM+I4rxImhWHxBJ8H4BqtWE+ewD60UYZGyjRyC2OfMoORjBH4Drk2sNnDpq72s73cZqXhwYc3lHc
P+gItRRXbvDDDfW76q8czUxOMUs9X5Mnd6MJKs715D0065SY2zXMyg/alTAtGLu1z5DkMQo1ESsE
qtVk4huEqOiIQR5KXaWqL9LLvGNjLhlo+Joye79Q5JmvfFBefcrWz6Vaj1Xh3BRZfwi66DBU3mHu
fyA9Tj1iA33xDQDsbnSWvXSWpKjchErlBH/qtQyqvQ9yWmTN3pofETHX9SOvNYoZk5M68158Lh12
1Qc7qlnPrKS1mxtS7y/K7aMry/02/3RylgpbP/eDfzNL8xxyWN669XQAsdlNS39vFW1S1IWKQ6dI
q8xxiFwzHrSffViTESuQ9Z3XW6UdO3M+AkKj4Y9IG96E8eSA+XWBd8bt9L7quT7KIjiupP2cSl9S
7rIZd1EwMfoAMlrFWxU8ot5FNGkmhKTsAsNQselV/QccXIy1/L6RoIzllVX09yTgBelM6w6BIghP
rpqq34WyuXG6Pm6zSSaWr9nE+5+bRDUFAm7TA+np4mLxuBWMPw1CtJy5/pKFoIobiVwdSjVV4MWH
GbMOKcUBxphpec9CznO76Y8bo2LNWizND3hEjgGngvKzMTHQ5YKnr0FYPiQ1+4furWi3WGYYk15x
VdlsgWw3Z7vnOzjmeAa8aTgiEUJa6lVPtS6EomyTL3DIkpq4q0U3cl/trcu9YUb6e1AOKL060V+B
s4/XOKGcpJKt8YN69J6WJuMMxf6NYMIDBIvHx78eosXJUqwfGp0YucrOpZXLBRpNOnxEiLHXsxGq
NOir5jCDdfrLHE9En3ubiSMq2pVDeDO5/Wuj9bEuG2Ay1EuItSW3nJFQbfJRy/kQKNvYaUtFKRxX
ogvA6KZPR1mU98opaL+0mdYvfqBjBZ/a9P5Bh+dRuPQ8YBAi6+PRbUz/lHcP3XDAneinUC9x1J58
Pf3c8tPls5v2W3hJjS7cnAHG7gu9IQHw15cM0wVaRBR7X3OlZqSOkxh/CtsV9lEvS4HeMDJ7sUef
FdbxRcgTQmJitSD1YTKYvraIP6QXkoljKgDcu6mt2aUqm/ifXdlY9a7Oqja6Nacx6jksrPVmssMp
P9XMrG9CWKs8Sm8V5sFvfQtZnFLd3VyvnbFrt8o6C4wAjBl8W/83e2eyJbeRbdlfqR+AlqEHpu4O
b6OPIEVyghUUSfSGHmbA178NSlWPEZGLUXqjGpRSg1xSMh0OB8yu3XvOPhlGPrMxIm3O/h2kKs4F
6Pa5oStU45NaOFkcusE1pm1XB8wDEKeimwWM3q2V31gT7ekR1gEtNLDuJB00LsfwC8HXLMZv/79D
Ocw/lTdrU/E3Hcpn+b+un8mzrF/IddY/9E+P0voDyZsJ1IgZDD2otRP5D2HA+gO+APkeQtBbXuGQ
/92jtP9YOYbIciBj0JJco4D+d4/S/gMOgAAL4KLA+iny+RdynZ9Kx1876Sa+dxojhCzBHLH98JVU
bchdaXmKs6Hv84ZIT2eHMJg1h+o+2NV4PA9WakcxrbhbY3IPZpudnHwA42gVT2VuRaNUj5RaHNt1
2l51tfvRrpg+2tU8RkbQlySQElDQTXZ38soYIC+Gqx3U9xqzF34A34i/l5bCVEd0KaNgSDBa+D/8
hspwCqtjEMo/feZwu0kHFIqj+Th54mig89i06GM3yKiPgdtTWY4n2X5BRa02qOxoIDgxWcz/zB3+
VSP+qa74+zUX44Ue7f+uV3/4Xq+Eiv71/9X/i4K1lf/7m5dgei6/PnesGb8o1tY/8vcrYNu8AmTE
YFoHEOEHawP/n1dA/IEQU6AGEy6yNfxC/+cVCMQf6HUAX5BK8LNRj17zn1fAd/5AqEZiAPN6uE/8
wX/Tpl91n//9BkBx49HnyTeJcl0Z+DaX/asIFonkuBS9MKPZ7xXoooD3wDdQzW5qTWjJlclOGOzH
nvyzTZ2Jcrgypsr0//zlhv0z4fl1omWuL9rry0B75+P5Z5IRrKq+Xy9Dcq7pUUVxGd2amBtr7YSn
mi5gvJkyFX/BSGXBtfSb8tPYehbH/w5maJR7BS2VsWnjW+iQvnOKE27d1kmT/uwVHUN1MbcThYTv
yOTunWtmUXtxzaxNrm1C+oKFwu9ov1o88hw1gvRqO0IttKAGk/MhizHa1GgjLqCpOHEVcfrQI/mO
DGIeTpXgkJq3jnlJJoR2HRUMQvU0Dt4jkb/h7qyXxrWJlVkiWOTWS/9F2syUhZttmDYcfbO6+LOn
sVEneaRTe9r3w3KfQ9c+yd4C3GWY5jFb3I6M6rF9Dyb5UvS8ojm5EA+4/4qFcd9A9gtOLZQ6P4fW
oDc4Lcby+9wZ5Z0LDmMfI7orV6YTygm05++QJF4/Uz8/G70zoicPLE3wCvrRxdliYgPi9/HsRWyI
wU4wWUDZ2hf4F/JNgO+yxLI8jrt3noyVRvjr08wnwzwiqN1Bq+pBw3l5+2kbktcQNHYkkwR/pqHD
lh67FRz7IAd1PqiqOwkZqE2nRudBjTP1/6ire7+Iw38d7Ud2l7+KUenhg77Dqv/yYrwl6NwFUHVk
NcaAn9M3sBbmpt0mm1rUPi6VQdb5ucstzMKLp8vnxlxMe+s1bfKe8+DtT+LR+bd4Z9ZAR6SyL69F
OZ5cYlDMUdA6M82DqW/30PTi62QsEmQfbJKfMzDH20Q15U3mxPOHycjaJwQC+9IjOZydcm4+d442
rnSeuTuOTemxBe795+9/wrfP7c91kdmqKzAiOK9+wQGaAUw0FUaATsAasCvTyvE0zVCi5SxUmDfA
pZ1HUkDfy3l+++5S3gAa8rhPDjlz3qvHtm4XlEptn+2DRYg9M/YZ/z72adQNRiM+Z1Vv/WmO5fKj
CFN91HWQXrSjs30R+MM7QoOfQdcvHmSugNhnfiqsIvy9Pui/riN5kgs9J3qPFJLBVdFqj1cVJgsJ
8na5PEgUvPPZYoW+XWaSiE/h1MKOGDIdhLshMJf7nviW7CJbw5z+JKwGoEziGvsehV2zXeqxm/a2
mM0rw7XRctZWpYdDL2vElY5flkwzZs2k+Pe/7SthA4sS7WD2GN5O1BM28fQvv1Ve2p6bmQUGd3eA
zTKq8WhK+r9gGDIs07W9twt7xrpv5X9p3EDwZzQYpt9fxUuXxN8XAY8Sw7XJzsR/eXkRLMngCWo9
7i2v0Qt+rrbGCy1y8zoc/A+youn++w/8Dz8mmysWCYuymQ7oa7ioPXa6MeeQZGtnVp+FXZM9Qm//
yRKlDHYtXr5t0zf6ql3q5ipEbnue3YV2lzX49wThfustXX6cFjqp84zPqiEpNPIn95KaM6Mv4gir
o0tbbNqkIAQd3OCcyjzOXO/pUl6XLPZaJBBqS1XFQmKJV5sbo2GHbm887YeeE8auc8QQefXYf3KM
pL2Q9+ceMSMS/IF379gsCZ16zC+P2L/uZ6dr9mGagFCILe/BYdujYeSqVXkc3MaFPe0aVtB39gPr
zbLnABlhzVvXPo9AgtevEe5g8p06tQ/aLvuBDy5nxKBGhszlfJ/GqXW0eGFOo2tVD76h/gqBc1yt
qqddn7QeScz5bFyRu0FpHnjDrVWTWjcwIQcIHS/zn0uNWNdBinCb6+GDnxjFCX/ptWHnuQ8qly1W
GNN0o+niv1MDvX2I19fIZIlgn7X4QV4+xNYA/CeX5rSPRzFf9bA4oglj7C2V3HyKbSd/5xl++3lA
mqjjHEin3ppN+fLzUHbbOH1dvbe0lp/swfhG0ZH1u7ZTX0WSDcU7JcR/+DzwXRwR2Qc4jDqvPq9r
JlCMxYjsC1/CB5Iyiu/Gov0LGntIBap131lw14Pyy8oBUwtMXNcDVysCS7y6oX6RyyARybxvOExu
R9tPkD/U1aPKihbv1uTfGCn7Tjsi4CYkEUn+OEqmN8hDzLvRH5InZhogcgbtHX+/fLx967gyjsqw
tijleLFe3nqFRsPos1jvw9IuDvEcmh+J4kIWVnrjjR6CMGL6YX4fGAZubEv20b//eBLxqOR4+3n3
Xy2XdVuhOe1rktVFoT8IozG/YCM8GA7g92joyUnTxvCNWU5zhsHqv/Pl38S1oaOiwudsQmIwYRKv
HzyCtqSNGEvt+5qaZROMofvUOQ1+fHAW4y5f+qdwkv7dAA83Y7AGFBcskz27QbHNA5su5djExsbL
y+GAUCT58C/vjssJklhajMcUuvz18sfxyjFTlWjtvUcpcOywE93WSc3kyGrbT8q1gYxU7UPKW7WX
ZS8ef//pb0sWBGP8hz1VEK7AK/ry47MeXa4dMnbKaTcaDwZsog+KBHF1k/e8VRiVaPZtE2QD4MLB
ouRM2+vuaJpor+Bi9cO/Lv25oDWZEvC6B7j39ak2iZdR0IF1WCcU8/ZpANIRi3q4BvOqkCsNV6Mh
ndPvb8ObN4QP5R2h4Kc5tSrzXt4FFPIx9gHT2RdJz7Q6Dyfzx+C6y2GuPP/gTKr6C2KUeRyCnH9W
G1bzTkmxdhJerh4g7m3gB2imnVUW+Oox0CtLIp0gEg2xDdECJ9qSb4tMZfI0W6I9d7XIqxM63Tbd
FfxPrlJjqtWdjcGsJ9GvlevDG1f1O+/u2vt4c10rFZsz0fqzvI6AybzZGkxrRLZStDEt8bKd3C1T
DKkYf09LGpFMVGNK4MbInay9yj5kU0/oL9MR76SlwJMBWj6YjyFT8HBPKianBwzqwt81S+o+ZpnK
kWhk4xIfemUxpyJsSKv37u/6C74ohxFbMsnnJEtzErvHq/vb1UQxNOZAP6RARXhcuyWorPKWlkM6
pbO9iWUCVDe1+wE5YAjOvK6lL7Z+4bhFNGMAGw4qS/pbU/Intw0yzAZOwsw8+t8+ioT82MCUWbXo
v74+//u1N5QZ09q9QfNnV5SzexpG8WdrleG1lc3lMWjN+atLyOEMJG7/+w9/s2lS4FCg4Xtz6Xp5
r/MBAN+kcZFl/p5xivFQyGS680j2Q0XA4YHhQvtOQPHP8unlz4JsNSD/ADs3RkD/1fJDg6H3zNT2
QdfI8WtjwIAtOfMSh+aIq9g2nDqKHRcKIpMCcFihiApNnCRJAgzNjaG6qRe/2LlJ2l/sym0O1Zy1
RiQJS9pUyRJ8SvGHbNTcU19h83qnxHjlxucgAORWgDIH/cwLwpd4uWzA1MwB7GRiL3nCb2xoWU+m
BB9VJ2bysdKceUttpNU2xmpxFc5uvDUTAF+Nbny6RxjT9qRzJ/KdmvVnJvHLm2qz6fEXnmo69876
K/9y9OtomZBbg2oHS1vJ3I99D3cns6APmeeAo9JOKuoTeoqGuABr8uoI6Yx3NSy2fx5cxuUbaH0g
Vvox767D2UpilLXGrC6qDQGI2R2q/6sGm+n/5MIBiP4MWmRE8DpAjSfBAutkMMkMANhsWrJqZVSM
MIKl78Wf5dAiBYoBXNE+tMfAjFDxqy9jL7Nk3apReDBUMlNI4YyzNjTb/eMY63oNX1kr7h7z433q
O4Z478Lfrt7sVhYkUp/FhWTKV/uHagaCwExzISBIQG1KbHN4JlLw1izt5F7CpSOoKzC+OB2OwcRK
+6egLnPElFre5AMv9u/f4v+wmdAWFoAiILGC7v55qPnlARjsiVMHNf/e88naSGKbYaels3Ptuf11
3HsMJ/vUPwe1Cs81GsOb0iTmiP9y8q05+dsNz9wAKPbd38/diwbx26UXCDRvB4mw3CEiz18+jnNZ
54i5NRVOVh9KDBbFVlSNekAdFq9tCOtiJ0W3H4YW6Z/XjR80CJwd6pIpWjBWkXRJDEsNmw6C1FS+
U7b/hxWIE1DAbDokmJpF6NXVrVJrvxPtsu/iyXCua9rXwEjirLkz0DtghLSz1P/TmI3h4CI8FPvA
mG39JcP8ljGLrwwGQtqvzWva9fSSYxcf8Q73jZi3RrGk1XmxpI2P3G9X/Ygbp/W+XDLKzIxTy3u3
+j88h6FLvgPnEJT7byJ4IX5hd0VctEc4yEgfcAnHUC/Y6zwx0Le4/XJtW9QRakqeDO7Jnd3l3tFm
sHxA3fxenNabEAaugiV9ZZa4+PNJnHr5y3v8eunIyWCfosM+5ZBnb+TAr7EzATGCx7FNAF1g0yRO
iCjGPUdHqRd3QaXlPm0ncRwG1RLTxFrBySQBkkTqeycwIrvldiFlj/G1PRpPvgvQrK/S/EtrtXjU
8uFrVuv8c1n53sd33i2ba365uHKEhXHMvrXmrrw+TnQ5CZJF54V7ixfsNjUL+9rDSb0PZVk8A4RC
bFm0TWSJbGawEYffM8iZ/BDNbunn9GEQSEf+B5fEActlhVs7Y697FDmEd6tg3oJiZuyuOuIgrzKe
1w1t5WVnIQ4/gP0CK8audMO6MKMHnNwNXlsvWvgqt4uA//P7a3rTNqFjTQYxnUfh0iF7vQJNGGE1
hGug1bPr/TnnVQZclahGavopSo3a+OD072dQvF1paPnyrDEXW+3S7vp6/LLu4SrFjAipkIcncQ40
Pq0jjDX/kPeVPphpVV1CLuJT1uX5pemF90PZxTNmXEhPnnTrQxEM3bVRhghALBtArNV7N0aoik1B
1A7ubbS7h7qaTOxoRnlaZBM/1ZOVP7HRXPXG0vnv3EXzZ9Pg16fN4WddX2Q4vwFz9tdd96LssDxj
94/ADqH7tPXiISVlbPCUh9asd8bUrNxPJhLJjkUYVbM9WuFJV0MPDmnmyLkpkc8voIJt1XyUuEmT
nSURlUS6n4R1MwvbgPAnJt190SbpxhPjiMMi567fThiUE6Qh3hOxf/OnGLMSoxdZfKw1ev5kTKdt
27hSkgRhDk00hiXVe04KISgsXpNiM1Afj9RujrorYEjTf059zP9e6ugvrgxAZi1FZtLVBMt5Jt84
UdFUTyYW5QpNMmJLY9k5pjZCtDRuvarmnbI8xY5QN75VriYa/Hr33Dq4wXneFd+7MbNzYo/0yMl1
SpLpMlHlxEcLETu8aWvoe76gMRYnKoTinkZO9yOzLAXFmS+3q9SMEI/xgAq28LbxMdR9ewOMNF9z
nAC6bmtt9Jos0nAVKsITN7c5dg3OCvZsXNDjtAhlHDzr5JmB/V4MhZa8jkUot+NYs9lXMwK2GNN7
d+zddjr15TJ0ezvIkcDG+PUjgVvpFpewIc5mzYwtKpYy9UjmDVo4HG0l4oMahsY82EVfPnDzWA67
Yr1RcZGILW/jSnmoPf9b1SKxf+908qYBzwPJcr76FxkP4ht71eVqWg/yFkt6VJmZec5FIfeG3/G+
ILC4thfAJJtZl83eZBM/O7VdnDg/mu8c19/02vgAa222rYNvjs3Oq3pLON2CQHgBKZI3w6ks4uQs
c1dEZZDdJKOSJzvxHrG5ZnRTk+4C79E9zmBDAU+KMEqG2aMPlPXff7/ovT49/X1V1DhE1zKbEGuX
4Zflp2lZ/dslgRs2V+p7WWi8u6Pf3U1jUn6CQ1fvf/95b2oXVjhOamyw+C8En/rq/NEUUyq9bgKU
HerwCgZNcYY7W34mWtDaZm7Lu5E48gakU3LqF3jSG5FO6zHLzNCkFCY4jilPl4/e3FUPqHbyRxdI
H0B837sG/cAaAdfWx66A8c8RxI6/t76h1Xm1nRIxI0zYP1TNbBXsmS/vGTp2tyGrCQSkOS5eVDt+
F5zasgXoF3TD6Gy8OU3PMQ6J/iBKe3lsef4SeBOLCPfKNdW1TgIcD4VCZrwDtOkx/iyz+jO6bAXI
ANPAkMoCULnsxXNSFNTdk8QusAEnJ2uSEpvhYyedixG7SXWIfQU0t+17aAFZUaf6Pq1WKSDsAw/U
XePLT6m3KBa+oW/kgeYdaNSkEVl+hFUz9FENUKWMgN/VyykJSjnchRjUOySlgXtez9fhzhKd6cJw
TWp0yctUfW2aPGv2OJyLJYo5SXz1R1hbR93neMU8kN8NCJkO452XmYtzzpcYAZEZdPPVUtAa2xUJ
vxdNu+4bC0Q5PNGE6b6SxuTxS44YCvdsfWZ1louUmM8nxnpAR233BsofGvNAZIgy8mlRzw5kSmvv
6JxAsJq+nzqM3jpgQukikxOzOaj+HmNbJyoJ0SGZtw1LPD+YkJH8aWh0m6nMAnU0m6yUZ0iUznyd
dxUAMamW5qCEiq8ti6V9Fs2y3mvrIa5DCqK5t0HNTHHp/MUCFNy5bjg2QM+zamdraCvMG3PMdKKy
j/TF2kfHHqRxjOuFs4Sdu4W7cWnU3iqjWokVbgFqZQyFk++Qv1qfg8wI73o4hmRUmnWBfa1YkDjG
kC2eJM4UFaHmLu+MeoAzYeCrudZSDd0WBnIP2tyT/bHUuZtvILEbXQSIydNRD7bB2vNvAQ64KY3h
zYiOkeD4rkL978Y+6erBqhk1u0Q+IqNuq2jRYFWeENqO/Z3v13I6IL9VXTTXqfGtyDm7nhIAjm00
L73jRThO2w9GMsDzJlhd4rmqrA4zqDGUGneVQ5cMdW13Acww11E5O3jXHDjzCCTqPswECbKhau8Q
Kpfm1s5m+SHM6S5d6YCbsPNRfYPVgNN/qDjoD5usw1R1aPJcTVfga0z+ZVGMHV090Bv73MiCfF8v
Tfkg2WannQ3Le+dWUyHvehP+ySYPRpI2hAaAih+IR9dSo59cS7Jo8cwsOnsgUShzEBkHsb6yentp
Ho2l8dDW8W6qE+wl1NQWHEvjoKWLncgJRp/xGA62/GqZCVaLeMErvrXd6PKwWADCD6ZHtKSioV99
L3AorWBYkTrnqkFvh4V/CtpjCEoHOkdmICO2stZEjkqn00Hm1xTjVtGQXW559HCwVMqZMVGmZbdP
jHb2917QIaTqzaA5QqhpWdQ5tXDIU+EXZTkwpSszxqiZ+d0VPyQCZ+6YPo2FgSw5DrLwsZMrt5sF
ZZrxFKCh3U3LOopRTEGfSmV17F4BlNAkGX2iL0z2zevGhI6ANZNSFk10F+PFnAHHbGdYvM4mbvum
BJJUmu42c+bwETyHY55lNbuPQ5+pb243Ag5t66kKyVQI7H5vKZjhxyp2mLIB/bH7DfCt7rMDgtTd
4rQDdzP1jSk3hlliAmI7RdE+iNBUJ2Hl4xgp1WUfCzUG35Uv7I9O0cl2C0UVmgS4qcS9YPgDgzpW
KnDJ55aSknmcerl1Mlw9EM6r/GtcCzXg+aj7j9BCku6AeAOyQ6FJb9lNieEEhxIUQhqZZTIUdylP
DPB+RzYDMFC+6B6xCxWjtuBsRLmvMSKFRflXDsqkioYQWwZSB3dx7gWUsbNyYiq+0llMxbRtVfun
Tp5+MaoCFY81ZqwTtYveGRiH2Q1R63qA4fvEh2FF7gAvkIfseZdMA3hvtwyGe9GOw4elB6wLoqsY
8uuQ1M0mGugXWB9Cu3d+cHddeak4YCFgpkj6aMwOZCsUR8uVUn3/3ba7nnbzMgVlZPvDIE6EYiDI
X7K08x4SNzTiHQwwAp+15tU/aCriKcpLneBoayp3NRJL+4QZVZ8MQgBg349tDWWHMKGN7Q3VfK1x
VY08lFgG96VhonJPgLIUu9YfKNICQYYJFHf2GZdeGvaFKUVcTQ9pILmFDE/4aC55ogWZ71iDBoGf
joSKQOwcGfAAp33inO3OquTZoDrdumEFiGkgQXk4zFYFNNprhPVU+HWfPcZGxlY+lirszlgUyJiW
1KZUbMP41ABeujB+Tu7ngncUMlxu3hVp5X2aBr/Wh0IIDNxz3etHcPwplKUKF+ItpG6FdWvx4ZsW
vcMSmyIdxwveDpoc6xbP5G4gsYnaj1hSJFEk+YIsMIf4jK+3UuzRmfVnOo6As2z4IfaF56An3dMt
hwc1+fGy9XxfBRtUeGXHoq9xKZnaboJ7Zge63muzCb+nebCauq2WFiX94abH3QjYZZunJv8v+Hua
k55cfVmmSY27YF29Nt2SsAsOVAS4A2eM9XByMppv4Ujve1ZI6naFagHm5gURNPuBf2QfywmiNazb
HFK+JVtcVCotP86NXeYXRd97PnWBX+L0sggQ3Skm0+dsKKl1gtIhOSD2FtQfxuq2DEeJkQMJvbgp
EBciX65sIEgZJdZl9muOalPuj+luKRd4Ll3lmRfcrQujz4Qg6yvwc8xmlxILZQNliQaZpsF8jgvN
RiiZhFAVZDS87H7xHpAdDdPWc0sRPlVlqsRNxdgsvYzJ6H1FuxY2jLwtkL8p6DLYam3SVZhw2+E5
HRw8bu5o82mc8hdMypXfRNMUAn0L6oXUUmdR/bC17aWcNxPQwgdcY8sQlYuhv43aF8++Wd4nvC1c
VzuamM+MhQbTaJcE6DR1MW5ELez7eF4sDIx0uZH0MYEyr41cYFz2koLMF2nQL/dDPRl8RiiqI/iz
atprp8ahkwUQ06sWIjuktyA4D6DPDIJMS+6NMKvkA/RlNhI6ceNROX2awNsFR8eTUulqazY1iZT5
gKrlRE9Gn2qoTMPDQvIEUWZL63z3ZarNPTWfIe4Xo/PrLe876V+VnQ73TsggChRxz5NKSUF1JJeU
crjv43w1cSxJjXdsCM/sq4DBkKlWkhhi05yOUkh/2rNqeH3UQfcgGSOEoAPEnJbcEUtlQLICcIj7
trWBYnH9EChd1Y7bloUcmIFStNdJM252sdsEzsmXMf7bzOiIcA0DOHpjFyzDM41PcV17vWGA1KpF
uUkCEBZ3SUUayEE0XspY07QxnPWuWU0bu8kkx+rUCPdZbeiFbOZsoAHR96l7AHjtVZHBWDQ/8QW9
+KEec+uEAC1eruEwqPQW17HbIeszDXEoZsv8QdPJVmcisoSxdchXiKbSqcijGDQDyqqHJ+ZkYvCP
MjO9inc0s58LTh3jtjfQEOwGXS7djTKAZRA54CTt0ekLMgnj1vTrHS97jZU7TLbE3eEErewV756W
z4lZ+R/KMIDIa3kjFCnLKVvrLgTDE/O7gDvEDa39zzCWkuCuaWTe7Zu4YB0KmjydjlmLNfSTYFSW
HF0l09sBDG97YQWnD4OrU9+ooAqLs03sDeo2RoQY7nSr8n2B48vdhMkyqqvc4UW9wnHdUws3Tlae
sgroaGQxabhLW5AhuGy6AEMc3Erm2pCX1FUawgS7tBmkb+TQ6JsOdT96FBg9ARVQRFlTM9uuHnjk
UbRkSGLRXMFk5xCWtU69N+u5vJgWB83d5M6eHzl+A37JjDlEsAeDOUqUmGK6L8QADGlduxEM8/pb
HmPpomismlMsTbwWuDI85yhE4T60dmvVx9RBMBZxYInBr5CeBo+hFclCKq+2VyyM4kq07xVqO1f5
8lUQE8s5JEuTM3rTcNjqJucWGi1bNv7XYCD7w56Iu7GlYeAiq4NImTMUg2JI2u+JMzH40qWhSDsx
PPsYW0v11daKU6lWTYBQilxfktiMqv2uO+q3U52VY31wU+lz0G9X6I0Cet1EBsE7FfgTTKYbIGxj
vQ98IBlO3/bOdipi8FuVHJbxXCyrLtatnO5pfRvUtq2wdW4JNGs+Mq9sH4k1IznMXZqcrMxcK+L/
qkALzHAcxTYiyPIeL5cDDTPv7eEw1IReREOKMhAHVvJDEVpRXNqxhUXp20SBD6WPJ1Y4TZOdjTxU
Cj5DuVI2AhQgHiuXtQO2L1GsDcZ4lyji9fZDJSREm77IDk3miPzC2jvcK44SxGvklfutlco0kp1Y
bPEYTk51yYZEHulzyy31iVkzgLSF/xzitbvJNJU3IXGd3ifE4wRP4YDWbxcsDfOKHiCRFdHRJ9/V
03Mvox6GenfIjIaAqDFwlqcpGZvpxEQpviI2o/O2uWV2DkAZ2+r3ptlyniVIqgwiLx/9aZOFi5/v
s4TnAYacTJ9HGApYrc2O+ERt8WfswuJLV36QIjMJLOdbRkQElLxqAhOUNPqRvl360LW1+IunooCQ
T4UkNyRHNMuJUn5Ib5KmlRnG3qn81pOWcCS5rrQ3s2dQH/iwOuad46te3xM46IudZdUDIukqreqt
a7amdcDygBO4oIDzr9JFWsEVICEuBxMTeIDMCukZdD4zka1nKZD1+O39/tauvLDZsh3kE5UHtt2d
pm1HWAJg9N0yYSKEjdbGrQELw4qrO6qg4ko6gTFepb7hHUPqOOvaniGDUj1XYXYHzm4gUWYyJr2x
Mks9tIJkmY3tJP18qNla/A9MeTA8QrgrMGYk5K/gf9atfdsUswt0YgQ7KEgky468MeFnGx1oBEmN
ZL+EomU5hVbh0kEHign4h4ii5EOatJQDVpk0lJiVf07DuZt3wIsTZwsyDwY/5bVZn520y3zQs0vI
8sQg7xj4egloC9MFwpY6OTd9vdQ4dzOUSds6txe1d3rylMScimfSSwJjCxu/PqM8Euo8k1fnbGk6
ZFdrWwrUB0zZOWoDq/QeSK0zI/KjFWqVxmLVd/2mHy6uiKf6sDS2d0uNRei9k5rqQjrX0kVOPZrl
PpXl2vVFRen5eF8mchqIT4Hxi9wvA9reFcGIo5nWM5zKfG6LUzMXYXlxSWSjTR7KkYZzFsf3XR8b
wX4FAZ46sOXDLo/j6Uu60F/Ytwz8593IJKC9TeuwrJ/CdjTCG7v0Q0yU1HH02tFfs0sG6nMXSjYr
aiyqBhI1/J3ELMy5Jikn2IONH8NJNSiYT10uY+vkzw6WXmOWbCntmgZ51Mu6ZBplW0uqD87Lp6AY
3S7dgPcRH2HT6DkaFJUPEKKmWfZNXhD4QJRa/JznUFz3uuI4xcgB4f3OCOL8kT3G846Mnq3xyFMl
RtwrdM0uhpvZ4pab7H9NDenFWy+O83nbtY3Ob029smyqZTH/qkya8ttSzMAX4ibO0ki6UstjXmbu
wS9qOz8tWq1nxH4oz7kjoQSbzE2IF19M/SlTMGC2mlxZtsEyQTkQpjysWxhk4VZJmgckLyF/2WU+
fuDFSzPCJskygRPatywNNemhHViJwE73HRo5tiYAgsPNMC6I3tHVQKqwaiODwDEpKBdBGrQnv+M0
fCtLUXzUdZE/21MBcthq8xQeBIjqaVuSQtieJrIXQaf1Kv3EaApmpe1NfDzGxqcF+j5zBQ7d+sxB
Z2SAV49xJHWNRZ1GVXrOwmYydtkIrXtLzhcJK35igrZNRJ5f49SJL7nf+c2VqDrO7XE7Nc7ZZd/4
jIEZoEWTKudrSMMviao8ls21Q34TMrwmS+ZtKjjhE0lSgLeY6U7qSxhqZ7lvihBVui+xqWx7GvKf
VOXn3YUHE06OaZDR9dnuu+qTOacMJCWvqAOoAojcNh7mUZ3MpK6vi9Sogo/dQDDNnfTS7lzKosG9
TyULLZscY84XZOgQu4dGtITb0GB90X1dfp98j3BA7QT5D871tTw0TbHEN66eGcHKWtlfJ3IyOmTt
ZnADS5a2L5dmBQfAclwPUeRFTJina9yjAHS6A52jDKQLGQs7NAhKXJuLCGZA3PDIt7Zv2PeSXg8h
QyoJv6OFG60IjHoujjmkOYz0YLru0sYFuqFpGJccDNVIvbuM0McWOV26aiGkqvQJIojGOYwH3Npz
qzYG34hYmRpCOT8MQ/UNk+8efkfmV98R2iynoCSuh94gMpYyDrCgicXcGZy35k1e9/LTvBSFxalp
zuK7JW2sz3mnf2YS9ujU9NgbhELGgE444OPtoNYy+v6cit7Jdo3X/6DVrfx7GKNwdtxAGd2DzeZE
8CDyELnvFh8Tq6liGwtszxz+LMbFKtdSN9AEMwdVem1LOKc7+NyJsTMyTjgEkDrqRMJSmO78OmjQ
lxPNt2w0h/XHfqafcQ6GVlfnJm3F9WDX2aOyGw5kfTDDwbJrgskG4G6HzuqCYudn5KHtZhez/5XV
TDreQXTgFMmpJr1LwKdam6YH+rOhjeFfYx7O2jPjaQ/Wpy2kumnCzu9uhD+7AAPGmeAqYIXF8Dwa
BVSLOVDdoU5RipeNML5UHkwuBJcqOVAhyoGOSNNco02dw1OMLDWnYjBmdx9OObCeviw7Qr7cYXLW
ngWgFZp7i3tokVv7t0IWuHCGpQacW/l69v6LufNYklvZsuy/1Bxl0GJQkwAQMjWZgpzAKB1auzuA
r68Vz9raLpPPyH6zHlwajbzJiEAA7sfP2XvtV3qYPegFp2totRTNMBz5xGUPSCK0pzTDZ6XOQ214
xocyc8ztPNuWBKJQV350gn9VqkSEZGXswmIKjZtiUiMZN1pDls1Y0baLailRnd5TVNo4VQcqiUba
B2PtrqGxRtSQy9sPuXmirpzppm72eK+pmqyjbmzia3orogYHtRBOn4cJ5cwdhBZdnxev699A2wdf
UQPbeZy3cw4NoB4A1DmjeFRk4OjYHM2JI8NYlesFk+dM1JFwvHgc2dPhZ/SIt9YBenxsNa1cb0BD
dK+b6bM3aeGUdjJ5Xch02d/4hCxrbkUs5Th9irYhfA3a5SqRz+hAJQ0HwpWO5bSmFdXw165q8q8m
iTOfM1VO6zE0dIYGx2+K77T45MnV0gr2o5lBx+iiARhXHpXyA3YhsAsUfCAINN8MLd+cJLaQadB4
7YSaU+wO3niySyt4HSpz+14V4zyeJpKAydWsGrPc8zz3/kEUdMgTS80O2Keq0sGli67dTxrDOr+1
FkK9QedkeXho1Wj+oMnqZm/BUHb+Z2a3a3bD6dGFl1dakpyktmrDpx5NEuS4JVjUD99eCQ0GIhGR
xwJskpE3d6LzsA3AM+IKPLBKKOYmd19CuL+dKsX8j/Fw9aWLcuRG3pq3CXkVwaEuNHSifHNGZ3e1
hhy4GLzMYGUc8W1vpJUw9hEGhTJbp3EHsiKv7/LA192eGKvws1pwVjzgFCL22ghUFVwoJYmMZs9J
R7ctoPLRZ9OY6YmGIJQ8V8333p68HHM78bnfoT5JBD4aEMhuGwXxL8ilONevoGvgLpLDEd3mNK4e
s7bye2Zk6D3iiDHIqzsMxXoDf0tGRyjIRcIWxY4AbZ+9q+GGfSFQS/ap6ZT1MSohrJ4LOTPedwph
A4muweYlVTma9c/F28oq1sgz+73nkfx7KYsoz7eY/ribIVYa9bHoGJYlGtn7d07TJYHdlm38ZDfm
PNUbhNckBWpF80O7cffcbZj8Sh7iqD8WBVTeG3IHkSwtAw37OKirLoqbujF7UGDz9HEivWeFRFrQ
Ry3yHv5YN5d2lJQF/GnoWQsh5Qv8bQSPoQOfxii4ADsrUxpXLGppaHrN4Jzh1EFMLEy/Bd/PcD7x
VpL9DmVjojs1UU0GSdkx/oY9ytP1pscNSIfXQM16Zv7W3aMWmb1dLse5ukjVO2ZMdhoshRp41j22
MT8jAtC3jRju4kgg+MLWU+Ia/hZiZYI9ty3usYKo/6rJiNh2wOYrnbBGZxnHLptFjd6yiT8PRceT
yJk57+gFOCeD5MMuxjjqwPefHHFXzM1Y7tU6zeQ2MxIBV5pZLbw1sv58HjAA4LS4RT+dMrUoQiLc
lUbn5FfoXLQsJNJfd/X9hN6hUTImQhJPOGbRyWTzR3pzyloGQOheUXDSGJvuEbejBWbe2FTwZbH8
6ePA0vcG2UcWKQ7CwWZgNDtEGgMcj+tw2V5WQHvWGT1wXjFSAPuAEtYxjdTpg5ywUtnnTQJXMLSO
HvTub7QZuFZ9TvZJwtVVTVLbIAYPTVOHB0J6NaDLeqyjw4yOmeNUV1xZnFO2vExN0H2DYaWZpzK0
JH4tC7KjRl8MeZ5DHukeYTCWiaND96KGfmMSa9AvI2fY0BRywZRDnslb6V6oVvHZTcrzf3ASGpZ4
DtfO48RR6/CMAQsJSdaVzNsCNRJc3pQCKcxiyTJlqhRe26K2dV/DeCWgpkDWzEgxR2RwPQDdmmi3
zbTXFiyxOurXPanGIPMX/pfHpiFZhTS0uspPuqvzGzMgqwW6YzT+WCq3AcKkANmeqdxq2hbY8fcV
K7Hctw1JBcdG0b+hs8YYNck3rdv7PDDRKXV8Tv9Aag2Ms7BmBsgMoRhvGB/SJ2zXzP5ZiitDdxfU
i/ehHp2sgLc5I1+AersdrUIyTd8ZDv3reCQ5wkx8zqygH8FiDzvLrx3OVFAL0kEuXPFm8bLztPSm
SKfBNz+DC7myyVa9qL+4lP6NlOMKMrm6P0LEjtAjftVBiMrkzGbJKO0yekoTPZVkVp48m0ah8A92
4rswiRFONyuYoGD51n7pwN5Thznn1Q8zUgU2+yy3zT9W3VjHrZrz555nlgJeiE+WWXupO5GvB/Ky
np7/LES5vrlfVGpgKKDJRrZnI4k3/XcijrpZa5/QwmXfYf+EKGQXpzwIIsY6yjnVU80QhfRn+qYM
7/4iIQne6zExBF+Vlp5rMR3m9+9emyHVFrpVt+2VZ0/30kOils2uZUPVjEj08NmxiOgrmX6XBzCP
OktGn1ziQxNox9ljbgDhUNiND+Kub00PpXtIa59TNhI5PVWEWzgU2cWFjU48TrrRH8vA1tudVZRh
uaNe1RVFfI+AebEymTHP8IH6NQEtutStezXucwVdcmcz/GHAwpDGS4lIbvo7YkHy18Ijo3Q/DNCf
FkMhD1+HWT8XmLOduN3m7w5yppiGbvuKCFY+MOgYUzMsF4GsRcHkE9Mc+O0OaSnst9zkUvMl+QUx
huM2fMnLzA8Tc2YKB4fXLr9s8Am7dUexbbRvNJ1xhk+uZ5Cc4HXV9wai7qOwVsd8kJCpmIQjp1NP
uSAS4mC5yK5YobPus7fAdIqnThufUa6gLjdFTiJS2Lu6o8laGzS0nSqz9o0ahk+lD9Pib4r733RD
168dBrp9BURcbY2/Pi8uvV6673CEixomJmtsuKuwI51sLn/qzLWV6GBTX8eo+qT8AdRz1gT7Vmy3
YJIZNzeuutcF7/nPD8JvjpDr3QiPCAiAC1oEDf6vbyunZ2LTOlz2iFD6OzYz8yUi8fIAbG/70DG6
PxCHzXwR/ja5KzJzXjxfw3ZEtEu4Ta5ItNWN8xe53HsxLm+KR4NrRLyZaYIW+fVNzXYPAByT/t6o
e3Eeo05eTwpDeQJtvO00h86Th+Lmby6E65P366rgYeXzUafhhg3JM/j1Zf1gpnAC7rafepraxThR
eVbueIeWHjkJfmcmaJyePxhDXZwHV73yz7T3dUgehvADcw89LnrwKiCr21hRK/35q/p37w68B2ut
j7GeCOtf352FGLpiCmrtWWHvdUXW2K6omuG2t2up/mYUun7UXy8FLhxkbngMuDNQfPz6YjlD5tyR
xJ+i3XG/ymlwyTCFzZnOyiy+2yu12lDAPSvcfr1tO5OOeN0HTKezLf1PPzaRA2wytPtdMwBT8es7
IXa11yRoL/us0PNTxdGddlMRRXEINP77n1/r920htBFCWiYyTczH75dmmpMSdUW+7Z2g52AeIA+F
kukwE+wwVrHwVPmbDDnxS4qBv7z2b1pMFPrR9YojjMS5H7z7eqclzJg6cc8TmJI/6YYBQGirxtmB
9ppSywuM/C83lG2//5Lx0tPRtrFc4Xow3z9mlsyB/vZWlkpZ1nyDAI5AgyqzS2enoaZ3CqlOoPxM
hfivGqDmE7h3oIHFEZ8jkXlqQ5eKpDUlyddIumfvwTSqaootg6haeM+evCbfctOmGbViktUk7CUF
8QjTGRlZbfzNTfL+GpLcZjGTCL0rgoab5p2eda4W7qIh5wCP1Pkr552t3ZGZ6X1k+W8vg/D0pyEc
UFk2K2taE5AT4FUR3QxAqj0loentpANzkARj81ZKw/m8BKK8+fNN9u/e5LXwwK/If2i9393Q6MOb
hjH3QXZdYO3JUpTrs9kZASjJebGmM+Y3OX/584v+Zpvm0nCLwrdDx22H+Np/fVXkS+ZIbnZ36Ds5
nOj89FRmrvdEjZalGwPzW8fP1HFcGZ7sdHs9MOrAEUeG0X+z+/3LnPzPxcU3HUBWrC9X2yj2n3cV
kDDsojMZPx0yi9jAXYc68NJNk33rVWILbnrfborLxpmvuuOJyKwDDrwyOI2cnfASB0wxdhGueCfB
yRipGwSvDDHQkI3WRfUWrZu1nvgTc5xYxo1q8u6Yr0CB951wGk7aZjnbdSI386M99dlNVCDgAI08
0TbuCcoebxtEDsG5clnnziXo1OzG22iwJZOmv7PbXA0foaAzZzNncGCKcwAl2CfXnLFuEN9Pbx4o
mfWTgMNe3ndjS0N3mdbt0qsi8i+OO7rOnT0jZCJL3vRvBLdaHZM8gh+PEEEOxshx/ecAj3eW6Kjx
9APStnyJaV/ijBgxwh7+cnu8Xwp8tlvzatjA0k9J/H6VXeu5pd+4mAeMB2YGYyCCC0jfE5uZMAOI
Vs6A9y8ePDNUGJ9yx0AQWIc6jrJC1heSDDWan8Ec1V9Kgfe7Huuw7QRgmK4oCOTz7+oTbJ4m8DWx
HrZ6zpN5Fj3G1IqnVVydqn9ZQNhI3y2JwDfwogAY4WhD/RG82/e6tTSaieizA8q1YLgKwKzuPuuG
6mfjGP2aOpgikHKVqMMeJWFsL5EMi/AsaRCK+1VhSDlUUnjmZxFKztuLh9jokf5bTtjYlTksIqHc
S4UmyfrUwYFfPg55MdTpQJm8pH0/kV7ohcw4Ek+blPvTCgvpNuvot2Nk+dcF74CA3W1mJlQsufpl
GixaECJVacMW/JhXWS+yEMt6nCa33p4DC/n3Tg9QM3cuQBPrGFUEgLgGlrbkOh59I9gs/DF3hIYd
hBUAshN05Sjs2nk1UjhtzWe7EdbBtPzMP9fWigoXk1ZmAhzHt4TRHqIJtb8z3SPhHj3G59RWByZi
xH5P+SoBlXMqmFLpGCp7nhjaH3z67nVMGkX3bXFM1e7RII0huuR++BiNNoaUYTDkz74jXr3fIl1/
Y9eg49NEjmzeGNPYAzHnhfVxXYqSIL+qdcbXvvLESXB8akDkeurJ6XqfbS3LuitxPVu+O6ysLPEd
Fnno5FJ+DJ020ifN9NBJmFJPb9fNKtoNKExzIga0BazYzcN654e189OqbZNWbDGvP4jicT84dTUG
36sqRI5u5IMP2lpmWVXi7NZCkMVhlQwhuFluoDHXVdxOevF3QYi3NEVuUw8IsDK5d4OGJNJmXOgr
MvzhFIP0RwLxDQsTelrVVFBwnW7oeBee6bCNcsXxr4SlOPgcWLfYJAD3U7jQB94FoDjpZxG6/pkN
cuuuZVtulIduCbzULpHeHMVSrvYL5lkcx/Y2q7NrjcUpUETbpuj6QnzUjOtYz2TZh8ca2lGTEPA5
/VhKxdyxsQTnyAGag7FDAMfcAeHarC8DG1C+XwBfk3fC+bc70pcI2ksue3HRsBOHMz32AENWEeSE
UTh58XUu27LHaqxhwFlW0TRxNVod0wvI0VvMms3XkLeei5RYra2dML4UD3aB+J2+jldXieHockoN
yNF97PhT88FE6uyRC7oUl1BVLvaBwfd+bKVNox9nSkgiTJet9w0/XiYdy2p4T48cIQyA6QfyO8Yv
nP59IjAHg7TKspm+utXm2XvKKM46pB2TtkKQHDBlt+kDBsS5Anl0zUy224bySeeZLdJyJGbAtyqr
SttZIbczmvZj5JfrqUVG8B1NyXDyq7BgLGxXlbvvHXgpp9bhGwRgUqO5xCcT9gkBk+R2Qutfwx2T
QuemsL2IXVq1CIFnb+pR6uCPpfiGrXBWxkCkXJHJ8VbM/fJkWsRgAW7trRsknURrrnMwtDc0LuFF
BlsQZE/a3vLoUqqp9BKULdyk4bjZn1rLpKM2FRgIdzTUuNwtskU8ZZYwl2SkjAVgXy0LwytIdSMz
76x6MOo6X4/rQmsLIVtpg3sXdDqw8OBTIAMzm7ka3nbNWYoEq1B0lfMEGfmPbV+sOoV6WTh0oo32
EdX+8ObSJAt23eZ5T4VayK5yQtFdtqt7fmdSIjhJUKEd2Q1LpV81coDuHIYKTj1WgLeGmrSN19Vo
t6TtS7GcVBnWZA55JinD3eaKeGMo08TYtkqYTlGe8lTQEiDPEbaM1Raf6grDyzFqBnIL/mWhySJB
/otdb/2LKNEFAm2DnB63TBOJ6kRhBtGaW+xZF0UhGAhl5Ws3ghmCd+Ytdbqh/NkTdNWA9W6qAYcd
qe/Zvs3LYkNtaZfr4+w2Y5QS9+A+tL1gxNG6OWmAme8RY2ySFHExN7TS8XWWM+8aoDTkYdKe+9aT
b2umqtmC/mS58/amfRKgyAHjTi2gefmvkOEr5CZIlsqEFj6uRHs2eMiVZoDfrf0q4q5y7P2a0Qol
viTyUoM/6OKgDxDk5qY3fPOJDUOh2hWAPhDNB4+6Wlh+2nzOPjcNs/pYgihi+QkjhI6z9vCYrOX2
vEH2IrbDHe0P1G1tGfuKTsQJUthVz04eVxFv3tiR6MoUkfaVbdi7xXTJM8ptM6gvzJqWl3JhWso6
viz5kyem6vuoN+uxNrshP/otBE4WrGt8k1gyy3u1mKv0u3CEEnSGv2Dgq/QF2xHTtVeranHpK/R8
Xcqo00/MlVGPqK2lfx373FbJGLao0lmmmDa7MAnhe6yRuz0MrSn2RoRwKd42woWO60yptEPIbZl7
o3caDqdMAexDrbD5aWcJiUJ159zfE6xMbGc+2d0PHG/kUEiI62QHD2gikNvUfogkMUixMJ2B0y8z
7kqJM2yziYtkreuGbyFDWJOWr03KgL8uXnBUPtT4j/0UOgt6a6msh8XeQv8587n1Yry/bGqgnOht
RSobdoGHACMpy0w82SVmHhzgajmMVA8TCzlWrV2EqI0rMtP6JLhzEw81c7+7aEIAlHBp5WdnrQzC
VSpym4N9wSrBz2grgoEnjDodgwVvqLnY5sRuOozZSRVGXVxysiOfLb1GzYm2Pf4v2vXztwqdVov3
YsjMx9Bs3DSQETg8xEj5iATMKtud1Q+vs1eQ25W3iNn2VpDj9lhDQFjoW6urwyNqGJ4RbPtUsSp/
Q/tdFlxEx/UPesLDgXy3LfZrsciXIDcJ0LQ2crOIdFvSnMDkLxUHxW0/FE33IxAhIr+RJ7MhUAv9
FZYF4uvJpiOcmcWpohemdRGYqD3Yu/BhkDwfK4ydcqf1sFwCjjxMg61N6aNhjGB54NIHnIYBet3Z
NbieZ3C9GbNbYxmC/Sw7/8NMHrrY+27JOlb7zsTPm1H9HGyrnth+ou1GdRV8TmBA7YlEUTfjwZN8
a3MLf3voPP+mz2BJxmaI4WGfbaT2MdAIsfqFi4302SjnEjRvP6/bI2a+HujgRLIdwSWLS6Bp1azM
2f2ISBcLkOL3ZRRDSCB9b7uHcqmCkft8oqm/mQHazjnkPohE/8FqSlsgR5PTs+rXeqNi9Ny4sa8d
IgJac/LS155xeFPOC7ozWmftbouGZdhzp/AECYcjX1Ntq7phnDN8AXCF88BaTOXdGwyVdRwWq3W3
Iahj6dmsfklaEvrym3Zu5bgjei777Cnh/RhYTryd0qXXXdpV2Q+Y4RjwYH6eK/9itMQJJmVPGOA5
BCwfJFXDYn0DF6Pvr4jTsk/ZDwo3tbXlZnc89FuIbk4tpH+zaN0azOBvrX5tvYvsKeYf3U4YGH5y
YJ7nsOVLSq5HaWQkeaia2DFRlu3tcvSImzU3Qu4rk6Qdp+zCN0MsucnihARi1wKGCY+5qIikr9di
Myg3gAGlq4G6t90FjGuiuzzjHJFYtrWFMXFfw3Zfef5C0K+TyTClqp63IwV6Nskk7yS+f9APVlLa
qBtS9JKkHKilplAUxGKVbz0SEm9fq26w2LYMg5QQ251vQUobzbmhofllM6VNG1gOxbfM57uOcdfI
+aazkMlehsap/XuQR776OXmZUmmFjF+d2nJzH42ycL0DFdXEqo/CbZG7Fe3HNajLjT5ZudseycEl
bIN/xcXjNAG9eSimPGQEoezWTAOaFk1aktwpY9crZ3FTuCIqn2pfk6Dns3qpkw5rkX8MMGNe7ZC9
I9KiKk1ShDb0JLcNtNh6jztE6DdLiZ7jOPGB5K5kDKVugppE7gNDvE481eCxsQcMyrEkQx9/Wve+
32QlEsOlDhnN5ha2S6SYFlX/gEoFIb+hH+CzkuyJGbd7FPOEjD2Ad6djRzO7IgWLfumrm7vdI+pH
vO5bjjSA8rJo3sxVFCSo/fm8/nsPiUofHYsVBr4TQdH4tZtDzoqHPEDIA1K17g4IxOceAx9A/gXT
fV8sf4PzXhtn/+zYQA5hTgBHJATYAXHrXWc84vBdk4wkDyWRnC+TUxQxO0H5pPNZ7plWZDKOWv0G
Z0beUu/+zTf+716eBgBwMVpHdCrffVwZ+nSYR6YSZqGRL8nOAHExue74rN18eomsSfysZ2JH866Y
bgzH+Pnny/3+9a8TG/ojiLm5EPRnr92Tf/jkaZ+u44hZ6kC7pgt3OLjowlCPnZA/zSkUjyHdwk5d
1Xho6qkth+TPb+B9W+LaBWE+Q7Fj0ZW23XcXoKeaMIG8r+DCUJMjuRZno+jN14iPTiKQVJ889uK/
dN5/QydcX5VWELgwn3ElZf6vH1tgzbPHLAc1T6QuE5virHQ7xzZa1SIxS0wOogzDS2kB16iRfT+B
lmj+0v/57dJDwfP+BU8IXCZC0fXv/3Hpw1BjFuabOeSUod3Z84G6XUwtlY4BIA7bZYAc1T7lgzt+
byJh3oNUmaf9ny//vxrH/7z/KaqAmoAuYA7r0yR7dyXgsrSdZSETL1dvJfd1zii/zbHX2/fRG7R6
QrZiB/FIO8W7euTmnzaVeLEnVVLMt3M5WfVt7WrbeKhI151+6rmvMQGT5Ssuwg2q7UgJsCoi22YI
MKrf6jTL+mBh8c7RI7m5z4JrjCR9VAOymNiYrdq8bEuIoHYZ8k7ve9f0s2MJzKp5xn7hdm/oxEP7
LiwlxgsvzyRhOCNith1xouN2rAOp3bjy6YLsZRe5NRZyHIe7xSDxR2MY9rpXBu+rlUppN9+xjprz
To/IB+MecNhH2u8Wxx2oKfWlapbM+0uX/LfBZGAxWAYg4zmwcbzAeXfJTUS0a1BpnGVgnZMFZcw+
68It8Qa7eCkRgtx4dbecyQTqdh3V9T00ee9Q9dfZuVzJgTb77vjn28D67T5gEMYALoR8GdBlg/z2
6904E18mDDh0+2gK4TxpnGbGeW5Ly3iZ1wYuQJgpnJHoKIdYOKROpjKgMrob6ZfxjLSwQl8WgjLG
E7K21Tyg3rGGnatoenzHWz29hNjmxXHNaBilujWGTwExD6g9l8V766UX+tSuwfBqTGNdnpcSBXAN
KHfYi8bcsqNrYy3YycGGBLvYLeIMOBkoXppspTYUtP3Sush6dIOyUsEFu4Zuz3Q/PPdRO+XS72sX
uuyHcPbFcKLsnE3GN13u7jG6a2M3G2V4U8E/dBNQ9t6rPWxjjdB3WEaa5TIjdtAKiMdYZ1dy0gXg
Me47cp1we2GF44hMkDR15jx7aC4sey4fVgrV4Mzxh4E34OmtTFeSQOW9b48tHcR2GJ/csjfZUJHn
rCcfEJD/Ii24WcIoHcRT6DP8Z8EX9aJV53yZDE/2l2mh/ZLmObw2JLB2lu/bjfEKCukJXW5OMvO2
J7pbFHd6HjUH5GkLP7rKXb246sX2NPFgtXEHRMRPSmqDnERJg65a4DW64DwnSZOjcxVxxp8YhjEn
jNSdp8qoS8A00DGHDzmmfAtbluAxXKv95IXyS18Ll5wOkCvnxRKIYmVeTnu5EGgbU8XxEXKZ+yiY
NLxOBAIuuatZYxnpBFa+uFcliJtzZzbc5h6CIkU4Z9/pb/BOUe/vuAFgM0NbnUHzMAgznBsxRtfz
qzUZvJbw6wP61XB96KvJ7HeFEUxvHMkohJG+oISbKjtf7sUUDf6TJbv6jJjJQjke+nWObaeQB0RP
nbXPrIoczdZYLO+CE5APXQCJK+4AGmRvWN1hoEdV6I4gGaBRNaOV/XDzGT9UvWoEYxpq43mql2A6
r8aIlMnwW/3SVJMMdnSCTfmXXex9qQTgkLrXu4bfXMNTnHdaAojnvZkXm4CuBRxPLNH4uI2kvFDO
bKeWG+0/nONeX4864Qr14vuwgncbFsWolMrm9ZzGcD7AL/624nMhuVnkX3Nv1F//vCb9NsTl9UBl
hxHBEegWYLD+uiQFRtTXQGJwwwUexplgXO5zEe1HfJCfygayDFArVV9kpAhuK7Rr7ebIXg7M2sNP
ti++VIHZckD23URvAYhZ2NGkRbWZLrIkQikXUw91N1Wv2pscWzR+08J9/fNneD92v34EPoFth4xe
rNB8t6pyPstyWUHdEwvYF9wG1j7AF5X4wUbPVdgA0UzagDcSW8Lhzy9tX+ee/9zZ0eMQzOCDX2Nj
h8X2bhrbdRJdpMz8fVtguUG+WAHInXSLgywzPRndtbbCT4TcGKnr5Au0HoYut7dlHjyZ2DMU8Jii
EbLTxBkbo54jiVYO2QvO4Le2b37tc6/5G40JnJ4cYmL8PVG+Dz2JmFkMlnHbF0EENof+k9r9+dP9
du8zBODaohphCbKc92WL0apMtJ3qcSevZeLT7/kpSniuhN2RF2lYRvmXOtW5juN+vZyQBoHYo0Kj
YqRm/vVuFLAGwQ+J4aBXk653JoibCWUDpQ7nJRuBO+riEtCOaA62GH2iZymsnAQHkCNTcy6qNXY7
E4MJdI6IuY4/Ni/tVLszCoQC0wDnMXzIQe5gMtoYVr8YjVyehT0U4oSUiGZ9Qc5xzanYPOLmaziz
EqJ2qtBwfOs5Hab6Oj1m9Z1e/nWp/6O8svv+R/thHn/8mG+/9O+zxv7fYsv+v0wkY8n8QyKZLubt
x1h/aVko/xlKxk/9n1w+osciy4U+zErMxP86XNY/pvl//sv7byo7VmaO9/6VpXX9m7Yb5/x//ssN
/jtkDeWsda0BrzrT/xtK5nr/zbmEqCV0HvA6Eev8J6Fk4Nd+uWcDxpYOBzzeBdwczJT+u3vWYcsa
rMK2scBv+RstC3CvTMr8nQWApduZA46KqNrGWCGJ3CnmwtgZjOCBrkl2ykF2pD2qzJ1riYle6dx/
yMGt9pPsTnMmrftm6aJLZdQCoHKrbkU4dxiRprK7xXjAPoyy4BZgROp5gX3qReQTDqgmdV6KLcS7
KKbUJ4sHBozCvek5hjywXFVnAEjz3sJE+mkJSitZlBdOpy7qVgK/HO/C6PEDRw1cffz0gXqEsWaL
FJ+SRYxvM7kWKTYhSDt9/1hjJ4CQ0Y5JgEAnjI0mF4dgxV5fT3j1KO2I9RhJYdiNOZbFwXYk9UZR
L4/UZu4u8H38wSAydrM7uAeSOPozsBh9qEXr7DHoqG+6JnxmdNwfI37BlBGnGXPmAG5UReXZR45L
M46kYsMZ1S2HeUXLfsD61lpWcNLKDhqe21D1O8sRuOTrKX8z29X4ahsbi1kfQQNpaok7uVjPy3SN
gCWtwvi0jZb9FVRUcJxnB2Z75w/RJ4Gt+DwWa/9hko5IVlfVRzVV+CuELY4V6dBL5oDMyeV6VF3b
nvIuQ9Tdts5h5sh/pAvfP+tx2mI5euJWOFtwmXJvYG2rJnXs8mlimsOI8tIB2Y0luMsTbTjjzinM
IsKF2h0I0CiTFRU7Ad9Ow7h0Mwp/N5CvfR3ETIn0vJ+sof5FjVIzCOi2x0253qPd2hA/+iY8ddKJ
DuFgjAe6/NMFW/dVuVT5Z79SNV0+3KUBumDaje34bIMIIGHaqgh4wr09ACWKYdCViRdmXjI4hvUR
qWxtJy4QcuZqkB88svD6JTisdD1o827tnW76wzRXwVcdEJhkA0Xg0tVAuZbgNbKbYa9nopUrlO7Y
0AZqeqHd23bKvNg0LeT2AWS0ILvmOjVecGrCjWzlZpgxEcMuwrl8aJQyX9gGqMR9bIY6siwjZj6W
p7WPPX6m85jmXem+dbXMj+NM/s6OJlh7ySImaDuT0X7ccEAkIX0qrbe8zgk+KJX6huACS4pwbKI0
NIG3U79YJ7btediZbZEfRD1m/OLNHLiCIrUBPjFdDmCfR2uPDt+unFR2kt+ufJcKn7wNBXjR/pUu
sny2x82Mp5mg6NbOvY9Q6T5XBiiy2qqdO2tUF1KKSHr3UEQ4jMXvI/hY6VSDDMNiotKup8PZNlyi
WfnW7TBcB4pt0x/9BXMPJ+7JW3Y4kXJ0EGstXwYdYQTLEPNglZMoIebt2VbAejPlXhNDGuYvS3eE
CGMltjGaMVPoty6czFS7QfbKoypv8DnXj02+vARZBHDcg1nh29e7kQObc7+4NF6LmuhtSr29UVTV
QwaAKHErEnh2YAvl3cDIUaZRV1KetYhjXpgHL0cnJGYIlHfwY1hy67KGkpEARhV8XzY5yXirdM5g
0ZxvGtdkLKARgt3acgaqggJgGhJOxu1dTgF2yfPGy3ZmhcXRBTmSye0r2Lv1Nu+77fuASwOld+Ov
uGcnYttd5MsYC9nXcTT/sLLaSCL+vYNRrTPB042+2NV8PXLiFKyr58pwvT4pdAn+1mOspc+gNVV0
X3Qrw0xjkNXrwKN+19GJLOOSCfIjUp3bUMBtYARtn9jKcly4y5DhE5o67lAiHz9ib3D7k2mK9kAm
wdTTil9S9hvCoRrjbAdCJwtIf8b2LHekUvQbZiy7xhtlvNRy9i8bQ/qPuHD3TaRDesojgJ2xs6Hn
cuvidy0PmJsSxCxiShRjGPiGubwRyvShFdAhs/vZ5eilvjkDGMBIgs128OxCmWCuvUCy3eWY0uM6
mCIIYWAlwQpvt4VfqlQVDZxg5kyR234jzPJTPTWnIFJvBKPdob794BsFGKBclLR7Wx9xHWW1jDnP
98e56r/gkFpvsWuKG3zLvFnHGY/m/zJ3ZjuSG2mWfqG2AjfjAgzmgvQ19n3JGyIiMpI7aSSN69PP
xy5gWinNSOi5mkKhIFVK4eFOp9HsP+d8J8O3Otig7zh1oferlZWS8cINtWD2m4DFsyfeVl2kfk03
+RyrpyLzlh9ZW/lI8e6Mu4ge9ZYcuqZwqnm3yvYtGJebYgpufc0C1Y3dT921gNgtmBcsjHtWiwkg
lTffrLBxooTLei5lf6k9wp+L49/bGBgOQNE/60nErxAx4YcVsDDY1q88tqHeAtxCH/eDgcUMFDjD
f56Ngtq6ByYJCWZvKmaGsfDvS8CRYT8UV7QJlpDFeACjzYipOjlZYDyq0Ss+KiiQeVj6iRfBOUEO
nYCk9ZgBWO2G8nWBR3XRkW4++u5CuIpJDtk5r3kbVFM79CYORIS9xj2blrI/0bOh1Lp1Bn9N2/RC
Lb382aREY8EYG/cI1/gPEHb8W3LGTBDc/sLy8+Vi8pL4pRlnmV9uuv8dSbcvcyId28U8xKiFu088
037kgOMdYWI2h6TXwBSQ/c8BfS47X8v0vV0yiS9K2eK9oOrsXMt4rvcG0C6PCNeOdZkO41zKI19M
gwAfNDFJ9O62WIxlijjaqHtUdO+jtsq7kYTEeGBbtZohTW71NZcYeVp7S303rcvwAmzptW+4o2a/
B9iESYCZ+5yEjDLLQ9OpZG+C6Hy2YtGcknaUMG7Yenph4RgtVg42ESEFUuUO+JP7Bv+L56Cyu8vY
aONr1yrVTdoREumSfj6bfdHuUtGuEHl8PETAGHh6B7P44ncsndDE2chzZfS9m6SNKVNNfXEI6MRA
fmASLjtrbydVfLWmrn1MSwEPcrIA6YZFUKW4IeL1QD3cUcBePcE3vJ783AwLQKPJxegQ0RdU2dNi
v3D0LAangPqUUiRPPjreT/Hg/NA+rU6YQ8QcMmXEnYP/+WdtdfPJr4PlpolVelwBVl3Mndk95aM/
8AgBwhOONFJEk2m0dwwklWbe6wJc4WaXpzR3GU9mQIp+0BNaaIBX5hRZHNyORPoSLDm+eATKycLV
xC5jv8lVL2uXt++dzVnzChciVdJ2O5iPaVzPhDGVh3G1JKIJ4977QdvGWiJFZY5FgCUTUY/r6IjN
xn92mH0zz/3VaNd+nILYh+tK5jDlsV+FUqvqI7CROnZGmbfHQurgpvtP0pVd+S94cDiv8qfigkP9
0QTLwY4kbR4dp++OuOvloR2L9UGSNSJviKdGg73Nh82SsHS5z14r0SFE0mrnSAouNBf8Vgr31WEv
eZihpWBE81KYp3P+7eOk2W2d4WcqAcwdzKbiZAyp2nMlYIzgynquZzhuY/WjZRoUwiUpIs/g2ngZ
1JqAnVhFH9I2kjard6+mesHLsitHro8ce3WotBg/ci1v8kJ3dz1WozP7lPvOaekeVTeoTd9WQ3Xp
Uj+0RvBd03+JYP8F/OcoGsM7Tc1qXUk2S5M/wWXz7ogVm/t5Mc/zWsFOqhUCWQsxAung3CUuz54Z
zwMLYRF1mB2LyYA1mR4txPvPOWfEmRfTwhYt0HkOyMXtH7Awb86OrJnUOWfMLu4bT0vvXhTZl8cO
9t4Stn7yMHkPm31kc0Mtyb1IYJ14RjlF1L2Wu3W2q8e4wgqL72LdDa32L+CAcw5fp/U2gA9hhACD
8dwDGXUvfaQ1HJIdzHfJoP1+MgYSEQFotF3qdvlDMvCP0G0edOZybUxKnPogz06+WjktpIDYGIM6
6VkkpbjzVpyytJnq9cYpx+ybMBhs1wzmTobXaJPXRwgZmbxzrK7D7wJXq57BZ7AY2+5xYJczZ5T7
lD2ITa8UGBuGtkqxZnfp3iYox25Jpadiihmqx/mYhTUXWGasPzx77fYy1xaWQz+ZryvtRMuUvbl0
gjBcqmdxrpeSHUTlHrt4AAA8VF7BCQumpFp4uOaW/wBnnX6q4a2uEgbn3vBYZStK+bBWJ2w/3cHf
mAOJ9OCo6ukiJbV8nMDk3aetdVU67Z3bgsNmYNW+GoxZH9piwZ1q5XRvLVZ67bY0YeFjryMvL6tj
l3vJGVdEfMQSue4B88a38Cus69ScrUMLXeIoy4Eyztxr7/OKr/dqoYzjDAVotszXo8zu6bQwrxw9
ifOEfnUdLwgkBp61fO+maCMHnY3Vw6rBHqLWnKbBmEinCwv8OvlXdty0pF1JbjvEp56hWpbO2TPB
RW7ZJAkezGUqXgcMDdZex2Pi7KfJ6J86qBkcHyr0K35A5V0l5NivKDpJ7kml13M0uzW2ii5Yd6nJ
iiBW042SFPwApoS3xHaCG1M4fNvAuY5Xss58wLZKvFHeRKC4KrlacWmA5WjWCxBVHFhL+1QgWty1
Y+dxjMyTu3WKgz0rHEByuepD2hlr1LrKi6ranT+7EXhJjtOu2RjS7U+lquZVakm+Uc+sQ2HCiMFp
tqkViC77ZSayfWxyt3gc28UgEyglKA5kltlbi+ssx+81emx+Br0YF6vogTR3yqk2zn9L71ac7T1j
aXg+51zftMWbxPnD2d5LGgqqzm8rXDyPXQLDnFNq779VfDEu+wnNB7uVugbvaZDuW5Ynf5VQAIZZ
fEIRWaK+7rNfpnb9N1cs+ZmU2/z0H42sKERmtkqSwUy3u6sH2BfbJ4ktLMIr9YFLebr8j8HL15xB
hwxp6htPRhvU4ZIE843K3Zs8G+IIz23CbiG759iZ35izudz99wd0Tw2tpdX/22Tut/nd8bu5+ai+
+z//qP8fx3ebWeP/Pr57LrqPrP7+bXS3/Rv/Ht05xr8oY0Lp3MZiwBw3deHfozvL+pe5iaABugo5
cHo5/vfoTlr/4k9I0UFr4A9/G905/yJyRkEtuWtadmx+3v/8H3yy/1XM1P/p7/9Y1PT77N7jmMUp
gyYzmzAkEtifpZaKBTm3hm7CI28FF4AHnAvGZf9Unvx/fBUikLxF+iPwiP8+0vYy5VeZwtUqaEUT
TDcKfZpBF/+DkPO7CLK9mW1E7/mov5hcoLr9/jKcCsn1u+mI6tEMIbCbJoqrRJywEGYX1Bf2zwL8
+2VTmPk/hoA3Lf2/pvb/fm2EAiI2xOYMcFG/v3ZFzLc0ymbcNQnnt0/Yaf6KbtT6ODGBQlbrXmMJ
nI+46Mt55/lB8qLNznyvGfzEO/bw0LhglZdzlAgP+3vVGXSHEKpIkST/8O28+/cv9ffXnNQ2Dgxe
BDPOXyQN6Kkjpm9j3JmprR+s1cyTs2sspf0PYeDNUfP7RyJxlTB65op7vMyfLgdBA3/aZJsdfGLN
DtW2Znlr6aqdrn0Y+h0tAgM1PG9pQBWw+999kz5bN8vFAsF/SYRuus4fTC+D1rnZ2rm/83rh7jCT
eZec6bvD33+Uf7nqPuZfGlw3YxU3cvCnV2ntBSuw2eIZ9PKe0DkH91Ha6gUYyNvfv9L2k377MDdh
zwVDY6G/MmPcfpM/vB+5BKpCKzJ3sOw5VpAM4oA5MlX151lcloUk4f/3r/iXm5aliu+yvTmm4AzI
7fL+4RWzYQCc4+bEqDj2n7DPYBdyG/EPJpW/fEn+81VASSBfImv8Z6/hH15Fkkyh/5ZXsQ0VP+TA
mA8MOjn/zpmNHNW+2KBm//0c+20R/OMN8E+v+acvJp0ozuKsvKblt9sWEti+WbRfqnLdV+0X5IUT
z7v4+0/zr6/JksR7JYgN1Q+Z9PdPE1hVh20B7CgH0fhizFd9Z9rrfFGIho0XOSkOkRRpTPH+71/3
r98b13Bc+mI41qLb/HlNTJjS0HgK4xPncPkwQnH8wPnrhiy/3hCOIHr+oVzvL7cEKyD/MTnH2ujR
f+7jamCZ92Ur5Y7iVXVrBqpVu8GociIcfi7Of//utv61328MHJWY+nihwCF9LeWfzQkg6TE5tcWI
ssxs/EhgOa8vVC70+prrjrKIhDdJTRoUvvpoaSbhoQUKvCSr7AYnaXat+TGXsyFxFpMA6S5oWvAT
EgTeIg5Mq1uPiQbkunCeFWxfTEP0k5qdjN19jbgxHlnW0EMXr5/t0zBsgsXYkdpi4jBkXVTRC6Ru
u5664Uv6wM36Ylo5abz69JK3wOHLqF/tMwGzwNzbFEvw3IJYYZ3yNJj1p5O1M0Nzf5maqwntxT3h
7gjoYHJj8WV2FUdQwj7qrSFGI8+MIVcSQxIzSijJv9YAF2m0jRKjkeZuGWnzDccuGI9Z2S3UFlY4
vEO7VENxnRsBXTOMgBLrmAiZ31H7SeRx9Sx/vKOEObUPsJLUG/BSIQ7sRKU6oN87/pXjkUUOy27L
hZnkMm59wzHtk5sY/UtsYIpl4JLA598O1EvyxerozM5eWQnJ4CiO+5aPVk1WMfUA8z3nWRszbZqq
WSghsvCFgX6G/YbixSiBwNFQ65dlRvE5BhxkzBCoK9DbxCJgc7liXzlZM1HgvYOMwsQLqtd9oCBy
HI3FDH4wGdSDQiEaUYYMdHCPIoRy9s3HiceFee+0sDExiNKIc1xbB2wCxx2CzHsRFHqCixqs1iGd
x1FcTenMeV0IsoJPXgOol5RVQskGjwkazRqtXSBRJn0NCA0UpdxZZl8DD26JJ0WAefjruMOwuBsw
9DDjzmvzNc8F3qqYnN9l33PdqUxeheqvYiBlT8zLGsgvObh2nPlj++LHnWWQcdNZEM2EWIobiRd/
OTBwialL4wEYon6U9JRp5T52mFDnMCaB0VyyrrPZqBQzOGC6vYW00tXyo4Oo1EQtGRnMT4r+g7dW
a+c7hn65RBXk1Q2bUVZZZFUGhOE5n9sXuHfiidn6XBxsm9QBmO4tM4TD2SSBneR4yImgT/lmdRa/
+OYTU3IbkKWh3cfxC30hLe0eLiQyPJUzmK4V+G67y+KE4tJVInbMo1b39WCSc6HVIG53xGZIOpLx
GuyjR03Na1PWHT+kEEhYSW9B/hdkiT/thEThTZY3G5nfchfmx35BDXU+AIIJ1zX1pmiaYvNnIAbK
CKCoLzNfL4jZEa+jv2RloUrRtcDDqHfIpZM56ZaGvjib8zLXrlhOWWoGzqGHLa4Oi+2T7ESGX4db
xcYKr1sKOX9vLNw3T5UgzvrAQzDPDshw6cA0225vljiAngV0rHofksl4E2Ob3/q4bZzjkM1kBnFZ
FBnt9OU04wAUlv9s2bZxwa1rvDObWxKOrsJ6rPtkDX4UFkD/Q5sC90kjmGRd8IO5QJXe2QTS0QhH
s175OZVR9AhGKpZtCprGqYC0GlP3apKc6+9sb+j6S8CQw+NoJzI9G01ncdQeNDZmZP2Ch/KBOmwL
8cQqtyRgjQnvSmFvLw6dtfTWXZtkXv8weY3ltBHOetBA1dqCzWc6UHQ/86Iw5yfRZnl94t6sS3S1
3vG/wT9m8YHUA/hUa4iJegyLmMENTtNKD1Kt+vqBPjd3c2Q65YG5hJ7xC9PgxcgUUJeP7zZaTBf8
mCH74h4lgS5UM1bFA5to4yVdHQ2C01fkND3IczsD0+SF75rGe1OZ87c7lMuvml2AfZRdm96q2c/U
HQVU7ScKlvohG3u6twoVQIdMWv/ZGLR8MToNkcnzki2CwboIuMPzH/IyED9V0Kxv/UTseLdwRMz3
iripd0FIvD0ST2vHnWewgQw7QxLRTuwEBtpC/dXJVgzYBbH3XU3qdo18as3GA2jsZt5R9QQpVpGH
4COcLXLVyo/VFX6o7skrElaskYKuAi/C6uyxPk8uSWJZvUzGxLIK6J3KdY2hoN/5jQRwLMtx+J4C
gtaRFXTiJWkL6w4Oo7BD+I4gTfrOtsC3oeEcrLax9QUZz/HkJzClaQppuNtj7ZcnMLZxd4YW4X5M
hQ9oBSfk8IZpG/pX5RCh2ql8mW8GR633+G3pcRxSEmJhIt1UhCqBebqn6JAEnQlRu+Fy5803Pk24
yUBFM6juPYO3ljl5vyulw3B0BGFqHEsDCwLIhxxlCsdD9zQZGvq1CYTkY7u0X8QCbTZYTOAhMAje
Kfm/bMqOiyyG68lDnIiAZzjISbWtqXLrkzsDRJKHrWpJ3xbJ+2eKTd6FSfJk4OWbu9aiY6wjQ5gw
sr5bxdp2O93rxT+NNAEZYRw4LU9wT+EY02smPju8gKSmRROYuzGdUndfLHb9Q1uoxzdUJxZE5Bye
IU/GMjoirCivuq6nwTQJ7flAjY3cjk8eod1vONq0oNcYT5PIrqX6creC0kMx5CIAMJh4vyCUdWIX
02XBXNGtHa4oas5eQmSIjzM6kOLhu9zG/oSG1noBskmwLIAEG5yOrxbhv/5Qx4EcdxLmZhH6iHvk
pzVb5jBfTZkeTCCFVURNRZzTmNJkd3NH+BrUTWN+9Al8QySfzMAxXxT0fFmr8D9KfNtvjaGZchVT
Y6kodmb7eZ1MsXBlTZhcK1m+DwEDHM0J/3gRzhi+l1BnM9lat+tnhBYMx4cuyLqHJPfWdMfZRQ2R
XwTNdKwn9PlIKQz/OyktOk3xz5In7S09RNwh7QUierXsO3Prf3LY8nxmLIoPPg9nsLIo5Gs4+hPk
4K4u0h6D56z1ngAby6ZJfwWcER8H96F3VkOfR6G9Khr8wnkv/ZGMaAEGG48B8Mth38fgQMMYIAwP
cDVQeuwVVn+aUSmeyFPlBtUX5UAgjYHBvAuyVRk3U9LWYLxVwVUttE4fPPalYke5o9ps6N1C5pD+
qr3dYcQ80Fw3fub+SKFKgtwEoMXNydu7GiMIvfOuoIMrXQMq9yp0QWI2RXKT2+RATprYKDhniFU2
GRtlnjNo9+whVUHecFOi3svUofQwrSoKSiZwXg8xJR/6glwTg9aArNCLwu25hv7sABsXVmrftoqm
oaMxuYl78mzyins73whBmdlnrxNg44/OmnJ/T/rQ93bOmHm/4ipXbtjbcZpGI8v0r1HWwaNbDsGF
MSnS5HOvuhewUcWLthJbsZoA54A8WplHHfT0FTWBFxNUblxXRc6wdC8M4gee8d6gPucGSauGjfvc
d4roH94OdfIazZvuVCbdqJA+1YMeQG9MRE7g79bKITc3F259X8+QhKPWBuJJ2M5sX4HqKvCps1Ff
NMJd6WUdTGg0tPB6LyLF1RtCE/Y72gOAbOw3Etym1nfsTSXjDdwjvQUj10H4S7nT8H/vPFoah5CW
AO/SqjggAb007Wt4vJJcLz4zD6nWlEs0ehyFQ3L1WCW0Nijp9CX4iAuyDaQHTTLKjyAWneJIeVx9
jRVpfevY4eV7e0bcxc8TsKGzGHgzjl7b6YwyWr/GSyzYETVVdcPlbJE5c+TpyKJw5t7V/ULlQN0h
m4xl9agpwX20rKV+5glU0cE06fib2GuL4JktAzWXSGUIhUUn+K4t/o0fa6pyoeAkL8HawmZIsGQF
EVvs+WtMq/rGseftzMGFHUM4Bls1LwwaNsDJLAf2iqnPqgUH66z8jH4yQKzUfilX2Agn3my9CmeQ
iDCoTwm745wPfwQBf5ZM+6kyYsN6v7JCdnwlxiY/UHYUPy7OwEMEcGgSLotjtbTADOqXyf9NwoUm
i08ix+MYuqnd3U55zJFg9gKMX22/TjRF6YCsrgUw2GsoIQ7LYWUHks293VHQq40symZ3ekdGUmsY
1K28JtxiU4vTT80jartgcaZChXMGYlwXtjEVfxf0Y1BjPrMUPY9UAX36Qa3mU0lZ322N8JteskRW
7/1i43Sj8cZ/pEjB9UMxN8MP3bmSv0wmm3j2LFFimyZ+8fkiFGfHaqrXwNg8ijrOTfJV2hFXql1Y
Q6t8Ch7KitPrznEzSChsbDEI0fzhsWsiB8oNO4MLDic3y6hnFxIvRFcm5pvbg7qVcDByZOquoUGu
7LJkv3BY/M47TlqgJDi47ufECOZ9bm5czdVswO3QpwjptVC6wW3DUTYc8bDRQjs7Jacgb66MaEXx
3eC/Ka2bvT9vuRrppUeI8mOMHGraGOsaFmdJy+A7+xbH2pkyV7dNDHoL/wq2RJLTEGFDi53AJZ4g
tKOcaiyKgyYIBve4zowKF/QwvY+4U57ALdBKwbOrvhmgcLQ3jAUDFpjOYO/RKatiR4UPiWprjqjE
sxBjkcFp7pkZCzXtj8wif8w7C6DuppUeKNnIJ4pD5eBXTyYuoidjMGiC9LVvP6ZFUvihibS5cLJi
08jpvA/c0FmG7COFvUFyKShXXC4BxzO/8lnSB8k3PcziAFbiABf6lzvLlCtHycMB2a740cps/EZ8
musDmWAeTVwPQRVLD62a8aPDVW0o7y7IiVB37uaIWbf1YgNyaUdg9uB4BurMYg6tcKIpLqwO2zv9
BnEzgorJ8QRAnmko4K3Z1FJkRgNRyfmi2Jon8++MfuuNYc0WOKxMa6VTLHEKN/J69vahRfDmytZk
54ahJD7TG56I4F9z4Ex91/qwzEpcjd2s38fEyDZ3FssJIJtcP6BrE2ryiZrAhLbM3NgVUpZ8kAs8
nIOrVfzJ9mCgoxd5jrOscPk98iahyM7ouB9CAF3+jecV3qOQtXgevLL9iONy5ckOCvyJQmROM3nc
AFcVXew+kp8hmxFUNOZcV5Bj7WMwgidhKl0wtVg4lPy0eid9U9JQgLOtjHk+2S99SgoqAOHUr6ba
zk/UKIETW/WZQyrby87qCt5Hwa7jqCZdPRVc6IoyYClP4FCcFttKQI7G0Im+3DoCdylcsEtECeLr
1kI+98SKulIMhXlORAnGpYfJLYikU/Q3OuFSy/YB1Dwp99KxYSy2ssKakawULey8waF9fGkTNqBw
BLt78nKAHjm0LQ0bddbhvYAVosJKjDI5DvBvbh0hrPdAb1q7pQSbR9ZlNyFzMDBeUsxQroZqaQTd
vUjnu4EKHIrLKRtkhtDRlwK5Is78jxqdy9qhrWNHmMFXvQKXppKUvk/cP7hoUmw9tsxv58GX7Z4h
FgHNNtDUT7ZVFZyzRQfurgNAMGChnscX7VEtFDp6ND8G9qeCU9CyUvELtqW5oMjdBKwXIJZi6hYF
EbAt8SWyhZYh8u1aXdLr3vFPbKwaH3XibQKuTs4kA0Z5lp3H71DbIv0Ag8/L1KC6g8uuDxpx6po5
3doCXL5YzjjwCtOi/A2ilLryZMcrHy2ewLoKgXPr7MCJsL/OcOhW5wleCCkwwhpFuFE3g1CrdMG9
07bTeugyjR/FSaRP+VSAcTrh8lHP57QYrdye78recJgivBkMq2jDqFNW5lnM2g9n0AZuRFiKzjqP
kp4j3VyuG7otKBIWrdjyd1Y1zc/cwas82Djo7wEayPzUcYQimFPFVNB3UhkT1hV3/gbJZhOrH5eF
pUKvX4525YVluoBS2j5x3yR9Vq9dbnVfCSESOmqdlEInY57kN9NjfBfaSTK87uxWloM3WcPPyZth
lLNRb9+D2jWxFyqKo2ku8J95ajUe1m6+p8dxHJt7NA7Du/Y7Rz1ru4oxgqFm35VYfN6Ya8T0fghC
8fu+7QEz9FslEV667bkvZh9iud2a+DolJYK0m3K6+FrJYwJTT5Exe2q1iQLOzSJJFhmJOox+4nza
uRE/0h7fpVHlEUq6Xn2qZA7kr5cfnr0AqzdJ5zNq6EZ7OhVdUWZ3ZDcHtYOdD1XH9nrPOmUaH1jo
bqUAerJVLXdrXOfoW9y/d9ZqcUcMhat+1ZTpjWRnsFyFPFLLLALIQn4N6OdYPYsib56XFi2H4IKe
n8jUOPjcbI9dg5YcQk+jB2SKm4g4A56jXF1RXMRy7kxjwKowojAw91N0BbiytdgBMf28GhzQ6oxN
sA7sEoE3ffOLg4R2mZyHzpDgutZmXHzAa7cg43MTggbOZDNGs3L9V6MKSP2C8AyoiGqSkRdu8oUt
QU/+Z1l93zlRlgyEoZNp8hoIhjvRQLcI/ehpw8itzzznJ1pDZ+5KVgMKWLFUbDXSZf6ewedjg9nn
sLBxJWDnbKy1oH+yXMc3H4tHgrtM1uy/DUZPYYJvGfrIXEP1kXGrXsG2NbCcDfMxr30d790hnbiY
jK+iwerbZ1bM8cYaPUl3EgdNAlEs0L/ssi8+LaBvbATgHCbHpeLYs3co+nqj9p0U7UCwFIbRlA3X
sqWEkfJ3gpt7gEyMTkQjM34eoiW0JsOJ47NkBMy0q2oENblLobDDCjt5s+26vQtKgSGGkUBMuW1N
sgrTT34XzLlFb2pQW6fELsbg4JhjdYOluuqp1jZjsPtO7D97+QR9vOvt1o96plfY/3Vp+YfGjfuU
nlpz45d5w+IfOFXFV6lRD1UkExgaF3mlmreYMWtL2N1KfxkBUb8DcBJ87zN9u08OmisXLZfiR6wl
AeKVD6E5KEZ/yd6bSgLodhPgxaE57GsK7BGeEg1erwYOlXinRrN4zsaGwl8KvtGL+nmsvIj6Pu95
nIuWpz7rw3wobbP4QmxmiJQTfhAUv5RyvWqKQkJ5kFb9o14Wmz1SZtjt56gcsn66heAVslIGyV0z
SqM8gxafvm056J9mS/83/SxpN9BuiyoT9mKiLRSrrnnr2NSP0Cc6YciXgAjnXdsGFEtYTC2uO9YJ
wbpI8sRzcE5fkUnuXw0qPKbIYbtytuEeaBaPzvmCqAhPqm1j5rbC9evX3IDztYuNxb/NXSUfFiY9
XwajMOZJpIE/077hpEQxSeYfQRxoRhymp37RvNDQf0Qrx83MA8MOZW9bJ0TtUl2AJvdhbw0tdEKl
2KVqRrffQbAK1qdBVFcCLGUcVX2J9ZkgQvGJaT2fuZ+amuk+BDbMW7DPCPYGGTvtKbdZZhe2iGM0
aQ1thXMbNHss0I0+NbbrXQjKeX7mksQu6yjaAasm1PN9BX7RPNCgIeuoZmTesuWNzexyYX5mUVDu
Ze/4zvmycGKD6M4mnruYLIq+BUq4/JhhXHDUs8EckVsaMIIxxd8CAoi1tJBgD31KleV8W/VKT3yu
+vmmbG3imAbVrMAus605pCXW8WCn1J6GsbP2sAeXdGTkkfC1AFUYZ9jokTOXcOGgnZ9R2eTtZOuR
UNhkj0w7JiaLe7fzmRBg4FutPXsHBbzI4rnJr5JOSUQ7QvA0VVUSRzQfbfXU7BndS+V2mdwNAc2p
Z9378gYohnFnbt9ttlg8cHetViYj2RKOIHpShUUSh6K8muZSIxlB3RO3tqgsnItgfmmDLBbu6LJr
LGA6MAxRzzoR+8c0RabEsRzHLE81XL29oiuKvgAomGhZftPlxzhnpnFF1x3DQm3xeLwumIuKXcP0
bd1V7li/A+QVIiKXRRdozGHznv2IaPZsN9l9ecSRn2EGyI24J+PtQO2SuzG5U+iRICRQ3k3kOae9
j5dTRtQaAx5cYsUAJC4Z7RwwfVBLOviKerk8oTIYUpELn3y7USg/EJiPiNCsA6LHxMgr4t8KfgUB
pRNHTUEzMmjTeWdCXpzUR86m12ZD+o+6TdNj9VILBbaVNdrlsUYC6XZjEI+XQ6HcgQYDS9wyO6Fo
KaP1I4k6w46bKCBa/u2sXdXvMiTBjUPEufrAyRMDKujyDp4eQQCIjV23PHHfVmIPpI+H8rCyKhyU
Z8S3WWk7N0ZjN58jYsAazcxsvAjAhuJkF88Fmu/KVigyy9yl4ZF7LiZFgiZ1CGIlFta4JX6QZRyQ
CWvTYlvF88amUc/m6GqMgUEAw569A1sZTtFGKVZxwTbYA7MwZkb6ZDDQ1l+ZwXbsoOwl5ftdYQRn
vsOrFreNAu16ZLPPkL5h6lldgmZC/QRWg0EdW3/jEFDiWHZQU99d+pQ9vPLM1BaCAIGdqM5coz+g
5pf5iYDVcGu6cvPY8tbbB6OgdBSKh8tcLUm88Q1LAFPkFRmMpKFV+iYNEDnY/13JU9o5ZGgO/n4l
BXdguz+bkWuUFVmJWugHXEvZj77JMsayJePakDajidU8Y7c6yKB6rHQQXGN5WZJrJ3GU2razqTj0
qAKAHszaLcgA1dRgYYDm7G7LdSiIJmlFKDAPypjFyHKC0CQqSeYprciOA0Gs3oXn9cauGSyBiL6O
7nunCHmgHGSGJjraUH5KQRtFXLxy+R6MwqAKp0efVYWR/wqWpnibM3x18G7L4SuQg+p+corBjHVI
jUw67w2rVdWSL2CA3EaNxtNJNg5MxOtaOnTSuuVsqiigSH65YDbWDPsOMhDtIl5d9pxlcBSE3kze
DNkcNTEEkuGPv/A0pyxufcfglSxMEj8hRaSaM9XUfZAZY/0QRF6T0KKawzlOKbpMyFmTftI2iFcZ
kSRyTomgLIBJcpD5e6PDvLSHFes81vSoM/FaxXCeAw/KrTTy8mVNYXju8MM1/aWP4G/vg9Vss4h2
aHt9XDLThk+Q+tz2cWzm685ZBV3twnRVetF0aJE78qtJyuwWrO6uE61RHIpysMVZTTK489nsVSDQ
evqymYyBPMZtLMc2iayELdZHEFB9+aISKhXPjZviHcdYwOCUfbqlOL7HPlSxNgclaXjcG9uYmtrN
MOhiJq7jWjEJ6/oaVKbyBjBAqe3yWJF1I9aDCTg33UZM7nQxTcOMy6IqggMoH0GgMnHID7cF8UbG
hCnJtVIETWOhEa7Dmf+p0ZMpCfK6OpQMRfjgFmLxIZVyzbZMEzq44OOisosUk+ZEQ1cSI/MasSBU
dCL+1DymHgV+ZM6Ewl7GCGa4cqJyceTZiSft7YVuB+aLNXUuO5NZb8cg1yC+YPemXsICKCkDD9q3
+ktZd/50KSStKtEUaEWdypDlwYWJyH29LhrScO6V5qFuIaFGLkUUwdGixMuifG5I8AOnlC5zjswZ
vw+dlR1xIbr88K355lnh0M5PKX1AdJeabdAxdOZ7OZ/bonS/yM0GX2arJ6o+8CxQhjZ6onGvOTsQ
8yJpyeApUIYH6IgZP12KxVyqX34NDKeAzFZR/ocEcB6Zl+IKn9EE9trx0ltGTNC6mKNAbDcF87oE
5GI51C8Lx9eGIfnae1io635+iC2Ie2eADNo58jQ33MP/Yu5MdiRHzi39Ko3eUzDO5KI37vTZY54y
c0NEThzNSBoHI/n0/bmugFaVABWu7qY3VQWpKhnhThr/4ZzvFBr5wG7GdZJvh9Fns3uzeTlXO3Mp
5VfmW+LgslHMH2ZdePEu98Ku/eLwUlSPrhV3Fg4xpB9bRhdMAd0i6P4DffNd8UM3ZE0Pf9Yl/0G8
/G8xBf9fKpidfxJWJZ/D5z84AzcJ9v/532+qGH79/F+XQmU/G/lHITP/4T8YBH9Di3xTsKFKvmmG
byyz/xIyW9HfqP4cJM6crXEAQgX18z8gBIH4G2tWBNAos2L0WTfuWo9j5MYniPm/0MJHXhzccFD+
f0fI7PwRQeB7Aa+MMCQciCgOqFx/TuFZZdp40Q1/vS9f5F27ud8eL0+X5HecHM1fKCNpxf8gOrtd
DKYbOmZ+cj4Kfrk/qvlWQkhXG4jSNnbCpSMYmXIo2jOC6qeNaq3YOixVzUAJK0+TIH6y320YyPvI
ar1TLdLwFhyYRb/TqrF/z71qQNEF2Wmpl5Ds5LB4RUPU7m5pt/plXdcZoUvXPgorCi7B4nhflOmw
9cYta1IcX2m6bfwFAcQ8FN8CuyQFw7SYskhEUmkSeYoqE3MxeoMO2jpTYN5Z7iEwlvdiIKvHD0Ct
mtumurwhRoEDM0FwJyB5cSbJHJNVGX1xxshSSImcSe+QSax4WFMZ/2pxt7FVzPysoQG16K/jRdiw
VXkfM0LtI8fZahsWDKd418LY6ohXO1mhN0XPTkwIzYaN/zxztMowxKbYy+rMxLjm4xszUhglrzEl
TRS/pZ5f9Lyfu+zIoHDhEvEsv+bNWj+Y7jY4XugNpqOKyLJeHeK8kja6CdNku4C2ZDdWbs2aAeeu
Ja+HAxTNdJc64Fy3CgXWtWxuFZbNCLnezukUQCuncay2MZmDP4f1tinBCbn4h3ZqQv2YIxwaTksp
kPl4KowpZq2lfiHgOnhwnHYudrNqqjsHtuiNHEdVgXgittgyFZ5iD+EX7VnHvGq3y7oSlsSq57s9
yABPbMzccj/wyi23fs9hy8LZcfZlLYzaDFXePoTMXsfXtWGstmV7qLodapa4P1Fdie/CHpcDHl46
TX+hy9gqfEnmoksdfc29LKy2CJbNQaz9kh1Zw7GEh1zf0bY3w9NkWrZaMHWL13gINbIWx1I/TOub
n1MedF/gIYk7D0XUsfOz8DJaFcnEI8MiYlxjYlQ3uQgIfK9b67WKe/kcz1M3JmYhxd2VeXdhDFXC
9K9D56WtAZulnUPg2kA44Y0XlFXvDVvvR93ASUVDYfpjVE4M2nvy1rDGrVP66cti/tF0vHm2cdSv
B/JfRLphZSrpOec4YLCMvSrfsrilpSHTnM1KWR2D0nLfO3uMfbjaKfjo1Kf9acswmMiGlixptQk/
s9xHbOPaafNUMCs9aOAp3c5GTfmA2cZZMNOLFRUVpXuzGSn2s52SNS3n6KblZ2ThET/kKIX22szm
Dh6k+4iWSZm98XPQRdoucMD32Ho2MH5H8NSMJxFtNn59Z824fPeKx/Z7sAAHA/EwUYj+05n+17p/
hLKcsng9IDGKAK/qnyTI0q4GwaCX2ZpOGiGOgc6O/8EVbsJf/JrkGcY3Sfk/ibl7nMCaCShDZOq7
NTwKJE3/syv86eCN29G4suUK8haAKo7h0P8nV6BiC3msCE/7s+zdXrOe2wVN10g0ge8du1L/xRX+
TnD6f1r+6IZSQ60a+2DO0KL4/0J4YsWFNYEBA8BVb77Lx1a8rL2MPorMs+yL0B1W55D1EKuMSN0p
r0h3DuzOO9vP/C6J3L4M9t08yg/8pV64RXSzsPq3JyGPHbgS+5AyaZuvwqJbSuy6ap2/uJX+qCrn
N+DusWNMAfgeCK8Mb+/Hf/qiO6ZuXdCFoMtX+yqGn1FcnW8VdgMQ899/4X+Uk//XlWD4+67wgH/z
D3+8kuUx/qfTtjfO0r6mwOgvePdIZJdr8p9cyI2DgHkWRv0/XWitFVx7RfyHNwaJRLntmua9iM2X
f3+Zf/3kSMchSQoMJt/9vzyEIJabaLFxlwuUTsy0mm2toq+AQ48Aef/iWn/0HNw+u/Dm6vq7tSum
/vrTA1+EIDtEodwNie1gpvfETm/mdmUUf8nD/b//vf6UjvX3i/FLYbti58Pf7dsv/k+3BNIZNJx0
Cuyq2BcH76Ss8I6IyUfoos/wxgo4R/Lqwo3+iwvH3h+dKn+/dHQDnAaeg7PC//PdaLwWMybBy5vO
8cfX0J7KYINhtUa5H43ZgzLx7G6xkYQ/4fjU52xQ67ML7BKQ5Nx5iQeSqWG9sRQPZYMYBKQrSv8t
0CKm6IxYrC+tkfVhYn1G1gWvRHC9Y/tGaAR3iw+H/zWl4f6arv1NYY7Cd9NHkj7U8bu0SAiYHdlc
yREFc+EGZkm8rEUvU+IRuZYta+MmunWtXWCm73VrFMnHmWPegpZMe1JB7GAHfyN69kdp+udsCBG5
Zp2HdQS5pHAvSD7F96Fti8e6gkYBaCPtWLjCVz4LxJLexgU78uyO2S/eDxlhLqwPIJrPccvOeKEr
TdjL2y+GuC/nwkTQCc6sgrqXbjW6Oc2tr/dLa/U/SZAaHn2VNydmoOooQ3CU6Glhr+blkjds3iZH
H6YxcO9cz/QT72A6zG0eRo3YRFNjeckQhEQ8zmhGv5e3VIPNOq4thecC/fahXbs+YZPZyTs8E9Nn
Go3NhT02ZLuuE0+x20ePtnaapMFGdMXCzrZuopzaZuCpGAf7onlwYgAR+2kaxPgCihzxVMnoytkE
FdLZu97qM3PJgn6yGOin/czsEx4TBHAnJ9NIVmG4JIDmzQtEVZQBfRFVRNDH55Lz7khAWbrPI+0+
URjGL0Zxhh/sDMGyzEOmzujdgUIgCQvs9GrpuBu2EmLwtS0qZc58mc6+71AnElI4gdzNSKQXGqoL
YsRSvRqemp3FYGNme8PxcR2h0DRIcPPQv0Jkrw8rA+H31llBeMUjSVBTUAIHapZA548UD+G2g4oa
7VECMt0YkIXcjcOEfd2ygJkOLvFEDnECzfM4LALvBiLF8SL5KB/inCQdDNi8PBQ4/uW14t65iYvK
jjl9bsuKWgVHTxS/Dl5R33Qx64XwhOAm0jPL0e8b7mXydJtony0NCggqRDhKA7EjZ8DOQHf8bjIE
8jAjFg65m1lf/piEG9jEoKWDdVz8uDYv4O3Kz75hnnMBZROe8EgopoZxUweIy0ggDCoAhtfBVf0N
w8k6L+kAGnzDPV22Q+KNfZwmE2/1g0dPRup1OdSu3Ng6hBWgRTAmDfXlB+jI2/jT6Q0rBHfY4wWL
X3IPdz0+N9SSgXCGTweww96zRlIoFqMfZxEHlM9e+9uxjXeEme/sC9wax1Lr8TPqhNn5WdHzcMG/
x1fp1bHGmNONBkt9Oh3h6FtvaJIA5CkjUVqV2Zj/JNA+ek5TAj4YX6n1Q7suodVhix6I/Fg00H4K
VzQ0k3/unXZFMMapuwf0Mnxh6hN9Lktnk3QwY4SAYTU8TmPJz2HhPWS108lzEWjb+iQY3GVAjeR6
hxoNSqYiE4+ZqjNn1i4ATGS26BrG6VCtdX/11uUDpX3+KbVUVxv7zQ8W6qw12KjEzY5WuAMvKXNh
DrPllAzq2rR4WwqduRvZA1Pz4fzqRHCIF4SKCPnbME1OqtZFfTYxMwgOAtqqfxHsRpyHPER4vrNd
wotQ++hhvfpeIRg4W9lyS6WfSZa0Cs0Yk5XL/ESHabo7fbPVvMvRhxuRdAJSQ5EMReslsMjwGY0c
0fu0ZBaGNM+ZX/m5VeLhRf0U5Ty1X5HuxttRehwd6DDJlRkm+OcX4hGVd8wtirGNluV0UJ1tDk5q
7O4QhmXzE/REvTCyc/RZdpp9Iu6EdQeHpvA2k+it55x5GqvsWBVvayr9NzXO/m4pVXuOWzvPmGsz
du2iYXmPWjdYr8hjBcSndR5fO42vYlugaHiEEJ0fsKGAiRttgsTGmDidfVCtrQv1L4/ctzoCBabm
rL3UOtPhsRmwyJ1A6xi9q/BNoS8r1qU1L/R+5XquCdlp9gj/He8xHLxegi7sTLf3CmcsngJBbISQ
ozgDu2rsb5DhbJVEhd95j4b68doxpX+iA1u9o90ZJz0iXSTpZ3Kye9tTwbNqR8fbrkG7ODi90gmV
YAFZTu26ZYaNG2i+13t2sQtBRvUyR3uC/9DuzAZV4vtQgaY/MOol+kVP2bHpcSXdsaJn5Uobrk+L
YzUvsp1Q6ClDuNYl85lDI/1uEIxkxol3s4PB7sxcsM62Xhjjp7CHjAX5mGoEJMjEoJsQpUK0RYng
muATEa0VU9kVk0TJ/OJ5inlajliineDIu0EffQYv8l4zWj8UgL0/ZOYgCCoZOhjIzdNwRLcuP5Bz
rl9WDoBwn5EYs++tCLk/p+106urA5im5hXlsIELbh0zo8REnwBReAZ6wbPFw7tj7Csp2hxstdp+9
YVV8srM5tBC1PrOh0Izul7R4cUFN0xKkAOZKh5xRZIbsR6kqDqG8GSOgVFKOsGUHeuLnPidYiPjy
kK8rwrp6DV3cQ5NNfFkcGFzYdpOqZ6/xwnaH+0q8yNy3CHuN+d6R4eg4vPeRMz8DqOLsgULiva15
/swxbZfo1KaxO3bpPJZfqiqLzb20YKBhTOjuu9bCDFhkvWBMxPR+RMNKF7XHQcyQYFCI72l4WauU
nYgCxjKltU2Xcj5Poqq3zUpphUKenERrrmueO8T4zHR6EjLRaRWQA+0K2yDEJDV8tyzEcNIwU2ZQ
1YqjB1ilurKxhcxURK5VJbYubebRXRYj2GF0vDCysf0eLkoKPwuMS217pnw3g13wGtN1HN0H9lrK
i57R4m4jvIZYyhBAohcU/BFkyPlf1lgwh4iyoTlMkA4qzlpdEeCAL8M/Zay41LmvKpLkOjOwJZZ9
lT3b4OqxpjIMwgkFGzCRlsr28FpXKqgWQghMkOlF+P7WLgoSdjKsJICTs8Rk7rETfn6fe2t1SA28
YxYW3Ta1kctkPP0s40fIoTWspSMCFXdXR75ewQ8E0bUi2qD/Tb4gCuoJKqBBQXDoa+wVvGurErZn
igPsaZKmq3bpBEL0iOp2uM9jJb6SA9NWHCRju7PWablIaI/oGQcAMVumufOyNwGpmF8M85Oc/CTp
9Ju+WeyrMyC3h4jiTVeBW9G5i4l/Rc49xvX3kpcrhcENuadITEACVJngMk8meCzTVT7OS9hEOIem
DOW4UG3i9Gtc8koLwq9pBqsnd9t1hzLBUExY4qs1e1FEvGPcP82uoxCSkDmKmt6OGDpEZbMjGU+y
XivzyNlHKTFw+ZKv8wl+vhz3CBNndWYnln6XDsJxWzrK+kovNa7sJNrFeglVHoXMnEi1YoOSL59D
mVbLTydUaffd1o2NjS+U1sgWuNDyBbktR8jQtaii0OtTazHGTfBC2+Q+Fm28c9xmYQ01sfSYnd59
HRdJn4DabTkTsJeeLLsglossaCu68saYthiCM+w1Xtf9Vh6q4IjJ5mYuq9NSVZeRxRqJWq63A5OV
98myausEhKZCpJ5nxzIu04e5EPVr2+8HSvmeyRA+GzTpaPjcQT6s/sCk2q5ibMDUkeuauGuW0m5U
a/jEdrRzN2bt0fN3pdrRZfj3o1jooTw5/q4Lv37jkYsOYVtFlz5unb0V9dZvG0svd7lolpMRcWrO
MO27W8RG61I1Lir7EWC8OXTr2qLOdSt3Rr4bpc62ISsQprqrxd5ei2UGalT603tLVDVdWIy4tZoH
stF8q2cVu/Y6Ice0uvZkiUY7dgLK3g5d4xxSPafrqVjXJTvVVu4VW7uX4iCN6lDL1ERcnazAgAjW
ZZepa1QT3YRYR7dfCs2CF98nq3lMPwTUXnH0mEuTO+5y4ljMTzRVoCqB+Qp0Fgi2fvA2KNW2WiW+
RmKpnHPW3fouBHNcVQ35Pqin8FhmAxgv0SKJJ0ExN8/4ZnAYIMsjuaGsu+9dSPQSTBMfeW0Vo8qO
EZo7XZU219EqzBcxDRM7ZzWb0YFlFQwcm9kwh9C/ALxdG6bo4XlI21K+DipiPAlGbAx3+FeqL0gU
dbWlFpme56l2n6w57b9FPUC+HRvAFRKfGC6TX3ufswQlvs08KdTdaoyAl1cMOieTRTgBr0mvQHY5
WsvFmjJiJjtPzPdVOKhj703a3HoTeH3gdv1N0U76B0Kn8YH8NtWfmDpW3xEJYBmZ0pu+MW7364IS
Ec1dvn71bepzlJoa44FboD0hr6zEuG87kMV47dbbiRl9vUG5jgJy4P0zwLaCI28FWicBlnheAX3Y
Xt3SmOBUxjdKVu9TM8QIBxaw/nu0CtO+qKZhTzBG/dzac7YTogsBa5JdS1C3iBB+59m3kunaa0s6
EA9XCvqvQ+391OhevGto79/VKqoHdGrWrp6DHnEWaL+vjm5DBnR2d4lIvb7PEVTUCUrjm+MnN9NH
HLTF77qpWcQ6czwfYi9f7oNpoS8fAs2OHisRLuygGB6WxnMA9gV2/9Z4/nJmu10kqx05JG0UPsEE
tecFW2mCHziKrLuK2TpSrEyoJ0rS5us42aRdFPzyG7kiQd56bpqNHBNZiytg8Ok0WQohgPMJGgum
ub9WRVVfuaPtW9pwuedH755cp7FfjVe/pIoywWe6sSldIsK5N2q7T2bRrb85aCAQxAbrcxrk5sSG
nUycalXqo9cjNEX+NO++IiwTYYhGEEQn6/6IRFjtjO6aEyEJwBKx8xqwjZpeJA3JOLtJeo7N3DKj
suYeCYDbW7wyagTXRCl6eQu6mnyqpOM8eCfmLN47dJJfAvJzm5PTW8grECSqc+G0UYLGBMHzlAXV
k1VE81dLZ/I56Oxs6xMid6lZ1lyNTpHKu3Zo3zdRII/T4lbPOmXFL1gobRVZSQ9DX8THoIqRMEQ0
75uefk8mwRCYb+OI9wYBUh8cSyhkjHXszh/3yL+qcNcK7JguLxRrY4gSpBPpVPpGzmt0WJFYJQHS
O7Z/sLqCzoHVS3zKMWNJcNIzyjHE5+6QKDP1Z7l48yuMv/Ipt202LMafAU8UhUR3IH1rTSbm8C9j
bYIDhkPixedgkoSMI1A9Nk7KxALDwbZLxz7YNKNt9mDXefGES0PYJ//zVCUyh/vtaYFD3ixxSZsO
pwQUH1meTxjOwbumnb5iqBqSqGV9iA28OPiGc823l9bdsHLgP+pjKd/rpXSqQ8X5sWxsv872brvE
ieGDiKCTOdNV2THSsGnQ/i/iRxvop636hgkBSWlUPqe97U537Tr6ya14fiP2JXwhhVaOlK3hWP1Y
o7j9WLTlTXuSlgUqN3/m8ZnbCamyPTctuoKo5q+rtB7sNQhY+t1mg9QBcyQO2KNCTPvlIJarIsb5
syk84qk1c9FEIzz198A0NOIsXcObWCoRE9/REWWX67TCV38Tx2Lb/jGlAehmL3j0QCd1276lk0IO
YabrOPHohBYSjoln6rFXfvQrWJhMLdLBRjM4+folVqn3Je0X88wQjF4yxlp9iXi6bMaV/Ui0ITJJ
zGWjwzIOyzqKZAL6XtJ4LeG/F+EutlVa7Fv20qSj19wEO6zhyE6jMO98PBB2ePWRe9TbyNXZU6AX
IKwtm3iqX+48/CObeXpJMY6079aVRV4pD8JuxalvWPLvq4pGrb+Kui12sbR+DsuYIuKlH/9FnKpl
7ywCdbbKNvneR4J5MZocVLTlkciPBpzEZ+hJ3KBh4yXd2BSkGQ82lza9iwPFEpN+IjnSfphBkEBa
JqsGzKtJhMSTjZ9oSO8h+cUI/jvPEVsBr8sn3aN/bdrxM4z0hHLfWZ49rB/XFYgPpywSZn32D/lT
xe1H7tNQ41DzqMcPoQbvvRYKmI8Y5Mxpi5T8jpn8QnnY0DThLc5PkHNwxpNBFrzTGyI6ihQ2TiDd
0zEb6+EnGbMRiuE4ksnUcmtsbJCaScR0Cvk/GkTGJxV2Ferg73UT8D3ogNZxVw0uyqo8alDUY3dY
7TsVNSo+avJ0oX22M+JKys7uLjcRpy8lGzD/cl3UWwzKHM4TeKiHOZ/iZqNHl4MDHgmmR0Jhp/De
dWtiq6eBaFTELFWH6MA3352R2GTSrMLx5OR1HxNoXw6feMMDot+m6tNyPQKxsWvY55QQZbGneVjM
oejiBx7LJ8gCAVIshHk+7In0FOvRQ8naF7UiS4QmYY/W2L1rKyy5mwzVNDLfTEMHnryt7nuW4HUs
0w9Ny0OU9xgZjF18Ze8BQ9iQTVHZu+TJsyxOp9I7BZKffy8MEskEtCxlkzs5hPoWeWrwX5NXYh1d
KGF3BKBEPxlo/moc+ZTmFZz+fo6ch8XHcL5fWcXXuwwu/gu2s/FQIJRC+18tcAn6lMIzssB9qLBh
44z/M5bXpQRmwKOQZyuaPQwXSYaT7DNrEcsSaz3O7x5yv26TRsTQ264C0IGXzYZGhVOb5AiUeNM2
QqEpd54MxptOfSSWu85ASiDrB5KBy1yynwSzO6WvRC3oIQkLHBh7Fszpgt5TpKDQY3ilPc7r/lAp
rHJWMTjuJpbZEh9J+13n+9wmNHGTaX/u2CgsxQ+b4fi0rSxZXEsPq2mCmXQJj+6ylNYBnQroBeTN
GNionIIkzurxAAV7rZ5AlEWvbSDFhGOiMtcxHPk5wjYT1Sk2FUJjDTuP3EWZY75+BEdIXhwz+5HR
Px8ZvNW+M58y742DM7rrPifGdOtPsowaWNTUvSfix535qBAM4OZpHefJxpoNzKZS9qt1q3aPmefa
/TFuIBwPg1I7XGfyARte/zLalc/cvBP2r7Vw8/2sSJ7AKKnAPwNVwuMvkCBeSR0lWMLVARNooqKp
TYo7bxrS9VBbmX7CfD/C9PVL2ihgpQ9DKopHyjpzr9weY2Noz4Bp8CPybwVz+lMtI8G4VulX7pZd
bYZLQpUgEUQjjXdxcRDCy+3Td+VGIpEpWr4rshk0tjibnPV5RI06bAtu4ne5IlHEf5dblAZ2Jt/1
uFQLMYNjDQoZezs3UMb8dDNaWfmObaqn12Caj3+vTpM1IL09G0BykdWHLVfVERugZv7kYiCsEf10
CBIt/VajdGezxhvrlyfL8hEvb5TcYg+GA+C5CB1rgO1MRn0uQRyu7Qt5xaQA17dI8mvhjzH5nnSu
CPJHeKo5hFhzgLqxoH7GwYm3d22jaZMNcX2cVYX2pZnD/KRkBZFCg7o64GXtvkp/8e/S0QLTj7z1
Rbjw/buynupN+ituW+tJEqy3L+OfRUisuo8fiEUnk4OZAhSguhIN9ozKFr9628TddppROBPmm5bu
pQJV8wFHudW7YqxpzYTmfmanHL8xFXyY8vqVWPIKN1aQAzsnc7vlW2xQkAzzSKPRlheZL8Oxb4IQ
mQppFpdFMQi5itSLs70XL50+A5wZ2tNYkh+Mc1qae2/o1LRTqHzxb6fV5Gy0s1rZRSBSanZSrXhI
0pQBH984xl+26VX9IBS6lFaxGErQtOQpP2SeMaBf2FqhKNHtUbAzfO5uL91siLjzgrit9Dbi6f7G
os8ugcE6+mbux2tUaEjfdPir80rgtnrAkU0lWDF35KOie9vPzEarA2JR3gsKqxLW3gLU8dm2p/CL
XTnFBWh+vzxgzh7BDsxuh3w/t8/wDUyRSNNg86/YR3wnKpEsb62RdX+0LTuLDZivvDjo1uVlq4uw
2U1WaljVMbV5as20XvKYEOsnxXqO3ywCWPZoD370RJ7noM51uWB9kSq03ta+FQ8iy9ZuIyRjI58Q
cAG6ZBU0dU7gUOjEwXwn2zX8cGFSY3+0hgD2u6qDK/dSuqeOEvt4QT56ngfb+07FySdEsmmrj+y6
3nDVQRsgEwQwQC/7cD04MoqGpMyy0nntKMVg2Li2DfUTgRrXIyR8y+IoAz0ngmjZBJHFcV0Hk/V+
g/BAaOGVipulXr7zxdl3UIvK6lvFrw0UsHCsF5aiNcuVqcpxZVih+2KGCJoklPY+qTCX1+SLa1Pe
dk/TaSA7tTquWdvqQ9b762uJT7tGbj/Pb8PiFgn4M/e6MK5+YotefiPAWh+x+Uh9CjGsVsdcK1Rg
s+/s0A4yoyRykgxEr+7LF2UveMdNi/IXi62JX0BwecNdPVimfh6aNMy2+HtWeuMJof8eCQMWiho/
K4NEldWCaiQMfluIXuoT+dp45qXkfNy6cd2fcBn1zfeWJc7yRpKgnT/3qawwzsR4F7cwExjpA8ww
b9OEuytJ50K99WaOqZHxCN1QQ65lge5mbL5fp9jKn4b0hk4riqr/6maZPOHJz48eRkHQK2W9vhe9
66F7nKuX3G+ZK6GsTi2+uwBxMnMO0W3Krpg11kTTiutg0JnfV0CtxHOeL9zhJfcW6Q28sk9SLoTq
lmyZ6UlzPn1oec74iYJzuLcrQyqBi+H+qcAlDO+rG+QjcMf+xaXt9zYBRpTinA4B0QqZPY9X4zgK
AlWTfQ0ohPrNNKfMGvGFuTQ4/fLZAa4Ot2PWF9M207xctvhlhvlirVkxbm0vm3tMPGPx6Ga1S2gR
/sXmA2+dua8xb9CNZ1X9oQQKhI2w++F18AOgMEHosgYOWothf9Gco7XTOTGYliM3sUuq32ZZ6SG2
squwaFMIyysDvfqJn92yE8+zB+9HtYz6MilfP9oBhYnjdcjzuyW/a3y8wS4r9wTD9XQOGJsQhOWz
OQhuCvkFXyQuUlDSGBoQzeMtCednJOdsPkOhnadSjc5PT7RxnuSFO2ESQNT5taAGZPa5oIvAtTaE
x57n5aT9cryycwu/2e0YXdzI8xmraxIlAGOk1cHAWJA0ggWGea8UT1PjTAenCMhMksXivQGO5ISd
Rg6kcOiIKBrpidlayt4+OqNHk1WoeCAoGnDLDgjR+ptXlo1wtdVRAuCs/uxHre+QFuaPzVyhKuS2
UvjqmP81ibJQQm4UgtnxuXM657HHxrYv5DTfi1g4X2w92Fcc0P6ua/mjOrb3KZ6b3pc7cBkqqR2C
6WFwLdwlHu7vyQjylNzJKqMzq5/5g0mR2lM5Q/whYxpvv5tnd6Hfhu9ivCFttDPet2aMjwXa/SUh
7rmnX7EzBvgsxhQ1KYv/nzxL6W5q+/ix1COTqjrlB8oCd59JWzy4xYiEEthalEiOk49RUNwLbs0d
msZoxl6YO/I3waw134RB63jOIqfPk7TmPD5SpKOAzQ0Motqk8qW0e/PNVUVGPktgeqr6LNbuY07A
bX9Ex6fOcJ+C4xxT50IKmxvuaGHJ5wV9A+vMsit/CSddvzq9z2ZEsGnTRC9zjHSrGMRdzgaQz8KT
bXoy7ojiFvyW+8vlMSQZEuZS4g4l6D9lVfVzlkVMHRCy2M+GGSaVFFO3W6LqpPa5xdozlrhit1nh
Rm+SQC9/F0xj2O36skDkNkk5JhLvizqlcWbliRzD1tpTUQCDqdkRHlWdrfXrUqxQSCxprg51HQbc
ilNu3/BKu6D7G+1DvUr16EcUOUtqu9grlQ1qi682pW65fXH7tKeofmDOGWXfphsMwKLPvC232CIk
mZyyu7HoEUu7ixqm96ChzIK02EOs6Cx/Po3O6jF1jhik8Yh3NJEQ9ZOQYxJOQE+cY85Kl7D4aRcs
7YHzguyoOawKuNwDILtRsZbnq7hgDl/f2LZn/T3wgbRkfuhmR/af2WtrFTxXZizvMztgSI1QL0NR
Qp1e7kNl0cLS1PNcrHxg49aiek7m1cLjtsy5/qEn2BJQGofpm4+NFIBll8tHrK/xnFTstwhsInFy
F7GVUM94wFleLkpeyFsO72lhgodxmPUTOXJ48h2h2FhM+J3jFMdrGg3VtF3HNr7V9LW3L5veC3e5
48vjCDsoANUgxDOLMwa/HX8WZE/fS08LL5vpPATB+GC6CX0joDeob9q/sSpB8aClIfqiAg3jjc2j
W3rO3ays3L2grWvmkxsUjLgiiNqP1qAqljsTjwqb/oJeo9MPmfZ8ng2jDiX1zcVO8/Uz1ZV50Zik
2MADorzCm1z7XYutFMhjSIG1b2NEngD/6+nE5Np5D6i8P5Ccw3tIfZe1gwdZdmxSULM8dmnzOLdz
tfP8aooo0RbvbKpCxx+gZ/UVdymG55yvxd1rT3ZyqwcLMFQ4lmy9RF09lFj20z1lgg3Pyqg+YGca
gatiC5EvLygJav2Fsgf/vCW7/Ajnt/rdCxFZB7x5U/5IKx9Bx6WeSdy+DuRWTF4cbrTXRHJ3W+OC
kw6imSk9MpxnjoEK5ZJoeH/Avj3odXDeQhs3Vspga8cnLr4i7cO8SGzFMDsJnQwFP29uQxO7+owj
2JnWHMtyKlP2Qz073bhhXQP/yQoYrVMAVAz6rmXheFfcAl2JsSlr31wsXu+eK8KkCp38J8zXWB+1
N7f4a0ciJegWbSZT/MRzTj5aP38Q5lZgLooDLXacuDFCLF6GQAoiHf3MltWpToqsF/8OdaJWOwr4
udr6bWPfLfjRkAtEZvkyKK/8XszK/ewAuoHgq1T0LUfZBPSqw6zKNj+L/i9p57kkN5Js6RdamEGL
v0DK0opVxf4DI6tIyITWT78favYOM5HYhLFvD5vdbeTQEREeHh4ex8/59Hm+sAjxvL9QQm2N3BHA
VBO6YAbdl354uA8r2GrWErgMFFaMPht2dE9Yj5QwgYHInhk8N4dCzO4iF/pZtiGcL5AAtFlzf6A9
+MqXmu5D5Fz9BWukDwNYJBN3UtQB8fPQ7N7lTFKf+1yQ4HUt0MPajemZwWshpSXE3QEp0NyYSOEN
WDSYENyDKUHvJlvVe8Ft8jrs/IiOvXIkDq8J1BDoNDwm02ghj5HaQx+TlnzPgvdFzb3Ioa9ai9bD
4FL7juCyelXqTv1JO2vT068NJ5vjc7RWV7DioLHF23n3WEVCnW7/T9UNSZ0UDSE8iJQU2la1+W3W
pUK3HxXop6hOzK0E1edN33ntDzmscmqwovj9Mjr0HD6Mlq4B7kPSyaLEUZbhGJWatlJT+nUPmWX5
1Afy7YGNaxnDAg31DNCWt0jR5CEUMSlVnegbiFnoCn0V8hqPSJooPAUW/Z3pHW+5mbrAXT6DdbXg
R7HA2GsQIZqTAYHPyhCWo6I7+NzYRPclSt3Hv54zyxAhzTcUxiNOm5s0JRO6OsKEkj1mxkuCmI21
ALY+R0Gb4sjXDb5Mo//rq5nrGCxMz3VDtVrlUbpd5XCNBtFWBCYLNfYCPNhkgU+w9ropoq3BaW4Z
pqSNTWvHDpDkyDojwASWBLrCkLJeG9AKb6IN+XEwrwJEVC5PnjSu9dQgbU1I65qgyPWxFe7YYEov
bAHOVrXLeHAaioeidJUU24CG6eDW89YNz736Avj63MtH2DMYNlmD5l2cYtdlj0dNC2wcsmdPNC3v
mqTaIAZ9eWRfcPHTkVkiFXCd5ZJGpd8JbT4MGClAEnLobNU6SOpum1W3EmzYH+xgnTokmSvLoe7o
5KvGqdZop60kh0m3KZU4kFna7tpYwcGw0CFwviP4LIkyAOhvQ1en7pqZMTzrOp8lWfdd/VqZCwoF
iny2ohhgZmUZbWMY6CcriuwwVWqTtp18PY67WTUr2ZEdakE2hA7/HTf9aw4vpA74mNV/Rg3W0vFW
CPOsTCdb2EHSONsnqzGC7enpMb50Bb76Ko/9TGqzmC5rCda4fo+2sOStePGEuVJ/LjfSnbsTDte6
XbMC33z7+XNp0r/0My6ZH/fd0Q5uxLBJoRgkjfJtetzkRyjTkv0/96kDNyQVVVh39u4m230AZbHh
c7fvevt3ayMGurD80tjFcPolpkSgoiEFALtOpD/9kpKyu9EVsGGpZe3kkgjZ0lsIyWfR+xAfQK0k
ZNCNNz/k8rWknkJJeh+ExoLWyVmYoTmFTh7OGFk3JXi4Tj9CSg90A1iwBveKdp/6o+RB9dSHeum0
gvQg55BNV4e7yxvyq6ViMnL2vEhXoqihQaJPNqQeW0B2fYm3lRCVv/wta0kiS7V9LIX0pk/kdd3q
d7zjjqxNCK/S/PXQmYpTKsjr5cOu9LxbSLqeFr5qZj34KkXjDGEyaDs5nYqiHOnz6f6Cbu5nmqnX
Iqm7Fqooo6S3pl7DjQp9ZVJ/s+T4HqI+npaUn7IqLfS+zC4I0kmIXnAsy+ZkQQzIv3qvA2qdH0Dq
asjZQmDW5siUmdIuonIHaOzj8sjPsoDRB45MTrYELL3gPhJMFji+RqEMloeWN9q6aNG0Xgj5Z1Fv
Ymyy9pCtAYxvMdYAqiLP4/3b4BZ6eURn5wpG2FmGBgOJIrOYp0sJjrYP6wRZUPi5IK5DLDgCm80V
4rKZs2zAoPvboAGc+I1qkz7ZwZ4hVJVQKS6XPfOhT8TfuqlRUjuU36CySV8vGzubOBOJesWilGIY
4APFMdofBS5ZK5pSCyOk3NPvinqNLsnf//lkTrg/00ZEmLh/ZgEt9VIwa/2Q/qwoaQytsTCEs/li
CMcmxiEeDUEIhQY8CyZEIFVcRe2wNRyjXlUAJS4P5twBLFUksSV70lWdlPPUUnZQEMDUDIieA3Er
cSHxlOaVLb+Q1J5vVsygZSbKI1GRZIwDPhpQWnlyUw2WaxvSawXzIXgUlHFzOgDqdyPTnMuDOt+n
JOsSjWr0xjGN04ShRTC2snKPkjVWbTWooTBq1lF3eIwQbmySYcHe2XIZ2JNV9o8k8s9pKAogFTtE
kuyiUfgTgfK7uKueEK+01cS7vjyyM0v0wrGBGJTFJFr6JAJBWEK7QahDD1gaj/xOtH0b+HdyyL9X
Ppqwl62dZSBkRDK0hCTxcDvQBnq6amLRFVDojUWE2inVZ0n73dJrlYi8sBvrQ/OeNO36ssUzdxwt
qgYuYsEkoU3jUQ3bV+SJWEQsGTI5qAi0Xy40nX9thSscJA8KcY9+0Mm4KOX2MhyWADm6uy77rhUu
da+FfGFmpbBhslbQi3MXmkQJHoszk3Z8Lj7CjUmhTC2ujPgN4ebLQ5HGaHaSInAlUMkQea20IKHV
JjfTplJ6Ew0G7nKlIN3Q71+tciPv9nGnhFC/ab9hZ4Pn3KOemzXJDoEU3j95IV1DVdQteOfZvjO5
ruq8R4xRl2R9ErbaMo+tzpA0tFnVFnAOmBbzoCovitrEewpMFPvUOlnI3tlf51NAB+PYyg06HT+d
THUOGrJRoNixV6vV9Wp1u7q+5d8244/Nxt7s97bNP243mw3/Zu/tbWXvt1v7actP//OXTvvJT/vJ
3vLLe/75xO/j967HX+cnZ/zh8Ndq/Mlx7JXz+Lja8eN6h63V+BN/O/wYf8v4W8f/WH1evz6+Xn9e
Z6uM/7q+5sfn9fh/4TuvF3bruccpqgjZimbASWJCx3K6W9Wa0jHPqiB8KsuOig9ZHDZudOPqL5dd
7nyVFVXR2Tt0HwNbnjZse72WD0UFahj1F7uBoL0KNMh4AzRLnMz6fdnY3KDYpKqoq4aK3cmgDgrs
nZJF5TGKswcaxff0VwMybm8aWdhdNnXuRopKSJVFBqaTQYzjPjqjIqjRm8FLDPsQRysY18sc1fOS
Vzm5XCfVBwiEy/bOY52ikefA06DzZs3GObUHybKSKaGPFkCjFteie4hXQBTSqw7JqYWweh7IMWVB
hQxDs66Rwp6aGtmeVQRzaEtszGgv8dhgBw1K1l2vpwgmiYGOMmjfXAPDeTVA4SzE26+pOw1SYPnG
NIOgjrbhl8Tb0dSiPp+IXQxZLiIk9j//uVUr94Cm7H7Np2ybDX2oq4Pzq93QX6Cs3We62rbtNaJE
9mu2Eu3fn6aD6PqqvxIWds0Yk6afpnDRpuQx7hl5XKWjT0O8hdtlmZp2raBeLcMKoCzlWOcmFI2N
Mp4GhqyebZiu6WHndmsYPhs0PATagvMF7cHzmhTXsWMTE1/KJLNGUKTBdwMp2aWN0K+0Pq33BQBb
J+/BuShS8hmhPuUgx3Sv1GLuXPbmmY06Bh5uq1AzcT+efMEhdl1fbfgCaLLhYEbmOtVTsrz+PUbv
6+9tgdiCBop6LFfxyXWCjoyeZxOuRnEF4bBwJVq3hwPZVvm/tDOevUe+gawVPeESdkAYrFrpFh5e
+JJNJ48XkoU5D7EkWVNQj+T4FCdpXe6ibV9LoF7yVHrMM+8jNJb8fCba0NhMuiNRQhld/XQsrR+B
KY4pJSA1ltml0jia3KHZquULm10aZ/90R7EwR5YmntBBIWD6KbNWq3Q4Bg8Djuf/qgQVxDiqQgU1
4fpHCc5fF5ZMz4RwTGucfzwE8C+TQaLG0VdAGAkr0kvg3QO1UMVdXj608lYEyKAGN2lzJXbbjJ7g
4skvbgBW1dYGAd4h/XHZR7/qzufT8OdbJtOghlUA9RXTwLf06dar7lLxHxdOGEW7oeFb17ZBh+zH
tRs2AFLWerTp+4XUaMatyAx1GUQv5U1lmhFIja6kesF0ZIUo8bqWcV6DV7s80JmNr0sqByYkcJTo
poWxGkA+3BO8l9Fr+FtOtQ29Er9oUl7nyOH8tamRSk4hzMjcfVT51Idzr83VLFIQPDOKtyboH7NS
uwZb+4GK0lLQPt8v3BCgnOOxh1PBmL4rIVmU53Ao4cWKsM1z80OJZFgdrO9/OyTMcCGWRd58JOkr
vT8KMT10/lmPkrNtVM2ND+MkLUDrIO3X1B4Wqolzp/B40x/fSyiX/Ydl5ciWpULnnDU+xTnKCeZj
xgvr3pMVoX2DADkPNyN7bLHmJdJ8U5WqCwFXDJxWQhC1vcOLBzKFQqu/xpBgGLdukbW/YLqzhhva
vOg9MgBCHFbpQeOyUw083m5ALsS/e4TRwHoMgfYq05T+IBaxdYXLdOjFNW3zkvkFLYOdoifUd7Mk
3qpK2AEC9IPim6EP3gss/eF3Ho6rfZh09S/XCKs9/WFd+NfBfnz2+JMITPZrNTRtSyOhSf8vag2H
CLb8MBXb3QB9xLpMxe7l8srPBAheuWWJxIw6lcEr2ak3p9AvR7WZWPDHI/SgZFdZFCGviXYJvCD0
YVyDq3qBZONJhS7c9OlNSpPrlNZ8g64XSQ4fL3/PeVqv8+AIkQBS9lRNtMmhahVDGAcjBauUqE+q
6tGlXMBHUO7CwX83B2kh+z2PTYybJh8etbi34ZKno/eiTBfkGmbxXA/cm7A0EA+thgWXP9vEvOuM
F5VRF9kg852MKe+qpA4VOPG4Eq2k+mqAW9Yw+7/1nImVSVjqocgamhArTU+v0Sj1ADdJz6uZIS4E
wOl4iEZkCBa3fFNBgPnrIetoB7sZvOJunJcOLB0GOvKDuUaJuLP9RlvISM5O8S9TsICRXnHLE6dV
zgNtZIGhjDTflX4beJ/wB1whwLQV/WgdRr8NhOgEGkkMud6nYvOXzvFlnM2hj2/6Etf6U+cwpVAB
Q4ZxBBbhYdGeInDKl919diqPTEx2nwypgpgOZenUnLyGK+3EUUnXz9aXzZxl5tOhjFezoyVTElYp
rrETIpvkf2tH3Qb9sZRXEYqFfujEaMJ61YKfTM/k/xilGkINhnvfF7vpkdEkt+CLLCveCpFAG8Wx
k5BmKXi+obFfUANfMjVx/lrT+95TMYX607rrwJv0LcggGo4M4y+LyP8ZlQEoj0s6J/O4pEejiuLO
ajyNqaTz7RC+VskmaeD/ML4Vh5+a6f2rOfxjbXIeFF4EB0LIwFzpVkeAIQv39P3bkbZwd5vG3emo
Jr5OrgONUs+oenRuOx9UdfbbEsurzn9rYEm/7I7zq/VnUBOvRzYxh4WeQQnVOoit28j4Wbntfbnk
9qNXHye/00FNvF6GjpimhZpO0D6wVrmHgoF7qB4ro3335Pau7tsAyhZ1uI71EFWCy4OcNT6mVSpv
QLquTYw31LSBamJcC+qVkKGw8yGUe2TAaHx9hgXbCzeXDZ4d5V/D/WNxGiwHDdmXpG5LJ/qhrvUr
ea2aa+0pW/eb5CnPbM5ufyteawvnztnz8NTseMYebQgP2lzNzEazr+k69lfCzl2rt+2r+uuwhQgE
aH/tFL9DGOUXduJs8CS0EF6QqiZtOjVMik5rPF18jinfWhJNCQggG8XS8MbQceZER1YmoUWQq4CO
MqyEsE6V95qHSjktzEO5EotVBgqP98o8tKCnc6zm5fKSzm6UI9uTumNyMJogE7DtVep1H2NEzG+A
3W6LQN9dNjUbAI5MTVbxEKP+m3mYSoR2KxxoeoHiKD+YTqpDFqZq3y6bW1q7SRTtMjer4wRzkvU9
kx5TXleQqrxsY2n2xl8/ckyN7pbC78fZo78nyB4PSOoZtD0smJkdikGllucP3aQafWqmrJTKR1CR
0JnQ8b8qsg9fXcgg589veIB53eNBSp2yxeYVSiamTCqiVW9U2a7aNitW7fB9EMpbLv/rZsjeaYGM
kvT58hyOofjM+48MT0J1UCb8meNpRzNFSSNdOhBIUIxsXWTBwmwd6tpCuWDWEY8sTuImHNpBD8aZ
w0EE3UuXxyaEuNRtHiWY+Q+quDC1o19fGKA+KUpTEvb9ZjxgQyhPstr70dDUteAhSzYmgSpBpso6
hAwJBtEV6awL0EFcAlHMevufedMncaqPK02tS4zUyMkFwKsd9GHWcGCQM6RLJ/gZGuor6Jt4O0+l
uP40C8rLHHJZylw0Ze7SYRuk8Ct9dyH2817AXEMp9iZrtD8+ZD6A5e+XfXL+VnBkfLKx27ZKYX7B
uBqvI+0aGL6nv6FCiFxnHD/7OZ0LUIEunDaz57klS+D/qCvyPnO6zYc8o0AP7wkBEkJk2NbMMFjR
yLXONECY8F5kMDiIB2HzbwZ7ZHcy2K70zY4uCejmRyqCIEJoyqNpvF936asxsgD1r4lfw+nwqkVL
T+/zM31kfBLb6jJWjGFM4WmosAX1Nk3uDO2jhwg1MK5qY5vD4Y8yp/F4edCzvnxkdhJ1BG/wLL/B
rCDTeGM+5jVdZG6+kZYgLrOx+8jQJNiAGm6LyseQTw8yzLM28gPoLlkLAWBhPF/h/egkCisthOF2
NNOBPsnb7s1HwFOgu1iqlyCTS2v29etHxvyIMlWUYyyUf0vIOygwOe1dj9NcsJCb3Yj1hpJ7wx65
vGjziSCICSSfQIuChj7dIUh9QxvskfFWBe3IjetQvVqpcAaY8KMqRbqTIbYEKbJXxZC+/ARyFeM5
BksYW6+98is7LL1t/n+m4s8XTWJiVhyEoQeI5TQIlcJl1dw3sZPk/hXdJrZBy21Jc2a1tpYI6pXx
1Dg7VY6mYpK4lciRaQltCM6Qf4ezdEsHMqSt+r3ew6V7gLhnFLYJH6tDf0WPEGpT4l5D2FURn2l3
uLI09yXXf7bm96SU4fyVcRP/qjHgs2tlf1ul0q8yLtaeF41PNaLdlMnYOktWmhtPlxd19jQ+Gsgk
LZR1K6ITn4HEzUNT7b3wI5clWxVXXtfvL5uaD7B/FmsSYAs3Q79tvDDl8nUlP5cuJAnZo4QwIHcK
ga4f4+WywfnN/8fgJLJ6vEHpKuxHTqYCmoKcsBTRJ+u69WUzi144DaKJmipNM+6Lw70JZxqPyJDw
eaLTFvsoAnxWo1Vlt9DALhgevezUCzVRBLNLdwWlVB5fTjdkZpVxJYskwFlwU7rB1lWvdDye60sd
/oSQ2kCdtEluqPcXvLa77euC/fMJxj6wYV0XJQto0GTggt4opTLeDL28shF1DftNJF5DCLtyIeuF
4sEx0ocCVYwYwdDySROUVezfi32yufwh5058+h2T4wSykKL2c77Dp4d3Q0UAgDhcekiqFPc0M0FC
JaMvfNnm7Njp0KPABJRDmsKBWvrBvEhTSMesuxjVtZwOmt1lE+Nnny0vugg86nPDFqeAv2YoJRPs
BLUhPXP6xtuKWrquTXC6ki+vLPem9OlYvGxzbli8DwHH+4J5TZGatPbjUCrD6uCXo5H70G+87tdl
G+fpMifIkY3JvuxolZU9T+VC5SOugtuE8f9yFBPHDPo8drtxcQAJNBSW+7s8fr88iPEjp4tzPIiJ
z9VUBixBwISR3AtI2qJGqHs3VfnXhc/TuZokMLwyI8/ANnO6/FbpPtP2zT08mspCHX5+RSxgI7zi
jpDP00By6PXWg94LZ5bpJvQ2UbWw5POz9V8DxuQW5ga92YsRBrL+uSi2B+PVd5/lxl1Y9/MjhtkC
HwvZnikBGpscy54R6Ko1zpbbeJBEwBxA4B0yV/uEzTJ58zQh+hzUrHoZIPaG/wmpg4VbhDw7lZZE
VxpPx7y3TVxvCMEQ9gOaK8Umvcu37t77B6XdUnMO+3X8Ch+go99dD5/KM2JH76C7aWUpbuApuuyd
0vxnALenMsn5MO3vU3Jl0L0M6Wk1XslX3QpFr+81fTSufbiJYAdaWy/wEV82umRTPvUidLNUP7f8
ajyO9OYFza7Lf/5sbAIg/D9jmqwurcyhBK8PTGnKDdQ4uvUNFcj/nYlxiEe59YE+QvinMaGbdwJs
zCZy6eXCm9DsXrAAkgLqHws+k83WmAGM0yE2oH93vOQH10tE0qHm2lwey5wdQFJgNSFfHzfF6VjE
qO7w8qhy6gaWb9jKG4AgJjz9tVnLPzuEXtMFB5g7h0dIPIUynri5IZxa5EYfKVUhlI4Vp6S0vz1d
hJoXrzcaW1O7t8vjm3M3mqXozaFrkVfXyTxalpKPbBBUCbp0i84xt56lLszZAVEK4RkIJAMw69MB
GYMYKgedE1iSO9hV17Be2wWiUcqHWj1fHs3Xsk8PFCCaFB7Gdtnz5SphC4nLCu/eW7vqXb5VVh06
O+/tXeS4vi1/mPt2M9zp9rfkVr/vH/r774XT76wdwDG7ctL15e+Zm93jz5ls5hxadMDlfM64iJ0L
31f/etmCPDrgpRFP9jNM1YrsVphQNtqde5tuxQfAmjvj7nBVfxdWzVV2q9sI5jDKw02yrtyF/Gpu
gxwPceKulVzCDSFiX025o8YA6O9caKhSLlqXRzpnSKK/QdbYFsDWJm6UhGorpiqeCk+kU+f7A2J0
sPYd1P1lO7MBcgQsQrlAHXmKWOyM/NCXg0EV2f/HbBrbdGO71xdqN3N7gsfy/xqZOIbuG0JejUZU
ggq4u/Y5bl65icBuWC7EkzkfPDY1cZDUc6V4gIHNMd0b3YLBHzriyzM2zvzUBY8tTFwAcVnokhos
tOr7Idh1wT25opR9g41XDd/TdiH0z2X0BGTa4Wi9MmRrMqCqK4s01Cxu2+lLokS2AMtF4X/62Ydq
/BMkC+4wO31H1qaDc5HDoSbE+3y/y+OfQrZQyZ+dPJOc0aTpjm7x0VOODstIibzWawj3WvNWeXSF
3EVg/3Tru6G+h72Ttx+XF2vWvY9Sq/HXj+wljdgfzDG1Cht1DRkNDJHh+qAs3SaXzIy7+chMga7L
oc0wE6PVbHk24RqeuH/h2seH82QXDbniCfTeVciGvjUZ2OJvl+dqLuQc//kTTxsiKTs0sGE4kGVm
ze8Wdnmr3zaLnX1z0UDm+o8t8Jmw/55OVi9JIc3++IDYreDytTV514h7aE25EC2E67l1OTY1cWfB
T2LVzVmXTKG8OUQrxX9DYX51eeKWrIy/frT6aIFVHvQ9lWOKVwepcazoTUd87t8YoSVWl8DLAn46
NTLUAE8raxyK/OnmDug1B6nWBSOzLgAu7X+MTG6ohQeyyvMxEqBQPkAcqKNjG0WS7dcvl4cza8mA
FwWkPFA4azIcOaPaHSILykBohHTvw27ninRAOpfNzLyScqXjXqdwvwNe/vVodbQ2iJsGcsB7hdMY
qpNrxmuoGraqQEFt6aWN9CICX9qWp8uNXgrvl42P3jU9KY5tT7zP7CslbV1egWUaO2sI8gZLWriF
z8VTOg0ghxg5WYxptun5g5/gLyNGxyPk1EmzUqGjXaGtDAwu1ZBEh0B8JZuoj6ltvfBQOuf43Kxw
GDTuaKub7OTGkF1jCDgtjJDMwUNrPjNvYNpauCDP+YpChYEOHdovFWOchKM1rGMBXpqOlFpHjDSO
eS9IV5VHS1e+ubxgs+P5Y8iclBzyHi7VbMzdFRGOWPTb3Oo5OWStSJEDCriFzTbvm0fmJrctSvRp
f0jJJHT0kiLIYeJQ3JkdhzydKXYYJE4F96HR3dfZsJQnzaUVFCLRA6UQiYDlZOmURHJhfjUpe1CH
Va2nLPPhbclvfKjMVOmzgljj8tzORf3ji97EoIG4iFolY9TX2sIWK99zPC1AeQo6xLDh9TRf2H1n
Dajg8ECHghmm2R4PVSZhOYzBH5ZtUzlEoHeBnR71yUrvVNTp3G18IF2rK3jiAnGdx7/AhKzEFLnB
y6OeXWOk6fkGqmTUVSZxLnalIVdBijthVF9B6bZHaRvpiRpOXzT7Yg/GsIfQRyrX/7xsec6Xjw1P
QjmP8TklHgx3UCzWwS4RcrvqFtLFuZ0J2QB9iZR/eVaYTDHcnEWE1EHlCMZ2cLdiuDX1n9qwtJKj
b0wDKagCtBrQ/IVnZWImqltVhW6SzMR7QI7OSVHoQ0Fk10jlvomqXaD1z3r2PZIKhz5JR0IkRE78
BTjk7FhhiFCAeIrgVydRSBAQ9wMxWzltNXJor0Mo8Q/FGsnLyws3tzONP3amdc8uEUsThA0ek4RP
ShCucyn7Z3DFFbp3dpZ/9sESXG/uEIGpRIQXa6SNsiYjU4dD3EBRXjluoMAorAyHXZFyDww790FR
0tsOJU1HTgXXkSU5XZjWubgAiptGWt6FAFRP4gLqeWVY9Ck3eu1n2D40h19D63TlpltqB5qbVxO2
AGDjQFeV6Y06gNndi2Su7rr5lpX7MPxeBh9R9r0WP9yny0s487wHEF6lbYMOGoVUbDKosE3qnjDH
jFJShju+500LART/XtI2prQx4WrL5Dd56Wo6W8I9tjvJOLooUtC5KAl56uazcx6FHYzo5j9PwqsJ
s3m5Ll4Xoszs6tFeicPCVMuD3unRrA8xrzFyTeoL5Zip3dBYp0g/xPCb3y34ydz2oyf5v5Ym8SzW
2tRE7ISEkUZyS7YzEc026JsXEqoZFBNLd2RnshnoF1OQeMBOUoGUlXaNDYnUlfJIgwadgQ+562gv
l71lYWRfR8hReoN24P+bw4CKSOVCpf6WIrtmHZa8cnaxuHLBWGbKcDJM8o2hNNJGTTuKV1vdkXbS
y4Y+WMRb7qV/vOfBCbf5Q8bl0h6+Xx7g3FFEdfK/duVTJ6liV6hSs8Ury59es4em1rM2l03I458x
PSKObUx2XCPGaBYI2KBnUbbl1/zKXXV7c1+u3Of0RWrhQ1Mc0dZW3o/YuQY07ywh+pZmd7L3YK8W
FBrXKmeQ5YdoEDfZYXB0AB2DiVBFsb884Gk04yAcmQVlStbQz5HonM6plsW9kgcwsx/ynwG5fmh+
5sGILbkLw70hL+yK6di+rHFVF+kH4545dVFIHRRIyysa9MxhpyjuI+S5VOubW5X2ZmVwncuDm+6I
0RwtIqOfShDYmJOpFHX0eKXSMiGTGa+ea01pN8aAcPbS9XDqmZI5UtmRJ0KDMrKZTcIXZIVu6sEb
b6vNjyAV0aExNoKSLmzw89nDCmh/pDupe53dQaMMGdEuIOHNSumjypKti/xmJxjIhBUt6Uppbi/P
39ywFHo34XjhUGVbnDrHUCc9HRqoSxrUDDPENQPDkfSlyTsDd42chAY5w8gEp0LGM0nLYrkrDqkQ
+871+8GObM+GpeTjzVk7jws10LNzDUsQ3PGmYiAnomDrdEA+13sXAlyykG2xgi9lu70pV7ENlcnl
ifuameMwMjU08bxWkceKAQLvlNq/yCaBVMMbqK8V/kthkOPfB/53/f6+urXWt/cbe9+NA98+fKj2
jWrnK22drbX1h/2A0J4NMav9tl0/O7vHz8/rJb6g841yOi+TFUAiLfIKcJHk303oBHUSbBMpQyzb
i54MrZUWqrfnjjyaM7no6zqMlMrkDIagXpZaOKqdsO6u4OzfiDngeXSxu67a0KO6sOznbgxXGqwc
CvwUUJHIE3NZLSdgev3AQRLkqsxFlP769jqThYX6wnikny/6n2FNogDHk1GZOcPyTddW3He0PtZR
SYNt3e0UgJ+6Fku27i+l3WfD4w1yJDcbwZFkimcVPeAsitnlEdAvDgrQVlqk26aygAaZs2KxbDol
Q3holUk+I7u+VbQVvNNteaONIrlDhFDbwr4Zt8XJDNJoKqncsyXIDVQowE73Zx7lmagk5GNGXe80
JDkIhbvLW3NmHAxBxxeI1vRUTEJAPXi1EheMY3CbV6QONyV8ZmJs/L3PcbxxS6AmAjpt2kCkuho3
57FVNuQdX0MGrxZvoiUg0PnhPZ6hf4xMEiIUFPs+hoXA6QLmTPJQBSpjR205v+npj93fflc8X56+
sysJkQ02alqaCaPqWEI+XSKahlqUOroAdo3g0W/ljQo2vSvED0nyHruoQUpHfEPBBkaufBWo0YKH
nIUOej0ByVOnpIGbeszEDWuUmONm1MVtxYZCRGt8WImh/ciVWnIkuDhXcZ703y6PecZl2FjjrRbg
8ej7p0Pu2rHAo6eBU4Ryvta1NNrRNh6svXYRzS2PpcHJDhjTMKzRAHFebPJDk1a7UgooxG4Qmbdp
Ilknw6sbN7syeq3jDq2gG6QRr/14nGrngCBEt9UP4SaLxL1Q3xXuL8PYa+1CnngGLgJlySML3YZw
sWn8+2QShqJvo1zVA2dIEHSFyCkki7KSkoupJ+mH26hPA91BnAWNqEDQ62qXprL24MeysBaDonZ3
h8D0/KuCk6HnYctVVuh5yI8t4iHNqmj6DOlkoROuTTFIVEeKUAZyEMvuPFrFcuW9NgJkLiBhDevV
5eU9d2kC6EgbI4kiTARsqNP1LTQXtc8EuGyIShNaspLvDPpeTJxm2BhyssrrzLaKtZ8sGJ7xK+yq
EF6IBjzI0zfzIfcTV8iQM0HA0lEibZWWwsozpPXl8Z2BHVi68WzgCYFcWCIdPh2fXnaWdigS2vfB
xniZD+HFo2V+U4t1hPAmuJIqWOfuleJtm/SV1uPOfAY56zc/suxaHWUy1l19D5L38mfNxHrycgig
x00FZ+Zk1lGczLUAPSgEC0EPW7ZE2Lps4axo+jXwIxPjJxzdiOsuh5OoxET2EapQNTloQDdX/Xv7
s/u+xHA0E5g06JrwH5TAqDBOYrE15F0ep9gyUTbv0WEq7ytZpSF3VS4xL875DYQPI/CZOwd03qfD
8gzadBAY5Qjzsh3qgSvQwHszFRem7ywp5I8nZ4KPBvfkTD5LZ+SmE8QidDL4qG7y3BxWWetmjjg0
4k4KvKU20Vl7cIhxoMHidnb4R8VAHVZHRcPy4yu5+u4F8sYjN1QXLqEz0wfRNhScNE9zkEzzpSBG
Ic8LSsbV53ecWB+Vm289wXy57H1zwxnZIrk9jZ2V09cm4uDgkzpDgBD+I2mfTbPRlc/Mf/83VkYU
OCngKEd16gtBIEp+Hcih44n7avgccD6vewiaz8tm5uaMUGVAccsdl6Tm1EwYVyS3rhVQTA7qrRBo
h6tDrga87AdhuvAaOBevvsiHyda5up8/uMC/mBpBFDqy34qv3cGwGjvxQ+mx60U0f3okh2RbFGTx
Z5m0xiZBc+ZbjDrpzQFZKOMBPe7sQOzmpryFylZEg0Ys3c/SLbqXwffiD8MotZ1hJqgi9Y1pfFdp
Yvzx9/MFjZNIqkI1mpal0/nKa86pVnQDp1b7leujjWalO8u1VpfNzPnYsZlJvpzIbkTpGDOop6AN
v/Mq0dGiCFXf139hSAWkzRMU8VqaxAJLzeVsUMn364MBJ3jSqSrNwlH+RNFG+Rh0n8TgssUZj+M5
n1oK8QfW12mil4kHqTezIEZsLdoLCDepiEe7VbC9bOYshR6pbTh+iNwMj4h3ulBKIbtqVfmx46oF
CnnI/kIYc9VbNRLCUOpkebWq69//xiY93UhrcB2dnvuVW7i9Z2DTCmCHbHDbfSY98lRiK4cHKraX
rc0cTLo58j5Bq6yNNGmnI4T7UdNTJYodWEeuRZLEQ2Os9Pp3UMFnbzSby9bmlo3KCtm5CRjDOrvB
uSZCPBraV95gXokaZEumtpbLhRAx4/dA3CUqOLA5cbuajKnWUPy1BDRoxVTfjkWE8JDZLeq+dtIu
nBYz04e/c+0F6EuMnTpIaYUKAYVuJsisEFkVG+GWIPKzS8oKEUcxWbeQti3UR2aG9x9qd7izePH9
SliP8hbBNYUclmD0pFrlJsxb5yAKKL4cdm57WKhZLJmapC3moISUDij8Rulrho4tEmIIp7376kKk
mvGLkyFN9lkgipWmJNhBjWvlleXaqIJdPah/HzW4pIyoaWoV3A8ncUoMxEItkJJj5sxVLRWganmK
CIoFL1fZM5NbGjxVEGsjlUTgmPIyKA1YyrAeBYbDt1YvuOA///U2GrlsQTeOhHZnPfBQWES+ntaR
o/stO/WwSZXQRobs75175NYGps8pCyna5PwQtdL0Bd2j3hKnNzDYQf4pXtXJJ1S6aJ/2f784J7t2
9MUjtw5UZEgtnV2rFNZLXGRKbGfa0K8KvS/+uTx/MwuEKcIDKB8uPtOO+qBJA+IHprRc2Ju9cd9L
S7JMSyYmo+k1v/EyFxNF1llPg1eElBU97+nyQGb258lAJg7tw1chDRZWzFawB2KPygvGkwL+5bKd
mTCHnZF8H7pmib6G07VpC0McEoS5nCBXn0eWWxpmd4Psr/M+ulUEc6mOM3fuHtmbohN6U/Fjz005
AzN0JcvCT5208Qzbk/PvrmtuvMDb+mm0sG9nreoSmTJ9oyDVlckoY08rvSCPnSGNr3gXyuJfMgJA
SJwdFInmlAVzcxdQkpc/9kYfOvJ4uU2MUsix5zWy0xe9LZSaTQMX1FDPrXZ/oE6s9WsrXF9ezDPI
EjfDE7uT81GVMk8UfexKaMujR6/mj73y0qrbitHC1ZqWPZwPCIKX/5e0K1tuG0m2X4QIoLAU6rWw
kJRILdbuF4Qs2dj3HV9/D9RzbbKIIaI93e4edzhGidqysjJPnrMz1tINizvpaMzCuTA8KYXeLWyj
qoSdY+hcHqS7MfEPio6asJ7++8T0yViFE6INDBd/Po+V7H0l5WUduAa0XC9P6eI5PBrVvLOOVnIq
Ir+t5p0zMuYMevO9r1tolYH6oAgn+7Kt84LYvHzIsALYjhQJOO9PjSVN4ne1hlRuo6NTLmhRZi7p
Rzbn+kLvEawoLdfGfQbqIVXeyfomiN49w7A6/7XLV/zPwlZC8AjmL/QhAYECnN/pt8gmRHITr9d5
XzH1WzYp8lw90a8HfaoAnWQNb/MpsWKP4BbJ0sBpW6/lURv10NgMzb9ZbJNpc60alPIiN0xHlIa2
BYBTQ1j/TE3IZrfQ/E1Mf+ViXFzuIzvCJlbBPolUM1ZAIgrIkAjo5KBHP30P/6rkgZOAZARyLABN
CS7JLxHpFUOL4yKNjKs5g2o6y1e8+0L0hbcUNO90KAAs8CSr8pDKQZ+AuBM1Fb/Y64m3bxvz+fLG
XZo1PGkYKhKotgNod7pXaNFJAar52A2RkT0a8pjsKs9v9wHaUZ71NH65bG4pcWswJNsUbIWZSELY
m0EXogQSggYukWIbFBJIg+Tdm4HH3HjVSgkv6SHp7dpzL9udf6wQ/WGMOKJIj1E0UQrHM+8z6Db7
Mu5KKdybTaFt4nqUuQwyqzuzuQqS56HNK05XGbfnH3xqGK34CpLUBCkFvOgEwyWbRjDGtTr3a4aU
9NTQvRQMr1KtEidGpp2nrfkiQeThpemL0W4iUILUcfjNV9XvveI/q2YV30jGOG1iqN9BKht1hMtT
cx4U4fswMyD+xe0OGODpDkgkuZZmgTFeqo9N8dJnr5d//vkFfvrzBTecpXWgpYGCvKqyiaVnSh6H
5D5JN7oJvrw1upvzU3NqTNheWpRpU4F0GPcSW/YDnkCwGZSBK4C0JQ8LjkH8wgt95nMU5ozUTYeC
F3LFRNO4RsG19F1Vn6Rs4KW+j8lT2V/XnSt7BxKvQi8W1mvO8RJo6yCPjMTe6XpltMuTUm10TpQ3
JbYToDXLzqEa6G8tAGaqurd0vXdY/+TFteuxw2pd+UtzU9jU+ATATGYtIYAChOFLRg7R5g6bGlrD
jlLYMaiLyvCq0SBWAb0V6bYNYt5FOMYGmAgUK8vdgThT60iT3Wt3pLDqYFsiAh89HpPeaqJNB8nX
4aGHOLs8i9nGaNgI3N7UrNHzILz0oFXbMQv5ANLTrH6HiJUdS4em+J5qP+vqgZm3GttEo7zxgXxB
gjFJH1p6lWVrj7yF8HB2IX+GLuzmMKTelCUYOoSK7QBkiAOeYP7IAw0yoLYKsrUx+qa3a7CohUN0
YlZY9GgYJCnpYbYb3RYgWWBTtAfk4LDZ/D1SbCuh07m7PBnlF6HRcejU97FZ+zCXjxn0okcuJ1fx
MPCmAw444Mb4KZtr2qILR/d4iGL5PSyazpCyTodMuWH5xcQJeN7DaY0G8gwuCKUX2KF4MOEJPWvq
nJ4fbxwh2t7CzjgNFpj4IJz4kCU/mX6ltPeUSjxmNtrFivGlr2LbUFyifiJtwXvd4CTtwXvGeKEe
+mFTy+jJlNZoar+u3PPT9ecDhReIl0IXJ1cw+Trg+415FaFjKdNSmMOZp4Cm/ExGhVcJcah/N4Xf
8wJ6Aylv5MzOBnB6hRmX2T2kY6Dpcmt2Pq/oDamNlXT5Gb/s1zweRZmCE0AeUh7HGvPoT8SWKFrf
nsJgVwKoBTxSxMD1Rb8Behwgk87KF9Rj2+ETuu/O5dtlcdccfYVwHknpDTT28BUylEo077MEbHC9
8XchvMemQZc9M6FUANUncbAym4pMGXSelPcpcYNqp2oJD8KUU2a37JXmbzImHC9j/POuD7kjs7e+
An7k8fJ4v3zr2e44+hJhwBCwUVW1xpfUICuJym0LOGYWl9cmuWIegt7KVtQ5Br6V62+y7PrTzTA+
aRKY+aJtiwJkFI2ctFcV6te16aQ6mg1ClaNBBxJTr9QI8dYsNpe/eSHom2dPg5SjAa0l1LNPj5wU
Jz1l/agD1PnqkQ2lb5Ia8KrWNgNwA143WQ3wBJC1UNaacBa3B5ZsVhaHELd4U/lmZ+RdOOm8TXrA
8Zs6t1Op+9Qa1MwvD/I8kJ7H+MeSsC6+6XmaWsESKn54GEBUJnAbfdgZICv83ywJdwFJsWheDEu+
KtsersopQxkiudPalaD5C2V3vtd+j0m8BrSsNOkYwO2EYHY0of5O8NvkqmgnOw3vWylyCHyTr1iT
dKPIG6Je+eG1xhCGPCfsVS2eqTnhP7734wFpdyg23mYstaLSyckzQs2R3V+emWWfNGcQZxIsCKbN
i3R0bxlq4qFSiA82JO9mCMAPUdF7X6F4lg+qGxPNHeQJmRxqp4x9j72PqpKAzQUZ2sQ6O2/WNM6W
d/7RBwl+Ywq0cgCEVueZMbn5WFiK3PCAgYuLWEwqkNG5ruW7vjE4De3Lk7Gw9QEhmYViMB9ogRW2
SUpSqQ9TOIqsCZCvkg5elzhNstbWvzTEuf8UJb8ZAngGcZbqGIIaFB540CU0nvpgi49GaFGnYwPM
rFdLLv6/3saDlhyol3GlpfGI4nBnJn8z4BnwhBwM3LRYYfJKKGJlEbwMxFl2Ce3dcMqcvFkDwZwj
khHzI5nx244QQCSqN6JtD3aiqn4ffNXOmfKsNoZNhtxiuf7g+f3OlOM9kztQFAf3Rq/chprm6l28
UlRbnvyjbxFihTZmCbTdsMjtnOzQN6DTlI1DDh1s5t+qvVXJ6RXV9226ctLmnyt4Bh1Cw7AMlzc3
5p4etASlDiWc7cbRlaH4FmtWqgHLIzuyIPhTpdPGUM4wyym78enLoO7qdBv3L+pwn+ZXQK9pZN/n
K1toKbw/GZdwaFCb9wPNxLh0+qRML56EdlH5SsruqvBX0gBFAWzLvy+bYz+htZDgjqJzCfZ0LvUG
r1YIVuhcM3AuPG2bSg3PM7byaJ0n7GzJjswIE1rJYD+ns5nBT62i30AzxcscdfiWqwbQTytZhbNm
KoRKJ6MSZhJRNmmkArdUnN8pqStFB4DGQ/9nEjBkGpw0w81o5dkneoeg0rUScSz6vt9jRXvq6ZQm
UZooTQK3q9aB0zP5tkMvY5eYK6dgzYxyamZKYuS4Eoyx0L/VzW1kvE5r/YSLB+1oJELolIdyILcD
Vi2eJC73pdVJ3/7injiyILizOG9kiA3DQhsEG3XA43Lwr1heO5fNzLtY3H5ApQFrB6WvGYt8Old+
CQlRNNcibq1UJywjkFYflLIBsPFaMtZwcEtRMmKAGWmAJAl6peaVOwoEfM0s9DrCyqAfuBt/6QHZ
Zs22zAe0ZUW4gG/lqbXKATEJTaDctpFpvTGHB9ZuW/2TaTey+pnTTzCQauSONZld57mt9dcSfTeN
yoobshLTLbm7kw8WIpc8QuWzmLdSFJP6lkQjMiB586EyiMjhD0DCV6bhs+9H2XUwTqEl9fKtGbSr
xATzagvLBB8006ThdQwMqrBMtM0VTwsUnTdDkTqByUqbqJW8VzyIsna6zzh0GnpLY9FDkKSpZfQT
OmZCneCqB5BNoWsHYMklo8kMHaZAVwOc8jVzR0spYdEq2oBVZ0reWII+vuzVjyFCUT4Z5q4cwEBB
HyRN+vfb9WQ9hHlAig3v2xzrEZRIgRCjATdd2Xa7OEXRGJCSgvtNtKbtOfvEs8k/2rWCi/ZTYoaN
BKPp5GRIofXZyKswc4APA0evxmX1yaRrrHXLWw+x8lc2j0Cd/vSsoC1UzYwBJ3NmZ6ivosSEkwGi
0zZvEnqbjdUvzUi/VYa0u+wRlrKo2Gu/DYucG36nJglmeX5UP7b9m0J++Uy2C/Mxr3ZNhF6V6b6g
12U78HZN4GjBc59sc2GmA9LWSGDCtAH5z7R769Ea02UrnnUBFWmeWBFn1jDKzhthJcIV28X1Jhyf
oUKJ29ZWzffKBDNvxpEjpXmDPWVNcWBP4O7Ox4ciauw4dPPmlTBkSsHIs8qsMF9OZ5vtC0Awyy8y
Md9WZ1mRFiNOet4+DeN1ou7UxO3Q9jJMW38E9vI61ax4jWVsKf2GOZlxBP+YFS60eEKfC8vwkOwZ
komxE8OvhEnoNGgdqmobNBBW7r130UYJKigPohpELaBH+ehvEulbSmxCLS+xIqQhG/O6Xvu+hShp
1ikHeAwpA1xX4rmHMl8ZSJgVcIHb0QgKpKbjrL3z6K6O38ZpZYsoa/aEjSjlfpKHNaYjCoctcjhK
2PNAcYtil0hXYfHUmQ+6fmj6bTC0s+TCCCbAyP8ZgaNVuTeKVaHcefrPdsXR+IUta0wGaKyieXn0
16yddlUyuQpcXhs+EcmK2+dRI0imPJYjvmjF5/4XV/978kWEySx3M4CEQ0dWtUFMtU+8wjW8g4fC
V4rnU/HJAqgQr2Q5RFcAwk70NgPTiOtllimY//zofsmJaXaBGoBoHgTWnlFauvrSxGuNI+I6i1aE
+z2pMk2OB1iRo49acerWLoMPPXbGGHQ/a7y0Zy5dtCbsYl1Cey4E1aGYATG6kVp6cydTyMC0dlvb
QW63euHS5jn015LXa5MpbGfSlrKkA9RpNe2GRNdD8nMI1lBca1MpbNFGHXMlLWGDEd5Pr326gz6V
ibdMRYk7GSvAzvmnHR8IYSq/ur+Otoc+VmHbzQuXmo7UOlBvk7NPyYt2EwHVKLsepM3la/Hs1hAt
Cq+KwoSkV1hh8ZIdqJjIFUSii31zzZyEh4faBfevan0b3SdwnV71HEW4lUew+OQQ7QseWmeTFwDL
iM0TN45PqQVRw8tDnLff+ZzqqJBSQwOuS3hydK0E0AOJwNSZP7fBjrLrpnwOEoeqK0NZMzQP9Xjx
BkSPqQdDxeiWweckX2Wo+fR2a6xRQMzn99KQBC9idEA0DRosyflH3nODWoggeb5GmbO8NtCNBcwU
mvYiinWM0GKUGDHUXFDnSAHxM9dYYZdP1x8Lwgke5YBMpjHzSSgRH8OS92FueVTbd7nEAcaz656u
5Hq+GlDPJ++PTeFEm3oQsFKGzTArX2JCc9QishIllCTd0roAUQlDbIzEXhSPb2GrpVZcp+W1kVCp
51koqT9IO9Uf7ZBL+wrpm73cD8V3DT0C3zop0g6o2iLLYLIu3KbQL7KjwqjQItiYvxJ0fDy3kN/6
ASYfMPOUg2aPYNJBGa2R0PBv+D46NKjnpsBC59wsWHygnd8dkEnxd6FsDM9R0xzqZn4Bjbk22CVT
w4/OHIudGTN9C+pb7Sd0+tAZ08dpaRmS7kTq8CAXNN3Epf6gDhLbaui7dCopvMtZuBZmL54B9LXg
nOmMAp5+egYkqFlUaKeH7IbyppVoxQmhdQOBk/1AncvH+uz+/vIcR6bmTzk6bkbVM1OSUnjmiOwM
CQ9tc1uwN0mDNjS9joOCy5qTGNZls0seGiiMuW17ppISuQLKto+kTMOZAKEUQsjERWOo1eftrtKz
TYCy15iio6+RXy6bXZpXiL4C7j3TbWhil0EGxG07mglo9Gocdnrf6VGMDVL/iIC5kJU1voelm/XY
nODKvIDqkjzAXCzf90nt1OZT1PxbmMG8gMdGBC9GK5NNeQcjfv4TbVshIFrJfVkpPMmviWeseOez
B+CXOVwBUKOZW11FDrkwmXoAsQuwIMaA6njvPeC9FbNVoEL6xxbnDw0bDG9gNkLOU/lxef0WJxSs
YLN1MAuIKL5E0orInJXUKPkEqt8KAcEqVzzbkjMFa8lvG8KilSloBOIBQo1xQIBl2PTg56QRIog3
0n6uSgUsjwjdi2jxBxxcfMibapz7eo+Tnqkql6Fwpf0Y9HwlHlq6gb7E9v4xIj7a416TNSnOES7n
9XOQ6W5WMedvVub3OESyKqOYpKyVMI66CJGCghz7COq2tf7I/xIk/751xJGM3kQro8atk/mOVGy0
YeJp1CL8fy1BwSXtp/yJAukN5bJ/P7z5Av/PHS4OLxsDhbQ5QoXMm7gCdKcHlxhT/r9ZEaI4iSbZ
lMfwiuXo6HqLKrsbeD8v21ieQhXnB/hBnBER2+uXTIuzEUba6MGfNnL/NOmbGE9zz9+koSvVP6rg
CS/ay2aXThUayH5bFW40TSJ5DTqQ2fO+h+VzqIC5sLuWup0aP8T6Gvf20qk6tiZcagkNgWlQYU2S
3kJIOYBAYlq9OcVkzD83558hiVEXJD18j8FIVNx77S1hN4MMvEJ+NQZ27SM7BIJdQN4KaWUvLl1i
UKX6HRzMgz+6sYsA3BxTgxubVt5mGgYrDYObtvdvKjq+Q0/yLwJ/pHLRsjIz7amiw2dqw8IQZVOr
U56b2CIGmIumyEayntNurR68tE2OjQnbRG3UieQxjLHuwTPuFCDWev2HmeQ2uJGD5l/C3OcVxDyi
TwWhAHy+8Grz2qygngJZN5UUG59WoNDUnSxeubTmbxYj5WMrwqmO5EgHZBmXVs5uvLjBO2MTk7so
WTGzFFIdmxEeaG0/TBBChxl/yrZJo23qruWVaoKxBNkfpKCz4VZWmpV4YOmkHVsVbksWez7rgdGx
fPLG2l+kuSLs8bLrWJs/Yb+HlKk1GhLgsJoBahdsDHhhkjfAkK5r5dtlW4vDAWOtPuc6gaAWHEdG
k7TptA5qEdgJ4Gq76jX9rUID/mUzi0NiIOOYr3w01gpmiiaPRiD4oauApxuIQNhdW2i/VB8qN8Ow
uWxrwV2gSgAqJlzy4FMVIRZVFGplFleVpZvbW1IVVt/dqOFaEWohxDixIhzcbNRyVKDqykqqbTE1
vFoLyxa2NwwgvQuKPLAzi6H7aIzhGHswoMe1nUaUT4rm5u3jVAFH6EkfAQQcanONX3TBH6ERgIDV
EMxfaBcSFop5gaH6VVNZJUXUJHt8MLR7Cm6XKNs3+0KP7i8v1sLGOLEn3im+rpig36yQBAS/N4/q
fJuku2mV2+QMEAPXd2JIeL5ngWEkdQBDSrkrtJ0OeQID/RVOzJ6BwiFI3ifxdog2+tTypjXxCJxW
zsDCUTv+AjFxjIeR3hcEXzCOhwRwZWJu42x7eTqXXrcnRgQPn/otXkfz+sXS6HhDamkR4+FQ72uA
2mIaOS28SaD0DzmePCsD/C/GmamAZIWAg0c4E/FEp7EnbWWpCBpBZwU6TjcJwez/UENvAtUJ1MJ5
tCYMt3hQ2B+rwpYF0xHpZdpVFm1dxbczAj6i2pXBvZLzIo1dEH5cnuTlhfxjUNizvadmEOnFMKv6
UJq3bECRfuUBsziV4CFQZtpKdIKLWN5Ro17hFz22qxw2NwMLBlsuR8/xFDW1B5YVXDVIy1lAIKOr
TajcQbH1L8YJZAvgeeAGRY+icA+lRjNKcY92PB/PW88nFplugrXmoyVvfWxE2DNSgs6kqRsraBz7
1hC/JmQjezaDMHC1ubxsX2QiQlwCPps/4xE2SiOzqvISjMcYHB9NH8V9qL8ExcPQbNiAQnbhJPEh
SH6o8mZqt+hqm1R0q6OW93b5Q5Z83vF3CPunCdGNlVT4DikFrlN9zuQRumjow2drogZLOxUtQHgF
6+CLORNnilE20oOSYMSqbo2gckF5rMjdy8NRFsdzZEUIiQJWBImWwEqkQyigtofxB5RmOvk6gFik
ft3R1PXIPowPCrWG9k2Pf3nTD3TTXv6MedbOVvfoK4TdCp43uW9AzWCpoUNHLGdutSUgIgHlRoW8
ZfM3p2MWClY0KCeoorQJGm29RKIzpf/ECjupddR3KHnXG33tlawuxRqAbYOyCGagpyfcXUlUBnER
YIKBL7FLZ7ABUOIjOGDjGxRadxMvnd4Jr9qIJ7/QguSG++jlZ+Gkt+QmtJUNLrOXxAr28vbftsPM
l+rRh4nYa+RSAXzo8WGl+RBD0U+ddvEaQeiSgyAQg4YfBHEhujFPX3+T2o9JkqmVlVbPpQwfEW2b
8UqfHIWsFZaX5vnY1LzRjx6a4ciUYVIxnKZ2ZNQtYrJWFlyzILigtGySPp5gIU9HXislj9eqSYs3
x/EgBO+CLqw01DqYCKOdXl0HmtOn74G8jTSnla68eq+sUd8veRlCZBSoQV1iIlN6Om1tlaVjpMy7
QHNl0ynDPVsz8VXBFE83VBHwImdoXwdj5qkNwL3wcgBljgWM2VXt1hvG7Poj3LyMNjRgeWp7lsdR
iUwpr7e5I63cx0su7ti8sDOkPNXRzzRPalFZMvw0ImMKpZbpb+wg1of6OZq+sN9Ph2kavRzVIYY5
DrehYWvRDyO/1cnDZVe5uGBHVgSHLROpn5ny4LAjGV0IW8jqWvVaY8YZuHZ2Dio6wwFQATsUfn86
lp4k7dwGitSGmd5I8qZCb5757PnP7cRVPb+O2V0K+5rpQgeRrZ20JfMErcwzHTeeUETMdSSj4QdK
PkLdaritgZMZ6D0NXvThg2SP0JoJJrs2rsBB2aq3ZE0MbeGYz+kjIAKBEwHZnHAiaor3J5jja0Db
pU+zKMFMpHcr0faSDYKmMh2t4uBq04RIv42hozFCJMwqCwD9lFF3dRqvvM4W7lTAYJGqR+iA6oOI
+pZ7xYirLmigvmnyKXSmSeOV+asNnXqoeLjGa7Jwyk7MCa7LgPa7HE4wJ/XgZJNM0HwMvOoQ0+vD
9vIR+LqaBIdCQM8GIkXQ+BhIfZzuzgA62hXUJCGXc5VzdPFanp1zPeCx3V7lG3QHTjx3fph2yfVv
nRVwaqGx3f5I7Xg/CzXQtzXup6W5Pvog8S6VWKL1k4YPAuiXhD9HGthw2UGVcAhSFNW4wkSx9CDG
BEDAFaT/IL0QS0udr+cazWBPUTjjEppAQL5rfdSvwZbF/K1PeU5BybESNanzqT+f9z9mBd9Dqg7p
yRpmn1NnkLlf8naDjhTu7bS7cD9tmdtdo2GZM4d9R4o+5e9s915vPYhWct+tf9zkk924o+U5lzfE
UhSL+aDoEMLTFXLFwnnymxAKTh4+zHuS3GLv281HW3LT9va+o4ApBbrmiEF2awQwS8f42Cw53Yee
n0jKpMKsX6tcUaFT93J5YGetuljek4EJfliVe70rKSwMH52tbjUnvMlvotf6KbS8Bx05YO4/aK8F
wknAEeyrwIn5r//xE4RFT4tY9xM/bazRqnnrND+UvWbnT3fp4eOtOEDf8MWzsNKSbUIBZbw2Vzbd
ElrpZAqE6IERqA+yeZKl7WG4TX8BvrnVja25+3iFRDNg/hmXvqNX/YFt6P3IPy8Pf+nheWJeiB6G
CjgiLcTw9dtb0zI23Q/FHjg4k+8/FKuwGke1qoGvNbcs3PJQPUMjK5Yft5Ho4VhchJB4mcXSPacu
XPCqIzsOhhsDfNCW3Bwk/wqlQzmyTCjffA8DZ1grBCzewTO7jzH3DYFsQpj3saCFQXvM+9Tgca02
PAbrBZyypZUbVd3l7Nasud8CJZTdTOZNsfb+XbpQQOMCYUY0WFBZvCOlgUy51sI+iIXMCN3Fu4z5
yAc/X17gNTPCGe7RpEBqGevrgbhlKvM9UYwPqQq+KY230iB11jTydZqBTAY/GxpUNFlwU0EWNIo+
7yV261mNHWy8e9NJdsOj+ahs1G13PXyTDtmvB/0TUYeLq8StbSj5WfXL2qla9phHnyIMu4pq2vsS
ZjcecWw7vIHxNI3c1ELjzAD6B4vwbiO70xXdXZ7vpTfOHPOAYUQBYz+SF6dOcxgVGWQtENxjDQjH
6LABOYzVVFjaIZ3Q8T7eIsH63jQqKEL7FWey5LCRGocgD44WqN6E2C6RKrUEeV0D5XOAfn92a70k
S8fWgJzIzHcj4zEl/Hx51FnvzxckCcZxAK96Tn13UPwEvfCpXzqXp3L+acJ1DN0FxHfIGitI+Qoz
Ca6wIKMyarrpLO4lsYeyMq1QT7gZfu+KNYbxOai6ZE1whJWnVKAYn7FXmW9lySGtLM+jdm58iyGv
HNcHTV3ZKssWkXgBUn6uXAvjA2ZHy+IaDo+GiVNXeCdqLxFEodpUfejbX4nnW128VlRbiq1mNSXE
lii2Au8lXLmRFnWNoQMcojRWrYPYwueEZBzM+HK/IwkoZiCnIaFo/q63Oa/iXamuxLcL60qOd5EQ
Skd+WY/lgF2UNM0uqwy3qVVnNDu0QWl8DN4u76LFM4EtC7QnaEUB+Tw9jzVV/L7tIZJoNiGgifV+
kJOVl/HSnBI0TM8iMcjyITN+asOPoKopq1CBzPORg4iTgyEa8gmmE3v5dZdlV17vo/kg3NIKJAA1
+jaVBElk1SL6WmMOWXL4wLZCH3rW/D2rzZEu9dWuhX5iJplOMUCxjqETZUw2gzdslYS4WZa4tH9Q
cgMcu+omacddRhRemgWv9GiPbkArkPJdC5qc1vseZe8xipV6C07ZODmMoQkGF+j5gsR3xXktek70
G+Ldo+ogphbzKLFGAsmX8eVK+Ur7vcI4ad4Kc9MGd3rBh+zaQO//5c2xhKCbiaB+2xROveHplSzX
sOnP9K9AHWSqZPk9dO4lV85vB3ZQoJrMWqAT3fYv0sInxoVtEyQeGaIRxtteempqdIKbj7XSOFGS
8gGUUNr4Y2W4S0fveLji0ctMvR6aebgFsJbI8QXZW4yEtKHZhm/wvrTVaiuD4VHVkHZpeCJvQgne
8Gc/XlP2c+VrZlcjuNyT8c8O8iinibpY4ssDvoaiE5AN+y/EsA4aAGfyYod6d2X2KoPEKItfIDMs
mQ8r9kXhmTleoUjegpNc01CMF1yhDtHbEp1smH/yWCHK1YJnZF8I2ekG+lpdFgNruFabX3pKH9sU
nhtaqCjFoEFZuU4egs4FneMoQZRTdbuh4Lm/4pkWnN+JsxesBWOvSj7DpabS/DWr0RXFGlKtxH0L
m+rEiHCPaWEv+SAIBPq883e+H1qGfl+BHB+VJLfR/gK8Bmso+82CPPP2ETZN1NB0mHBrMqhPUwLp
1PBFCcNHyGS6Y4QAQSl2l/fJ/P3CNj22qAvN8AjblKhrZ8Qm8LwFSbYeVBTi5C8y/DAD/I6GqAdt
uoI3kEDF3ucRwLwSnmS8kKbvsvx+eSQLm+/EhHD8PaIWPZmxp3KUbZEY5cbgzrADsMEN0Ioj0utl
e4s7AzR+0NCAxi2O2OlaqUMIAFleYkgZ7yTVraHQGm5MsGFno33Z1NIdDLb/P7aErd5lbAR1H2zR
KZfvxqY4sNC4bye2KTqgo1UiPRAtrLmCjDIf6mS885DvcUCTd9UmaXTbmGn6tPJNCw7u5JuEk8G6
ou9YiG/y0uhZzevvqVzcJEn84fXPKQqAsefZPSgy9Djik4bOVc//IIa/5nMWQgLGkI7Faxdci6CB
Pl2GwlcBEy8BrQODZF++t43N4pcU5Gsrw52PnnhQju0I7z/kMUpPrqFp1Nigh/KdcOvZLYrZXOP6
5l06jHZ9Ozmp7T9Ie8O5bHzpkB7bFh58HeuikeazbRJv9CSCihXbpaBbv2xmaSqPd5kQL+S53kbm
jLivs5tupryrQZU5PNN2+zd2IDoG1lVQuosdXlOd5Sj5wU7oW6a8oX68y9HCtgoo/fIq4pqhFPDb
kHBsNL0bQrXFFu3MDzloN8bYILvs0Sc/yLZq8mYwc6uYA1fHxk7rl5p0d63OXgpsViWLb6JRtkOW
rnjcRT919FHCucmBhRjA5Q0/NTP27TWEZhB6TSmgymj6GcaVRV3aO8dzICyqJEmtVBFMdjuijNDY
EGfLAU36mxXFagLJiBYRsRLZy0NWDRGQk2VhBbRwvTzjOnBssbJyHS9P3h9D858fRVV5ZHjdGNXo
mcg+NX26o2AaM13IBLbjh+qtieQtH4g/1oTruOqDOgRqFwdCVZEE4DKrNxJEKEBEcHn+lpwLSKP/
f/7EWziHCI8OSbfaCsK3GgWIRLbTJrUa/aUMbGrG18MaCc4ZGxriQ0QZCBFNPJg1yACdzmTsAQT6
1UcxpcN2KAeuABmShQVPtPwmVgdLMgrX1D+hlqNnPwk6kfH44nLGbKNNN5eHv7RHj79FWNVJJyVI
KnF1130E1hVAMey+VANbC4N4e9nU0pIemxKWtNDzxIw0mIp7f5d0CvfDdhdNqTUNxLpsamVUYnPw
2BYDGdCNYOmKdMhLFE9UsjXo/WUri7HB0Yi+cvBHRwK7JsmpBzOelGzaUHuRcoDn9caRfJUnYP6K
FYACe2MzUJS3u8ihILivNY2H/Rrf5tLphLMlYP7SDWSdhTvSlPtWKnVs49rvrQSU2UZDrZrp+775
ESpg8M2mtTtrKQoD/QtAKiaSkqpYbe4R8FWBCW+qjuoTq9qQ13mUwGhW2qVKoE3jKyuH9WyUCrCB
BNpZoA8C/EJ8WXVyD2ljyYS2hbzTo9HqoVOg71Xlueq+rfb0ni8vKgizjiVgwTLyMGIXzazg1U1S
Hliv7g939/Puw7l58O01auwzqom5UIHOLZC9zxI10GI9dQe+VKhtMKWh9axzCGlzvod0Nbec7Up1
hJ0dwLkiMs8gkp9IfDLhTiYeSXLiF6FlH6DY/Xr45y/XPbgHDrP4hb+c//yD32z4juMX5LT/82fc
cbiT8f3esrf399tf91v7+v75/vnzecVVfJEgnoQPKM7O4u8oE4IEBXH+6ZwANKRrXt5Cm9aqLdd1
Q+vrr22wcnueg2xmQ4DMA9SG3DP21akhuc/TOB0x+fa1bbu2i0E7fMUbLa0wOO4h/QAdZgNPS8Hh
VypL0zIsQ9Qbr6+fr+3Dd3fz8qHxF2dlic8bv+bhHFmaD9CRR5IzX/FYAEvXhwOWDcLvKy7v7LqE
gbkGQZAKVOFrhKGEOUOHXAiiq+uDbb8e3J98g+1gbVcO+lcSXtwAx3aEgShdmgdxDjuH799/PD4+
+nzij1B1RxAJmML89yNMO3vH2j78KqyHXw89n//+NaJoHcz/s+Lsv2qH518ENB4z0c0BypPTqQW4
Rc+CWU7Yno/L7naH6Z3l7q3t1rJWhv/1wy4ZE0LHnmaAzpezMRu7n7vfNjiZsGRv7RVTxuxezkyh
tIPMKnwcssyn45KH2h8bVs+mDvMJcHfzsZ8dAYaH8dnzr8u7aHkuj2ySU5s+i4e2LhvYTIFxwL9Q
iMe/nzHa2Aqtn5uXzd3+br93VhbxPPSat++R4fllfXQ+2rIjgRzDMDxgzl33cfNm3aw5lcXzfmxF
O7VCfYVATGMenn0A4ye8590GO/VpbZucp5mF4Qh70vg/0r60uW0c2PYXsYr78pWbJEt2LO/xF1ac
xNx3giD569+B77uJBPEJlXmZTCY1qUqzgUaj0cs5adGxZnkIevPD3ca9E0m47F1hEkxdBygUmEHA
vXquipbVlZSDKoPt1N5y38aQBH64uf/ZBD+/XKW3ZWdA8NZYP/4nYrnjn2tRifQYxDL7yN034r29
9AHFdTAjC9AHo+9bOBUubkrdHfBPgd++ookGnQVAEnFNF7NwOJ2+4GJyLnK73Hpw94VdJaCw0f9n
a9k16t9+/YKDww4Pu1FxjbLDyn7Br/hxwH+/DhOOE3747BhfP08mOy8XZ/jvcvGPGKmNWiKffdXX
t4X+/9ze7CvYt+AnbgT2Q/QFl/3aWBe04KLzHiSciGO4dalrAN7qHVgmmGBEFF8/4CIf3Fdof+fd
MDfpH0NRUHMR0wCfFRgTGOdjhbgLglut6xNttCF3JHPnEhMzRg5mRHIj0AoRgdwXm+jZMnPCOK88
ZJWUJbaGy692v8Vu7AKjzhvd3/jdgv4t9n8QuQXQ14Xam8O997B72OyCAOp/fh5/YVl2ITtIL8f9
9ugfX172xy1xP2Ofur9EabOL8BzxMVsUBASYSwI77/nJNXJaVoDIwIMEM21oIp6RMQ0WRUNCvZ0i
Ym0wupTu4q4qBE52ZUsAG2HglYsmO9QLOaeE2bZ2XnSae5MCbHJ0iwLdql7ejNnIbvIKoBUC4+dt
H302iJ1h/eD3UnT+EdaR2urGZQJOIPqZWjCyO4HqMLLU4Lqcy94PJgiVT8CCGxZGoTi9YprKGPKC
IAXjiIqJ6s4EYJzEXcD0oYWJ9BZHz30VTtWram3AlTGrj4UU2OZG8B3s9uCs8Ow7eCvMJ0cmEb7D
zCLXVqOwcEKrvEe/r95gOAudXQcLjlMJ2gqtdehMlwTo1sz5XvsAzrL6BfNns4oP0JUE/Sd27Boy
2B0MUMJXch6UcRR0wM25rvaKOZ9pzd0IkdYQI6MQOkxJkDU3HUBliiSUxq00ff8PotBtBJIgzJ+o
/PhFHzlEBd19DiT4GsDpm0YNig5DUaMfiXqbmM1cLCVSCCaYwC0Fz3f8+Uk8Yue1pccd+N4m59sy
gE/4dREhdq+LAEEyXrFosOG7pzJZH6tWBY5mMrfosfdn5bOI366v2GUgws4GuJ//VwgX0CVdEi3g
Hs09uQdDOAg/5D6QtJi8lSM63U3kfbZxvsiP1YQUetE09DA0QHINJiKlu7xIDdFDaPWQnHwQF+ih
/ro0KaD9vATILrLXJcin274R7S2ADiRHJ921TpgSpNSs29TwOkX0AUzA5c5aqCWiG9DGA/N8Z9Uh
1xcLxRBWhPYGxSulQNN3pnxroF5ipG4t+Q7mNymImH7qxk6wHxdhytd+/JXO7Yc067MxtzDhWt4k
w91iRa6aftizT+mrjAnVLuw7gcbrdvZXJLfiDs3bseqgsBa9F/nD3NyW+ud1tVZ9ALCy/ndNubi6
buVFaZgIsOvI3U8UuUv727iApErE9C1Shv35ybnUyxpV5hrrp2XzXU3eJUcO1eSfwSe5XeI8uZMD
v6QbmRS09SXoitU31PYsQN9aXWA5ArfNQrBrFsm57dqpcgNtKfA1yz2lru7cmeZhqjYpiMKGG7CF
XN+syxIQpx3nsVvwlWZEgrwKyCxv0Wfvatvlo/iId/Uue0BX0CZ/gkF+GIJoeG3vNIy/gAYOiX2g
f5zvnam1RRfVTu41mHalP+IMLBsiXHCBjK+eoxP7IGqulKjBAgw8j0BxlLsqpmdBa3F9CdciqRNN
vrI9J1JU8NRQs4WUstCeVKoFKLHKI83RNC84vGtXOuJ3UMahuwvM9tzhBaOW3jkJOGtAWhV3YQli
jPmNpMQlxp5Gm+tqrS7eiTDuGCuFYU6jAmE0ooEZHzMdxNXjx3Uhq2t3IoR9xMnaRfCAiAohxMK1
p463pRkWyLzLkcjVrmoD8iQ2cYyhdf7lYw9VvMw9rvAG7T31z2mk7myUvqEEXasGdvJYgA5IqfFE
qDzS+bP2LZl+dETwGavq/v2KrzznibpoNxhTqcFXVNmhpD8m40YrHiNJcLTWpLDxfNBRmsDm/coW
nEhxHNzhZg6q6WG503Pfse+kybdFLAFrK4rwmsE8g5cKHTnnW2c2Y9JTNOeiljGBPPt7D/5Rmglw
gS5TbHBPNmoJYLkByN3Fy3GmCijUmRRFBj8OKdpCB1tTDYQKtQUnFfw/cHzAx9sFcW6TW9teGkwO
0Lm+nUyrx8y1XdjtbyohVwpOxTp2VG/JEuLbcaH+lvvCyMBgF4NfsTYquQ37GQRegW6Xw3AYR22S
N0VpTIhMOr3RfV2rYlFlc22zMECNVlwNqb2LPucC3ZcSSUHw2yqqX0VBqYBOzHbJ/K/NYGwhDfSp
otVNQaTP3StNo2itZGEh2y7GYGpmfRaNIQLaYD6Bv7xsgASAaIBRCPEtPxHREwlEuXj01P0+BYNo
XCUCH7i6Xg5YtRgdLOND48xuTEi7LCm4aNHr4U/Te4cZKHMygFTQitqK1tRBvR6zmqwdAYMa57Ii
1B3aGVATmCMoXbs+jsX9dfe3KgAZOwXdUSq6vzhlgKlqSEUBZTCcj8tplw0//4sAcA0BXQu+4CtX
cuoK4myKHT0BYgS1fjmF7NngsRE87b8uOH7XMRWMCWvsvQG65fNlqju1bLsMRcWpjzZKGjgqXrSl
L5m+ZrzEGfVb6VDZDBVQIHl9+f4KZn9+ot3YxMDnKPLCs9rqBxBFPT1WBcdmzdxOdeMuKKUvbBBJ
QzegamEy2demQLKNcDYEty3zlhdryLoMdNNS8NDkLAFj5JaNKnvhdZYSeUn7c2JDI/S1G7N7ZwIo
iF4VBzkXRWGr6oHsDZOmOmyEr2qWKD8O0Qix82gmaL3W/DyzPooa2B/Sr+umuG4muCcYWDzqeHxR
SkayuDIZb/3YaJ4ZHaz622zeJelO1X7X7dYwjpL6ZI3b62LZGb1YWBMXB8rRso73+7mN6Gk9IyiA
hmaX3KsY6Kx+tSAftfONTsProlZvRKDbfKEB6IAMOhfVJrqKsW64cql17miqegrVDkOcB9fFrO0Z
Ev1/xHARe9HrpB4wqQpyX210NQrYQWA+p6Asy0ghWD2RLO6S13PgaAMFH3tWfbeLfZXfFs0dEZFc
Xzb/s8sJVVd0KIJE/YJEJS7TuddwG3t4jPwmfea1MnGtIkGqWHfLpLvPq8Kv24+0ExFCr7oQ84u8
AFlJsLGd71mtj4nVqjCPdsDzrlc6DPQK275FQrh3fiZbFSwDQlKav9BIfrKASn/dKFbNHHcVRipZ
fMkPCUuz5UyLhJtklsjvNk53DZ3RS+xsbfredqPA0tceImiO+iONU0iT8chHu3LhEWVBIC2TAClX
N6Y/7ER6jUbnTjFer+t32eYBE8GcP4h9MfcPmnLucBmWJpWpBJF10hwp+pGUJn22AIEPkCKXgrDc
qBR/qJrGjbQ3zZl9leg+sZvA6kQgCutr/fdTuAMYodm0KFpcO45BvVbC0bsb2oCgo6gQzYmuLLQF
VkgkzXEz4KXMmWffqUtbfnE/TiB87zeZ5ScGeqTQRmu/S6IJQpE0bltTYg/jUlY4hngvm8tzG79N
sYo6DZ5Mzo0pwoRbcS6ATEGrBVpI0L9ncs6lbzpjUSnB9W1YG+T9iPTLGB7spfWv287K3WohisMD
gnVeXgxF6ROw4btyLLwcrCzdk0m3hnRT6ZiH6t0OWGWkERRG19YRaF4q0AqhGe7Vc6dilwSMxxFu
umK5n1ovqaa9GuxIFoxDL0BLWLFFjAsgA46pL0eFiueiZMnsYrnBndMTez8hrnAnAmp1A62IUW7d
m/q/8i2ioQsCMeymaRgiRIP7ucAlrqcol+CqM6puiGS7A0oaFOfs+p6t2caJmK8K70lo1/VqYwxM
TIRnUdbfoj83atRwUgWebC0qAaw/WsjA2oZJoK8/PxHUOgYZmoVhqjUdWGUxNpy7Q6W2+7nQj9LU
p0c7nbWfUWuiP7Gq8zDJTJJgWsisWu+6zmvXIMqyDsqB2EvWV3W+tlJiq+VgYzpwyQ4NBtANigH1
iMXurqaFkgyHhnqK0/64LnfVXE/EsuvrZAnAg1dOY6Iifp+kY1vjICbmS53YG8lZ7lsrA5OakCqU
qcKFZWeqcnG1EU2R1lda4TXq76kJpnGj6rvYOVjOztK/OcMzKcMW075GtqOR4Am55g9Ol5lzqhgq
UyzAQeI6nt5T+Z2qYbEwfuUbQ/Zip3dTUZJVtMCcX136qE1rEwLrWQL902u7PJfADVHrzKPlu5Js
r+/nqk+wTRMNi5rDYIbO95PQYaljNmQ6yBg87beDhQEz25PH2KW9IF19iaTA/AFyChgIx7g2RinP
heXxFI1SCt00s5GRG0/RAEJnMJKVOoaZleinHmdNkCdUvQES4KMEnEifWoPpIQHs4BJPROMDa9qj
yQDMOChq42nNOSiHNm1mVDosK7IDy2j2erbJ+tCW8k0LqqPrS62yrePt+EQan9GrMy0eGoylY4zq
G1GA1tF2AI4ZjnBeXlLrPi0zv+rU2zYJG8VXPWtnpk9NdoCTlsoHGaij95Mv+Uom+LCVkNPCzqAO
jvQZ45I93xZJ6yWk1LAKE+qiedt8w9Wwu677mosGKhKmrpBfsDFJeS4CgNMJwAuZt8pTK/dnDFp1
oMvCHHm3tGmYTs7w+O8S0XyLpkaArSElw9na2KJiZlfgr1vSLvtG4h55MnnJb9tRSf0oHnr3ujym
Ab+5eI2gdQU9EoBt5hYRjw9DQiczHuW95Edkt8Bik9/XZaxeQKdCOO8L4oRepgmEjJLjuFOTeVMs
BYWh+UNG3XqcNgsyKVXmHCfLSQF29UvwAStVSCB1/d1Hts8n7l8nQ64inkcw72Re3f4YybO5BFRB
s8TrpN6WCR4S36/LXLVOOCZYIA6pzsOvlLIU51kH0ykoAJbK/kAj0Sj8qnWi9RWJVaSl0NB7rpUS
KfmCxhpM2vcHudhbQB9RNw49Xldk1dlgghjd/AoQPyzuDNi11rVmzZxNXN3nmnTTJu3jbKdBTMhd
Enf+dXGr62YhqgRoHWZh+F53eYjpUII02WNDW/verJ2Dudgv14WsWT3M4Y8Qzh7A6wIypxFCDGPC
rGDrSlnut+qP61JWg50vZHf0O1jqBThjgWC2ynITdq+Xx44qXuY0u5QmWylq4FL0LWmcPTV+W85/
irOQbrXgIWF8ms2dawBgJE6UOnh4EJyy9LuCIeykU8MxiYADW25K453W0wZd2gKvfNlzCkCzL5ls
5g5xJzuLJ2dNmQjQFY2FhR7Otq4ALjBZfpy+aLO6lSTzpm+eujjZo7TiOzqQI1UdXFqYMswQoAzW
s54lW53oaOn5eX03tIsQ5evDkOpWWA4XFYLzD+vibKzRzlyAVE7qfYnE+U1i1LLqFU6avaiRvHy3
ncLZYVyQArFzzv2ODKhPAzc89+JhidwWBKyvVdfI91WkZpEP0FuDTUvnRHdrOg0gj8NIMOhZTc23
1KT5RbIxpr4qldOvosrA8xV1adjrE7BlaGqqH0AIMHYVnfP9HNtk8qK4Wx6I0ylPzSDn36O+ZY1x
SR+C27kvD2C9cW5zeawFOfq1lVGQPbTwOlhrKEPL5lj2sFML5F8byVzUANXeXdN03U7T6tKfbTti
7GWj4BV5cdgZvDUDqdItTJ6goe18SyY7sbJlAd380DxFFdIMmqj58OKkcxK4+5QCdmfOyqREwrJB
1HswyU0k4uu58JBMho56NZJsGGLncW7KGf3sDs2ghXKQJ5+M30cr1PLdTAVu68tEz27rL0koogFf
RgawFufxiZZZ8RwhOiAAlBt81qpuhXBfrvqY7havOQJrSvCSuMxKcTKZ8ZycZ7tSh9HEm9GbQv0z
39PA9pdNfSju2h1gNkJjJ9qyi7cLJ5CLbgtj6ExrhEB5Ez+Uz+kh301B48kP1/3BitFj1/6sJR/W
Gk2amLRjQUlohYBv7kMD6oyCMEAkhbO/rEqQm2fx1fRz8eNjdADeqeT/M9LS+ZJ9hfCnexSrEcCN
ISU7REB0TF57fwzS0BJUii4vNE4Od6sQRR9QboMc/aiE43bYdwH8wluxEQUdq8f2ZHOY4zhRaFGt
EvEBBJnydon8uNtF6vP1/b+MShHwomqo4AkJr4cjfC4DFYZRHpYUadbiewN0ZoQy9RjM5kNkhbYD
2pxPSw5rS5DNugjavqSyxyQ7vw4/vWMkJDJBa156EaO3Tgc3jbYtLoFadG6ZZXG+AuoBfpdh/yGP
xVmeUpCiVzFT5vUmCWqtRdvhay2/4dZ3wUMU2CMww3uJbNDh4MeLEH5wZQcR9NiA+gCBCnByOfGN
HmWOXiPEAmMaDZqw2tYHLfOafbRl+dYNEI+qjfIYv17f1ZXlPRPL5SGKbFD0pGGP1f5mGT1J+4U+
CdBEC55Nlz1lCCYwYYBBA6Yc8EzOjQdJ33FANQwJ8rEDM3uSJOMtwgP6mRKkI2SdoBnZzJvpw650
cldNtAHj3pgjTQBeshtqTd1DgbnVGLhvS/ncpXp+3xYS+WgcaRHc7pf5C3wr8pgKHpRAYrsonKRl
Y7Duk8JTj+TFcctAU93El3fLTR3Woys/9dvrm7ByrZ8J5DYBDFQsbQyBTn/UAEhoicAw1nb5VCPO
Dw16PNgSgjVP0QLAWNcSSiKp7GW6f12RNSNGEhhdJRbyzhfDJFI7tiRVEJ/YJqofJL+rNOTSx07Q
ArSyXngeI0xnKICAVeSu9aoc24xiTMIjNvVTCYHn5F1XZC1EwWQvcDY0NvvJP+IoEBvp2EERdUaL
caBWwUhUt0dffqeIqEtWNge5EtY1paCahbz9+dEYZb0pRgyiIznkjtV7N30b6iDLRVa9qtKJGO6K
GCltAS6GWGjeOI+AlFG9+sHaF9+i+9QbPqvYzVNXBRm25LcC13qZEcM1aIMMHq05eNsDEu9cQ13L
hyjPoaHyaDzqN3ogBdmHfvww7pB/BMzfzq5cAlZZ10t3mjdvM/B6ChzQismcfQJ3xHLDSVV7Zotc
fTft20xEmLR2O54J4HYxk9PRSB0IMH5qqTtEbuqOru6nKohDA/JhipKsa4HS6Zpy25mkRTJmCSw0
2ZHbGmNzAH9eNjpxl5vKVY7SZn4FRZX3oj0NghBtNcI9Fc28wEmwIUmFVugqVO3eAFK7S21/fNXd
tnYVZkje8JCH/+4gzxaXHaETiQk6QsciZX5lqlxZCuLpn4v+nIlyLgU8gOZQMp0qNd+ZY7atG4EO
68f87yFgG3qiQwvimXaZoUNbxaGjAU5vejUxAamE113XqhwA4LOJPsZsxRmiMSKBDtgRTLgpx8VA
Cd7+MWh3TpYIXOSKrwdpwF85nAGaINcEBwleirF0P4+3PX2ViMjSmGPgYrIzGZyl5Wak9qhDAWkk
fsgiVOHKoELxKabbYblVu2Na7WTnx/wfrsszsZy5IX3uSKnNnIXuEYx9kFYGFdFeE22VaAl5o0tq
DHATqBfZj0bzrUPXrJb7181BJIMzu7leolIdIKOLHxZ7WwPEUxfOTa96VwxzAvABT/eLJCTBHGes
o9vXawFZTQzfAdIXIOiLyrPkZ9DH6elLVzz2gC6PFLCwFk+SKPJYfWphagD9QoCfAH43Z/Z135b9
WMPsSRtqIA8vw0oBFnELqDUHIETUladDIaSTWltdFIrRfY+TwJ4P54d6MBKzm1nasPMnP9o1HwtG
4lvXwSRz/M3wmlv5AXzEIiqjtQiV1af/iOU2NZO0DKsA3DxzY+FdOYWx63b7ySNv7WO7Fz1j1zzK
qTTu4WeZ+TJ3ioUMZblt9FvMpNo9+v6D64bKvpk/6ydSeFC6ziltwIVDitG9VY2vL7c2uEKA9txP
YVS+XRe2GpKcSuNCEkVqp6VVIQ2Y7pvJj7Fl2TfrDiFQ5pYbvH/Utxj5ouThUbsBb2bmg95uFPEp
rOV+T/fxazz85E6oJ9IMESiDveXbe+rmt8sWcFaPTvBb3fVhhEGbBpXD/V40J7luteibMtE0DVxw
zmqXRslrW0YoWHR+13VII3uW9HB9hf8fNvpXCGejdEHTdzdDtyEcfWNL7pBT/FEeqB8BaZ1uiSjC
W43A4IP+aMWZKQHQh9orEKhulCKMNtNTfKzfpsVTTFd2RUnM1TVEj76C0B3AMHy6AOMEutOyeC+t
EDwfhmxLRc+cdRF/sr08/XxNu4ymE1yaXmYuGranPHb7UXCNr7jus7QHFxiPeS5Ldoq0R51ObmXf
KaLof8V7IP3Kiu8qWodBBXDuIgsL3D/URgKnhxPOpc8JZbfkNhFdACuLdSaG02NItCHtHIjR4kOc
HcZka0ThdZNeXaoTTbgrZlElu43zsvRA1eDTXnab+Om6BJES7AtO/IHUxR3yEVACdRf0130m4+Aa
zft1IWsn02Q4xwre6DajfDqXsqDTGRNHkJLFugviDTdKCuBcu1V1h9QM5E2Gv/RBUz9P5DkSTWiy
Y8j5+TPpXHCVS9qYYbgQ8emYbXrHepRHdFaBAjvWzADAbH6GhqbK7jfXtWY+7ZpYzuelRRbj9Q2l
F+2hjw6FcTsp37XuXVsEB+pyD5E4sAA8Bghp1DD5FsYSmLNmL1sgYq9lUDSR9q40JQBnJ4LE6OU6
oo8DPWE6CDuQNLiI8wfSDtVsYsawwtw2uW2AFdcCWU3byQMGa+8rKig+rSmGiXc2FKDjFPBtflNT
mhgAt3KvQDu78pwnD1L//fomCUTwLX4GMSsnqiGiMcim0980Yvq9aIRn5f1qm8C/AxQUGCrR58DZ
f6Q4A55IGElaQObyaTde+em4zR6cRkPnWu/SrfmY+/X2umqXzuNcKGf2s9RYlE4Q2lqYnQS+ORV5
8pWYBiIAUQmTQJMT0uXn57odhjhJ2wgiguppDAuvDLNNtXMOxa5Hu64H/Nbqxdo03pG6ziHbOAfR
+Pqlrz//As4Jl7pkVnKKL7BGAFbvDDUYtRF31sv1tVwRA6QalmAEgQNzJueK4ngBnYCkUJA8G85e
m0JLfiKiFr2vtrBzlwGoNFiIA0JazId+RW8n3ljuVactixIRqVs+5C/K6MZBpnhI67jpTbqJ/MLV
Yi+7HYM4LB8dYXS4chrO5HMBTVssag8mKFQvb5ZQ8YtQ/67czaHqFs/27S9r8+PX9WVduRjOFOZL
fGic6srMhsDo3VBcKnv5y7gH41pg3JIpVD7R9ukKRF66ZRQ8HDSMoaWd5T65OzWTZ6kz0D6MB5T0
mN23d+MjGtrNg9kgfbZsnHfFQ6dJ5IETWFTQXLMim0E8oJTPMr2cGzCk2VRycJphSDsq3KWNHgqZ
3NFF6ncKSOsF539N0VNp7GtOjCm3jGyRNAwOVmmbu3rzY6qKJzX+bi/qdh4+ry/riuWA0QWzGLgg
DExE8quaNUnUtthIpwYJrfxjmolrNo/Xhax4NJsdQQUAjOCs4nPkkzINteUQxKWsG8pFcdA6IgS0
BVa5JsbUEK0AkQj95RfblNplZkkUT2wk+kEI09j/HsrbSFwAhhngiBhV5LsEUieVSjVHo8tS9b5q
vWC42E1EY3VrWwKIUHShMlkYBTvff90q0obaKLRJ9nHsw4L4aOe7viErEYGtAwIAqK6YXroo0M6J
UyrtOKAtJQrz5S3pqJth6gdlWiXE7BiKC6Xo+H6xA3E+EjcOqiQY1oJWfF0vWaTSSWLMh2joTl9c
WY9mr4zk6H7SLNi5lSCThsVsdM+yR+I7NKFuq9joXUHqC+QaWHmp93QqIeOfLj3dUSrpL2XU4zWS
ymOzzRotX/xRQ0Alg+U92RBaAOt4RHB16DtKDig3dnetMsdk31ipfm8uJm6eZV5CdZiTvamW8rs6
1xiFSO1+R3AQU09RMMHp6ouutBhsyaXObWPH/CzlegoX3Z4/Umk2jnUflY+J1OevDQbJ9zrAD0MD
Mo6NHZv7pqrUxC8nZ7zRC9N8G9Hnt1HzOWHzFnSYfSWWqrs6tUd/kQswRMydPP5A3I3OYzVWQKhj
wt7cjgICilbdsOzRm0aje0eStW/Z5ID/iDqaM4DoJql3lpHMLw3pktBKRyd2a2XAEATNzU2SakuK
YnXdALiXzGgQXcCb860Aethb3i7RsR76FH1jltECpkjKfKuZaXcz6sATQzo6qfZVk9c32EYtDjQn
n3+rrVqX7kLz8iklaoP0mSHLYdX36Wc/tGAMkqyuQhLIskiOdBvAglSdDt/rJR4Td0zs7EOJOy3A
ULkO5sCq0A560iOrPpiRaNyXJRF484NwBZlHDOphgvT8VKWIVROprfHmLxdPB2OKKg2bJQNLzdB4
mGL9nUmiPIO65pAwXINSHQJ8OAxO5li2bRIP8HvSIxJU1eGtBsWEW97qADu9G/egO3k07vKg9cl9
+ZEENsIwlTGCXj/sq1+BIXSA0wLoGAO055obUWzpVYnDruWhCdRqMgnjj5UL0gYSyx8R3JWl0Wiq
7QEinCg0iKvezt4H8siWq947la8d21166FxnJ7qYRapx4V1TFVY9UMiNNTT/FJjlq3b/f4vH5aaG
WSFAGWGeEuerT+8m9XhdwFoohZACcQUagL8a08+3Z8D7o66GGbFjrUrv1mhZ36skRhKxtStUfZyl
L8IycoCHoJfmuLhDEqWqj7br8lcXaxnsN+33TUpH0eTb2uKeXqdcaFDE0URjHdcpJc8SQlozERTn
16zmVAD7gJNAx+6GvFZB5+a1VH3J1WrTOoBzn5ubSv0Pkk6vVO614ZQVPEqGNsx+es8N089I43cV
RROLCKpQdHlziybXpG6ohMu7n7dKd9PjqS1Cvl+JDzEwoSMexdiEcTF2n46zOsKbIRrNq7A06rDc
mI9AFw/0SNlcN06RKG7dplou81lC7jtq0i0g/asCbYmDP8i3yT/PHekIrU604hZuUqx4zCMUKjAi
6A8mCPd0v6hfdLn1K8n0ruu1dhmAcA9E0aBlNcGiem55bVyPpHewhLTx0j51m8TT9K3Taa4x7Wgm
Moo1Qz8Vxxl6r+T6XIEK25tLVPtHf5Y/o9Edi5frWq0UCRjdBApboAfQTYMfWwCrTJfQZsQzMCCB
tXUef6OG/BNXTodaU+pqG3lL9862eaOOL+otXTN8BPlI2zJm3ouGHpNMxCgMyE6kwUVvt40+EWWp
g+sqCqTw784ZEDpmOuNGzZLKtROMqD6YJLwuY223TjThkyPlggmkfIYmRmOYGwr8NhQIlVvgqioo
K0fZ4/+fOO6MpbPeFn0BcZr2s7B+gmMRw2eTm2Sv1+V8JWv5COhUL87os7a0FYm9wtIfzpOMXKO7
HJA0w+V5sAIUtIC7cmeH6YdALOs0vxCLsANhELqjgKt6ftY6uJAuIpilGXGDlgbm3h+I+qjMSOOm
flKHwyzubFg736xB0mCZAkxSc6o6iZLQmE3WaHXVeM2i7WtCHgltSpCe340oMkuOoGtqzVWCe8GE
irJjoUXrXE1EwlSz2FyoRHUCYMx7IyfAbk0redfY7RsYEES19FWJrLcfpXQQv/FETyYZ9L7NcdXU
c2GhH0BJl21OU+VdzSMp8Vq9jYpNiZEUQVVgJS7A/AkmJIH+i2cF392LLa5yE6AJXpUYu5rcWlG7
uW4zK6cczL1oHgbNAep0/OichIZrWyfoH5bzvAyMRU58s+sndCJav69LulhDoCehgxb5DwYlgJ/n
u4YBuVmhDqk8fRhcFSyn5FenH430pykCt73wKkwSY+zG+xfTQ/xukYwMllKPlTcCQjWTB19LtyYy
ZpHgErgwfU4Op1HWOwQZUWikWSBrJflPG5O1AEIL88L5bkT6TZOLGgZFItl2nsRxVkWRsVogEo8M
AKL5SfLQz2AgroGZ8DMBp+31PVtfSfQJAghIvQTzmDG5WagWrVCUQrVkvGto5o7p0cj/OdBiS2nA
MliqByUfLhGzgAxLlUsI6otXo7yVirBDbqFygpamAp1Wl/BEFHcJVM3kWJMGUbMEoCbVVUsSFMVN
DMyhPD8Y/9zDxmnG+Uct1RLZ6dgSArYuT6J9TOn2+i5dBiOcDM4QS3C7pTphqze/V+bDrAB8ZXLt
+WbIbrolzClgnNyi2aIeLhmzZ6bP1Hkwh3sUqtA9/yT4GraAZ7cQ9zWcjWYqqWtZx9d0IyAa9yCv
c5GRdEf0iTfm3ok6V5VDjEUmVSAk673sN2DCkZPE7COm3FFMPT8gktnmsd3PFbq31O85wgjAD95J
AIKwlXwzOyB9rtAV1L1XToFYNCpFW8H+/gvlAeiI/K4KliP+OsRrYaapxMApFRNjZ2hNBtxiRZ5l
ExWKUttK6PMay+iHbnZvuiy4GC+LaNAerPLIvOCqUjHqeq59rZHRLGxoP9JXWpl+pAIi0y49I25f
IkfdWbUVNBNIhecpiI38jdIqiMzh0JXgubtuBmuu4/RTuGNmRIYG9nAsBPBqmzgJZOe3ltzKbfxf
VvxUEHfAwAgq40kOQa3VeEX+otkbVW7AnvVkIrcp4ak79m7W3GuJkJf6It76Wm52dQKvW0ZK4Xy5
HUDVjq2D5WY5Ea0JDPOXJh+BFZ9NRpBn35L5rlSD/7Kuf2Uy93ZyAyw6ThZpIRNQFUsbqAA9KXwz
K+mmK9Lp++g09OG6xLWLG4r+Xy0vIO/GpSOFjiAScOfgRI9a3NzWbZU+lk7lIaXrX5d2CX7+tagY
QAQBBaIenkOqAOBKTWQZf3diu8niyfLR0Au3sZ5s8yNjdGxgb9ff6ugb+Wego3PR/NRvP0lGbs8Q
PbRTCLiRkhC/1JADz0U+ctVyGL2cCb57BAmc5VjdJC2dCkll/ZJEYTd7anyLTDOwiG/Q12Yt3iIC
2Ft1jShA/ZHJWY61LEWl1JBpgmk3t8JC1j0pOthZKBl7s90sUWBKfqr8EGwoO4C8SzyVy1VM09GW
SKFALkZEvM7ZdcOdYcIRegM9lASd44MfFSGeJxjmiEzRDMCqH8JbDDUqALcCAOX8vCh9NudOqVeM
xu+Z0Awg1iC+SV4KSUQUz/6mCz1PJLEvOTmZwzQW8kQhqQbKWZMkvjamYSP9M4w1jJSF7AAMZqQg
Fw1oyjgBx0WBQhJS7FaWxa4dw+dUuv6eK0Qw0rC2fMhxaGCGxr86b6h225WKJEuVJ6mVBywg1xkS
oO+3x0gXUfetrd+pKM4+NVRhYg3lGaQ1ys7PNUCtguLS9BtTBOJ5+T5na3iiFWeSFoAFxrGEqLra
9+q76tybgEtsD0nzE3UtDaTeyosSbdXxtc4flAmN+pvrh2LNp558AJ9cqSa0I2H6C2FC/assb2T7
oOiZZ6v3ZSqq5rNl483yVBQXE4xtpPdOHNdev1ifefKSVxjuN0e/QRHGbpJw1AuBcmsSscB/rkVu
dZPl/5D2Zc1t48DWv4hVXAAuryApSrIs747tF1bixAT3ff3199D1fTcSxBIrc1Mz8zJVaTUINBrd
p88Ji7SbLwxKfkfSTVwwyc8ZH2xNvo2StQO+tG3+WkM8PT92vlKOkVrg/jeyfB/m9baofSScf65/
sCUr0LXFicMwKgXu5NyKFOlSXHc+NmdGd1bdvrQFd8rOd6+bWTxuJ2aErEkzeRIqBGaQRd40OdlM
MBEOdFul6gpUbeErYfweU5UAL+o6xlIEj8Lk/21Bw+prN/GJ5fRyWmEkwbiPGkl2aDVwBqBotZJP
zK8RYUNSiCiB41qFfV0klcmKVudpynN0YULpUWtTA8SoZreyCedNJlqBijPekwj7JsYFz92bSs3P
Uw0P47R8hWaSHB7GidX+h2mNDJPLTFkDBl+2IMGyjjo3IP7gzZ1Jts4tlnkHkr9Szu3QLJiGIbqk
7Vg7GfbYohTX062lTm6oEhZTaae1CjOMwKVN6DUTyM2D/hhmwGHrvTvpxrOcK8w0Ey+x4k1kxU6R
WXYMIu3r221hD+j4Bhp2NZIQ5AbnP3mKUU9IJAW6PAbS5ISVpqv7btm+B1oJPYEVa5fjIDMsBdBW
9AJQuAaP37m5ykRBQZ3NGSnman71mOdGO0qnD8a0VXq3bz2J2tc9XAi0iEMGSEDR3MOco/A6oLlp
kmQiuQ1GBicM0OQz3Dw4VuahJOGKfwuHFxvAwjUJNqMZfXPu3jj0STkUcA9deafwka9GLIl+p83D
dZ8WvhrFMDy6Dhjbxszz7PNJomF0mRTGHXwaGo+qqNXxXdA/qzFemM3WQKT/v5mbf86JuVypJtmY
l3AIXnKLM8U6Rt0d91+yvmPpf3lUwTsMpc+tDaglCquYFmU41LKe2yCdSUyIaDcsihWnVl9Dk9V0
N+W3uc+uu7j05Qx8NpwBHAXQ1p67GKgtHXjS53ZXOQ3IDrPkTzY+93K1spQLuxFkBn/tCOE9SC0o
kCgIStTcdmBq1RmVCHo3dlKsooDmnS0GQNxT4NVSAQJC5+3cpzEYqoqEsGUo9wO5lwZbRTkC2n5t
0zFqbQzFyYtNBeBWpHlm9+f6ii6ddWxOmAYbMP4RBfNS3Yj0dBy+N2kjf8blh0E3arctLFumALK0
XjKsnIs5Wl14fGJS2Ki88Yes1vEVdQhKTJP1lGprAzSLH/DEhBDBuK6NPe1gQir5oaTVRgrKTVeF
tzROfnR8XEF3L73ZTldRxF6relIXZoNVNMr+d8XvjESGTltwh4riHkLXT1JgbiyUfRvyVptrmdXS
U/zMunAsrNxqxsKCt7zexaVbRmB8Kh6l9rcfvJr8kBdP0AWstOeCrLw6LpEauEtPdo8lHJRQUtVs
NGG5KiNHqtA/a/iB6tFdpecvdZFsxv5x1LgnBR2Y8J9GDUDgZCWcry6+cHfEmj7mfYHFj8vfif/Q
lr3TWHYa3XWlnXS7bMJr/Ue9BnxcjEVzVxmhCCAqMXEZx0AeMgKrXHGy5smo7/1+E2UrSdjSHQIG
pv9vhQhZcxz5bS5RWKEEGVKLXGUzKVuVfqgz+u35ejBYyMVQNoJyykzigvEL4dSExpgRBYxftmW+
SFns6cXraElPlQwezlw/RBToabomQLJiVCzmgMFGkfoGRrsclDgvEKuLUHLg0O+QD0YQMn1Nf2wO
qEL4wYgrGqFgywMPmfhEwJCVFagV8j/MeBeNytRqNwJ7d30pF3bHmRHhYNBUT/0GvO72NNw3qOOA
6RLSJ1i+lZtqzRlh74eSqeRGMdsxfwGzis4COqxrvJ0L0RTpJyZXUMXAgLK41bMSk4gxWnU2Oqsk
ebVy15xcCJuiXLv2cRbX7STTFfyxVAxA5DJMFf7d1P0p+ycjeKLNyptqac+BSAcfHxCbGcF+fuea
Nc9V30SqlKec5fHOUl54/mYOA6PN5wT0JWLGv+8HpO4A9OCKB+RQOFpjqSdQboFFIG6Z1PjQEggO
Ctim1OSfoTXI3k9MiTUL9BxiWsazKRDagwFoK6k/wJHIpty8v+7UpTjstyk8oWbBOfQEhQy3BhVY
MQQ0t8emSn5nfpD/MgtFeuvVuniqDdWn7pgnAWgneXJIpsk46CMouT1Fsfgubo08Z+YQkuYe6Gql
dcOJl50ja2m3knEsRFE0slWI1QPfjXaTsPoFHYa6HY0cORVEtdSNXt9TkBElmAnVcs766v36wiwd
GKAeAAVQkaWiYX++vwK9Lbqihj3elCzOgQx+H5BA6vK9GfKV62/RN7R90bRHJf6iuSGRKm+12bep
rBQQzPLRVY3itgoKzFlOxTFO8nAL51cgD0vPaGhSooU3S31evth4opUhipoFRs51/9WEbMSjERDl
aQoHVbG1Lmnee12LtypJ6VdJW+unNfDOrTsQC7IBPZ8dQNT0DQ+WYGTgDzEfzSimsSflpO8dvew4
d6tOj39QDrm1VNdqJ5Iq5SuYNNQ7FCVQVlPxhWo/GJ4x0wa9LahHiYBovwCPSh8D/Fzk7yq5VS2o
YOgPhfqgqoPDh31NXLQkr2+Vhc93ZnMOiCevNmJMVUfMurClBE3PZHLS8edcV6VJwhrAdxu0869b
XOo+npkUTu0w9sFgkNlk5cpg5SIeeLznHqxibAsFJHHFzgpuUWdqyk1WPBTW6/UfsOwyyMygkoSY
IaYZuGzB2ZS0YFmUb4vcqZtHs0FfDhzJ6D1gM1y3tpSjwt3/NScmGDFGhgpfwVeNZGAa1W1uHcdu
15a2hOm0WQDA118LMP+hyaP/Hqo1DbelF9aZfeGygaYq2BkCuBtMuwjy0eEPcFIHsj2GL1zbDvSt
CKIVnxeygjOTQvyBZjeaEvMKq+oD7/7I0C1sv64v68IVemZCuKiLrkumQcaqcogM58BnyMqGor1q
pdt0cqr5y7rXLS4EVbBfgSpEA0Ma6PCEdZR6xeonbQKZsbUfTUiCmsyqfoW+Z6x+syVTeP9D4ISA
ahU9iPNDaVUpRnECIGEH6SPPHAoxHjMGk13KhmkNUrOQ8WDyB7NNyKsU66KmQRqw6YCoBzq4KbqY
2QG5qRtFn125vb58S/sQUyV4SyC2zchi4dgrnaz7XaIUNmkp8MuZQdqEkYRwp6+bfGJjLaucQWY9
O+iS2fROGmFcyCmDIV3Bni9tTwXktRAogNTlxQhqF3DfzMYIe6fEkE8AflcM0PumsZIbL3xFaGIo
0G3AuKuCLX/+FWUim40yxQUaqSwBo7KsPqFxasW/tDUG0aXDAIIMTcbkGEr0In9Ol2HKiID60DbB
fJm9FmPE5HoPYr1UGrw05ztcfCtfc97twitmprwDq6cF4UaUbs6dM6WqKkolx/Urf8mxh5SWKW3I
MKPfDfEmtt7z/DXQXqNsjZZ1cVX/GjaEF+lQtLHcaDBMpM4uW5AdSE5k3VP/p5p0rOw3ob+3So9O
29Cya3JfGW9h8D7lx3qVyWehkHS6BmJEGJox7VodP0WSKpti8/YKgERQoZV/RkZta9VWTQ/B5GQj
CyRgl20/G/5DpMVLmWBcBZfZxeSBoflaQLQSf7VpuRG94xx8Kfn7ysdeSkyA65tpXA3kICJ7gGo0
aurrsNKhG9FvEvWnn3rmvJGrTTTuq6izdaNdce2yrjILXih/5RrmY3ySmuSQTpaSFCwtgZRuSOYZ
03vgH8noNXXgttWDKj+b2hc0wq97e/FVBbNzwDwxW1eNZqYawLQ0yjcSap768K8p82wBuCtIJYBV
FWDocwtVoARaXWO+aIYXaoqrdC+R5BFp28aRnYRr02YXER7m0GrA9C4OK/BHwsVFJ9DOmxxwb0U5
4A6zo4bYdfSRS+FKUFhauVNDwrVfFzQLagOzuKTIntope9ZW37EXoXv2BaT2BnqRYHL7Hmk9+Tgh
8RPN7IDp5s2bCYHVElQZK2H7Ij0UTMxenpigcpOU6becUP8C1QwjBCUjoXYbAO5zX67BXhY/zolD
wia3YksuQx8fZ4z3CpCQklGw3sQLZQ1KsGZI2NaDBMBlF2PlIn+vmC9dclvVjwbfXT88S98HuqmY
nZsjBREx90M0mZM+zwwFiQlGVOm9KEqMKWUP180s7bQZagIOWRX/ijU0n8t0IgZCgxlH5Eb2lZYF
jRK9XLdy+VLBVgAQ3ULrm4DwXgQFyU1kZMDLYj6jlT7aUvNUSWMSyHdHGrN+4Ie+Rgw0nXKsNlYb
uAGOlFkEdtKa/yUYYkBcQ4sEScsFRZ5W6D2mjPBiqKaGsCzsBhZjarQiOSQYcruXLJBAgbyuCFkd
TXY+6Su/YA5KZxf+91r8/QHCsdCtMkmNeRRGh3xI1m5i4yYDTwnk14NUdoHlhRjVyklc2rKnPgtn
g/o93vcB0EtWNWzC5lcdenmvOVPza+U7z4Hpmm/C2aCZNYaGAt9GCkmLDDylRQ8iC6PaB+CAZ3hC
OkbzS5tib0bCRiryHG0NCLt43Z16K+THJO5Us58XuMZIWqJ6pE8ZMf9M9LPUf438tgGsMiZe3a40
j5biHWpEKEyB5RcoCGGVTW3kMZTQEVKVaBsYFrNyMPdHT43pREBSds71xb7I37730V9zwlqXOdRZ
JKgf2wGffmRj6XZE3xct2gmzyKFifV03t7iHKPKWmW4a87xCEo5R3MhCeQNika3pjCV6mcdJ9qJx
LRlcdAvjkiAkmVHdYrLPwylvSQg7Zfo0H4qu9AYlcMzy1lzTaFs0ZYHKCagcGfAB4T4vqpTrVVQi
FMiKLQdbTXLSfDP6P0NtpcC6tDXm8XRKVXTakbOcX4XhaA5NC0luW2nchjq68tDFd7Leo1d8qJuV
0750dZwam3/Myb2rhDHw3waMZV2deV2kyAwzR81ObbVmZQ+umRISsDieSpIqMKX1R2P8TKR7yI6t
2FjaeCBwQYYHvAwmg4WvpNQAnOcRNkTRogbbotsMFo9ClYCMXLG06M2JpTm6nSxcBO2hycphKcDE
lKQBs+Qfu+79+jlaCv+n7gjnKCo7ImNyD1kxCVkJGrYyZApFJf05HUtWD3dl6V63uLiAFgFAEBQ0
eKwLmw+XTdBmI+b8B34k+aaQdyFId6KVXbdmRdh1eMFZ7VDCCihBLAbajw8UQfehot4lfA0+ctko
hxIoTiwea/AHAWn+kidfigM3qEQm5vdTJAtVBkomq2B6mbCWfBmJtAPZuorrh+6DtoMIiAL8R7Vy
jS8c6XnsRJ7hJWi2ikd6KNAGLOafYJAv1XABZCnorssrJhufILJf2ZoLoWoeBwO4DqqFaNEIBw11
pRxwUhkO0w4FR2mDAtQz0YetJeU3aYBpu+t7hmABhYt8XliC+wxy1hdjipNSDa2m4WtOsu72uulC
lvO6hYXDZqoqgabJXAcEeej5JwRkKxkrdBeAPv4ogiOgKyxKVjj312wIe5IkoWykwNlBKbYCm+JH
bEgHxRw21z1Z2Plnngjfpg9jqgUFdkIVofpd2wkoQbQnpTFWVuy6HYxrnK8YiGVQHwMFvC2TjuXy
HQ8hnYxq9Brl2zd3i/jxURMAbBD/sQyRVFGFhHOpVXhWTxVoX1lbjUXMOFEsx1cG9L0sM+e5m7al
5fqgetrxfuh3Qw1OiCDUsi0JW2AnRx21yaTnsTOZZe9NnEcbWGv/ZHIsh6xCyfDebCw/deMqghBh
OEyBwdIx9nu3wakzti1kcGXortWaGyeFCujWNPzw+0l+j4I6OFhhMX4MQWL4D3Grau8EvTEn5xLE
NnvZCDwzUfTffhhP90aipqojmV3mFUWR9Uwfgj5CR79qfa/yG6M7WFUsgTK7jhXuKUHAf1RAHf2Q
qlLT7CzP+XsxmkrIpMBPM9tsgKuC6nK26aMqslaO+lJgAYp2pnAAhAGjB8JnLnANpgoGvP0MdBTU
q5C+FmQ7lIeCuOiuXd+8S0fk1Jp6bi2I2hBwblgD4IkBY42eNmb3UNy4bmZp756aEW69OgbLlDXC
jKL9VtKH2H/s2s9yVT15Xhtx56ITBcY35KgW8q1zbyqfckvjOlL/8rPQHDX1NHIX8wjEXDdS5Bn5
nVXe6/rDdeeWXhygkP1rdvb+5DrqGx4keA+AB0D73XWU5eljUsdM71yKYUyZ3NWS24S21O5WDC98
PWuuiyN8gloYQOhzw2Y5NZJFGvC9G+EnyT+mDuRc9CHoXloIBunB6Jp4EAQx3Q3NcYoB/NUB6OT5
ftQM7/pvWbihzn6KsAZNZSYQvcVPIb2ioxtPHYmCwFxrwIUPZAbItFbOyUIiBcdxQylAgMsYNTr3
3df9LCRpn2LQSH/KE2BZzCK2aeofWyn/gs7oth7rp4KsUfF9M6MKm+zUsKg/SFMl7kEahAJ9Pu18
OUGyYwJT30ikucXY6dAjBYqjm2gCcGAfc8m/kcF7F9pAEvAvf9RkyW5iXYHIZtrdy+oYbSPQV+SM
SHGisrH1m3ce0+G1CyDGzSLCyz3vO7ofZTm5lyNcyFmwJua4tIWRlaLLAkpRsBiK6NUomOqGdwN0
zaSuQxG8vZXNmiIqkHdg/WO3quJnVGTuaeKBQkRjUOz8ur6BLqeqMWGFZzNYa2R8TtAwnH9QI6BG
PVhtauvjCy3kDVfSV6vPWBclTxbaIoEpYwars5W6Ygof7kNA/hsaPjXqE2mjW195HjCRKmlrfK4L
awO9LrAuGjhnYC0U1wbKyhqp5BIiHxlI50qtUe3QmO5QW2J+zt1iklk0/hqgtpDUn35Jn64vzNIh
B/MNlDZBDyrjwX++LoQb4MwMZYjcSOkPDSBMqzZedSX59/QCJB9zVQxlGLwVxHunjwadltjWYz8x
HaKvs+YH91LMcl/3Z+FDzxVHEE2ClQJDAmK7p1bQAVbMEQQ+6vuAlzd5A2SwUpx02nfyC2k3fstA
wqSVA0ugBgImwCTc8WArazY4tVZ+zeXqzpV8lDUg7opLVxdyRDkBIykOFspxFPTvHAgbTPqtKWkt
xAx8OQRXtLlMlHT1Od8+uSGkxEKCy6Fv62xu757nP48eY/befhrZlrPtdiXzvbxvoaVGMYMBVkCc
a5HdueWdoQ0lbqQAArkQAR8ANFVfh2YF9HL5TDg3IwR9pI9aWc96feBiYT05jtYa99LltTJbwLtn
prKS0e0+XziajKGSUljArL07yi/Z5MQZxnQm1/9nPrzv+INnJTqAQGCJ3SRdn3xsBcSf2Iqa+yYL
Ib/dpP8OToKZ02girBmYPWinNxWEX0tr05VotY7SCIobfpz8r6oONyMghWzCe2JYq+EtLSb6V7gu
cWkiyAtXZp77iga6TURYPJnD7hYt1jk58oebKf5noOTs5l9bInox7IE249AftrWpATmDCfKzGy28
MddeK4s+UQ2VNWDmiCrWJWOuo7YN2BkYWhqmyDkDN0w7HpPmI5O8lcB1mV7CpxNbwikeOlKDOhW2
8HhFTv5HVpCTb3U/t4nxa0KBOySbXNt0w/N1wws+4ilmgWMD+hFwUUjzVMsMa4Pkmd2nXwFYY9UM
NzNhcrQ3rMj9D7ZQZpgJpgCf+74MTyNVX6UZOAQz2wIyXSGeqnpyQTGR0LLm3xuqCmY70JtGzgFo
vJi+Fs1YqsFYwlbt6aAhiy0UwBTMqqys30L/6dyQcOYKbaz0ZIChNr2J+e1UeIP2WzVdEDRm6Ld3
2Q16LrL6muc7s3bbeOWBcJmqwjxBLw+3HgbVxFpRRq0kQDIKkhTaO1Ja202o2/3cDzWeMuD3VO13
vDZzvXADnNkU7jUN0UxNCWxOJNlY0UZJ/a2h7Wmz1lFbc04IKkXZ0KgYKjTggQcFMz6cGhnImRQK
skPS2aG8Cc3365v08o18tqDiNAXucoiLq3AuM1Bz2ze1M5GPqSZ45NtDVO3+3RrSUhmEYHhigeHq
/A4aB7mrUEbHwz8PXW0s7bg6SKj0xWCtKNueAUqzkpQsHfhTi8LHo7TFbKoBCgdJKbx6AJA0tntT
34Q8BRfsWnayaE3FCxbtFgXEKkLmB6BKxOMK/mHwyRkzg1FodYRj7qjBayatPdIvvh3gcdC/xKDa
nGQi6TpfTb9X+65tFQntVhus1wrYDrmuAtR5a0YPeLFd/3YXGcpsDfIukIRAendxPfCQZnXiw5pk
/azTwO7JSgr0fZGdPQcFC8Kl4HPSlHmEfoTuTZ/hNtltpu0fzZP2xWto/+pYbANJ5GBxN/8sfgLL
uoGQAswhkqNvKYyTUN3ltRGWiSGxTMZLCNWH5ljnrxFAazEmIFJM5vf/rFsjmBQ+XpKCurxTsT2C
8SNBlxMTRXnEsmRTKD87E2PX/srZu0jPBYPC6qrt1HQZ6rZsGI6mutGghK6E3vU9chEqBRvC9epP
wZQaHDY4QrIPXcq+ZYCql2TFl6W9iMcVKjUodGI3CnEEsP+aqyHsVMVzooFEek3UaHmx/hoQwoYe
N+OU5rOB4QkVCUV54MNKerDmg3V+ehs6alHcwITJwZcLGsiJrO2xFRPiDGaugFwpnZepBgaPBK+y
tfIdlpcJjAHgQ4DwGxGyAX9Q9Q5DtPAhqmcYXlU9qvrj9T31HcbEsKBjuBnVERMklmJu0+tcl/QO
XugvqveGqcnXBLT+nuLFu8yrt6uo4MVNfGJPcKrMaCurBex1G+VJeeveVPsxtn1oOdwf+oN6MBzZ
M5wVJ1V87WtOCjuaNFPMATDDSgaxE5TUripnsm66FqraBtONOz6rCgDOGteOvEalubhPgLMGGI+i
DihSAitBrMdGBY8N/7ZM78z6X9/Qc1g4+fuF0xR0XReBLANXx6jbROvc0WTydJusiWKs+SEcqVLX
AjrOIS6vEpYqW19eQwRczneduyJifSvSSlEfwATqHEbgfIQP06HbfoIgl39lNwnTN+mmeFkTvVs1
KyQWoW+F09DDrKXa4+ND+iXbIUuREd707z9GJ929WE5KV3Kn71fsxabEp1OgKok0Q3zBtHIryegl
SWyyWLmnn6o3euZt+dU4z/dRwsY7jrMQOBWLXuSbNdXcS3T+vNQn1ucjc3Ipg+cdmAgfR2KkbOJu
/gp144oNvit56g++cnN900Fd+gp6F5R6gGARMUd5Gir5NKcA0aH8Kl9VG+XwG32neMMjVB/3FQOO
5iaW2dqeXXRzRhRDSx1/IIF87qYZTcPUD3BziHOmU6dAmyE6VpqtjbuCOpF/LNf6n4vOgmcWQQ4U
I6jHCjbr2O/aQoKzaQoScNnNWlZ62Q19xCzgYdxgMv+h3w5e5P4ztgHf9NSwEFv1umzKTobh2Do2
MhuVZwLcYkm318PpUiA4NSNEU3xL9AlUmJHVd8yvoX/057qBxVz11IIQ0iTD91UfeE8MqNklU/fF
htw3jAWHOnB0ZrKXept5D9qO3q+di4XrSUM7UybghkEhQxxaUYeC06kaJVbWLwp6NSVI8HfD2kTa
ws0OK7gMZqgEZtKEgKNFqUWTakKcI26G5gmvYrSv10S/F74TihYYC5dRlQQKRQjYsl8ZWptB0jiy
XizjQeYrg33fY8tnpxoVSHAAY3YfWkmzstD54eqUkmKyOeX2zeCYdrC17jRmepHjb0rWbMKb2G1u
0gdiB+5gN/b0et979KjjpZGx9L6+Q6y58V1yPE4eGNd2Kgucl8S+vpUuVlr4ifManYQ5boaNBEAv
x/TIMe5vYt3V/H89DjCBb4gHN6iEMLQuLHMXYLoYRL7cLqKDnDwSbeXvn4+TuMo6ejo6gHm6ARjK
uQtSJwdh2ufcbrQvpXrqm33PN6CE4uGKoYu9PztyYkhYq8DycS4CCDGomM7q/X1ofJDEXSW7UefT
Kzr0nQtpGrLaizOWTChLankLhxz9dWCgnj1g2O34UTgAVtiB1xzCfWenO86iI31IHq1d6iAD8KTn
3F1rml2cEUDWZXTAULXHdD66EOeLq6UZuM2yntuK+tWETouBl+sbcGFRzwzMi3GyAdMmUvQxhAFq
3E3+hqe7AojUNdzCwh5B1w17j6ItAEl3YQ/Gfqr4tJmtlLeJX7NM3c4UF2aCjopz3aGFE3VqSpT+
VgYr15QBpobpnuReW+87cyWjXfIG1ZBvxUiMeouXdpJz0reNho9CPkkBHYsbv4b6GFqq8cqWX/r8
p5aEGzNT9Qn4IljKoYkXZehir47jXrw9sMNOTQg7zMpMWc4LgvXaGCoLa6a6vlO4deCNYGZA3Jx+
X/9Al086waKw5QILGKdkgMVK2swyC4zYpZ3dBIcSqRb5pKa9Boa+LFwLJoX910gTrggCk+0+k24L
tEztP5Y92PIbJAToyJTUkZzRu+7owk5EpRr7HahGgEvE5mHT911MagreUVTo4heiu1G1Aoj+bqYJ
sQo2MHkE3gFCEbXOj68m6VOXDTq3O6c8Bsxg5t64Sx+hd2eDfedLd6DuZjcsPmTHL83t2RGwN4h4
pOxnz4Jf1/29fDFggvT0xwi71azSmkLGkdujHUHn1OIOwcC+Mx2IzX81rr/J2FDauePbKtNz5q/c
9wuh7My8sJMxn+WbjY+1SLQ/JmFBQVkZPebgb7/u52UXWvBT2MDRrElVTzA0uhpLWX2sNqqbPINB
57HZKtvJe+lssoGgq0uc5mh51r7dojmzMnm66K4GXga8kpDJG8K9a5q9Baobi2Pa04k0SB04unk3
rXHdLEQgdIuBdwYxEFjRxFHeNtTUUJ/a0KYNMC3PYfpyfTEvXyNYzFMD8w84uYCqAPW8sIGB5rNG
kLNYsgtvAtfc8V/TUb6jXmCn3HWtnbJbsbx0Pk8tX5ydsFTLDpZrN09Y90a+Wm+6g1wncM630kd5
qEPc62sZ/NqCCoekU9uMg9wltIt4U6f3TfF13a3LbTEPd6M1/V3Mvkj3Qg6hx7oKgDqN1GZr+c3R
JFO9a3IAacuBr8HHLt9CaAjMPQH0jBGBgDc6/35JMhVx26EgwjW7d4H2xxRc4/Q/J2Y6TepWbNxE
7DV+RskgsH/L6PKsHMc5dp+HQPwADPEgfmOGlRDhMxJzkKDDiR/QhQg2c7Qjd8F9z1aLBJdf7tyQ
4GlJoiRRQxiiT8kBqNyJASlf3IS71P6hfqob02JrpGrfmKhrzgkxLU6zidY6bAK8+izvZZu8t1jP
P+ZdaAOgy9Jfa8IfS8v5LS0LMSYcPZH0pTNUSOTOs2e0pIxEbsadwboHBFKOHCgpMn8NqLu4g3BN
WiAgA2LtglhXHjs9kiaOSdCD5kS71O1dy8XNge4IBMmir+DZuO1Me2SGM3y24Cxa2UALl+gM1/v7
A4QPG1o65qsN/ICUaRtpCwVU5WB+NYe33+Zm3A9OcDPcYDrBBYY7Z9lN/EyAJ7Tl/bGZ7NJnwGWs
/KLFM3zyg4SvjjfQMFlRiOLC6Oo1WBSrTYhUGUP712PF/PeIuwtwPPQqTWSxqthJqZOp9dsWgtnh
cKfwGnDfTV/ct2q9Kfqf100tbStwzIKYCU9RMDcLt1VcUiAwCUyZeWs9xJk8PPRJfTONcbXNuzq0
1bH/pdXjcBOHw+d124sHV9YtAwzY0DYRx1z6QBukysRyUsQm38jcem1qer7xxYUEFeD8mMcoC+CX
50EwiMBnlukR4FUUsnoSch+jAYF4+KMxRrsDcscAe/l/cOok7gphL9LakBcNIkNY3kdgbm7+GYkM
hN0pP4qQ5dRJQ+ROkyF/yIeHevrMw7cG6g5jDH77aS1Dv9jxszFLwyg9xiJljKidLyD6skEVtSBj
wesbmaEhEUz3ZW+5ZbxJCeCo19duwdqstgvWnDl/Ap7k3JocGuApy6PSHsz0h1k03VYNzcrluMoe
On9cAz5cJBqgUAQf2VzoAkjy4pjxoAvN0opLW8Y4OmvLGOo1ihqzocGL5N89Azn5PBs+A49EBrow
CTqLy1WJAYHC41XmZl23G0Jj27T1Sv55carg1Tx2hIsXOx47/3wR274HyXoNU2bUbFNj8LhRO9e9
WVo4zDQhXKA1P/foz034XJLR1slKUESAFrAL6t8Gl1pHnYw/1w1d1uHhDLJorBkOMS6iOXydZKEl
st+iqPoS+iVQepPbG4hiuFbn7wrZ8OSmOsZquVfiYqP4a0D4i8iICTHMWOD6IWAowBtOMG1pYzDl
IDySW+0oJaar5O/W8Gior+rUpoy24HQq/326Gw5j+ocgTZSxX8RrHmTObQREdGmr/ug2/uTmTbJT
0m6jl9Utuq6gPKtZKmlOmlIvG3m08mkvrp7ZPtoPgAwDcqiJVcmqzRqt1OTSLnod+ORhNDD82h3B
/sxdEkkp5v9axb3+lZe204lNkfmslTqcBFSFwdHlQAPvQwYRUpZAT/u6maXoYsCjuc4FkCERAmdq
dAk6BGpph6Hlyf3wWSp0i6r9FhWlzXVTl5h6LCMQVWiMI2jiJShkCmFlJWQCetjOISI8T4ySjjgB
JLSUsHFi6NKbbemk3WsMgrWuC7z/o3nBVXOAzFBQwnzdDoabpmA4J2GPJIJAlAS69zZukDvkLSNe
4sEvg0YH36x+rfyIBTYgoMGBKsPZQTtBbFSG6FRAC4KihsSje51CtL4HP4Pllz+VUd1Hvua1UMhr
OYYOELNWcEtLHxtqjRQIBQWq8bJwejOzGs3KMkobnEi3fT08FsH0KAXyWzlZ79cdXdq+J6a+Y9hJ
jJrnZCGCYsJUU7ROPmbpXdShCqFXZE3yYCm2o1+AyS/UwCkeV+cxSR0bU4OIIm4s6A5oZfHeE/p5
3ZvvysFZzoStawEIOM+io0MjBvcUMyfI/tQC7Mq7kgDXgGTwdxtvk0RjWf3GG/1GD17GYucPT6Xy
O7IKu0xupWKTTlsj88gIFS+3CDxabHptd/3HXX5VTO0CsIdBHuTFGOc4978eaEDyLixspXRUZWIt
IG+j+hlZj//BzndvBgSEYLsQLrjB6rQOVOGFnSc+o+AqjoCZSrQ9ydb0rBc9gktzEgwIrdj05VJR
+X2YFPaISYZmejTI2+jfDelKmn+5cSCVilIqWF7B9Aos+fnCWQMlvemDY67pE90upUa3fR9Z/78v
G04CWtiYcAF3tbA961aidcVBttgVQ3IDhj7pNq9U3VEhkIVpr3qFHvny4M1UuZhPn7tboLAVvpIC
JMkw+aAbqwwfSVvr0daw9Xwt4V5aOwABkI6i6XoJ40Y2r8XJjGMejG3q/1aTt+urNgfj8wMHN0BU
BV8wA4+U+vzbGDHvRj3tCgy/O1rBfMxkEH6jqBRthR1p/1y3tuzNX2vz/z+JVorih1oSw1rYU3eS
g4OerOGm5lN44dD/Zk4XEkpaYpY6ukoF2Ia2/0Pady23rivbfhGrmMMrmJRlWc4vLE97Tuac+fVn
0PeePSWIR6i1tl9dpWYDjUajwxh16wSKO/ImN6RuqIIuAu1SaL+/r9SCJYgSMq7zFJuA7AjlF/Qh
iIxukICIi4KPMTncxFvAwLkv5Dbpg4NjAERqRoiZ4bEpe/OGPh+BNQG0fiW11HwwNZ3DBFKEN3L0
OkbqU5e/4Clrxd4J0ApfI19sQY5ZGZJViqxxtluMCOpjxOt9rHuAU3pzDG4YJ26Cx21sH7TcMW4j
0uivWZtvO5AsGBNnJ/1+GEaGR1lYcjwI0ZyGewjMyHR5WRyQN4hy1A1SX3/Cu803gRtWm3GdsIKp
2WtQ5iSD3QeUQnNrBUKKa03zQghDzAxVYMuWMWbKNTCgiX8oNf9LUdtjXAJi6v5O/7QW0yIRgytA
9cKwIDK21yJRmM/0XmsqM9uJH3PGNLS/3iMLmMN2bAZOZQN+w25Xzz1RyOmfDxDqmMQUMDGCdnWE
L3TwKOtcoIh9W5n1SOqK+IfsYYJYS7H9fWdKL1JC8Ko7pE+rmHCsyHW2G0p1oAVhmG+usCMfRK22
j7Cfk3Iwnoj7Yoe+jI2+js3X/C1fxw6LnmzJiAFPBDAGnAc88egqxiB5AENqsM7cuTanFdgwXICR
ricbjR2riHFdMKVRri9INH9SDahW2urG36Ah+phYIagbju/yNmO9pBberjgYF8pRRqQZSSkIHZQb
T0BPwSAcQdNCYmluxM5Hz3fEza5dyJrDjAuvrgoRjmoLWf2mtX8hWee2b6CuJ8BGcoYjKwxb8oRX
qlEXvSC3mAWdVWveMLb4qW070m0wwCWTgvjnxq2eTynrTN4+J66Xk3rTZKAd64UcMvVTugosAIFZ
oxnsDOKguFFajS07g/sOZmAnc1/u+4Pb0jhGK5CAmBNgeMug6fl6efvE4Oqxgmzhy/iOPx1vL6Ke
0TrIDkybfM0sLyy4vCt5lKUqYcvHxbyd8h5P7iNYalG5bd5KdLlMPhGPYI4xk71uZowrbuHmvpJL
mWzTjwbIOCG3NQsH6JK/HhWX59nmuqwfKA7Q3jy3sFL2kwhiEQhGBw+3Ed32d7qXrMBC46NpmJXd
fYbrz2DTbkfmcOpC8AP9/sqlbMjIMMQlRz1YCd/iT2QZfOLtql+VLZiDnSXk+cQiIV0UiLw6iOoM
lMF+DOviXCqNpGTibDg9N+0wLr5tMhb+lbTosS9kUMbSTRjIzkJcF6Mpo5pd20dhPZrHxzcPHXWo
khDtIK734fNvlYzv6P8ivuMG29CSD8bTs/7PIzEFo5yyDkAQJM3ohF0fKqEeiSJOSv5UjI9J5o6s
07HwZELaD9Gegf7cmaXk+jBOih6XXqxUZiIPFjAYBRGoHN7e71hX4aKgn4FUvILxzKBOA5dHQh5n
coVCtzluwtVExHeZKCcVZCw9qa1yx6P2NT20PGMRF68OhJh46Uo6eifo2mkgl21Zj2ihG5xOXxUP
PsIOWz1yLqYN77u2RR0vJM3/vzBQ4C5gAH2ApBlg0UTrFwEz5L8QAWIe5BR1dK3SZyBsk87vE+xX
2T0HwBPxpFUZrnVW5LKoyYyrgfIoggk6lqgyJKy7EZbnczs1exRLFAzNkcXpfVsVxVWAjBJOswCo
Vxyt6wWLdUydepqKq+9rsIBwSGJXs32irvVdkJDJbjYBOfQkX3l7bc0iWZ0tjr7m8e4QUc1CdgZ4
FtfCjTEohlKDRWp6+zCq+qptDCfsZcaOLSv5V45EYXGlkwASrwFyxg2G6DvJBD4VZwoufORj7xr2
pJCAQ9tSbgdzydUAl4vVsdghfopLt9oCkBq5BBExqXStbZuFgRDnMBx1X3/qjz4eXTsA51rjl+ZU
q+BTmoj0Udn+E78CLt9XCOo6xkIs2hReHDPrIDqW6V6e2JdTENXgC9Jp3Q8nzSsxDGDrIFj4F0fk
Qg7lwse01Mc8gBwvlZwAmEawsOc2SjF+ODLKQ0tX/IzS8b8qUU5tRnOL9BaiRq7aq4Ln9Iph5WVu
ikL3UqlfSVVg2pERvC0GUJdSqVPDNZk0dRWkTjMWSoyJmd+jQErMGqOsqMlr4MygrNAAekYX12Jt
31/ehVsYY3AGkDbmFlSM/V8bUoWYP4syD4akRSYIz0Dc+883UEOFGZ3ASA2gZEWZKtpoAf8+w/tn
QkBG8Atq74D1CSfrviJL64hMFHBH5othBna91qQQfbRMtGFtpsBlcoqjvPYcZc9/N3Zng6cCXEAs
iQth95VEauc0cWyNGmAh6MZK0MUjPvQPRk3Q7FGvKhZgwtI+XWpHhYWdGLdFPssKS/RGamaPvN79
BVxwoFfaUAGg2NVTk/qQUBhrBSgXXA1SRNaSzeZE+a0rIZSXTotBbSsDfRu8q54Cq7XBOZnYvXUe
Xe37vj5LkQJmQQAwAX6r2S4ow5vSOuGrPMKg+Rd2BZMvKcFFNJDKVffTO0PYQqSJqE5HHwWmskWZ
Lk4OIbgdfCWpTdE1jrw9bT3HMAtMmn2CY89ldvwvmsOFOMr0SqmQeiXNADnZSVYN8ghBZ23VQu71
SiPK4mJPzibw5dRAArP6k+wGOYmcSiOCq1utQRpbOs1PkoLku/CP8sRYT5aClDUCprFUpwzSWzOf
U0uHX53Dm94DWIPO+XdlBr/vC1x4dl1pSxkmN7T8UBZY0N54CBOby4gogQ3ZI5nE6PldkgQkELRX
oPsQDJ2z5hdhpTQM8PZ8Xptjuq0ACu0hBfqdh1bDmqK5bW7GtNWlJMojipxYTpwISeo+4ki/UV3F
Pj4c+YIUq4H4bkI2IH1qiWe3rILyQpX3WjZloFNVaWJjQHZ+6ohADNM7xm5n/2nR0rm6v3VLhnqp
JmWoZeyLQBstalP+yHbBsVlxe+5UM4Swdo2yx6ZNg7DKoY+BW6wX5kFEqQTxGQj6WLhkS8Ed9m2e
MwOmPNqYKYUacMWEQlzOCk0OIGN85KrAZW8P62r1Hjj5m7EXn4LHcRshSRD/ikdGaLeUw7r6AEpZ
ALTWldHjA3QPPffVW5kf5rHW/EsZrQzwVf2XLH9N9QFFXEmpCAjDmWwNtyNNP8b7dxGoA1mlUwsi
q3kR9tF6PKmusNXdAROu/He67ghan5yODOjQFzDrGjoaBt4Cdzga5EVb/+MG6OtvoQd0yrRq+XHE
t0ygSO/Uk5wz6LR+sjr0vajO5FMqUiEASKG2PK7Ccgr5qjY7pCUQwrgpaQ8BYhg/QFZUXmGOajU9
8C7r7CwlfoG4/1cwtdUZh9HieoBgzIVOax5vXR5dwqC6nX18WDBbkudzf09Rals5IKDHVQp5jSCS
HpWLyiOiAIxmw77vFeYfuiOIHnzXuRGIXTr2jB9NTTBrbyuHm7lWjTq1IjtS8HVf3u3Azmwkf1eS
Lrmi1SuKgAJemx/+pi7Jb9wgOLWTiaDX4kkLmlRGwMbScA5JLi6SPAcUqa9CwzZaZYVVyaj7OKmC
mQdSpH80lril+PBSPyqc0hWQ0irNbCnAA+OtofrlNw+MNVyKqC9lUHejMpRpqwiQgblPs/3tPSVb
7iMi6kH6F2XRq92i7sa6kWq5EbB4TWsCcTUVDknHsMBbEATKIqg7MFHlxv9/K+aAP84UN5mVumjp
aWAR8bp20A2/El/lx/uL+JPNubV8wKthsgBQCHSrqFImcaNqUM04qxttK70ayB7X5KFDLgbQcU5h
vsJzmglSu/yKt4T3f5Fuwtr+/QBqF/syisMsxC4K4HIrdwDqDyR3YMHVLUWIqDajhVlCu6X0s/oX
5g/CQ42bkAsE7BcP0vqUGMxBw9mkb1ZS1pBKxbwIoBYokw+MIeFbHYqoLupiZvQdgKLvED5wVmIn
br/2rftbtxw1XQikVq6N9MgLDAhUEGCQsSev7yKpz+MqX/UM77FsJhey6BNQIpVXeZCV27xnq8BV
iAlvDkReN6jYE5WAWPvBe/gqHn27QfEq3kmgSmF8xcImgvEF6ACoA4B88SfbdrGJcVx5SSkCWE1F
8Zqg7Gp1ysAiQZrvMGobMa+lo4sIvSq46qhtlLV4aiJDRomorCxOdav4DS25U4cBlfYYsPjPl1TS
Z1ZHyOTnSvG1Wy4TWZ2qAI1oasJPZ7Upn0dsKatgu/CQRvcgSgkoXgIVg0YiAPB4OeFBg/vTt7zB
SurU8lVS8y9i89Yktj7swPs7sWBEF+6AS6n0pZpOYFiqWwmFxvy7SJRXsRJtvc7e7h+DBSlolfq7
glRM0gL3K88TNCj2IfCeZXHTqDLeYurqvpgFswBKLjLWM+o0SphUKFJGnhBlXYAlRCbTKTsNZJgx
2ESyLD+WlaE/enJZPoUJE+1j4eJG4xyCPHRtoHWDxqpvusBrdTBEAw5n7et2azxUCG+jfRl/gBIo
jk/39Vx4ulyJo64h2Yf6mgxx1YhTztsxV9hRWSG/aAkw0/vCFqwfw50APVBhmeg4oryKLxtFm87l
y6lcd8AuTECCfV/CQgR5JYFSR0sSpQiaAeoU4LvOYhAxPsrpPq8H676gpXW7VIU6yEGPOyGOIEjl
T3WPMSq/sKdyK+QpIPf+RZr7SivK5gu1GoecR/m1nbjymAbxYLdc6Z+KyTjxWSMydFs4Yjhgc6c3
oHzmG/TaSY1pKxejAnGdccrSdRV+MwsES8uHzDJcoAyvi67baxFdGQ/pKE4oZOcPoUL6dtXHoEY/
dxkj4FmKswBb/lcStXaDB2bOqYCk0fXc9M/kNNtfE4oymq08ymf/oXBlH1m/+9ax5D0uhVIrCDQd
sGzGEKpHqxTuiX/QOkturTF4DDrG83DpUP2VhQTj9VLqLYAUghyymuEc9hudVSdfevDDr88hDppg
ebAtXwvwM23yhBh+fTrmusnb6b53hxljH68lXPw9HjCGhQcMCydsyQwv5YrXckc/GJAQhtzQn+mT
XiMvsXiOUWFZFvKfq5J+mPV5YhRpj6sSz003LhCEJ/lG0llETUsGAZTYuT0czeE3zFSeAdI1X4Yu
Gv8nT1Z9+jjlMekqAHrjXv513/oWbf5SGuUFRZDyNHEIaRjqUD/0aIjXqgGqFXTKehOQUSTJHmCd
D43gKyaQUPOdBrLlNWaFahucwKE5JF29DqJUtfqq0e0mLr7vf+JSpRTN8mAqx6QHID9oWoEwl7Ix
VUcYVSzaXfPa4vHdBqIVRYbTl1+iBpA24AWCT8sU+G7fSKNM+hIZr/Z90h+SoFpzgrxB1eio8MD3
MFg8XotrePmBlPUNVQ7QfgMfqO4HJwKUkr9K8EKTG9Nbyed0nW0CHGwXE033V2bpOF/KpeLRPtDE
0otQE8jj10bep6ykzpIlXv7+LP8iqM7lSI5lGe5CxKmS0DPYdJYWbKLoweuIkTKqpkvH61La/P8L
aVnRgRcXs0KY/P0Yqzlv/qKw0L2W7vxLGZS1q60+9WWBFeMSJ4qfJORvYkscH+/vy1LFCMMGQPbC
eBlwlOiXM6i80iFNoMokvgA00azKdSU0JEdGUXHVeiOjnaBkJT2WdLsUSu1WbUil7imwwr57TuIn
JcFrea+yXiWLLh6uHYx14CCfp/aut0lGL0s4gt3NrCwcvMk61m6o2dgtu9h7to6cX0/kR1bZcsk4
MK2toSCGsbmbIdlQa7tU1LGifRHbYYkKXN29TJnKqKksWfylGOok66nu8XEJ+wgad8otnGnSTZh0
Bx45z8dElhgX8rKlXOhFHWGuUuue/zHIsTEHoNfLGBTDY2KXSpHV57wGRJfgCG4iYpQdI/JgrSll
MGIAwnqJx5p6/Cls3+PWrQYGoe1S7Ha5npSxcKKWT3wMYwmH5LHTwU2kA7pWq56qoLPRScTYvqXc
qXEpjzrfaBBodC+BPOlsyZvE0d4kUM6da2cyxzXqi049WvfP+rxIVE7A0CSgk2EOEbOkdAMbCmNK
WHuQqCbc7zHqf2WJzBCxtE9ok58n/PBMv0GplcJEbnoD7VBy+tDHh0R74nmWx1raqEsZ88G4cL4S
guy6yyBDE81hi3nfR84MbXXdR2Q6tetuA2Yid3gXvlnIRYvK6egbAeI+mq3ogkWnJ74ep4g/lKl2
vC4OSV4XJPU8RqLjFrkIiWWM5OCtpWDCAQOq1xqOitaM6tADj+CsurktfHFHDyfa9A9BiAyZJVho
VHf5td6SaSTyG9qAN/oX/xW86E7I2NGF4Yf5Y0DEicYCIHnTmaQm1HwVJGoN2hcUJ8drA0AqYODU
HOGAgdKI+IBPqnfSb2HtJyRzI1d9Zrm624W//oTZsC92HFNdYwVoeyB4RBtDtEV017GeNrc3EkRg
kBCzcEDtBOjAtYi0loWSz2cti++2+mPIHQmRyer+3D+Ct7Z7LYay3Rj19oAvISYB+Uf3i+/XXr7P
xYGMPAsvZaG+NsvCCwfJMmTl6SG/eIqHKfAgyx8iN2m/J1ndNuIn8vOm2hdEACEzmtuBMB//btTQ
0sZubyjglqjQZR7pDpc8DH78dF//hUvk+qMoryeDpdzr+LIx8XYB9Uhtc+jyHtdjaEnq21SudP4g
sQhRZvO49nuQqc+wDkA/up3Y4ytjzCURaaZU509xqp6TSGOEt7eX8bUISi0piLlhLKvGFDPJriKz
F1w+trjCX4/cJgB07/1lXDwQFxpR1lq3RsMFNcSBKY30mN4LkhrY9CVDzKK1XoihrLVXCxDfeVg4
NRZWfu3kEUon0jy8hwGW9b9QCUgY8DIihp3oziW/74KoA72KKaCQqJTAwm9sDKvfF7JofgYIr4CU
DYBLnuamUbMqaYYUGlXCnwBdRMjUIbAOPRM0VSSNzEAlori6L3TJ/Ax0O2IiFRl/sI5cuxZtGtRS
V7BZRYqB20o6JH3FCCaWvNelCPFaBFcCKKUMoRYXRiaHOSawVCA1LhXP91VZMohLOVQIGJYxVrWA
nEyLEdYe8bCe0HIPftyGY9gDSxTl80sxF+JahqhYzKxAJ0UlopXbrJpdEn7d10pk7dB83C7ulyqL
1THlGyzfqgUUokj0fbOWbcMUj5jZNIEbC7RhwZ7cjX4MHp8j89m3FOv+Ryx5kMulpTwI2i36lm9m
y2wzO83sfsqdHv0IirDlfIvjvu+LW/Igl+IoD1ICY2PMdYjDkNMTJ05I6WGasiyQr7gvaNE05/YO
dCXiENDgVQKyGxLXto0pl84kgUFsr/ufE8taFlfvQgrlqQwjTFIMnDZmmLq93q04gDuF3naoU7vQ
H/zWua/UQpsZxlou5FGZ0KwsCw347A2GUIn+R/NJ+iZZ/El6VVLid6TwTe4FLRAr8VA6DebD/PP9
D1jcPklC2g2DFOiYoiy2kxRuCEboy0Xg3PFDM5RNlUUJsXgsLoRQJumPasD9LKqHVj1efA1b1gWz
0IozjwfNc60zZrRAN0pPMVBBBg/rmHHHMn/I/PfKd7XhK5S/q+6oRhu12PucG/NP/2L9LuTOql+c
eA9oEXEwn/h68i0BdKuKhogofbwvZbYCOvC41I7aJa7q0m7yIKXMDnL+Wx53IhJrKOz5RQaSkMTO
1X+Mc3K9ntSWDXlRGshOwS7qjRG9g/XQr98V1l29cKbnjl9AYaA9GxEzdQ10yAJMjQgphceZkSY5
CUpFsX7shJBxCyykcCDiQhS1UT5Ignstw1MITHnGWejItAr3k8vt5YeqIukagB9b411gNOUsuBNU
wZAIRUIMRRZ6RqmouVYCaXpjNsVe9waigugFzLCykCOhbrc5I/WwcJqvxFFKNlKfgAEB4gpxl3KP
QrQSOIYp3tLQAu/jUiXKFge16PWSh4xKeQT9H1cBb2jfJlaXgagvtIXuTyM7lb7l9VPVbZXsoQ6P
4Elo4dgCxuouPSnxLTqWVsbMgkYXg4WaB7t9H0Nfyz9IxxY7m3/K5mO463bNKnhsnZQj3mqGQ1bJ
JniuWRQXC8HF1QdQxyTzOFTyY3zA4Dne4BSBFRjvnXEoAs287wKYulIXbVXyYRIqECX5VhmteAVT
pvJ34PyOd1+RE73mghWufQChZruWhE+FC8jn+5/AUpa6G3U9H7QSJK+gg7R62ZKBGFalduh/SNHL
fyeJuhUTLR+bDLxcJlB/Om9bJpsxeazHsxeyLo75RFCe9XID6e5UGYhIclRBUiXuKvmjiRkB9UJX
EoYGZTSTAe1Bn3Emri+IWi5AHSInjTkOR8U7YsZlSJxScqZsOw4WlJP8AGSTLDqfH9QxSjEMleNQ
SABdQzM09VgI/LougLremEYjWRX82wD488iNGoOIvZ3owB6KTd9QV2mx9bs9F2zBET0qW1U69Mqb
2p/QhUbEEdR/vht7VpR3NsCme34bT06fW9qEl49EwEYS6d629UYS6oPdgfu8yTizBg17UGDu6lNs
3SRVTS0dSRFvx+qoNbwzBKaBB5MP/HmWB1ywURGMPgLQghAK3BAXIiGD1s5JQRwAD4gO2dzYx7Fp
8HapVNZ9I13w7VeiKGeb9/LUJOIsKtyFqlUHQLQDly0w9AHNXTA8+6IwTCuivoK/G+B3f+rbJJUg
LAFk9pBODs+ppBHeuH6Xt4eoaJz7yi3czLOg/8ijHFtbj4AeEyAv5l54DLFI4pNfq87U2vflsPSi
vJoArJmiVme9FA/ci6mji1+54kpT4BaavtYnVgfMgkBphkWae79mhgoq5ODEQPdEVW9NobJ5v1iH
08fY7LmsPIaC/c9HypGEEDFRhwQscuX09Z9mGmDhfKM1RcUzx+J5RHk5UJ0+Y1jHwr1/JYcyxUKQ
ArkGgqKZGcch3ifCU9gxXPKCo7wSQV370iQZIYptrdl4Mph3e1Nl8TwuKgGEUSQY4a7QBXDtKcVJ
Uv0swGLJQfvagLG8K4LHLGLEDIt6XEiZ7eMiYO8EnVNDHlKArUckdL7m+eq+SbP0oDx+xAWGiM6j
1izT30UJ5lvkupAm/a+E0JPUspJLPg4IOgBAqdUo616X4XkZ1WnGWtGYPXqKvj45hyZ8qxyDTrQw
v2fd12MpuYwRw//s+g8KxcV+VFVcNgowZjBSP+1DdQdOP7PPgVk3SlYRZru0QTEg6PEY54Fjp9kl
CHeHQLCCLiNKz7tef25iVp1g3iLq8rz6KMpJZGgZagwOq5u2z3p+LseD728BX935eyG2u5bRZLjg
bK/EzftwsQaRx3dZJM42GfZuFxqEC18T0fViRuWVtZ/UGW47Q68LYz7DcfTQVuU2zZ7ubydLAnVt
5KVv6AMPCb385mWu2AgMu19KvF6tFeUl1DCZMASDtUoU/kmPIpBnTz1Qlo3xYeg424h1Zwhz0tSP
hh//t8Ip5xH4E0YGeg8Hgn9KvYoEOOTtMZ0eanUzRAbQWLYZJzKkLhojsl64+lFzwEjbtXXUla76
MheAggoey8vsUI7Q6mNqA6AjP9VHvvl9fw+XrPGHyR55ZvQ/ydQK64NcF4MBea3R/Umr/GlALqwV
MouXmAsqLhy0S1nUgvYNMA/KOMQI7g5N2JWPfrniU9t752fxsfrKGc1sC01LmGQGg7Dy/1WjXLPu
yQkIySGu++IP4Yt2jg/j79IAqwNw2yXbUtYvyok5mDB3GNLe5EIqjUNcaCJ47BNIxevU7v+gdV7Z
y2ugegSkYKGDMTaPpvLThSLnswGyUOi0MkCeT5kZR486C7Rw6ZK71Gne2AuXFSgRBmUiyEklY60m
8jboQUE0shJELDGUI26FoJLSZhaj8KbebyJk11hZ+wXwgyurUCj3O+qjNrazEA7Ad7pbvUVP2U6w
sm3+Jp8jlYQMN7x4510uHnWigWbDd/G8SXX24n+C8fejAe4YZ4duZ6JtlPtdbMUnND8ap+Tl/tlm
rSfln+E3kyqsIFmSvnr9RZRqUvLP92Uw1aMcSDfGAsfPtqHuJbQDfgik2YYbJbPaHirlb9NmeIgt
pSCiq7Oe2wyHolAOBbe2GgwlZKMujo4p4SijEE9UDNr79juPtgKNESMttN+oQFUXlRkC9wec6vok
eGMaGkUjYNa2CPG2P6bJJo7sRLIw/m+F0Xks95m3alu3HC2uPESxy1ju+SV/7V7mD0ATN7rFUZim
XzRglPWNJJMxstZXJO7QhVko5sgT7C0wsiIMAAeqPXl2WtgMydq8mvdEUycn1309RMMA4DnVLVr+
mioFgtAq7tdhvOeMY5rvqvItl9xKezFA9iSGhMttif8tCJ8q3igK4Yf4ZMy4LT5vS40d9nu99FZT
F5ta8YQsici9pXllGUVEakAdNtXHEPBm0xx9wBrLxUoSAxQo152MgUCkL+pdPcUo1HzogCflGtkc
RkcQVxFgTNO1Um5yLrPLfp1xrhet1WwiDRo8dVcd3ao7x8Pek46Kn4GS17fS7NsHMVUKGEdEFSn6
4qaHJDpmoqWKDhoOC8AAZMcoXUejwzeIV7OXFN3f3irSVrrxkhcnqUFGADTR4ykBl40QW3q10sqz
3jhpLJGi2ynqJvJPar7jAGClvRoo+E+7uNrmEphg4rWWP6axm9WfXv+EuklmnLVulatEG91YOmY4
P3wHgKjwqwbfWnPsJwdkPnYISPb0ja/fcy00URIhCIpidR/opiw8Z9GZyz+lsbYMDKcjYGlUH8sF
gLdS3tScZYRfYq6Ysv/Oj4c0OnIFgHVRSBE79OnrDszPjPJnrwResTM1fxowNRg73jsijdXVz3r8
q69AxFTuOhAYNKAYBuCmMZhx5/iyXfP1mmvLXeOPriIeE6knfK67evyGbiEnDe3UYNWdFqprwDpD
1yam13iUhWhgkVTxvUoJ2rkZxxTW2rpyGsCmhCTZ1RjDJfyDtNeeKxsWdsZ03sgI3JbEY4YUxD6G
gBZuNHxdu4YyUfK2EiE+2iWWaPYmqGaPFXAPyetZ3flWtvlC4ei1tlmjAQvziUjRX0imDqaaj6pW
4VL7aQ/ybHFTkunVL0mK0NV81GxtD8rH3bgK1ppVWJHLDYS3wHfLcBAL/uHqM+br6DJK6Oq88cGd
aYozFAlEe5bqwhn3wGF4zghuOEvbxeTN+L4v+DYKulafuua6ItZHXkO9bPCtIP0oRLsuCtJKLP3m
76f835V+1E3Hx2lfagrqVylJD7IpbQMnhp6l1bngP9zWq9ZkpZQWClnXulE3XBoAWb7RsabpS0mC
deaUMgAdkH+0Ppv9IXEVs2eEzSwtqag5kSrAlM9mrBkbSXG94SBxq/sbtnSLXqwkRgspSwG8tBpX
kBGp/i9eWU18ti6imtT9JypOlpEMn00vEoCaxwScEuYogPYh7E5xzHph/iDt/d+biqLd9acYRiIW
xlySRzB4MgJwhGXryIoPnvUrdgdresStBiq2jNSOTjrwbjZmb22UiJzvr8mNEYMfCUR3wEqegYxV
uum854Ix4UUPYdQIwkkMG5ZwrrW2Z7bu3+wvBP3A7qJxHy6cJhU1kikpVPB4IPEGOD41IwVnS6Jz
X5vbHaakUGdS7KQpGWpIqUKiY7AH8RnJIzdbeed8LZnZQHIUr1jwvizdqBOaYSpB88uoN7n81ERP
heL0gnlfs/knruyFUow6kMhYcjXfQjEu4vl1Epfpq8hJamQP+ZjvtTZK/nBtNDDymEvWAXx0QM2A
7Bt9G5SVxhHaZLop6VEOdHmA3fGYuqi2ovR2X7nbJ/OPdn/lUA+9SRbBi4Eeb9NAXGcJg6O6/kZ8
5wzT3+nn7LHYKvt4rZg1qxPy9lk2SwbWE3otpRnFm9o6X5uM3ghjgBSvcerWGk9eMZlgS269jmxE
aSxMXaZAaiNbv2zDqoVAdQ/Ob2SGXcNUTtpHDwDoYKMfmOmIm8QApSHlWDllzHotgMBSAXJNbnZA
cyEVIjUnM5k0treF+2tpP5m1i8u4zZK8G3lIGyzhqLvdF1hQayBsmvP7bHLVY43ACCzon7CmccW6
txYPIt4CIKIALT1Pl+pHIc8zcUp7NFahpbVb9XMWS1FZIdfisZCA/4zBOfCF0EUEtdG1wsCyIthq
we/Kg8+V25Wb4pf3oNkgL5sO6YPvNCzC82XbAWwHShdzqEdfGpixan1Vh1wUlr7kExrrHc9KfolP
mCc0y2P7i3Es52N343Qu5FHHUuHEpAmCHECxIjpZmoag/9QM3drirR6AOXj9MVb2tv9gNp8LiVQw
q7VeoqYcNNQ/fPA7IU/tZA7XAdcO7FMgFDiOAFvi1hFglv6AwuKj2HA7FtT+HLbeaI0xUeBhGlhp
ugewSopaz6XZGSU7Wfijs0hMlpW8EEC5AHSW9anfwJc3g4ou75yABdaMeP0xa9Ge2hYG+l1Qyq8S
Eo0yUtAB8QYUuftg5RcRSPgUIqoemELKY1/061iXiNBXZ13pkOrjQtYD4zbMn/fk4nMpB9LFgKzm
xfl2U9fqx0zCm6tOcC5WjwVwNPWv1Jl6K9pIm8EUVGswR+v8jztgrj/BoAI3iZOHKlGwYoCyLfkP
rj3pISieXkG0xrDAxc2fcQbnLAcec9R9EHVKGUY1/NeEWlc2FYdh4F3GsVp0Hxg7EnRwZMwQIdex
35BpeJ7OHhk4TQqA6g7twVG2EuBk3hviPykbcBCgR9KpnPuCWXKp91rkVbEUNpBrhOJaLqYdqtSm
n492wILaWl7FvxrOfvriFuiiUZkaH5J04zUMX+TQvq/JfELoI4ouF7S8oHkAQSsVl2h1Efi9X8Ik
fcWtkfTwHsBu2GcuOIYPKavdY0mbS2mUG0zVYgrqBNJG47X1nZmw+L46LAGUQahaqAzCLEDVz7Lw
DerQ+7+/FDz+oJfj9YNGHY06wYI4SpLaVb3Zab9qBYzLbh06mGYxfEaUuhh/X0jSqYOaD8D+1WJI
CiW+A3degIxzHO1T/9v3YscXJTSXJo2VdcZrH2aAK8qaF77DNIOi5wcvqRkWf9uxC8cBBBcw0sxc
n2jrvjbE0ZdLqcvwPfEfQJEYVoOmohp4qAc0KSEh0vCMV+zSEQMiJOYJAfmNDhrKfcihJOtBWfem
7wFoQtsVUorpGjuvrfs7ehPozGxrwvyS0sDqBJ6da726NAL8TVmAeRj0OpMVlyfcxvdF3CaWZhng
YFUVEL/y6He6lqE1JVd0fA22+o/hGOGWcjvHKUm3Qs+zYWL0ygYs8AgE9dRiteEvy1Z1oKOBvlcE
3Pe1bF2tBiHUm8SMV1FLhnMGrN4AVPA1kpAmh9yH8XtSzWnvO8NE6i0zSl9c37/yaRglFBYKSR4g
H7mVE4bLK8wz6tZk5m5vryezDyzBPDPW++aUzut9IZPa03Doov8h7cuW49aRbb+IESRBAuQrpxpU
Ks2S5ReGbG+TAOd5+Pq7uON0uwQxitG+Dx2n4zhaWQATiUTmyrU6IGwgeg8e3wN3kiN0igvnR+JW
PwFmg/iFDzbNt/J263b9ekqW1w+EPi28gxjkrCWvLfWiQ302QlWJv7HQVfmh6vcjVBCtyCmU+75L
PHBa51QFDHx3fdVfDoxkWsqFynbUWk5gWmfjYdT8QaP+2D/Om7zWy0n/dGVIhiSParmuhfkMQxCG
+lUH87fsaBzILabfTIjvcORdG0H3K7vGZ4uyD4m2MUSqwiL4LY3vxX70xN10Gz32+9TJbpEsIWnP
H9SAvyCzZcdyY2e/dsgk+5I/5QIag5zCfnxQ7uyn6DU9VK+oMZ2s5ynyoXcJoVq3etbPs7IROr6e
nk/+xKQLU0vbYWy1OEESlTo0eYvzMmiVjfUtH+zKB2VSaK9DPohmwPJm8JTmHap4evnY2KjwtOpr
BFKIbKlkDVuCIF9rFdK2Lpf5RW4zYl0J5vvxWXf9SRV7lJhc/s9kO2g8LuJG41G/sQLbI8/XT8rq
pi5gQtCh2SoE9D7bLYcmUWcDmxqmUFESu7p4Dc2NPV09jcircHFhWsKWw65eRb3SLzYqm+L1bNr/
JLN21ypTuYd+wMblvLqgP8bk89HbJAEpDYzF5B8ThOwAnkRbCIKvSJ7la10YkQ4Bi4GZpBh4dQ3l
FBpeT0+C9X4OpYpaPzaYkit/ov13/Utt7KLs/rGY7UkLYRN5du7Vqbg1ezDnJHah+Bjt7f/nXODz
EiXHyNQwH1kBoLVKHuLwvgKmZisD3vpUks/HtohnFnF8KuuHZTgEfVEWbcTL9YMFoXRw3Wk6SEOX
H3FxsEzg043BxDpM+1bRQE93WxhOi9uf7MP0YPJnpkRuhKJDFFTmnZF6QE3o7VZvf3GIL2Hl4lcs
H/fiV0Blq5zYgF8x1geVODrkCPTaZ8lHPN6B+tYZ0F2KoeK+lW6tOs2FXfbZbgwAllY2sDuJJ526
erKfS+5RvhFFVg8EzIBMTF8kGuUSWTN3wsxD2FEMiJkaWIdG630YFh5E20cnnjK3UjVPacgxrjfK
yYubyHsLJjuQzUHDnEDO5PMaKyI4EucCbhRNaO9UfpJuVQCXbfpiYpmfh8gy1Kdkfa2Kg6hH07G8
pLKOBgMPrIrOyUi+Q1r3EG3d8V8HLxBeILH5f+Ygsvd5RSMGmYtJB/g/hWIG+6ccNS9Cb7x5LCFA
V+e1FxdBlg8HJIz/e4y5NCxtJdDFzaRHMJwLaHkReoh4HTA9fOyjTUnP5br+sqcYCVjggWDUkdPD
tGtGyBnBltVkkYMWCwTgZyc3U2+ieLmVo7/8/+uGnBMt3cP5vNnaIBlZ3+iL3yDliVU3tHk64Dco
TITPNVOGm4zmiifmAu9MtdS8QYnmXTRa07Hken2XjfWutaxhC4mzvhkmNJU0QkGZJEUpLU4z6Jng
h6hUuGHr9R3AGD+VNkhMABBQGoOwFjYJcJNxK0KuhQj00EABaGHSD2y5n51Nn2w7G2iFPeDfrQT4
jF829HFN97pnrcV61PtAHGNBPg71gs9WhDISpSjrJc8wjx0t9nGHIvr047qVr5UCnByqgshrYTFh
qhwLWFpyzRJIo/QeIXYMrdecQS7SbEs08LtUfwkJCUSbhW5oDT/GsvjWNOyhMkLb1TLyErYG2YhO
q6ERQ34YoATrECBOUgjuUwUXUw1K1ASD2CEJHzlD1XuuXGVooYvMH4wu880x86MtFe3VXH0hNDNA
RqTBvvxp0ePviZLCdHlf03HHa+NHOiVO1j7OWutpUfyPleBZaL/0mHnvy/dW4BYaav3QmAkSNd2h
9vv1L7ScKPnU47sAcQbJA6SCUoSZWFNV7YRgzUdxTPqHjEy71CROiNZ8kfdBmGwx067596VF6dlQ
9nY6TaBkdEsxVw5Butao6Ts3W9dUio34uebll7YkL9eUdh71AbYSZNP2wB1WvpbDRkqzdhldGlnu
w4tcojZBe6LZMDIhPgpROTzaKfYxxEN+i8p+7TV0aUpyoCJtu7iIS3DttjoQn76dOox/D5PI0/HO
g/I3mLQ3YvK6SQO4AbC7g51k+feL1Ymh5ElPsTo1rGBJuHWiHyYbjSFqn0PaOGZ2lyjzBq7136GT
L34JMUbIci+5u1yWSsOOoi+F+GTs+JvhTg6esafiljipe6P4kxse7NPoYVDFy25Lb3bCZ0jPGofx
yJ/Db9UvY+Mbr+U0DBOcpk51AOdNyZFAEm1OsYagjHoRCFKtM482c7ZVZwXvoa2DxAH5kxSYijyb
TShXISQ/GI9aUBwjv7fRadEDcxcFiVcODkR2rx//Nd9dPioI/EEOCjKYz1+3KFE7KJoWCQZlU3mf
Tf2QeQmipunxtBxcEbXmY9MUbIv0c22x0BA3YRV88+BA/my4LjPc9YAuu9l0l5CgzaHms5UlrkUa
C6VYC9TsgLTK87JqOw45N4fE7boPZT5H8Qu3X6gVXN/C1ZVA+ACfTENNWI6gMxunFNcpDojFn7qu
fxV17FjD7F83s1q+s3CPLoq1OjgcpUjd2mEYqSNGmlL71ox9mtwMOdCju7q7V02/0HyChxI9af3z
dcOr67uwK8XreNS6eIjnJYaiPpuIA6kei2xLq2LtHrpcneSIIuJzlA3YxZgZpVsT9s9idG9zI3f1
MmcBLzvNq/J8g5xi3a6JlxLoB3EnS+HNHPKKNC1WN/MMeALrpmfUm2aQ20F6LNeUgNLf1/dzLZQg
gvzHoiE9JsI24z3JVYSSIgLDzdnutvrrqynOpQnJVfDCMyoawYSF1l/Z4WT5cXQfDW8lxTDzXoe8
GhQmry9r7Z4AGEODDPHCMy5vZGiWZjMLE27SF75lvg95AULOwSN9e+YgxmyN7KQO0+H/y6q8mQbu
96TvYdUa7+byTnT3evxaK/eNsQdCozI2vGXtLFwsUm7I2MTuEoXA3CCeivQmJgaYlDfiyZpHXtqQ
zlsBOmQa6bBhJGirQczZiB1dSaEa4E2tP/9Nfe7SnHTwpsxKpkqFORZ/pDk4uka/7ja+0ldIi6GD
uQT3ONx+odWRjJAkaqsGiYTbTWnKgaPvo3fI6dKffE7swC60/GksrOQMbuwaVKN1pNxluUrRDkmi
4RRXaXrTYlpuS2Bt5XPiOkf/H8zYporGyOdLyMptXrZ4Xy8iCSHUoqDVZPVbep5rpxHsAYaKJzXS
B0yKf7ZSg8i4ID0KhcNQmSfFqvT7KDNv0hFU/Gjw7aZeHzzkcLdoDU1OLIrZvX5I1pYJKkCMCaE7
SgF/k34AQyc9S/GYDa0ny7gvrL22CVpa8Vp6aUMKOaQv59xGzdxtwfaWJLNvtIUzzKrHwtpvuXLS
W+bEPSagNCjqEttNst5Rc82BssN+ylNvJDpw9N8ZaoLXV7+SBXz6ZdJ5shik2JulcFpHvk1ehw5n
6BhtdbhWojqc26IGZs4hoSMX3GifNigj4FWp17+T+jmuX66vYu3vE9BmLhSByAHkyEMLvOEpw9+H
FijoVnMXF/51C6t+Cj4DTIzh55tfUrJorsLWjPC4KOiN3e7HxrcKN2XvBsZkwLs9Dii5bDTS1+oD
qDf9sbm41cXroo5NqvU2xEPIk605mOZwNMd4B1ryDBJZ8dqcbM/YqP2unQbQD0DiD+QX2M3l3y9M
phRTgEaxPNeUU0p3Ch5tm/q6K5chvbSx+OSFjVpTQxB5LcuqPE1Fjcibs9uQv6jQYtedbisF/YrH
RHxF/wNoQQ2J4RduKIhVMa0Z8Tzp3N5TX0bu9A7aIK4FmTF+su5UdPCVmxYcxFugltXdXMR2QQy8
vBClPL5ppmgRjkD9QDsa8bEcv1ubM45LGJbeggCu/7EhOQmUCo0uj/AwUnfM4fvI19/DUxfYu9ih
j6BK26gQrS+JImKjbrWgSj5/vKwyeBzPWJKl4Vb4OWS3U7thAmictTXhPQ3lIbwccKY/G2mhZzMl
XBFuqvDqRcX99APCfv2rYWXlvitD/Xva5PYh5EI5s1y0R5FpmS+gJLMPCzU+RKJu340xVD8qUYR7
VYvmQCgm5nLwoCO7oo/CYIz07qjSuYf8Icvn92TCGBuNxhTuMRpq6SiVBcqtSXS3LU/hIw0tXd50
+m0zMeWurgBIdFRrmneVVkUfutDSW5p15UNYNuPJELy9T5W6Q1UqLm0gGTJ7DHgHgq5I1X9Yc9IJ
H7OEoe7ouGafu45z3Ao9P5usBqcvN7mY3ZIABQJWBtZYzlxMzWtLE2OHjRsecaVEB82sNB8TZvHs
dJ1l7OMSfHJoTVX1iROy/DKM3/WWbXp61eU5WIRigfm2YggqataBmg82Js4Bx96jVTAcaJjxyFXn
mLxE6WwdBwrRTYwO5oT7mOieSky8qcZJLzF9Fw32KJyyURvIVmMTgyHDKKZZz8r7qAG/uu876Hd0
GNqxA0F7vstmm37L2hiYA1VVngWuuO9zaIV3TTkYvqLFpIPUlEFSh7dsMjySRkbvA0etvZEZsuhj
NNKbNOu0D4zW6v8YBVfvB5YKDJVpHG/KUM9ST8mL9C1LKMb2I7tIf+WhOR4FUbJXofX9ocg10CkN
U3aL/3mHWT0rd9uUkdtQmTQ0YEl8sEZd3OrcrLy6mCEtWqEt9GZXOn0Y8sgWjt3VBNLEhpUOQZhF
Ubrrylg/FGArfsCsQBVgzsTGdA0h01EZ8uE762PVZ0qNppKlFNFu0AwVUBpupvegJ2/OaVgJTM3a
S5pjj9FTlGT5Y5HPtPBEGZeHrqiq98igMZrsWj18GL1QaifVptk86nHafhMJUwKB0ZJj2KnkOe9K
Eh6MIeH7LtHnB20gOQYhJ9NVQoU9mKwKD5iiNdG6N9DD96uuCjWH5mieuIZIpn6XNs34kJb9BAHG
1A5Pg6lkexoq3T7kpQIi8bEqfuQA6jwT7EvsVHGtPEWa2eRezvr0uRDG+KRHrfbdLm3hRqkNqmxR
ivw5J331YaaoPDp6Dgi5Eydx9VYMqf0Q2qA9cvKSkF2nGNmNNYwAaHT9GKRFMzzr1aTXTqTUxe+x
H0ZfA+LhWacc2tuphaayk+nFWPoYEY6fSBKKU8bNGLLAeL8+65OuBEXYkdhRCzUF+204Dq+kjsDl
nWa17eQDpTcD+MPOEWlxgAvVHHGKwLkVZ2V/MwyJ+g5CauhEJpWBn25aYeZNfcHOWY3Cl6PByw5V
yBWEDlon045D5+lo1EpyP4m5g7yCEVeHCoNXQW62qKubMwTdmtYcTwpyr1/A4Q4vJbhZDpmV2gC0
oVmAudPYz6Opir2yLuqPyArjM6Jh5yl1Nv1gmQ52VoMoeELmY4xxpRLwtHmaohvec7zu7ImGO4Cq
s6cR4TpQRaMvUw9GdCjssgosYiW3RlmIRyWc4j2NiYnjkJQ4SDRu/YjkIwZq5z4oZpq8Y2JUcYwp
7vxsSth+UFkPisXI7L26niCBp2h6UwUMFIyBMTHQShrV4HORG37RJ+awKymtbdfKDBMKHkRrbGco
eNV6OjClMeoWNeArZgllDqc3SO53jLfEZRFLfKolKdhHCEqpeTMqM0KYWU/u3BhzCbaxJvkd0xxq
pWNRta9VYYf+ROrynRlhu+/jNAkmI23eSaS0+wpU1m6tdK1fs7oExQ42Pc6V+c3QOvX3YCSWw1hS
PAAmxk5RiyFZZlnzQYMjvnSZAkTa9ZRyNfVeCmMq7m+8s+TkwFSbcGpwk2a2X1UYuU6dqfIssLpd
t7N2Y5tQcsczC2BrBLHPl+mgC7wtE2SuJDzqyj9Q+rDSjTL4loklP7/I6FRzwuTXCBOd9WT33Olq
T502uo5bNpZ/v7BRJHUPzhZkplbxu0r8pLgby8frO7X+Rf7s1JfE1OpwGWEZJUJFZb5ZxfcQ2NV6
q7y79ly5/CLSl+eaHkfUhJ28O5rkRfT/eyGGXv59KSWEIt9ghwa2qsr8Kk7dxnzVrNfre7X1OaQ8
UCQ66dMSa2ibo+jeavspCR+um9jYpn+fZBdf3A5zRrUaJnTjW5xW8Kr/lc0NDwPIrZoM9Q38N7mn
MKldMqmgxXEz7chHCBtwRw23HnFr+fmlEelj9CQdmNrCCH3IPqpzdJ73iku9Lhh6TNaVH+r++q6t
vhovDUpfJkkBWV3IfjCZpeFuu5/39/0NoFf3ZPdie+pp65GzlqyDvXOZnIVODQhiPx9M1VL0ym4R
x6YMeI/h3lIeOvM2su6ATr6+tK8Tw8tL7uJdIFUriJGO9ZDgXWA6gLAG9bf2cDf4keXSnbinHoOq
gjN8a4/UsXfl79zFFfFiaM5+QGHFv/5b1tAYn36LtOyYK1NCrFC4PXmceaACDqKxd91+W2busHQF
YsRTYPTBdbtrhwIQZRvId3SHvjxmwTUfF9qCGFSaXTVmTlrXG7u8+jy/sCAF86gr9che4IJ2N30v
tV/gAXNsNXQoQceL/wSh6L3Rbum2r9ZXoL8FuQ8gIkxNbnk1oiGNJv79tDq4Nx0ThYc95HIghnLH
f1zfw01j0pmsGia6UYGxxEJtjR/MPuhw+C0z4PF+5G+h8UtUvzeMLs4pP9QvVyidy6IWKP5nMApJ
ILKvf2VHlJVd46fqYYJ5l79smFvW8NUcHhsm+JrR55MuGUOtqihUFnDJQ30iXnr4wd3otnVY5nBX
vw+D5oAmhHWO7ra6VWsOBFzWfy1Lu2vXcxyFi4vWaVAe0t/RSf1Zv4pNRqB/BT+vLVHa0dxOeFjH
MARWX1B+vQbzjjug83cMh/7Kbs3H+Aeee2eMMNNz/WJtnJPVKgUQPGA5A+0wwHxSlaLBo043SnzQ
2+KxvbPujRKkVhXSLBcz2674XtxPN3hU21729jff9sKyFAdNOy7seHGl9ptlOndIi7Ud9Qhzip9W
7ExB7XCvueE/xK7PwceyYX3VkS+sS5GPK0TJkTgLt8IkvBPt7zTmpK+Dh0HUHQ+25lDWrhcALKBT
ixx2wVl8vl54E6cY9cRHLsIz585Ag7bcDc1tuNVaWstoLg1Jca+f6snuF4CvUj939TcSHTp1w2XW
gvelieUnXGQ0ooK78iW0zuwwZgAuaOQvUhq02dFPIsSGnLx0JAobVTt9wSnaw80wYUjJt82NEvGS
Bcun7qKZIQPktSZrVK1Hy0CZrdNgpceWJ55WcJeILQHotW9/mVpIn6TCMzTO4yW1UHcGRn9ryzHo
w5zsCtvbcOqlzfNlVSYIvgC7gEKHrLMu0sykfQZT4YO4Y5qP+6c/Qp1E98mv8PG6sTVPW3iK/8+W
nNjqWhlWOcjQ3V7zLOM8G0E//E3uzAiq+GggLPxEnz2tHqmeaiHAdNBDMG3QdG4pZax6wR8DMtdi
mrcFteKlpdO/5ENA45si3FGykcyu7hQgzBglNDT8RzowTOV51XRLq4DthihQqsTBEPb1r7G2EhCy
YLoVKAcQuUsBpihnC5O0gI7Ece5kwBLRyUmh4Sf863bWMCr00pDkzaoiaiNrF0NNW55QEE6OOQqS
Pmub5p7VmDqrewi29BTDhqrWeHQ2g5Ry4nYG38q31k4WmnF49QCBCrE56e5KWzIXs45HAksCVccg
VvwYqTctJu9GbQOtthb0Lk1Jl1Ve6hWSBZhahnY4eRjiLSjTugUKMD0SHarJqQ5J04yJpc3SNruy
OJN+4zCtegga1P/5+3JCk0Myph7x96v8l+iEF+WodNrMJ7zcCENrA3P/slqA4FAFSEWe6IIjArIB
rmbX6qmHwR1ko0pgRplTot4MWmZgrZmjR9yPkuKEoaTzhLr93HSoaoMhAvPzZFYdPtj7Tjt3oY2i
9cZeLIFDjpML7cZ/fqDkxG1fdHO37EWnvFn0PqbHLPZjUHG1xwo0gVsAy9WtvzAnBQD0C5DscHS3
EuA9Gt6CYXJy9WIfobh7/XiuhZrLhS2/5OJuzm1hKumEhQlMLJCXVjmr6kYEWPVTCxpQSMfRXpX9
dFDyRR4KeEKhn+JEQ899E9y0vl9/TEiuOtHCQAMD+wWO68qNM7c750Hkg87bo3fdQfHy3/y5e9qk
A91amnTf9DOLwWEIu5hg4+f2XlccNF6cX+pJ9xQMCpcg+br+vVYj2J/NlPkweJ7aBdCZQPxx1U2b
54YFefotbU5KtjVdttpBphe2pGgZDmGbxKDPBEPSfCI3xEN9/Wy7pc8PDVRcQZcGij8T6f/jvNEL
3dhXWwqeoU3rodLhMjEv94XgJ2qkf3HHXi5Ouv8aok+jCLGRNu12BRnQecidlKUbzr/1vaTAUfVJ
bWig34A+iwJsi8Py3qkSz+ifBpF6131j/Sz/9xTIRGtTqepTT7Fremt4tHjJaOJQa2Pf/kVZfw2F
f6xIEQOTt0ajot/jJq/2yXgYPTsIMU49vLc3YZAe+8fJ2XKH9ej7x+SyyRdBKlQ1zuwG3yqCMBHm
a+rmdhpuK4rCG/VybWeT4PpOrhsEqh6JEXjR5ZCldZSPZtrhxfJtgHpwckru5yMIkN6um1nPjWwI
+Zog1rW/jOSVYkoGw4AdBo2X7BiOdymmx3TtjQ77DjANwzE0F0g5B/iijUCy6iwLfB+NV2J9mbnM
xzlBcxKm4+aYd7Grossbi93GAlfd/8KK5Cy9YIkZL1YaHxirJ9OZA34s3/LSj6hb30yH6km8KIu6
/dZ7fWt9ks/0Rj4pdLl1bGsn2K7OGoyM/k2YuliddO1UOZ/N2YSNMYuAlkfw7zaO9GogvLAgXTDR
UJZcUWABn9EJFXC4bQ19fSV5QnUZA0iAo0AJHZj/ZSMvDlcW2vqctyOQNO6w44+pZwbgMdvT16BA
Rae/pd94EONSs4Lm9AIirv3GQ2Rt+vfTD5B8ZDS5BXQrfsDo3Yae/ZPf1AeojtGDOBNH8UAYeSz8
6365er4v1iw5R2GCf6TIMAWQW+JZIAdysmxoTpAPh5YUmdCWTKdHwBQ+MI1wuG56c7mS0xCdjy2t
YBusyT2GqT37DhxnO/6Qv5m3LHaVnWE7ms8DtuFLq9EG0uGokSzKS5BI//ylq2RohLV8aW5GD5kF
Rh77eWgqtKzLU98wcGSqD/X4Y25fMcPqG8qWNtLyIeWbg+mY8NDAsAXIqXTlDko26LWGlWdCS0Sg
skndG71i/rLTEtwUVqG9XN/rtRgAx6bAv0GjDKPHnxc88kFr4x4LBs2qloCnPb+bQS533chaiLs0
IrkvbI+8NGAkJj85A25jnyIn6urnpnu9bml1/y6WI3ntOFZT1Hd4SZcjRPIGIDoAlgINvEva9+uW
tjZO8lGkQzQF3gJPS/sjisAX8sQ2Ja6X7PGLN4DKCDOPEK5D9e7zxzEApGiU5dhXzJtPBiiGs5Py
j3kcnrubeHd9Pcvf+mrLQn8QqANkfZItXa8qUMNioiMPPxgIsBgwbSVQThAltz+IElTRj+sG1zfw
vwblGQQr7TDJCLJ4PNqIT0fAPSl42QGsum5m/UiTP3akFB0qD7o2VYudY927z43w9F9g+OyB6Yxa
RxPe/8wkh9sCaOb/7KShf/5qZWFqtZ4vPpgENPcNw8vTJ2JshKq1a+/SihQpzFwvsq6CFVJ/y1DO
LzeKuVt/f/n3izuPcTqPUaaiODO6oo2cQWylV6set6R1QN6C3EkuFPaiSSHYqCHxYU91O7lifK1V
A5AooLkOfEK7lG/4wmocwmAbBrhB1wt+sM9ritqCAf0Ai7Z24qB1zkWQR2Cx7jRUEILrfre6fxe2
JC/QrVQxzRr7F4NpR0GLn2yEutV2/jLq/p/VSB6QW1Nu1CMsVBi9EseyfiqixxrEjNWuA8wNVQRx
1KJgADBPwwBTvpWULCv4EjHQQ9RBq69bXzLzcMioBtlJlPtjDbKLGeunF4MrgM3VwipApBfmaIGP
1WPKaHYHrqWkcBck5a0GNpPaAeJs6+SthhQMp2MuW4XUgJynMT0aqiYk+EX9kwDj/HBsbf/6Z90y
sVxAF8eCZPZU8dRAKijYOelyyEGJc15nG566ejYuViLdY7hceovPMNP0aXtjMogyh4p2FOMic2mK
o2Wn0DAW0Y1RFVv1rtX0C5C6/26jdLUNdalN4BFO3EdIuJh3uh++Q6wh36s35AESUb7+iOC533rB
rh7OC6vSBTS0HTf7clkyWbi0gzp5KuJdAWnWrVH61aP5x9K/pdaLbyhE01tRDUsxpH5qA6p2W1Tr
G14iBxpGCsbqAhZSA2+qMtCBljayDWzd1jKkCGOPWgnsLz5Tr70ySIOMT9ddffWDWARS7iChwGTL
ssiLbcqFyEezQjuPozyvmm4Gjrb0VgnvMXp03dLqoBueZ3hnI55hrFlaSpJqIoVuLK5Ma3JCctP3
v9MQ3PRnpU7dFpJdZM+y9ym8Lc17DEJtWF9bKBody9wCCihUTn1yI4lnXqAPMTzYgbErHud9kTjG
ofVPYFQGosg51W4Hoe0N4OK6XUAELIgHIfle/v1ig0Oq5EIJAWPDVfhRxxiaHb9jJOBuNJ8JCEiv
r3ItooCJB4wVGLo2UKT/bKwoUN+wlvEM3VDdcb7JxI+RWI5ZuHF+0ydesyVit2oQWnmL5DvF35YM
KiVSlBLlUUBpipupeW8slEHHc2yB2jeMnuds8iLwIlxf5fJH5TsJSYO10I9jVEnucjPUa1iuYT4+
MTDEkxz0/mbqtxKXVSMg/gTMCsOZhkw2B33FDk0l1NpqiB41IViXY3XXRNS/vpZVIBkwJDaWg/lg
U4aR1IOe0ARq8m7G01sIN88TCvd1cyaU+hjGCuIqvjeY9jgJKE+lH9etr0UXUDdZeANDNxftwM/+
Qu05p5W9vD1Au62Mp774dd3A6i5aS4UB5x1jpJKBRDeqUSVIH1g47xbMa6moQQTI3nUzay9C68KM
dGGrJLVAw4AsSWcg39AxRpYFnXgy/oJzil7akQ6zVmhDDw565MvIYTnwdwlAnRrYWbawjqvn6mJB
0u3MrZB25Yx9K3QVnDcfABcZ6VNr3HXMywu+b6y/QI4gxcM1YC1KKDKsoxw6W60rhMcoOU7zN5Xu
tfovcMlgIQbYHbQlJjS9PzubQgQq1QpqoLYQkNUEBSHu5q0W2JpHXxqRLhmazMKIcxjJqHWv0u7B
zh+v+9qWBfJ5GYTkWTFliD4VSJs1qM2nG59i9TEL1AbkeA2UIQGq/WwhUSceDTVOZWO9qQVIEG4m
/UnpXkT8AFXe+Fa5RRV83npDr52hC6vySy1Grp2aS/1mSGZMQ7+2NXNKy4OI2/X9W1xXjt6XdiQ3
iGp1GHMI0rlaRfMd16eHfnyrZ/uezj8zEJVAfOjHdYtrQejSouwTeUKKpMBhSqBuSZvMJd1jUvnX
jWxtn+QWmd7oUR1iWb29m5PYmalTMYfEGy/2LTOLd16kEwVrBjIymCnx4kzHycnoj3bYl1s03qsg
2ctNkyK3MWkp0wFHcE3U9KPpYw7xwW7D8rGGIG6UlNBa15HJ/QWYA+0miOqgGwQeMBlObosIo0rL
dZj26rHN2bnvnq9/qLXjtXS0bBv/WcKdFMRDsxhGTE3CBKvO1VIWKGeHx52TCYLx8QrlsCMjuTeY
38bom17+BYkdsCSQk8CINbh3ZP482ndaxnVcIiq65UOxE5hvUL+bfOOcrXj9JzPSnYgOR2QkDGba
FqN77XjXGtXvNt9SFl85zp/MSLvZdnPV84UkJm3ErQGiPIZp14eR2bd1AYkOlAeuf76Vm5Hh3Q/8
BCiFvqIoBDRPK9Hgqhe0ejX0wo+733EIVrHhCS6FSbAfNtS9r9tcXeOFTek2VgxlMKtWX0KWV89P
dfLgOAQypKLdAEutfjO8E5DXgvcdfCCfT3fZ1FnEF0PDVOw6Kw76OTtWc7TxJtkyI62HjHXEBhVm
xnZX0XvRBGm8v75lyy+VojxTLUh7AHCKwywjmdqwKvMEI49uP2AKhft2jaoVRqszp91qrq6uBuQP
IGpEcoYWx+dNs1UoO3SLqTEevI7uyQjV8q16yboR08JfgyoKCHo/G2kyguFW00LVCfwS4GacQDVh
Rhs3/5qfaSrQu0jFsW0y50oUjboSdQoQ7ULbhTE6G8IA8bwxeXYPEdF0ROGUFxtfam1lGrgRLLyk
EJPkJ5wYKB7GZQTS/dZSXbvOKo/Z/RBwMm8sb+XuAiftH0tSRJpnRjFOiuXFtgHqJeMEEYxDlMce
bprDdfdbW5QOpBVGHtFX+fIQBpFlmNoJisDlSP1BBVe4oP5U2xu38ZqX6xTvUPg6xStOuvQr1tlp
wVECspPc4dPOwC5aN5Q5kwiuL2ht7y4tSfd+rGQzqKuwoFwJwNvoUPajt/2ePF03s5Lcskszy75e
pBeaoqsRlgsz5nzHBntXFOVGAF9fCcOzHUcJMkPSSUqzlKEliopWlv+ewH1lv7HOH8y/cQAw9f7H
ihTieKKRKl6qxF15X3TQZvbHcXd9r9bm0RiISlHZAW8TPr60WeXYZ4m60HplGOVLf5Un/jgdnxU3
vRn3ZlDf8AM7op97B3L+M9DLNw8L1cjWNMiap1/+COlQ8Syzu2H5Ee10Hs1XpeOu2mx8si0b0ier
x6HGjQsblhEY0bdBA0v2FqBvLfahIW8zULmDBVYuXY2pnoBLGncSmC9+lFl86kl2kxARpGnqmpXl
WBqkdK5/wbVcYhmUWKpzYCCSMzETQ1lDG2FdvC/BRXMWuDaqrHCaOnJp6YO9Y9iqXa1FjEuT0ufq
Sz2NShURo8rYGYg4Vx+yn32pQZbZCnqWbQT3rRVKX86ogYwOKXZ1KsrCbY3xIyyV5pD2zbeiV99V
Oyr8kNvnDHjkjc1da11hQkAFu+TC4YL/8zmWiD4WVTlhdwEhCwjnB3Bru1qf+z1r97hsUI0UHoiV
HvueBMCP+lb0oSrRfRpvxIKvEQfULybkHKDkg8xKrhcOKXgcOOTT3LSzQTFw4OV3YX2jLLjuTese
/MebpJCjYJ54TEusd2bauFNL1AtB8fn/SPuuXclxYMkvEiBP6ZWSyh3vzYvQp428o0i5r7+hvrvT
VSxtCd2LAeZhzqBSJJPJtBGdXxDl21CFH2ql3cTWWkXlfHGo0mCqaG5dA5SLDJYTTYU+1sr8BPVX
iNaMIaNT4rHw1+XFLeUpIccmmj2PMKEf8PQ0TaB+DEDagrHT7Rs1s70xt30QQG0bJb0qsg/ugPod
oB1WNO4iS3y/LH7x2sz5QySuAZFnGKfS7a7rGCCeEDNV33lW4KYkGz3q4El8wyDciuYubumRMOmt
NSw1CQG1jVwY0ORr+zWbsr3bRhtL+ZdgBj/337KkTbUAW5HaDMsaY6APqc4VKQnccbITQ3WXctVn
MafOtDqLsrbC+e9Hz3yJTwIwPOTGab0DlLCXWiDiAwwFAKhvhnH00J9+H2F6UE/VXSj4U1HbdyTp
OVV4vm0yQTXQJvzDEf8xFzJKHKBnctaL+fqgYJDHGzfybdMH7Bodvy5LWryoR5Kk1feEAVUxxurN
4dM0aJHvchS/0CQSzrOi3YrqLj6eR9IkE1yNgAcz5nWBGY2q43uI9LQWrensmhTJ+MR9ZilWPmuS
hQGQADApFE7wyhEtviZHS5n/fqQ2BrdErM0WfRL83XD5dSxsvwtfMdcYmHYSJPG3EsMxl09rZWW2
FN6Bg80OMS0559x1H9TZ4GBItrXCV3ycJc8XpHWIgoB9D/IfSQzJ29pyQfTpRQTk1am9A6bS9l9W
8keEfrp9GOxJhkiBXWm76JCSGN388Ws4TStiFi/30UokW1kZvHL4iJWYY7RnbX2jdY9a6aDHZ5UG
eP4pOcqHtwaQUEwaoqlM2jTT5a1ixC6cT8CrDwOdrMccqOfGKzHfh2kjwjsLDO4moC5E0K5N7C4V
lNGr+0e6tJ8x3PLWZFiojkRaZT7Y8SF2vL6+Al1NLr4AGoRbAIbATkeLYB9cPsxFI3IkXNrllvSN
YHNCoEqAM516Ewi7E+FHxUvpUnMNxWcpHXuyVulNiqK4jguEtF483VpdUKPn3+q2U8Lgvj0aymOu
+8MaDfCiIs290POFMM5wOxU371W3gsw6jPcl60Bk1galo2wFlnh5Nxff9xmWGRhUJlKzkiJ1o1WM
oY7UgBV3aEnUAkWY2xyBzGS+w7f8a4cQyPnwZlyVqED0lGuuYxWZlmJWiCsM0lKW5T9443aeHtkJ
nXTr5fLaFhPOcD8xQQgsBhDqSqoSVa7TqhbEofHRBFlrfc3bpvItHg17wNraW2Eb33nStHRwROUb
A0gH63B6Au3qGr3Z+T7DFZ5h+uFEodYsG9O+YoZAR2HumU4f6EMOfILMj1uT5sZHNJje5ZWfm+5T
adIFnTq9S1MGaXwCPrmuBzm5b4a/TmbOQoC6j5aAOSs8f8TRo6TH2RARN8HoatF/7wd7uHdI91Kl
vFpJ9iysBsqCSr1tYFDFkuuXlqnEA9zg3HOVzxagYyIJ7DWIgPMX1pjbKACErKK1wZHTjJoY+hyz
Zrjm9lce7qccVDp7RgBTkl1V1dvw+tcHNPf9gHMFGRdkHKUHXeUq0nDRCJLRMVCcneU8TX/fJWUc
i5D7sGq9t1RSQwRrbvLoowFRfLn521XoBF4JOotMXLEzvh694MYAhz330tw9mAJcFw25yVczFAs2
GLXreavm/qGZ3vZU03gadWDl6FAGSB6d8lvdPVSgOho7D52XcRm0ijKX/C6v7dwGQyaS25hXMAAf
LzdQKI4eJ1UImWnhae1T4jAQLO2rfg2Je03O/PejW0R0kUYABIX/SDwunsZyQ6Y7Zr79/61mNk9H
Uuq0B92hg9VYwPiJHQzca0+mit6W58tyFq4qdg02d0b8BVuIZHGbJAYFJp9Xkz/13UOp3jVrvIoL
lvREhPQgx1Y9ue4sYiBfEdlrzI8qNCT9mtbqeOeOKe6nClILzMWhAVduIOMAilTGeXhjqB8i5j6q
jlipOi1KcBBaI1OO10lujTO0NA6TECU1wTyevpnGSg/jkm6Bis4GoyaSFCienJ66iOuxHX6Xz8hL
a2yMsKJZeFdinPvyqa/JkWIgfSjR7tojeW0XfpTnNCIAskU511xZz9J+oXiM8i0yvwADl5wVwRGN
1DZyy8y906ufea+vvJu/M8enfjWyAkhMAs0AyELoyzndMVshtTp0iObqa8xE7T/1iBK/CcLPdjsG
BVXp641+MDZWgInTib4VmHboDpGPXAFFNgR92t/CIEKnCPiqtpf3eAH2CJ+GQ5xZy+YKi/TcMsxH
lmOJcExYNW2HZ1WENAaqFMZYKKtuXPeXaacP3BCbLH1Qu3aH6umz0A1f1RgAliuYr2Yt+F24i8jt
gV4GTw1gQuTrzkQetkDYRIho51fhJK5Yom2NxtqMuJbjtIbptyQONLS4lSgwQKOlLagq8AX0BHrG
2qn+GEkI7NBicojuVXne5jQdNRNgaaKxdqVSYGrVNDtCp4H0hwj8soErptyhABqpSrB7OjPIctq1
LyFyw/dW1ZmWf/nMFqwhnmBQpaNNE+l1uawI7NqJG0qfe8m0G803Nb1ma01RiyJgPmwVYBhomJSu
eNzpGpsIXvlueEIxb8yu4U9fXsXS84uRmz8ypOs9WgDaBqY6/C/2Pn2aOF1061o/9eRTdA95xKgl
ihWZy8syYHpdTPoYsrI3NRdmhcSUZ7F9FP1KQJRtfLu8rPM4EkoLKtD/K0J6eENNdQocOmA6w6BX
dtmv1vLT8nZyA739Bwf2WJR0SO4Y5bEpIMoFKXWk7frkE1W+y8tZuBsny5EOKRNj32oqZDTJSJOc
muR1dArqalfGmpVcMPcnoiR3TCMNC7Uaovrqu6Yc8vZXPXh9tL28oHO1c2CIZ6dPQ4UI1kUSk6hx
qwjQQSLyzgcsiYONC/QITpL8zGK07JK49vHwlQHcp8hvSM9+Xf6CMyXEB+AHMKgK/HM8B/Pfj5ym
ahz0Ouf4AK3pIor/GSWbsf8KlXaNQu9MF39LQiUTnVGIxGUUxjnHn6JLiHmuGb6Vedd5LtDJA47E
5WChWR4dopRZZFyxT2c6I4mVdCZFaSo0NIht0HII1PeE+GaW07gMafTXAJqSLOk0S8YwWaNgM5MW
sHUlDrTe/ctx/beJZwEPQ4EthRwvcW4Bpk37/oqtdTSeqf7pKuRQ1BGqO4UcOxYB0IUp6F7TaaVG
d7zpVmzGvB8nnsgsCS0bcEI0fX7xJeXTxywXJlaToUOciAHFOzxX7utkjF6bZPcFq+nYNiudImtS
JaOo2klshWYLjUgPPdgXavsaMyp01LxhBjmqNzEvNpePbVEJjxY6//3olqlxT1SURYGC3+l+XWnA
jBVPWdn4qqVgOmXNj1o8wSNxks4nAnjWjgtxuTWC6HNvdw9NO3rG2sO8KEfH0WHmBtN7prQs9JGV
2jjCsbfd6ioOiWd1RaDUAEQp10ZsFnfwSJS0JKCsuJ3VcdipFngC3+xhl2QDaiylx+y13O+yLETF
6LuBoyyH4kJ3+roocQEsQzh0rL6ROD8gwxT7yLHtmLk6vDT79Gf3YA7D/1fgb07OI/WwiCLKToXd
wIjRXq3Ng520V22k7kvxzuPmDpMkFDWl66ZQcU3y/WXlXHwC5kIhMB2RGpINczPkVZgj3wxGlNpP
G1DQTl+hFa7Y4UVdOZIiHWAFEgXBU0hR48RXRLdX43QjQLqbW9XKBV98VYHngQYgDAOQs7yGA6R1
FhWQpfBA73LwaqKdMvf1CHwHJnUiEH4Y1FzDu1jcR2DeoZCNh/zsLdeF3RR538OujKCAsfuaakbq
2wpfyUku2q8/cuRe+jFW+rBQOuZVmevlxifoaPsSrMWAYMFEssW+W64ZXFaR+XDOFPRIpBSUDo5e
WooBkTkOzI19vNdd4bXNZ6qVVLVXzm9NmpzZdWpMXjvYSLOnevgUKY+2exObT0iDRWvh9tpmSsFw
b5e2WaqQZXdNMCk+clN8gjPyWnaYW9L8DPHu5b1ckzgnAI4uewaaE7T8QaKGPj4OnovUjYIeOewI
NxvFyJc8Ge4woPPjstj5Zy8dofTWaqWWdE4FsRF6VYom92MgG18WcY5lNr/ncCWBXGyik0NupNBL
NHOTZIR3olzH3Str3nl7ZYAoSt+BQYSVu8LcTFNOw/TBUcEhhTFC64qIvQHi0Sj52/BK+hhpnxn4
W7oxx4I7+7EQY1BnV8jorQhZ3NWjFUu7mhvojusbrDjLDgYbgmbk/uVNXbSbmJCfS1fAKZWn6AiO
KufdBFuGLdS6H60ZzhBnTrNWb100X0eC5g851kvTCOu0gaC+5rTqQK5jvGr2iu06FwIGJoxgYKIT
jBqq7FuyXNNzNADDkCCJoYC6qRLmBsjCf30sp2IkC6KQJDIyA2cPrMQOVUUV3C0JX4OCOz+aUymS
7VAAbMA7jsU4k+4X6SsDv1cTfvXW59+qwCwHSXoMisJLkMdWnKG20tyG72Nyewsq5B1zCai4er7t
bX0tE3JuniBsHmOGsmnQbMnU60421ahEYVwZahCPT0bqOcSPZz7UNEDsgVu7YjbO79CpROmwitiw
syhX8Z7Z0y1pGeVu9HB5BxfVbu6++N+UmivpdkcGTHCOWJRi5F9l2ZtvmUnCbZiBQ+qypHPfEQVt
DN5gwAKDr5hGPL1Fea1MgzaaaHrKKnBo7Tpu3JqtTpsPpFkvizpHWcDUN/gM5vZSDFWezTyKttIz
p7DhNo6e9r5RnwaqP1RefYXeuYw2fv8eeeJLW5vl+52yP31KTuVKB6YhNHNG22Ieoc/OIb+e7ttg
uus2Dxpo0gkVtNwK/GcSUZc+W8HgdW/tVgkc3wpASbpLXzXPpqrvetV15fOgfzN+XN4Zff6CS18o
3UynqhioyuYvvIu38XP9RoLYc3w3wBdc1UGPZPZ0cKj+CNizeGvQVcC3cxfmdItmnT8yppMKaGkx
4APAzsjYm2Y/a+neLO5HAy/FinIvuLunwqRHKFH1qFImCNNzXzNvDCuIQBemouWXbcL6iYXBVK+Y
pEU1P1I96UKNfZeWSQLVm2tthkBnAwExekW7cEfWXsClvTRsTUXNDfcXZK+ne4mRgbCrFIIrVdFB
MSjm6+jYAT4v6nzBrtZ63s+bUXGtjuVJ6l0mIEJPgb7hldkLR/OCelvUn4j+PLe6UUZ0Im0c4bVr
KPFLdhe5QMx5IHIAWLhkOIZ6UOIsD6Exwx2YFZXEpXkUaKDmy9BFqb44a30qSzbRnPtTkHlE9Vcu
z7sJkLNGsAZ4PNv07JNUr0O4cg/Pm6iwlUcy5HRVY+m1zpmCl4uxp6mcfCG+dVnyaYL7lY3avVab
V7WV+6rTY1YsCrLpDeMbKyb5vEVG+gpJgdI8ifEZWGnf115tfTVh+VAM1UbD/GCiv059hFDmWlGS
LesESin536atJfmSQmWVZhVuiV2wMVXTABJtMt8m7dpK78mwApa5pEXHGy4Zvqrs6oa0WKqKbCer
QaFBfEP8MNoNnO2s3ZHuX4zPsUTJ0lWWkZJ2gsRsfE6b7VB4UVVQ1Bh93r20JApAYszUv8+0niqW
ZPIGYJ2Y0yx1IC8VoBzNNZ9rbSMlA+cUmtW2NQS05RTTCCA8ClDQ2zLB6EgVGEb4WiolnUrr8fLT
tWTsjrdTMgNKG9a1Q1yYAQNERcOTmYFWhxOvjn+m6T75+6zMvI/IkRB04YFrRtKXiWPcNVehmlHx
q+cdkjG0BKnMX2NE/r4Bf8RISqI3YaeR+QbwKd2F7XhjcjNQ9WYlulhyyI9XI2mFlfBIbQ2IUdvH
sp8fJWNT1h5Bw+3lU/p/mJQ/C5LUw2jCMY0USGJx7Q05D6zkzZ58nWzBZAVuhTmEt7wp9g1rrZtx
8X2ax3gdoMlqQBWWzJkztFo1mVHr9bnV/ywyc9jOyBT7siYgtRJF2D0qtdm+gTm38TsmqoNp1X3A
0mKNjWnJCzA1HTOlmgnMDXVW5iMvx8htkRAWt17RmX6cPtcAd0CUYJoBSVZKBb9rAbJLdyxrvrBH
ssLB6pKsxaoJEz5gJiETwqb0pcG4CHM/CmP0scwrbmXbRrc/CPhGVfR4dkN/rXa/FKfYQP33ufrd
1WIP49FbY1C2aRI+NiwFOwUY1921QdG1/ZFulxLXGZq+8c2K+nMo9z3b1MpVhSSuuhYLrEmSLpgL
6rw0LiDJcSOvIkFZP1fqe9TEQQVcnMvKv2gaj05dumURElgmiImRh883nAE7xMMQMZCZa1pYiaeI
Ny15vSxx0cM9PnzpusF7Uchk47pZZJtae0UEmMZXUtsLGVgrHtwR+SVBV4TOp3NJ4yRT7IJ1V3CC
PTXqByKgTdZV3r7lkxa0AEUsGadiThk+jA5l7gGEfCvyFx00QOpaKA5jvkyenW6MMSQtT1rP0q7x
4Hm9LSiYiqb0Fte8Zp9O1GLm/VEbPLt/7t2DrWLYdY1JVl/WrD9fIW29mY2i7nV8Bbm7sz8wvLNl
frpHY7NKTY/De6O9r+4r73tNY/oL5UJ1k/nKJg9cf/q4vCOLb+PRhkgHojVTx2BxWm9QALqv959I
YoDvrhx9oTZ7y2z9QVhrPZKLsaR5JFUycnkUuXGrQSrzCS03cUx/frq3CQ1/xAgj0fyPDQB3CMVY
J6a49spuWAu41xRBMn2JXmRVDqYSL2MUg8deH/tVvcbaY8xe6Lm6/3fQrjRRWSEBnuYWpACJrAjE
Tgfhnb3/Ak/9l0WNH6MXBfVbqFDHT/bloQs4RUPEh/H4XfOSTbVHp4Sf+euXcEX/5HyUaLnhdPNn
RYMG9HxW29YmzGLNqyI2vCidoz1qADPoPdLH/NCKBIO8aZGIn6aWmqAmDUf3C2gw6VXXau6NyguH
06h0zfFhGkL+UXVZc611bYjxNGK1j2jRFpsxTjFQoveZ61cuIlueDAroIuvaFTSOmzAKQKbdHKLU
4juAlhpXFZjPqdoo2sOgCvsJ2YcEyVpCzF0Y185b0fbhIWPRGFE01wofVwoZb6Ofbkvi5ttUGdxt
W7ZV0CgKxoIdUV4XGNTzkVxGi1nB+Etejf0htN3YG/SmQgbddcqb3DHduwpjuN/AbufcFGKqBdi6
HT311aoj9ia0zPJgxEO2sUKi+iV6TilIf0ykeFvjI+GZuK+g2oUPcvgadeip9CdexM9K2tkUg63O
Pc+7EUBDJhMttadJ2/HasTC5x0f7u4oNvIqbqOTIEAo18nq3Vg3auPGwQ9dhuAfpDQFybQr+HuG6
7NWZuvEZ0HvNvTMM8V2rAg4M/bravkHyM8j7Tv2VNDoanyumfnRcd/ddGeMXQ4cVm3okDci5R43v
GYpRhygz1Qc17CPDR3XKeenUjt/EzWjXftOo5Y9wAnV9GNsinIeujJ3mFDWaG6OcmQeBJjqb6jF3
yw1SWaagLAytAsWmTAwU5SB9pE6qAxdvaKMHM9RBqV7VeXjburZ+j0A9NqjdOMUnYVHYAmUyAl5L
S5iCxruGuDvVLM17Ncz4IS4M5ca1ec69WgXeO7PD8Zfd2qZXTWnJt5cN5O/0+aU7LEWa5oRMYabi
sug3ySN8wc/Uv88Oof8dABJb/a7aJ/5bf0X24yamIJFdkT5biEvSJXeniNvK7WZL6Wy/BJJqu/gJ
eCbTQ0n1jylwgvQBQ5/kmtyFt2S2m2tT/ouOiYsZYjAvowgrl5/GHNfajDKsnlcm5WNzY5uTE4Si
/1akzveMiWtS4tCsatxfXvqyTz5DQuPKARREfquTxiBFPQAlPtfaTWgA2bFy3G9Z3JgbZnR4GWwF
TqeCtKyaNwlVNCSSqqpcSTTMb/HZARx9hfRWE84qR0Xdy0NN6jZUhq2p7KdiCwJ1//J6F43ykSDp
Je7QuqqguNZ6ohFI94qso3UaXluq8iESh3ar+HGLHiBag8FoD/RRdIFKQY+SZ641mICp5P2VgRdn
dHxGnjTYZh4htPG74SZdQ89fWiWgCWa8HLi7CJGx3Uchh8lHXeQzNKbKvkqCd956s5lFHfFmrXXS
LK8PmThbNxygZcqBeBSDyLtl2FFbfY4GTNpfWRiWVoTvoFmNmJuk8RNtjWh6ybEAirmGEX8DXRJy
saJzk6jueNnCGJVocE2vYp4ENcLzy9qyKAbjryCk+D0JJNmFSIxF04VwpKtpxzKX2sqNzn9dljEH
OLLqW0cypAAIsS+YHnXIiEjdbDTGu32TRWFwWcrSBTuWMq/0SCPCcTREo0FK12P4M2toj3GTXvfZ
EK0EWcsKYSApg5I5Sn/y5Flil3WqKBBl9SyYerjZeEOcZvKattoDMMymJfJsMXN8szbWTPnSiWGG
D63WM4icJg8GITqO0IfNAQqLRgiMgSaqTY2oW8miLNlr3Oj/liiZq0lzM9H0CCQz5RqXzQeU6zsm
F15SJf/UQlzy3KQ1X6vQLe+sac8FM8wqQv9PD9HKEC1gxLX1arYLDZpp2w6gzbo36Z49DbTRwGO9
hsa+tKHonwHZKCBLUKuTDKYpRgXzI1iqazxa0JdiBOf5yiO0KAMNazYGCfGPzPwyFM3kVjXWldvR
VaNv9a7e1fXPyzdg8aUDr+d/UqSLlnKH5byHlAQzp9oY4xnLHhuQarWm44GErfMKxkC91vs9s55d
Vir/8PYcf8C8Dcd3sMbgaVXAy+DZ+G4PSL9NyXfFqHcqCE4ZXwuAF6/80XolJbUKreu7EOst4y3v
XpPhjSevnVi5CgutM0hcYq4e09Auyk9EUsqwiAutEvBdJpH9mFTnB5BXAotk1Gij68783jUg3gYW
ExVGcjD1gjpFllAw2PbUteOU1sOP2tFuEtBYm3zNr1gKvI8+zpFCw5LYPIlCbHk/0Sa5mpytAG2V
1XqpCvKTNdySZT3G5CjGFoiDacjTA9Yx9x9G81aAn4LWpeYzpdqbZbmSLF60PvP06P8RIynyYGo9
GKogJu3eeH0nptQfzY2TO4AzAj4DssZrAOprC5M0d+Ra2MQdJKrF5HEnyqmDpuOKD82KJ74mSNLZ
KLZrU2vnHSQvmXU7gKGkBvzoZUuwuH9orpzb+dH7K4M6mySrk5mwG9y7CH6ytz69jcbUb8NvmFLE
A0VbhGKXRS7eRaD7OxrGpJFvlhyyvBbCDvUKtsfaOI0DqnbQeN2MQttclrO4f+iGtQDxB94kGS4s
g+M3AdQXby+6pidzHyPnB+TE4LKURffySIp0SoUzA2hN2MDGqq9LzB5tIq58EO5MVNfFQxUBVfCy
xHPULNRhjt91SeTA3ay3qw4RmvKdC9qQ6xjFMydsPEVDucmg8Klt5qtpoMefUTMA3J+sNHcuneHx
J0gv4WDEeZ7G+ATSFL4aW5vMfBzN4Z6Jh8uLPdte9DBhzASvIfC5QIk7H/LxOzF1IdATMbc3AhaM
hpnqozXn4CTV9aDwH2Ui/tpj+y0QSjN3/2KmR9JOzOqQIXJmxBCFwQq3qt8b4hosqz6ZRp81LlC0
CvCM91swh6yNDc4/fuL/zsIxpGg6mOFB87EkHESTGCSagHExdK7PenWnqO6GqODLsayNIoyXKemB
fQHSHP25q6OVsvNsK8+koz1x/gLA8cuDHCXGAyZwHGL0OvrqYzTWtGvdiWdqg/WhVQETegTxESzA
6WnmXTQ0RhcCJTAMzHjfaFdDGYjy/bLOnPuGkhgpgQKaWgXVUGyj+lrrQfRifKkfow9QMjOi4/ay
sDMrI8mS3rmhjDVuRZDVkT0CCJo0d66zduPnH5FPBoEXoh+0vqEjV7oFLZuSibUAYC2tYYNpm5oi
n615hGvjFtYgo6XVZ35eZWiKT/lwCzIHZELxNB7aQjx0fBrXvmjeQumLkB4A3ys6GS37jBZiSntE
wAKTlmOTBYBdQ5VWo6HorkiDeo7OdsStbzEztB2t8CYm0UPc/G3z0rzxFqAgMR+Af8sjq0YS9iZo
PoAaof8CXigtnNtQVe6F2wORdFh5s84d5t/S4NTNeD4IOaRjNroW4NUzlk+tIdoAk+C1GxroR2uq
5qNL7HQDNIE7Hk3kVjfUm9RRiJ9O2coF/X3O0q7PoRYCcA32CUwMp/cntJx46MIYQCa13SOQ7ApD
RVaqMJ8VN9V9pIIZ2vWGrIyvwNSAS5akGZJ3aBuf9oSk7HkwMjFRrhDzm9Mh6ZopxoQXxCyyg9qM
ZYzeHfwSbbndPlduovl1WCNt2pZ8DKLJLl50m2PClVfas8pN5VdTts3WTRX91QrDZpfzsfDT2Jyu
48QsgDQahmi7QJr9XiDP/9fxLUq9KFnPOwG4FaSUTndDTYjajVqCq6dPPsYp0NT1GU5rZHHnF/xU
iuRhhm5ZWHUOKYlxFadPAh0J2ehdNiLndhEy8M6B/ccB+o88glWzogonFzIadG5MIJAFvA9Q52NA
mV0WdP6cngqaY4Sj5zRzSx6iuR8PjA7eMOV71Ny4RjAx2qz19pw5lnPKARA4BtE1JHLlgXslFDmK
LjBZgJqzyrsu8Tl56qpbXJWs8kmxEgecBTe4n7MXC3gX4GCgRVha2ID2OL0rc/SKg7BVJ/el9Z0D
sjXTGBWOsRnWaGsWLQJAfox5wn9uFJYkorhi9oIgfMZUgus8YECiFG8leY67b8J9SABEh/emXWsR
ONdGrBOagpBq7hqRgQX6XB8tkgOxDHWy3aCF8FCyO5uZK9u5vDrHdZE6AtjzWaY2BSMA62f8qyrs
QWHz1Y4A6r+aXIq0pmMGOjl0oImu13z2c63B8lykMTGxB5hUORxxTE5CG8MSns1fJvE01CjPXXOF
ZsqLynbaGnDKeQcQ1AYNsCoytia4C2WkaVGJugApB8Cu+EvR+YPhqZkfJgHPKEnfjRxzNjvNvnXq
7eV7uORqHcuV7mGqx6XSO1in0/JtQoZdP66xU51fdSwNIwDYTEzxnKEVMt5zPS9xgmCCr9t90+/G
pphpiNCgvxJELinlsSjJ38qqCCkAYF54TsQxXm/vHCunapFvLm/a2ookex+loG9lMcSEGlKKw/2Q
vbtF5YXjj3i1Y2LJnoCaALk+FwYFtahTezKjWLZlz/HSgnLOfXRTl7rWAwufBEYc7DUAS31JH2xY
EkSpQPeyZWOiNQpSQ8bs4IEWhmvUrZ/0CScXKM1DG76CmF0xb0T0bay8wtkZgICob2OMj2jp1umu
VPMHUxpa1E/5tCttPymLx7/f+uPvk/TVblojsyI4HuiET1XajRtGHoz2iycrLs558RM3EuYUNOeo
n8DESSGCwZxWiy3sBMMLVSbbfATaM21iDJRkD409+rGGbC8vg7yCZc8/a9TtQy9vvlvGIRteS2eg
9uCp9sN6Mn/WL9n7Ov40Sc2FjmGEYd6Eprga1QKbH6BwgLKV4T6nxcZG/SrbVYqfR4Vf/gNIGjLP
EA/6BSS95eCsaYDAhDJ7jnZEFV0ToLhHA4C6cpGXzO+xkNlPOXYP2totwc+K10X74JxafEuKjRE/
99auCO/0tST+uduDsz5ak/SENs1oRQnQAzzbwnySTU3jdgDpp7sWdi4ZDoD7IDVrw7tCLeZ0WUjb
Q+UqWFsj60DYumfTY4ywxdS+5WvTZAt2A8/lb1oikGWcFXzAK4y2FROikvTJjhjYcNG9Xd1FGs0M
jPquuHML53UiTTqvPtWjXJnxBrN0PzUVKLpjAD2Y1NZpYX4aIP0FY/NlS7Bg609ESmeWgse5tDqI
1JkRqFz4fXWjrinGwoGdCJHMzdSnachmVMioL2iTH+AHY1upgz7BtW5jffHEcJ9QkwLuGBqoT5Wj
KFMzN8d5D/OnZNj3yS0vDbTR+FYUmOVzkppejIHN8kdiX4fTjhjM700U0tR5gASQ9TzasBAjOyIA
USO6iNFc1G3gUWQmreK73v37RxCVoT+fK20N7KMo9QS/z9CG4aJdTWNb0nz1ihOQH5eP+rycAbqc
Y1mz+h2ZA+aA8m+avZSw+aosv1XeEmCzuZxm8V4dA5ZsauPa1QK9uuf2oRhLr9EfXes9L+JtvfYE
nY+hnHwNSmOnX9OqedirKr7GxTYDuji6sTAon6m07fZ2GdGwfxds2FrWfVn4/fAP8IfYjP+wPeWC
o4KcQIvq3LwZ94P7rE9ooKoOQ7zyAC7erz9i5GEbZQoVt00gpmzfE9b7Ub0rm3LlEi/ZjePsjWQ3
apAQgPsY2RvD2XfjT7t71g3AOh6a6KtyNom6XVGk2cBKLyf41BAMAuPPgWsveW6dO8VDr1mIlVji
oQk3T15IFeThYTAnTIK9GUipcLg4K8v8fSZnckECi4QjqsQoE5+qDCmUkYWVjVF52r6Kb0VgfBl+
/KNC6xxN9iyj0Q+UPt/4jXM1rsheOEcw/oCnBt0gYBT+7ecc3Z2M8SYkgGWdEdUcxy/4thuCy9u6
cIromdYw8aESMNmr0vWsC1IPTaLg+WwSVKIwHLRFSxsg6aiV+LBF6Rq87cJ7fSzwd971aE22XjKt
HkKojZnSPMUIVLKfxHVqrOTBl/buaGG/g9MjOZ0K+lezcBFPKBG6EpFMGjC08w8HdCxEl3SjFlZZ
wnJ7MejH3NAz3LeerZRJFt4xEPYCcniGg4UmSG9LZitTYWTQP2AFXreV8IwGUwp9ElQzY2KXruzb
wlN2Ik56GxIFIYSiQudy/UeGBrVE12iuBI1zcLCXazyMa9Ik9WOWQFm2hDTd9ln6DWQu1GS7IfMt
/SETvy7r+sIzjczVjIYEZBY81HLqk1i526BLLPOuAHi57Tb5c7UdD2zfBs7e9ZSXxDPvomvQod0q
nwDADepteu3D4NA2iPzL33KunqefIm2zqoZ2KYgChtq2QbBx4GaHNp6Vd/78rkEIcAKQEERr19l8
kDUVqAQNWK8OuEhT+A2GgQvySJT95cWcGxHImVF2QCaHOrrs/qRTVKl1Ajma9isjAdJYU/Omlynt
7IeC9F5srTxw5y3qc9r2SKK0fYirUy0MIdG4+0w8470NnjATtxXB83eXTu/J4/eiDRIP7VkJGoeo
6SfXNc0P1VO0mQIjQGpvu1ZgOb+np58kqXKu9pU2FvNmhwEATjr30PIP1/LLtSnohdLUsSQ0EklW
x1XrvpzVeEKHEZK8YZhsCA+jG6AMpZvELSx4Tqz6Yf4PZ1e2I7eOLL9IACVqoV4l1dZVva/2i9B2
u7XvoravvyHjzrGKTZRgD848GegsUmRmMjMyIjSDh1Bl4c7kdvJ0+Zt/5Rw4+wRQszj/FWRUg743
8St6t8arAWP19qb9kRLnbvRKcA5EuDZHZW+tXBzpNuvQjWHzJAa4xs7N+rVd04yg+txW1w1UQFLt
nlnfBsOr6hVPKD3VC0vz7VpEkMyISZ3Pde6kB/UiRrdAtEKgPlHo+7B/7fR7vV0ZbZPe14VFwdUz
3YceLoVFau2KfjNpFtoRt375D50onKA/XQ+RilkfwnwY534EsdzIxFgR5odA+ohaQM0/ff2BRE+D
fQOpmstnRv7t/jRbhIPrByQOzHxen+qBRN2plTvT3uT2hvQrtWepe/2zQLEJrgY1BJgLWFL0DeCz
/XSnjm+XFyO/hgsbQvBXFaXEMFgInZVZobvYZChmt1Ozsf0IohnPXewo46FbU0yWrMwEGwsK+Chw
ob4lnJE4BPqSJRFy+/hkqXep8Zb9fcaB6uHChOBcI8AW435EjSrJ71rtru6eqwLzFrcaX3HjkpLl
uSXBZw4VUDdoEeIh+pa8626dO6nTvWB+ZBuc6I1T9a7uhO9XyHlumysaO5+f5Hu6Uv/4DWE9T/Dn
YikagIiTIGwTG+Mj2FvYwNEEVlUQWDj6jl2R9yp1kpdilx7z0J2uhs+h2WoryaPkNpzZFfxLxVGk
tDrYZf5dSh7jymXM1eHQ43H/90f1zJRwaMALzazSxD6z9LNV3sxfYY8xltFp+LVavajxdeCvzWtJ
fNmZSeEQpYqu5yzG6lBO6tW3iexq+5Sv9Xrmv3Lp2wkHqBuTZhoZFmarH2P3ThXPtx+q8CGN9r62
4lOkK2JgJwW/9VxDFR6ghPdN2PeoNOooFHToygEGGaQnuoYAld7whR39PO4kfafRpIWdYLrVDM8v
n7q1XGX+E+K24cDDg8x1ckNM2PKWhYXmQ8oCGDowun7StUqz3AAj0GYmAECJz0rKUB2wJkhqBioF
HYz2OK1yO0pNgGV87kwB2CWCrDD4Z/RY9OylPorywYQ01OVbI/veM435/wwI/j1sVW2Y8gys3Nk9
QTNdS26t9CFcS+dkn3tpRjhWdVx1iFRYR9gcpvzFqpzYX7n/Mk+zNCGcqDBoAoz+YSWseFGib2B2
ZgoKcGPipGvsrNKvAmYexgDP0lQRsssSvVcbgv6aEQHJX7pNtgZpXbMgLCZBslIUc1e5RUhAHag0
VrIw6QdZLGH+90XeV7clang2YABK+BzpT3Qc3Lhf+SJSG1ASmhXNUPQTW4OBP+VVMqAFXwy3iuKx
4kSzz8vHV5K+zjLb/5mYj/diGWkdNIlewkQ53rTM4banA89VXlfKnpeVh3nTlfsi88UaA+IQvQvo
h4hxFOgGFW15VB3DcVuZjacVeHKNnmKe4J+rVfZM6aFemBPW1xp2CHV5mGP1qVf3kfViUW+s92B3
vLyR8m/1Z11C8Ow7VnXRBEN8+G7Guwp09vrKkZOuBU2sWZds7hQLYYxVdgaRGRTkafnUl89ReNAD
QPEe43gl41oxZAkZeMV7nmUVHD8Z9132hKw1Ld0OuCzzbye9AN3R/qxInJgLNAZgIQBvrhm+Kiko
P+toY68Bz6Ue2oZmAvTXoVojnjgCJYsYmso44iDxhVQWRqAIh0zkSoYo9TgLM8JJU9s4VsMAZjRy
ryhv1doci+wlMYvN4hMzIFeQ2J9f1SI249yfgQLVlGHyOzyyOPFopO0xz34k/c2Q58CSaHkFSp5m
ZVJU0hJBlcAAut2ac2CITp0bj3MaWayd4Ipu1GO2Q8nXI4qDxi1oURwQxsXOsGLyd/9BTD+WJmdP
snBN8BQcbEMwqe3yQ/TwlB9AYKG+2m7llZ+oHuzCG/Ve/U5dBRMfjvJx+T7LTg1Y3ahtQAMN/wm7
3dLMplOOyzaw2wIzlUa87xVgvg6XzcjcBnAYc/6Ayiymgc8XGbYdnRqGG1CoO83/1Y23I2adL9uQ
QKzmIbL/jBjCfcb0GIfCN4zw0gWExsPwv299062dbbjgGZzyhxiEAunK5ZZdiKVVofQTjBRN29lq
kx8jzFmV+uvldUk/kYWLgLuNqRKxPlFrmBueSlyIFgQf3NUxgbMDCYpWuZWVmK1rQJkg8y7blMVL
CuSkCuQ8dAvFzGWgE4gHMZ/v+q2ejw6UC2PQfJVK5VpRy3ZGr4Gwvymja6X1UdsbM3V3+QdID8yf
RevCt0QDuUnYvOiqeM+sQ8W+cb69bELuaRY2hC9XYYCtKifYUM0DuEwcTOYBfHKXtncTSsSN7xUK
2Lg2l63Kgg4G4SGbh5gwt8jPb0KaKozyFEZ1pFIp3VS4dL6dOkr6ouUriZX05MwdQlT4UeUn8yYv
XAvJKO9sm6NlVkceiBVAgNlWTphqyBNXGWGkX2xhbP4xC2NTkaf+UEEahpR3o+61/XPCVr6YdO9s
cDPOlM9oXQheRME4eJqnPT5YlUMRW3Es9o6HNTB4UDcLjRV/Ir0Df6yJzC+VWbXAwGBBYwSSdfZt
qt8Ce7rPcnIkOUOugCkBfQ1k+DUCIXzPVLnQjgJ2zTCENRYxhuuRlRRuPm4H/RYTzh3oVcDx43Zg
SeDX8GWcfbK6diC36qnG2oviy2ec7UO2gs3tXVWzBfu+kkO2qu0Ai9Ou+uinXt2HwUrM+QoSPbPx
pWY/WoZvmDVsNLZ+j6EuJ+O6O5CfsQENq1jb0yj/3gbjt5grjsbVQ5msKU9/Sc+FXyBcfRBLtWbK
8AtmkKUNaEPT3JRhezTbwTOQnY/Rqv77HEnP4jxMqiaIGrC1koGHKp0nBVS9cJUSwP+dggH2Nz7N
RClk7NuH0OjK+4ooRrbVjBK8Mr5hBcFJDfRkb5VFR7c81clVbLN+7dH9JYLhl80ZF4o5M7BVHPww
h64YCqrnIKkzdsrEtmX011njbMLEEBaGNSToz87MktFCyMeobHCoNOZqXbMSsr44u9kEKAFMVIvm
/FfIZAgfK3tCC9ots2yvVYGjDKc60qDL8Pd0BwiLKpRiAUvD4/fLfhVxmkC3GCypMSTnIEBV2FdG
cR+shQrZilDOAcsB8iagEYRQgZlbvQEWA98lI0eV/CRVtW8GArE7Q1mJStIriWwbCRTwzTPO4tx7
a5gU10MrmdGwN37/PBiTQ8K9miZuVtwqxbPJj9y4yrrn0Fx57smu4tKykP92uVZHYZ0WeIVdW9W1
mh80VXENemOFz+q0EhG/5og4JTN9A54XFMOPohhzrIdBNpICdOAAEOiF9jB2T3ZXboKg2JZx67S0
vyYkOTGFXTWq/+1y8JetFXwitgbNRGCTf3+FRYwEcZ7BqyEvXPSNX0YjdLSCbu2YuWFN3nBYj22g
r1wL+YoZbp9mAqkCsdzzL6sMIw39ACseEuNp0MiVMqreoLZo5ZnByVR7Z0zsK1JS1/A/Mv0fhmvh
9rDXQGugTWmJAYX6oWp1LW5L0ZxY6bTNgfUY7sUQOwpJzN4we2f725RCKgC6F5hlWfvkc6ooOl5A
wGcUOF7Fmvj6ru3IbziBY+jjg5qBsMzAGKryGcI3mMo+HQ+6fz307t9/aaixUAwgAXKNbO981yES
D5bJOcBg4C8+JW2dQc6tLa9R23iceHRjxT4on+12BR8jcxk2JgegmQz85RchCZXWeRqB58nVK1QB
OOTDzPE2GnqHqMFKB+BLMobsYCZhAfTAgMqsSIbil3pNrAKjtJ3x0274DuOLXls0jt3WBwtN8Mv7
+TVZn82hIQVZPhhFv/t8QyE3ynkyTycg9XkcQGHHtMwtSLJRWYWJ97vOJm7H/W2grinTSPb0zLLw
KZXCjKtegeXGv+v92G3zGtl6sMWIyNpd1b4eVZhC8NLBHjAL0Z4vUhnBVGZn8A/tRK/0KHYQ+U+h
Eni0rDdJpmMiIdwW7GEyw+PUm7uGrJGFSRc7Q7vnQY15XPv8F+QTqObCHIudlO+tcd0omElqHyBw
8ff3A8hxExU+gHEglSaslLPMb3Ankeaq/Kpm3QauGrA79aeSt3slGw54TOxWjpD0xAK6iDctxgKJ
WFnSS8vKmQKbSXQwin1kXKnBrk73OoEWyj6cvMx6NZRTbm+1+FnBs7ft94Z1y9dKXJIoAFJgkNrD
Ic/jvkKKzak9hMqI3xFDOi3Z6fTJMq5Z7btJeLRTY3t52dIv+seaWBXphrGK4gr+Py86tyWvVRN6
w4B5nzWXJ9tejSHB+02chZLW+dHxMUnXcz6BAoWA1k+J3NjmD7laHkOaPAx2fX95XbKUBU9BEF6g
Xofpd9GvN2QgEQTqC2ABR0irlk7ZbEFi5OjldZ650ND0owc/f4lY5ALCcdm4LrmoS9vzRV4E8qTr
VVJDuw2TwIE7+fFJDddYCyUPMXQPMFhuooegA/J6bqJryjJkPgMBM5DoLOauQUZkgdHh8kok5Bcg
JkBwnrmLIH8odicNrhsdaKbg3mq72EVBqIOIP8PMJwtsrzOGdIdhMLDImTAOMFszAqoaBiMSw8B4
VhBsDl2RjSueUHKWZiYT/B+wdHh7wQ0BTa1no4XHUpE03HTxCPJPLEzAxGlrKXJ7q6bJ0VD8eI1L
Zb57QrKAjgNSNBB5EZOIPQEzSkxeoLwA5a2NVt/0ZuVpkwlgYumm7D1rQN+/9gEkTv/MpPChI57b
fTfApMUGryqf7Zq4ZMg2upLcYTgCQw+Qv0VmMzipRnapbbu9r620db5OiSG8GvN/6ix5C2j5+WnL
RiRpMcdlqmnkdCmKYdDQroyPjrZHnWSunyDg6e92ZKJ2VO90DqE2Nd9H2V3NzH1itI4PbtfYjI4+
M3ehpjhDuVrgld06A2onOsUTDyUS4VR0DY+D0catyzuGbO6KJ2+x76DT5TfBc6yXBz16UxtA38H8
rGFaMo5rEDKvjXzLLiau4zxMi0qNIYYuXACMyE9IfCKqtG6kq8O+NrLcpU298jSSW8I7kwHvjDeg
cDJUwGFTPpcMYl3bMzXcN126MVNrJTDKIoSF0ecZ+A5uKdEDDIQqYNTNSpeFqAw2kBD9iIpiq6+x
vUk9NgBEKH5irByUKMIhy8fIiNu4Kt2i8n1tE0Yk2xqkbpG4KcCIsdF6Vbmq7jNMYp4aq1FPzKzV
o56XUB0E+d5KBJGsG09dFfME6Gfif7MTWjhxvMW6Op5A1JVG41uUoien1NetQg6sWRuYk6avGGJD
vEdNb6b4OLdVKCWwVj4aE03tdNHJLz648qm1G0t/M7QdyploDl927F8bS3P5bmFyXv5ieVHMwXac
wCRksLz6FQWRhx/gZsTb1uFHjII6d1fhL/B7uJaXrbgTyc6emRZ2dgzLurHjrnTj/FtFgJ5PoWtz
29N25VUgCRNnduZMa7FEP/NJ0XDYUbQUFEKKm9iDqwzNAeLhDlXClS2VJW7LHRUSt55ibiLqsaNp
+zbVgzOVj330QBSv8IEcWhtMw1wDfr4QjFCjQJKDYXoomolRcIqz2MopUjdU1iwOBsFhqHdNhUba
Bp7BvKpbraKbwLbs7Zi19Qspa+1OMeyRXrVWBrR3X6rD1kwoBnM46m/BVp/G8V4bC0Bd6URpegcn
W+2AoNatfeQnw3uiDgUwsGNAN+EUwNsHLEiOTWW3vafVoQ5iC7Mrws1gKPVVStAhiebbSXPNV9yM
E/XDbkmz15o+GT2S2UrkdWGcW24z+OzGUKrYcFSVlXc00MlTpanpm0EyRsC0xSY8HsF+TVw9Un3N
CYs2PvCsp3gOjXbiqVZY4zcwftNZPjWgQKUE72odlR6K6fUjrSigyWgB9hset+Q7ep1waTqJTKip
ZSB/2xphpV0FfTFkTlvOHWYQkBshaN2V7FDCvUDgVE11Dyg6srcrDQDgNuXahNnxAQ2aeMgreGAy
dld9EtqQdwhi9lGoGEYZuWV/JkGpHjJqRyBfI6Nnp2DZvoJeCbg52rHDvhXYZCdoYrDBVRbnIEZo
Td/lRM9+VeXIr03wVDaumsQ+30Y+D0G/XcfGZ2b77bsatSNzoZlR/wRSMn8somLyHaMC32/LFPsz
NbC9D1ZhBTe1OmB8NBjTgjo9iGP0dqo2XY2BVsQ0hM4es+9d7muDG5btIWt5fDX1fX5A/VQ7kHZg
79VQgpNFy8Os2NYNTphSDzS/MoyRZte5UbCNBo3KwKtTnh9p0fnXRCuVej/mqhVAVZgoIF3H2YVG
tFa8afXog2jMBn7XrcepggCfZdjFfTnE4dGsR6q76MJVk5MPVYXOflc0EMdLwmAbh31zoxiT+qjX
QwSOxaqbwEZOC029K40uLze8V3mAHmRNT0OvNRuKt9WPzh5BoWOauYFerGZmKy9XaRRDrRy8ubM3
/8JTUtctTk9WIiqTmZlpF1bXWv8tiW4oGkLxnhaf9eSN9GSCse6yS5eZxmMZpUNmI4yCv+rc3xVd
a1dNggSojYxT03U3RvCRgPXSSMqdBnMQoNsWWn+sMNvbAGjS6mtTNBIXCGIdTBsA+gmGILE9lStk
ykKkyC5XVEdzd8aJ9zpuJXHDKN9eXq7Eu1OgJU2kWBo4rsXKpaqkRqO2CiqX3DHNmzIz3ajZj/6T
T9dUcWXLQs1sZoidm7NiMasce7jNCmz/fqOjSlrpxZVKBp46wDqBAR9ehHtToCbQtuJm3698V0m4
PEtEhDCWKgC5KiYSkWqo9qwyIASOT4yR3IDeXd5SyTpB2K3bqPBjMBvyKecHiA6jXbMRDFZxl298
8DB5mlI8KkO/ia1swzDbNgxrQ46SrP3MppCHWCBsDLsYNlPeO3lNkbA/Xl6VJE8GZRkycjwL0FYX
EWN+aUd6MzZo/Rjg78mBVh9qyCOs8KNJ9+6PFfFpmIcx76aeg7qf2wiqykuUQPAkN13FSrdWoO+6
QNn99cIwMA7cIi4buPvFz9XSsYmgw4cwBj6HhnAkGv4hjdS/T9fAJwW+UihUo3ojlh1bdCBYGUJ8
I1bbTW3sQTiGjOoJw2qXlyN7ZWJODc8mXDEkbqL3GMFLTMsgKiGL1Pdv1ZBYqMGPkItz2y6F8gJG
qPArwjgZJ8fsdd90RiQh3/2OdxV0H4PklAeqdQybzt6HgRlufL8MjmHUKxtVTzvUKhsz8b2k7Yu7
ITVZ5Wh1h6GUy8uQ1QgWx00sPBUtuJanBGwBgPOZ6R3zP7XhEEHsNb0Ls0ez+3XZnNQ7LM7dnCUu
kty4jTSMeMFc6F+zYQ/A8lS/6GvDp9JburBCz61EBkrcdD7dtYVyWh+jypOEa3PIsmcQzhlqKxog
HHBA869YrMXuotwgvIbepInyajgBjALimel7SHNHDb/32SzWmunqSuIucRBnZgW3lzR5ptUxzHKj
35QZYMzjLuUrRmQ7SCCwAQFvAoIv8YnXprQZO4LXbYfGXkDD2yRYmxFaMyG4UrWoESsDmMiyBHfD
D++1dk1STrJXcDQquugga5pbduefqIbqTJc2QKszUj7kjfIe+Ok288uVx7fsEi3NCKeaR2lttgxm
ZsRqelu0GTKIa7BCpfaGdq+ZueJKJckEloUlgSR1psgRjkBWod2SGSjjtSN0oor2Np4VjAb9ChKo
YM9bkymTmmP4m+AXneEIgrl4MiuTq3iZ+mhPqVO6MSrT00qQLtHwulybOZaFJoB2/rMmnIuqGwYl
HmGtVm6nvnE07aNJrltjG6KlDRGoyw5J9ulUExghQBJs6wujlJ5E2hT2E6yZv3RrY1u7of9M4ye7
972KfwyA1l82KNtMAy0pFMMxU42a/vmR1OmARmOQVGCHGTZG4YMnIdUHhyexO4bW6HKT/7hsUXYJ
gNWxAQQCwoOK5FBZOBR2YZVoWheBow7mbRAYOyhfhf+wMjx8Zo4+pC6myMbMxtGKcNdykJNsuukI
iVqwjW7CGs+eNWSZbBMXlW0xSaI+Sr9TiiTTqt8KQpwieh5NTIz4+3GtwfW19ATAO9qH/wPqiepk
dc4qPZ0A1JtuSegGDznqd8jKbuzNdBO50SF4snfQ4YYYgocYflMc1saVvjhK4QcI3iUNKkULVPyA
DPxv8+xFtza+K6FCOV+jEDAthWTKEAMeOGzVrfEYPoWh13n6Fcopxyp2ptC1rtzgG3AdDqint5fP
55eP+Xt9cPZ4Fs3tIeFGZBmI65FVA0Uaf9JJcabeQUXEzp+NNU7YNUvCToL/YgibGdbJCbiPIXdm
uzS67zoQpHz7lzXhys2AgnlU7vyWtyCpo605AI8HCiKrvakrt2NPYKnscCsum/pyvbF9vzkqLYri
GsTFz02ZUDeLaDafT6PbJFCBrThG2rSXy1a+PtcFM4JbjkIlLrQaZpS9f128o5c+POho5J96z4DY
mwPEy2WL8x88Kxj+NgheQbybf1PFnq+rQEcdok0jBs6s95h+DujqVf5tY66gTGRnYk7gf7NFAwgn
nD7e8D6oQ3ypQDnx4EC0m7Q/asU9N1eeXL87HF8WtLAknD6SGQUP2/lMqOVuqu1j3IIti+YUfcCS
e2oHIfqi2mkoDw5N81Eab/+woVghAUU0QHEi3wyv2TS19ryhNRRFFN0Lqk0LwHHwedmO9EAu7MwB
fpEXM0VJQQFEsKPsGBtHPd4qa/jI35SXX/fyz1qE+5WpI1IDpCIuuTfv1UPYOdp98wsjie3efGwt
T3n2A2dyIw8jeJvLy/uSMczn8s/yqIDmTwazRO0c2zh0r6hAONWwjwc07ennCLoObbwhdH/ZovQm
gNcd2ACID6riEbXYqPWqjw3NQP0BHV5T/QxHL9DWCkfSqwDuAQaqO3RNRdBDNkZci9EkdxOIeMXv
ZfSk9JumvDXWhrulC5onCeeCGCpvwp1LedBA+kLDTUiVg1l/Mrv7aaeANtTVyu1esyTcuTr1o9Gv
YanX7m2GNuArbSwXNJYrh0IaQfXFkoQIinFFYNh8FUuq2PXUFQ41a7fL42d0/x/qhJ8iAhmj8Ekr
obYV3qGm4CjRtOnZNx21zRGQqMmMXKuKD3oXHv7h/Cx+25xgLC4kT5Gv6xV+m1p5jb0p9WsSYv7q
4bKVL3n7fC9M4CYwN4Fusji2HVR2r6kdaNzY8D3ln13nQrCcVFdj6fYfl01JmR2WtoTPGmaIgxgA
w5zSJn/DrNktWBWheOIFrYd0DOImLrBtxY81/Q9ZJqbPWFeQxgH6bgkfWR9jtWfJfEGG20K9bdq1
MQ3pcV0YEL5UQpVyTCoYqMzUi+lpbL20ottuDSUvddELO/O/L06EpRVdZnLYMaLvUTY5Bqbykh+X
P5LUmyxszGtd2FB0BX2b2cbIMydO3oYycBPossf8ga0x+kj3DZzn+m8UGoixzm31QYdhuRG2akhU
wxTmEAiGMFZKi9ITvrAiBLawbnowIsDzh7iyZrxpgdcoNpygarbV2dPl7ZOGmYUxIcJBxban6qyh
EZFrH/SdDRhEt7b6FAZou++r6Ntlcys7KCLrcjwBNGP8nRy88WI3YFSTPgXEu2xFHreRFs+iIEAS
iw83vRzpFNI5bmdHa9u9kU3gkBjyus54lzvNnbEzH7n3Dm3elWxSeuL/GBYL3mpZJDwvYLhR2G5S
E68y22u/tVZcrdRDLMwIkc2IQI/hxzATQqkuCiGL+7qyg18Q4LObXVgQXF9FaZboHBYm7VMHQrCq
9739ousPWvUagtJPUa9YsRbdpHd5YVRwfEPYEVNPYNQoEc0wroxs3Eui0MHjx6PWB4daV5g/cBMv
EPvbEIWuwl8Lkj910PWoYoCp9P758kZID+ziJwmuUoEatYHho9RFOwazc49lCV7dh3qtayH7oGBd
B0EjIEuz7NO5Z8nKNusKzFe5reZFI5QPp2nlZEpfVgsTX66eEQWswDSgG9wkmwEinI6/jZ6nHd8m
H6iUozB0eedWDQqH1CwCABNmbsb4xD/zg3/VYVbDQZtp+iSOBmzN9rJB2adaLlA4snaQmHUWMexh
9zoQb7DuVevN+OvGIy7G0opwRv0Yx4FWWNWY/hqgTxUkTjt8b+3Py4uRORKQ0swoUwMSGKIHM/ui
iUFvhWQc88N4cBj6dvp74b15LX+MiN6KaSUJgQ5BHoDmdxY82pVnx/esdpr42BSxV0Jc7fKyZLFt
aVE4E0QLbMiHwKJZbfXA5RruuOaM+an/SPI1LpmVPbSEA8Fs3gFfDWNK8ZRwb+ie6Uo4k5EYosSK
3j4+EsZkRLhR2yp6PXLgYoy6ebIgUbAfRm1rVdObXaiJk/Ss3w1NPXpR0GlXzEzf+qLCFHq8saOf
BuapjKzf0mFqV3IImScFfwbqXCaBGxf7bbbG9ZAUKEGxTsHIbQSBJh8TGO+x6bRr4taybV7aEra5
DgqiZIBZumXVOyBKc6f6p75GyCe73EsjwrVDShSwkcNIDqHYPlC9Iu1uMiVxpn/invqtrDtrlwDa
O693kVEi7WNhEwwIfapnDIkT5u+XL4H048zSvf9vYF7rwgCJARO3MhgIVBBfgvWa8sjxu5dC36j5
GoJUFlmgF2YxZgGjASDKuTHO9JFEgz4zBX0v+59Vv728GNnXX/59YTFVyHUr8ClepCjfBrTxQuup
HdYQRLItW1qZ/32xZTlGMP0MJPluER86Y+eTja52gJfjhfv4D+uBohLQTojGYI84t5T2WcHYTNcN
0L5bNVuKASnNWvEb0o/yx8jvnu9yOYbfaQ2BER+06szaAeyx4mhl98UCvSnVcJRBzSIsI69BJzvE
CFO02k8Qi86BFXuI/4WmbWHlq5yvgY6BhnVowTZTPwcorV3+Gl9HLRCigG2DjgXe/CCWFtbBuQH/
MsKCCX6JXD+gtmByjOftoMLJ/ENZv+KGJu0OEAnQBHoGXpmXf4F8I//7AaZQh4NyelwD0zaXU0O3
Zo5vPhfN27A20iC9Rn/WKQ7ZBiRSC7XBOlUVkwuIDemjvZa6SC8ROmeYsQSeEtOO50fbH2mjdTEK
NLn2YtSPRnQg+aFoNvFa7VIW5QFU+M+Q6BO0YgziEOUwVBG1/rrvn0dlr7dvdbbX1wg7tDm8iDXa
pTHBNeiFzWtAT5H2cWfaWo+2Ezlj7KBPd3dyXl8n19mcNhvT2dO1Po/0Fi+WKTzU+yLO09GC5RhY
1wkDgGW0EsalBKfLxQnHP8762A4GmKC3PPOaB8VVbhS32gXX1qbyqkPpbpxhEzz2Xv6snwJv7T0r
fUkvfoB4/HNWm+Gk4Myw7+pjcFO8QI6xdeLHX8r35k69v+Ie5kWu1yagVw6QeBsKbQA4jcGqloVQ
hAZxyYnxU9V6evI9Nf8W4AcXw2bhNYwWYspAnN+cAltP+eyMh6TYRprmcss48KneN6oNranBaety
hcFK6tYYBXUfVJRVIEaEdIa2fhT5KVLTInJ9ShwQo1BMEbXKrV8dDOZE/i/kyk5c3STayUq8dnWy
U/bAX/6C+XAvQpDC6k6NOvyCoLjRBiA1QeKxLdPrMLiucb7iBx8P3suu9CuUad5pHXpw6GtoMw7i
3CYY99o24jYeNaA473V0mu+i8k6pj6EJ8W8TMjtF4kBOZsXs/GdFDwHyAkQPqG8AyCJ4iJSxPMtN
mLVB1PJRJlODVordH/kAFHvezMS54BrdVZCygFZ7TPEg0Xo8UtlE8MvA3dTx/l9IAedmIOb1IMsA
YPL5VvAYsuC1FmBKrH5o6GsKjGeEiYjLK5fFrqWR2XUuvrGWT2Ob+WHm6sqGhVcmu0W6BAKOy1Zk
bnBpRfiq6ThZnUKwFLwzHKsCWHWNf3RtHcJZ9YmakVyFBSO57zNUDWEDauPhGkBBFiBtaOsCPD1f
TDHZSBgpqrKOM1cJ6pfYsu9qVbmh5nBkJt81Wru/vHGymA+dbVT4oZAIPQnBuVcou+b2NGunkMLJ
27eKfZaAQVw2Iv06f4yIqeaAFqLe25AYYQ13ax2TImuppkSiaZ7rAxIccFs0fcXHZhH0fpD7WEcY
OVXmZJ/KbXQcjuU2P+JxE52sTY9QMW3Mm/DKOFxenrTdjVk0oPuBCAL0TthEFYUSVjU4G0XodraD
AHVKrqv+MTkkXrwDRuGyPekR+XNvxUKdkUDqMmijDOUfqPYEPzk0DxP7Iy/vVvUDpMfjjymxYKfq
I+ujCCsbgtSL4ukUDaGnDf1K71J6QP4cejHCJ1kUG5OPFXUG3w3qcD8h/F3eNOlKMMUHNqcZQS/q
EJmqb3RBBhNN+ZNCYSkJN33w7bINGYAK8EtApNG7hs6uJXj5zExrQEkhL9q709Y+6W5wFfyq9+Fr
cF/+QOGRPoBKRfuAgODcswdMLT8kr5d/g2SdZz9BSAi52QRGpZSZS5rR1wE2JeQOQsux5ek5SEY2
l63JCqxMNQBmwutEm9HB5+6d0NSnnY4V6xgcihUEL+PkA7zFLQB03HJKHMZnQqI7WrdbzHetXAVJ
knZmXogupNPixExqfFV9q6A1BVHeDjNclUvJLVFWMmFZ7nBmTYgyDeQYkiSCNUofWpQbJsDuwaFu
hS+cIrCjAHfy238IbWdGhcBjjLauY2AQONvytgx6JPlrz0vZ8+XMxHymFjE6oKzIlBTrUpR739g2
bEPDwNPJteG/JfOooOLUHzRTMNqF6d9XTFTMfLuo6rgWqEejY2/+JMG3sXpi3Rppl3zPTUODV53P
mEjtCiWRrIoG/DZevmTQe+3ejWnbl2yX1U/65OHwgXl6VVxEcosYJovRCZmb619YyWhkFGnIsOnj
Ffmlf6vAOr2vPMNNnsDjd1QP1aYnIJZduUwSx45nPEG1AfBcuEPhO4Sx0uaKhrs7bMeN9u5/1zYT
tIAwzxf8ym/MbXZr42Qf4vu18CldrgHyXjCxodgvRk8y6n6lQm3E9Qcnpi8miCPa7eXFSdeGpw14
tVHStETpu1QhdMA0LG6qRnfW8BOTv2PQuEO+G+LdZVOSVG3mZ/nPlHBjKjBlMrOAqVD1UgV0yns7
343WyoIkMevMivCxIDk3T/XBCkt2g3bbsDXeBOlHWSxjXubiVvaxUWhlBAOx5prBc9Rtw7WhAVnm
MrPHoR0y436/iCiEYa3UUQfifisiGyhROEzdZMkPDONE6olCYCPZgpgKojprtNeye31mWYhTCk2h
IkxnyYDqnqMtngHK8gPFwQl9itKr0aRbK29JTWKCQAOb2gwSF99gqh37Ke3QKEGVJm2eCohNgaky
AXvcyJ0YFGPKiPeDd/kwSr7iPLbwn1FxnYTFYzIz4ubTXWHeEfXTHH5eNiEJgmcmhPSz9oOJVgNM
BMwlo1NbjnkIQBcwspVo+xs3Kbxil5bEZl3TtQYYdGCJlv2Twaur2J/54GJwDI/YSOq19LNO30z1
Ea+J6v9I+9LeuHFg218kQKL2r1p6ddtu78kXIU4m2qmF2n/9PTLenajZek1k7mCSGcCAj4pLsVis
Ose4y4cIRF+ou7EcOU0cS4/2cWeg6732QuOVBDLoSn/GkIhCEaXT6fRx6PWHBApvtwdoxSFcfDYf
pMRdpOgMn90hn0GKTa+82aiXpP5tmNV5gCItagptkNDwuc1Qi4IS/YxI2xuT9hbbdv49xDKE+LGm
RriG6PDsDTVAsiajE/3vL1k6tMSwh5W5lQnOj3MXWZVDUC1GxVb2XMhHmgmsu17I+P0mDidA6OAc
nX++cEd5B3rRIMHvZ3ioRdMt+qjTjS1/3B7DlepCwKBwF5kSvNMB6xJmLvjQCx3KMVn8BIqRPt3I
6nYIPSMMwe38oE9e1Tmmfde41YuuOY3rEkcvN5PINa6Za6DPHGHHrALAV6I2UakkI4G5VfFPkRp3
zShtx5aIKqWvj0XwFeEfdPYaeBjjs4xNRpUqayok4UZHf5G3nSe/5Yfgzjzptds45in/Rd38mB1E
GnRfrDuXexnI4FGRwUKB9iq+RnqS5VYqZTjg3jCmyJFwvf6toNzwiPb/mbM4a1DL38wMxnGhsnMx
ZJAMmnKlVj0ljotHED8gxg4zFkOGyWaGp4LfyO9Z3aFC3mhz6oDdI0Qze5VGL4HZspd+KjB3qpxa
OxIkovN4XhhX9qDWG5RiyGeiLedy4VRtnhlaUuOlXQuRmynN1s/sTHFNybKciuR3Y50hRM+gTIM4
S1TOeN0ji8ANLUG4C+HB67oNQgky1JnX2PzJnnwPfqhOeSchR2272h6M5B8dUtQ7dKBT55A/aPdg
cBGEI9c+7gL/6/BbbE9JAVWbbAO/yH6HxjGIt13wrueC0Gp1V/yx8iueWKCAsKBL9FkSw2JPKbg9
amhyKq+3XcDalkCfLipsQe4zM65fTmTLwJRfqt3cBFQ+klY/Rba6NYIJR3ThWFIgOKCv4zjUC6OB
GszZIBq94iwDUYYUKi1MQvsThMSJQyLBW/sqAvLNiLKM+VjgPWdQEEKiOQQwjY2toduuFogZrA7Z
AoELFccKFSZg28bzQXHuAnBMPsvJ0U5BzCLq2b8+4zBa9qzDimwXGF8499wGXQ0prB7LfLpHO4Bc
7YLIp72jgwxXWGk+36f5Lb0Au6JyR2RT07kdrK68nJz6cZtXvgXu0HBnaJtB9Qr2kMfort9ZIPG4
vQpXhHYvLOWb4QIpn3saAV7ds7M8ONKr7Y5+v/2VnXTvBG63yDO378rOCfelo6ChBYxNDnXBcObn
qMwVfM7axlsOBbncFGhbRsXXPO5ydVfjRdPehZHAg6w50CUEl90oIzsIlLn7r828dtgTlDxOXt/g
ZXEjWS4TEvyubgswsqjIV2Ex8amjgaapRlFF6oblhjWP8vRBkp3FHka04DX/WOo+076XEniOaeoW
8g+m/3XSEZseCXbdRIU7LgTctgwqI0xaFfbmEEaFEojTEYG3XLMQ1fkoAAZzNDqROAR5KsuUGHOJ
rAptmPwE4kvBsljJv8EIPGOBDw3iCiq/H+tKkqsgRcMMFAcC45iPT4q9k9JT2PiF4YV26lQMhW74
V/B8uOYIFsD83kzNLmy6DsBoVrOlraJ+Js29Mr6y8qD8fQ3/hZH8VkxGuKJyNrIE3Tcbf5QTOUhR
7N3e8SKL+C1W0cwY52auSFUdY3rI6BE3kcD4lJsdCp0FaGsbejl+3G5rUbbHUnm2CbVX5nfWHJL+
222D1k4FCM/Is44dmtn5G0FZ6nVdNdARsQINJSt1/E/cgeGxL6bRj4Zw8iEwK2JZXBvEOU2HB1ZU
vYMA8dJPDVKkxvZciJenz00DWnpXkl8LxRlt0G+93LZvZQhB5A9WeJDDg9mRpyjX2k4pJANYjY3E
L9GMl7Ixpk1mxqNgm624xpn8BC+MuNjNRDyXVoVygIsv9CDdmMaOMsb3YfGIZqZ7SSkPpXofyerG
0hEe37bvav6QVsfDnIV4Em04YDe9RC3UgKConGL/ov6raL9VX2wy8Z624QF57/1ttKuZ49Dmny9C
O4RHidFWQOuqvaS8JvVB76PzVPegXUgc1YoFzlFkHTemNJ+6JK6Bl7Fhk5vqY2kwKBZlftwk90MB
7sHb9l0FyJf28XViVkMy04xB1dYpDfKcLzX7XZm/BlFv2HVKjcPhkg2NFcRJSYHT2OQ7S5PIqRMq
HaE0fkfyHCrLw2CAuHqAcgIkL/yGdL+lpkwF7kVkLefMWGyNijJbW0sbYnklSmJbtPIMQvLz1WmE
JALWJ9KhIFe+XDbQTMiJPWIao/KUV5shPcNVO0b9Hole4FcX6AJJu0TqJdOm0wAkm7zhIQkUiRTV
VmB1b1PLCXvRnl8dQRCeIh0OHhCkIy7hNKnPmhisdm5TASlWvBwbvJnIyUDX9H9Ymguo+VMWWy+p
01IuVUCVpvJsgZUu0ZGJ7I19rYsELq985rw6F1CcT2GJRClpMIhaaJ9BK4va9/ZTs5jAovVdsMDh
vEmi4TW+j0qGBlRfnTwKHjESlR7F2qiyF/Ri55DrQke2KFQQzRrnVVIzGtqixlBWKpJDxC6crG5R
A194PdVFLuW6OfNrNMFMo0CWZB7Yy4mr8qKcqSIZJHiGf7JScVEw9WAN4b7J44+A5sg2svZ3AlKQ
1KZ3kSWjXoR5SRV4eCp+19A3e3shzXgXF6bL7+Hf0TvJpGXffo06iJnk2rW0zskiA+wrG8nwwNFT
sv4/eBqcvng7QN4Fxz63oqQi09WB1phpuYBgBTV9rRi9qaw9HCmCe+51Ch8GLsG4ZZV1UmGBdJuh
JeWodkcwOWrxXZ97hfkK0tPMfo/weHB7TK8zkhwmN8l5NTVoGQSmphxo/JA3GMjSa5LnFGFi62nF
KZR3aeIzkNc1p9HaKf0hap7MGPHVMQ5FFZ9rO3gxBLzEniRBGEbN8DlMD7/3KftlkHRbDsHf3o6+
rEYlIkq3Zwlszv0pCLXVuABMYqIkw6DfkO873x7ZtaMD+ZB/ITi3Z4eqEaD7BgObMIdpR4bDf5Ie
lfQtkAUpGBEUt0gNu5m1XLExaggGRvmZSdWmNEFFT3GxFYzc+gT9MYtbow2LgjxDPZALRwRGeC+U
UMynCWRc1kFmMnOkG5Hy5wxKB9uKmYRdlzLUsiQRaP2DY6lSwRStnblgMvwXhrOljrMiqCbG3Ime
hvrFkNgHo/dF1mwMpEQiEIYLorTVg2OJyO22CYJmctIAsaWgui129j8wTr0fS+cQS+4E1qju7wlL
4VRmEbUv0mZQll568QZxaNMOGEs5bO4SlGtJZu9nzT1akBtVwA1/XXU776sFGBfFlFlIQz2GfXGp
+gMIe6McxdRl7QblpgsVR+nQVvJW2Gd0u0IIuFWcTMRJsT7Gi2/g9nZIpwzZYhhsGI4dfB+0J5At
5g2kC3CCQYCjrx1Le2Dmt9v7XYjLbXgIuUQmHgiwC1EXhJcHuTsXYBUhmxIMwlKWO6UByifNUxAZ
3IZe3S4Li7ntQvNOSugI5BKvAnJ3mIxh24luNPPU8acvnorgLBE4IUfKRf5SD3UBKWyZSybZA2MC
bk1N+3HbkK94+hYIF9j3dt2Y9tCAcdp+AKNaQ95te1tLd7l2D5ZGt3q3yZY191bxs7EFg7jqDBb2
cftEqlJN6mxAq1kDSkbZmUCbEqGlATTChr0rJVP0qrIWz0CETIekOB5VwXV6uTP1kiZyOAFRKl/G
7tTYjhlvgrJ3MrVy2mYnbv++Kkmft+cfRP507SySsZECsTO3DfGN4nFMJzTGFR6NZgYj9KWWeBsT
dausrk8V2k0o3UThEd9qi/aelOoDnvwK6Y4N5zQ40XB/e+Wsrs4/EPzbfdjSqphbmdwKEklQavD6
TET4J7CCLyPKlaCXstkKHc/5dVp44XiMon9u27EeA2qQLJqlrqDDxi1DOVSyWLKAkqXRN/z/Vqmt
XW2WfhJM4DlXt71xpnhfQuAr4kRe3QELaM55T3WeTyhgALTyVg6RY2ed08ftvg2+qf13Vol0D1fX
/wJvHvDFxbBC2ULSd/OA2tNWnYYt2O39siBObncPYWVs5Zl7IRPxrorM5Px0PnSDKs+wxJbepOCz
y6oIDJjjplC/K13u96QU3RdXlw4e2r/62lGiy01qG2m53UwY2ZiMG0IGaEiWpxjsYZY13SfKa6yM
uwHafI45xiXibBTT2tK7nNqOxYJtYYhaSld3y0y4raAyCqztnOfRULPeJrpVu1M1bDPSPg2RKtiQ
qzHpvxCGzHX1dSUupFMECLV1ev0el5ck3VoaWrEFAenanRjBzf+zBXeHy1UktbqZ24OJEAPCBTFK
/Fq8XqEFZUeFT3br0/gHijud0FVfxPI8jV2z64yz1b83iuhQ+P84gD8g3FqhRjPJYwN7zDxENg96
CSjCTbNDHOCxivpoLichrr9M1MoiBOa2P/oL2hKymLBObsBhjXIIFRRTuw7dO5AVGY2dWt1XpiAE
Fw0p5wMgRplaiQRQSjwThetBuDVZJwi7V0HQmQ0+cfxBieblElFplg/WPG8UxRlDXG610fBB2ePe
9t2rS34BwzmWihijlRiAQZrdacvPGr1WYYGqtWQTBIMAbHXZL8C4mE+xG7OoR4BVI3XG7L7sNHcM
f7BC9JQjAprd6cJLG6FS444EoJg+Jv1WgVGmBflxwYubaI44l6SXOADSBAtBNpH/CPPnSB43ecWe
b8/ROgwKrdE6i7YwntysKosoZxPckoJmwF4dkcd+HsC2839D4RwFTcs6xNNH7Q6NvlPs6AVyh9uE
2oJr8upJhhb0/zWGcxVtbGZha9nwsbj3T9FWC6ivx7sG18kq9CbR7VU0dpyDgBhkr7UF4NDQGBG3
JJ2TxKJSAJFN3F5FsiayjQFDl6NqzauJHSXQu8h/xJk1+Q3qLBk6oHrVV7Opfbk9a6v711BRloPK
PPATcPbVFcsaww4ArR8RHQ9K7amNp0aurPyXVCbYD/6F4qxkGZpOaAkoRW3v1HCEmNrTkOP5TW7D
z67O9ioeMPsSgkO3TVydwgUu56I0OR26JJUQ+2B1tGApQul1OPSCRObqHC5QON+kpiDdVmfrLM1r
sqcS7CgKHtJB/V3Wti8s7Vj1UAs4zkNNbdfaSg6jstDvkAjuyq3KvmtGKxg8EQ7nopSs76xKhlmk
apxhjhqrGMnn9LktElHEOEctVxfhf21S+PAJkrB5EFvAsqPXuN9H4KFMIbbQulMfOFn6PNm/B/ml
0EQdk9ft6PMVcQHMhVODZGTGlAM4ZhaK1n+zwA431gDZKbiyKpW2efncdaNjd5bXI1gtO7B3QNWL
qOC07swnEK0/jrksetm5vaTwMH55CtHG1PDujjluktemO+rWuSmiQ5K9Gcb3tBYp480zeT366FeH
rhH6R/mGdVUZy7LO4ITqTHagDNIVgxOrzKHKfqA/xgwlwtF/Oc+/WnKgcoAePs4jDGlASFzDueKC
jp4rnzXfmPpPJWJJXs+wLHA4DyC1Y5KwAKaZ4Dag+zwGkd7PrN7l3XlUtgrZD+Wvun2tsjPaZrzb
3mc9RYa7gIyHUyQ9+JoNrZWipu+xuOrG1+vj1Pog2HbU4r4sDnbjJabTVrUTgnDkNvDsua/n81/c
r87GRQxDw6kauxRGTwpxMlT0B4Now66mVv6Yxndgjp3UZJkCCIui+B5WlObOQCSLbsgUokljuzHG
TRb+dV3813b9Yxm3L0xKUeXcYdnokompa9+mOtveHrz1M+MPBBdl6EbcMhkiAK5dnGpIisbFi4nj
/zbI+o77A8KdvWAYtqQRLMwu3vgcTdqzmaeAqA7DhBnDU5MeJml3G1K0KLgdl/VyTlsCSBqghtnM
DkFBv9+GWD8x/ljFbTZDDVCUYSGorVBKTOsTDYpta5xisFH9F6A/8QQ3RxCz6gNNhXvUTHSC50no
Emr53UCdwtLeb2OtuuKFB+FOd82qSGPMSw7ER5mBGrL0jeEFurU2bYh2NFGH6OoYLuC4090omQIF
KMCFkCSM77XSrawHqgtc0+piWKBwZzuEQQ20bAGlS6e9rre/lJYIovXbhuDZ8fIIy+TELmkMiLiq
vQjRiaQ6tfSYVZvb87O6X635GUaRNc3mZULAwU2aJEf3IRmKk6SpJyOX34zafLoNs+7MFzjc4kYP
SdoGKvyC2r/jKUtR/STeqIrT6KEv15CL24ERLwKzqQB3XstXznyBy60/MkqMtdN8iKCkqu6qQzCp
Di6PXkAHh6a1H9k/GI1+lpCZKSvToS27M02Q2t3+jtXpXHwGty7VYKJq38wRSdYeSq08MhR15cPg
EEnUwjxbdMtibnHmtl72uH3Vbpv/0rFw6gSXO5QV9++gbRV4RYFZV6z4LA0oCnGx3epNGMUusOzR
lTWBZ1x1IvPZBc4xkORY3CRq2mAkZo9FWo1bjf2DSp0STZKx7OnNay0zwe5ePV0WaNxc2a2ZNuaA
uZL776R+Nbojsd/6IELPwpGWm7FpBXtQBMjNWMoCSYNKD8yjiRMaLpVOCpov6uI+V33d8FVROmjV
f/2xkC9Y1qMIMkUkwqa3QIuATMOUNC+3F/x6qcgCg7saBAzlPnSAUXImn+24t2c5zw7NraTzlGy4
r/rkQW7Yz1rtJ9fUplcWTHvJCpA/jB/iemZ3q7PELzI1gFg66GX6sQCjuA2RXsGXkpUNM6tJzoV7
+ixUzrnaQGrkHCJGbqbiWZ+FW/R7oTmqKHckQVdmlR6irtlqZQpGTXiqpN8PjS1KAl0TD2CsZkk+
HeTpqK/9CsUXUWdYQmm4nedkdEExizZQ1/zAf1AoZt7rzGn8b/Jn48pP0h3dNq9gjcnO0t24vT0W
a6fB8iPmhbP4iEYFk0cpYSgqUGEOvbIpNNdQTYEzXEMB8dT/bmd7npAFSoA2QwgZY2kk8nSQ8G6U
ldp9WEHZ+++tWeJwcQ7EUpMyMbGRkcXdqUHhVyZ6DzRREn7dO4HhyJTxOmvwvEFotStQ1gZzTOO1
MyaH5V7boDFz9MHeIhuiXvj1oxRN21DIAR8qqtovhy/szSFINayULHUzc3SK9i7HGzBkJobo1FPI
KyaO1IDCSBfslFW3sQDmVkcY21JWoGDDHc1qC8XVbS+S3Vo9TxYI/FaMch2hFIZysBACT5vSgBSm
uSsgO317aawekuAKRLcN5PSQwLscQ9CK2UPRY2nQ6Emv/BgFFzKiUs1Hf7QAanW1L6C4UQsG0smU
zlDVWVN6x2AyyJ0TwRkiQuFGDurgUK+Zc3VSfGejMCBGtaeQvHb1oEJxMziMTRXF/xwIxKylSmWY
HgVkymF8N0JuQwaVD3uwMz9JM6dSBSf/NaPz7Bbnjh5kWE0dOkqXE1VmXZqnJiAb6qQn/Wl8NF7Y
PXkMNrI3C5Ohx7/bh78R1N1eIGubeoHLRzakTmmifN2Rpr1l+joKZ5NHEh5bxRsTwbPWdcPspZH8
OwMUeNMOgTDOyq3thL4ZOiH8PwRkH/NDDjE2e3LeZSd7rTYQJ28cKKdKguvG2n5YmksuhxmPyGps
aFg+07Bpk+M4Irf8YtWeofy4Pa6rD4dLJG7n6blNSR8CiSRHuOR2bD1VPuo6KkvUXW1sKmhkV6J+
vmtONG6EuU1oWV1IOgkjzJziNCHMR1eoM4SQ4HGi9+Y1eDo2qoOeFu9H4Iei121VtJi4fUOmNJa7
BB4bJHmb4MV4TN6ZZ/qxj1e4bYgJPSee5UFcfq8/VZ70vQFrxZZ9lFjdpct2CJtsUIkm+536rd7I
Z+kYi+5Ja659JjSAgCOBoArfaIxurymF3j3OsOE+iAfQNoiOrTUHtYyyuHmvad5k8ojDgwaODnYV
Kd8GwkaF1YTlEoWb5zrTY22aj6gcDh36dGZ2AtOEFv1SW9RSZBK0VPxKfp3kbW9v9FH2b69ukZHz
+baIbDS86qJwEfBKce4ltBqifDCnokfW1QhgaSV/H2pyCXogWE9IP9TWhrG7qX8zJIjLZx8seZWL
nV7tq+nptnFrh/MSlbsXSeWAeu8cxmmVdEgn89hnv0FF+85G6ddtJNEwck6/7uSCUrC+u+b4qCuv
Y/fcBL//TxD8FShps5aaIYwh6eSSmID2ddpMGfVuw4imiu/XnCw70tt+HjSwsiH7gECjtfY1eeh0
v1d+JcqxUDzZyPe3cQUjyIfYYTR0ihwBNtQ/aqSwO+Wsk/fbGOte7d97Ex+H6ha4CfISsxT3KCbt
QMfVSx+W1R9rnXwm1jOz4t1txHUv9QeR292jndaZFgCxrk6BjBA3h8SI4OBfxYCQLBo20Qh9VX1F
mcWUfvYgpI3uC7tHKsjWivbnbUtWx07RbEsDuZml82Mno9oJwhszCkSVR8kZIfeUjR6RVEgUPYRI
nP/f8LiRy8NpTEFOBI9RPdXaQ5Bu0vEusb7lwXkAK89tsNXFtzBu/vnCC5pynKSyAbCxgzy6tq9T
BhYAQfX4qjdagHCuNg27Hs/7AAn6ygfBlSvHNnIN1gOKWgTLTjRZnLs1QpqQVAYUOE1VG+U5fjN9
jsOzSo5SI3gNXx27P2kA/jHRbNhYZgECFRMM0GN/UCwvrkR8A+sB5wKFWw5Uwy0fJaMQzztFD/Vu
2uG9fZ+fSihXJQ7eUAon9tQ9daVTvpFzJztZPhHM3zXpzhySLb6BWyVNq4EkJsUW6H4+QP0ofEP9
4q+PF6JD0a/yOlffmu7kju+W37rqYdLdZqMJvuHrwsLnSpffwC0i5IGHnIUYhxZ8FV7eu/rTcGTb
bpd8Vj+jswriTh8P94p/e4Osh6ML27kVlVEyGqwCLkSyLMlBruXY7Miv4FerOngNlzfEqT5R1/FQ
onDe9HPR++Pq5lngzyt+sUMDTUtTOwa+/nyyQdHxHtz1iY+5lzcQYXtqj8ETuQfNTPh523ARLnew
JwYrdYNizkFmHiM/op0myReK+wpQvq4gC+vMFP0Igwrr4vozCY4Qi0iTzpkqwd10/tgbi+fr6F/A
EJ0FamLPgwhS4Cwy/1Fxh4AshSOrv6dIxrVGRo5aVB686oz+TN0XC8YCVaNTHXUjUNvylxRoXpaC
diYDwd2LgRxpzDa3Z+zKH4HKeU6MgvwLFeY23+4/lbaRyhLI2pOCeZBTbc1tSSrBfvh6ZboYypkw
msylJHjtxxWEuxxAlDKM8lkgEJS1o6+dQKy8Vz16xCM4LkYTPELkDa5TUBdvh3Tr/Ti4ln+4bel1
xpr7CM4pxiZIIrRZ6HHcgtUVmuif9jHw2CneF3v7BOKsX+k/d8RJH0rPEoTWV0EHB835QjT5RHVa
z0p7xugMYJhUe8EZdu1uOYh50yzWjVrVVmfNwtqgRkKmRvv+PdkY337qB+th2kEU/dzcxd/zc/HS
3E+feKgNNVfxA8Htf/Zrt+aZ83vmhMBUVvERILGtksdE3ijqLs/vCiiECGZTNKSciwszmULzCVCm
k31DT5UxOOVn/nrXvUm/rZ2GIgHffLyNuQoJVXGIO4HWFTHk5RCndKCjNc6sKQqYkFvbLSNB2LjC
OvlFD/QvBD+LcSxTaQJEkXnKAxoe8m3jSY758IJymJ/oqf5tvLzXjmS7tZ9vK68vHQsM1Jv407hv
j4kkGOUrT4tFZYC1SANrlwZdEu6RJ+0Ts1RLFcoyyoH0B6r5o/W70EUx+YrZCMVBCoi/IZ52VQqk
Z3k7xrKNxZvExcZuw25HUVQwOSbVjdAz7cg6xXIe3Yd21BZeXeTVfd9n2XM8qfEhy0lebAOoByRO
VSHJS4wgeyaSVd2RZICKN9GGCjRaOnRxWd+zwEkKMG/6RhyPBPyesf4MRrsEJYOMGPuEMRTsSJki
iS6LVwcKZIDQPY9bAdiLoIHCecFgTMOgrmGlmuqyP/Y0cDXGpH3fzIBVAyJk0mtbfWz7LZ6y/7ox
cIa3TJAnofVKRlnZ5fLNzb6P0xJnWUxItWnMNPywRrVEwqYWtZlenyqAmvlj8NYFyiuDs3SwEyWh
CZQwshbVgaZC431UGhZyuUMvWKJrUJi5WSbOVgmy/ZdWJaUqFX0GPudoLNmxsIzyTJLG+rRKNR4E
WNePeOh2NNDuDB4qApYcnkhyQPNsz8oKx5RLX+yHYjd4uuK1GTSQWOKkd2iV2KR34dbydD/z4Yje
6VaUuV4x+OIbOMenpG3Thz2+oUvudP0tMr+lIKW77elEGNygjqkctoUFjIk+BO1DHW2S+Pk2xLUz
vRhKPgFfDxNrpAkQ2jRuFCXbIebx/h4CPEbozMYfMNzNVi6ORLPXaAW2b1xzwMAZG+ZjT1OBFdcJ
ya/+1z8YnMPuGjBtNhIwKj+L/OQxf7Xu5D0JfeVgbyNHKZ1JNDlrI7c0i9vHLDYjML0BMptqxwZD
bScIfK/LfjmjuCUWIpFcSDNCfWc+Ry6p8VqhP2me4eSb3mO4vFkP5oG6sui+Nv/iy/hh7ib+M5rc
upPAZ2UPUQ1qwXP2ONcRuNY3/UgeY9famz4qajb2m/LWnQJXVPK1iqwRsFbi7UsBEdXlWjH0DlpJ
FZCNInY0+pJ8FGbq6IOHB195+Ly9MFcOApAZgGl3lnBB4M2Bwb3YWVs3EMVQHsZu5klCrVzoDgY0
9rZjgF5HUYvB2obG0KJdG9U1kLjnHHKbRIVdFtAdpgj95OGQJz/QvH3bqutgAQgLjHndLrZbrdYS
qHeBIVEn/t2xdzn0kki04a5Ka+d3eCTvwEQDjUI8ZlyiML2xiK4N1A1e5UP5bMzLgmwqC687o+Aa
vTJNF1CcQVFPgqGWQOeDFhDJSJw8ejZASBnZjmIgCepWk+CVbmUEsbXAmqpbIJRT+O7FTO9sVAmD
Br8sHyq1d1INmV2URJWimphVIHA9obZDRQs4X9IQEqMyadrh5QR99WOsODZIpUFY4DOterq9Kla8
lYyX3f+F4i/rQakV8tQAapwJmBh9GNvy222IlcWNFTHru4Lf2b66w1ZajpiuBETfhV4eqI8p8k1R
KiqeWfP1eBmHSqk6U9vCqsul16I+og+zMUfbxaadnuLsKCVvIdnr0OWIUZNRHafB7ZP7MnsE8dNt
G69TerOGpIq50kFApCIYvwQ3Gt1Mo0DLXXLGsxoySnfW3k+36Ra519EZN/ZZwj0Wmimt8yptA8He
XptF5PNkvB/iDk/4q48sSWYXp3ruKuhDzVtsiXhz28C1SUSD+1wCgKoN0JBd2qe3ehEYuFqALORN
Lw4TOQtDxWtCknkMNVBXI+cBBmteBU6Lu9HIFQN3U/2Y9p7t0E3nDOf4NJ0bFDdImx9kV+1u20XW
9hpIsqFyYkHx5KrJcCr1otErGJY7zGkPH8xvEgdNIyB0a53ceeg8srXvUcB0H+xqSM3sczeFtJAT
uuFG9DHXicl5BBYfQy5HOZ3yuswYPgYFD4rtIG0WuKg5cJrHZIPrpPxhPkG8Ghek2L3/JRiI+Xdz
h/sFNue5W/RCKKB+gPLVR/p7PHhK6FeO9th++2n9mrbDDjUgu/7OMJ3kbG6LwlFcIb/V6iJbmD8v
88UR1VZaUtbzXBS+/ax+dA4etU76FovOHXzpdCbnUpDvv66HgB44XBLu0VjaKgilOUgc9n1YF1Ca
bbag+x19dkLe64ExP30cBGAr5s23dAvymrMKOS9zOYZpUU81HsT7dCfnkjNNuxhiprfnccUVQK8P
5Trwggit+QPY0osqLi0FS2hUXHQNgnFYgHCdtke4Pjdn4xBEyALZ7ssxC6CqxWhhQkDnnm2jd613
gjvSOvLzY/oR+WGyQ0KCObfNWtsaF6DzPl6sDSJFObVygPYu24Y7xbEQ/+7Yt/LdPJEdeQDHTb2J
TvlRmVUKBOAroQa0o0GBinpGgyD+uwQ37Wkog9yCaIYXbKtTsrcOoeYMn+QRYeGZvsWevo+/pe/x
c7Jtvt0GX3FQILGF/JOJajlAc60IeQWdgyiIEBvSUxDdx9XJtH/3ROAHV5bNzAhvgLrZQJLn63xb
DK+VxrRJKdoW++pN0T6M7O/XPvIMKnLZFop8r1IOlLXNCJJtCtqjyulTj9AHdNPeHqmVWcL9QMXK
B0GPirPwcpZIFmhG382XPTTH5S+9tS1MUBvuZf0pAOOiJHxpXfMeoBqE/4BGJnoP+faNOO9G0P6O
1G2abe+DruuH3XnUScC+LroBre26CyxuA0ioECJRDSx0Huf3+cn6FW0Mr92QDXlwwQF/kj9l0U1z
ZVVcYHIhlVJU0H5VgFn4ESRBChyRkZfCHaun6L5xDlYo2uYrPvICcb4ILtahJCtoem4hSGjiAP4p
v6Wh2zjjfnSYZ/vBs+Jmh3YvUiCZzeCOvgtQbuH0jBRgipzNtJ8n6Yi2pd5w1SZ3KEosb6/RtSh1
icUnVoq8041mABauYcyHSBLeml3tmR4T79E8s+fQuw24OqBgT8AqhQNR+BwxaDcpvJoMZ9mO7oTj
JtFeKpTe/SXKrMgzM42hPQQkgDxBtCwH8oRLCkr4mhS01F6poDFWxGp2ZQoHwq2NqgSRRjAARA+g
lAV9YJVumchRXS35WfQH4ikqruHoyOIvebLSD8YwQPUnIVjsqteHpWAJXDn0LwRgQO9mFhfhsvZN
W5ZgPwfp3FDZHq08y35SMhRPfP71lCACgJgIquJNmWj8KV3UJe6RJVSS0AGfVQM6ON7Dv74WQOpF
A0mSImPWcQHhbJFYEem1CeJzGqlnte08nSpbEgr80MrEX6CQS6cwZn3QJsGMoqZ79PVulbh9UE22
/fsR02bGNbypaEjDc26gG5CUNyZwq3eZftcM6sk00ROct/8BRkeOmKDWE0y9/JvuOEnEqHU8izPI
XCOgmUWiJRHr9rwXLlwaJgbqcjgFIacMdRTutCBFRZHRN6CmrOub3o59UO1v+9DwWJY8DVLvRZEo
8311/HKQ3GGRWGjgGxoThPuxhsJ0Py5/hEHjpQMydtlGq7fQ57w9YVd+G1ljPGAgDIVgFYQquSVu
ToVR6g1eVC2LIajG1aQvwfFQbo3JeuqCXBAjXVcTzniIeJHYAusCsluX6zAK1DZoc+h09EG1bTO/
NA65vS1Qhm++pumbopyj6MMOBS/ja1aiL0rTkNJA8MQLcyGq6uO8RrJVrQ9h5BZD47D4yAbIO3eC
DO+Ka8LrHuJsMuuN4VJ0aSChaTZVBaAQBO9zNbhrsxS9r9Xv1m7Ot+duDYogIETnF04NHE6XUBp4
6Xu9w2rRjU5G63jZnqxobO5KVklOE47/wVNB4AXdJmClMeanr0u8nqCwMCDYEDUxfHQ8OJaJ50hR
ImZtrqDghCgXyRg0dKqXKLadjlg9eEMslNRE70xoOqhqPcdKpqF8otiMlH7cHsd1RHW2bT7d+be8
yqy7rK6suXZD/ycbQcynVc4U1sxJrHTDhIXkIrz5/FwEaGxgTWFGwCvz+LccNS6j/0PadS3JjSvZ
L2IEPYlXkmW72jupXxhSS0PvLfj1e6C9d8RCYQsh7TUxDxPRWQATiUTmyXPm4wxFdQynPNqtLF8S
hH7w3v9eHnfEKd6ZTZ5hQ91y2tbKi2Zb20qmHS00gtcP2PUYqSgPBy0rSqDcizXMmX5ojMce6GBb
y/783nf0lRVu56JiaLOUYXnmWN+qbfhl6JtbY/mMklaChBCtB81WBEXcL+A253zdWMAbsqQUkXh8
yifiR4rixbLgK7hhfk0hafgPOub81W+mJm1DCOthjFALYvVdTd5DdFnLsHtskm+FI4kXQnPgXXUN
FSRakAc+9zs6x6pq1uzWXOqjk51y40cL6Kn9s56iw2g8Xz9VgizQgVQNkgAkNthFLtK36jSo3YiM
IyPkUwHJqlEmkhexKAAiPTPQ8kGadjHNhUOkmnqHWIsyzkEdymCY6Ad6GkAgWpJ7UuQPyNIctJZY
y59vaCVagzecA9hK6uwx1+jl6p4NwF/fssvyLW7HtRXu8rDNpChJgwX1uVn8UBbLPoaz0T5AxJG+
asri7NFdqXdAreQozjvdTVqjVw6qjZTc62Qan+1io0/j4frPEn1JbDFB7QbMvRcMC0NeL2Uemyjw
kfDBSOqHuXm9bkH4IQ1IcyOA4I3FDzPqkVUS2jILSZMlx1EttHQ3Gxo4p9LaCr/18SirlIpMovAG
lRMoZqpwofPDEPaGEXYWgjAmJ79M6vuSGY81+umYAyi211d3WePgPit38EhCrTC24TwKFPbyaWcP
G3vBYEPs2WlQNQbGe3ad7B4VnXagmnBVQxDU1Hlwp6ZErbNYQDbVbX9IbOOwJMMpzOc9RSgL2+GY
mW1wfaEyk9yejpVNwzKCSUhVeb1pe7P72YdBHoUboC7L5C/iGd6XFkSj8Mi8mKwcKR3NSEE868tk
Nzjql1Ktj1WNnqyj3/YUvESFs7m+QpHXQDTXYOKSkNrmg1rcLLOVEqRcDhpw5gKwcVHemBX6LK4l
KcUJU2WcNxY/YRD/P/dQ3UkzqxrgoSFaN0Y2YWoSdqNtmn3ODthU7prw2dG30sliYaiDx8BnTKCN
eNaqGHDZJTMZJK5zPK0sHto+24ZSDh9RFoTq+n/N8CRVnUsj6IHCjNpGm6h/U9C0aKptTBdvlPHL
iT6bBTFZoMOgn3ZBABxZipbqEJBF5h+OUB52f5Bmcnyln2OImWW7604iPO/r2MJdfRHI4gDYwtey
B+MuaZ8q16m8rJp2uRVt9SX/Oi8YairuwWMkuRFF3w4ICHQkkDijSMb5jNOMZRil8JmssTKvtsx/
SF8c0VluJJmY6E4AJg2h+n85A7iQlvRGWS2zgvxooF+rhsSeQWUiwMKvZkE/AsMvYJQw2GJXeXI6
zMUE6BGTWqUeho28Kk1x1YMwW0oTd4G5QITGWx8lHoQRRlx9bsqtFLpMC+B8dt+72rEnRpTfItms
Zw+yocTexWPauZ496dmd2Vvxkx7rw407tLGkTnO5ZjznEFnwS1BCcfk2tGVM1lQjC/DRydhMtkdD
EK/3lleWT9ed9PL4wZCL7pMJxDrm0rkVG+NkDQZBpT/sTqX9MUPeKC/3eKoCUSZJay6d8twUW/Pq
O0LLsDbAk1iCFROM+2RDKqRRshRCZoRzyNGyukZjULgC88/dd6KMXmZJEiGRDWCZEBVRL8FsHXe6
Ends1TkCXAaEt4Gdj/vCybeGIiuSCMwAeo0bzUUVwUA3/3y/qIZ0odZQby475xuoRnZOiPgR1dEf
57R4d/y2w4sIGArKYZOBRoFdQESgVradMm9CS5OEQ+FyCGayfxFVANZ0vhyFoMPTNTZ2jYajr7qV
6xG7Kr1+kMkcCQIvxCORqKJuh0oPYN3npqKmxRnOCUj7oD1SuBvXweDMrVslgdt+2HW8dbXGX2QY
8su0h7X78JJDERejHzy5k510cRomsOrm+Uvdtm96jVtaBUZFLTvPUiDHEpHN9eMriBMaAGI2k9y1
UYXkfGQ0ojQflqTyQ0fdjsb3nE67BbkWtWTk+ewvnZdB4Yi/LfFeAh6OqJtnWOrdV8sluEI3Smht
lvnDwsxxv2lk7YNLf0EsBkwGJXfHucQ7W0kNkmf0qv2s7V9RUoBCgJ4GpVHLxM4E7gILTOodgR9B
kIfPgvMmhrYTsjlUAo6Gm4J4Pmo2YRd/hOP0Y4E0IWZ6fL0qHzRUhK5/QNm2cqci76sQWHlsa9w1
njMhjbtLp62tvyeOu+mUL44tubGFHgOmZ5tAlOQyBxocc7DmLqt8zQaaKn6cdRqooTc6krxVdBoA
+/yPHbQSzs9gCxW9OrSxMLCPoHL9bpLFD1Nfsb4U5N1VZDz+l4mIBlMWwcFndxnPPOJgDDmOWgTL
xr7RQYZhRH/emNOYcCtyR3QBWFp1vqC5yVFoGBC/aldXMeeMOcOsL4jXOHUpOdWixaB2DAamX9GE
b4ajo5Yrue4A+BzVnmU9SFOqX1k1d5otgqYWA5diRINPdIZWzbI2RKyara706tC6cQqr3yo0vY9V
5b7oTOsY6tNJU5Sj67YHRa9em2a5rfUoCpQSsaaLH9BDMpHLjsdKh5qygowsUo1xe/2A/JoDvPip
UFVmbVdkQzyEc2pHgOiyuILqqb2ttWKvxkDA2mpQj8RP5hjzV6Gvzp/RYgWpFvlk/GNMMWsVGJCl
Qa0MBTO+bdDVITqQFLJylXaMRseL2iddk+mKX4Y7ZoRoAKigmO/wLbMiL5qiphECAYJQ2Kk7W8fT
stxf381fTXFuN8FBrFuATuHOuNCY63JzSXWCYzlvra1y930Oim/gkwQrS9N5O/rZvj8x0Ht5c8ru
Wy9/e1Ze4mP94QRSkOllro0F4+2Ml5+DERM+rR/SptSMDAuu5mxTDq8OZWNQ/bxfQE7XtkNAw/ZJ
q1vXs6T6lsLNxquTWUcOx4u4I+1ujMSCbTMl3+jc+3Ot3eSxDOYsOMdY4m8zfMZbtpDVHmAmqdBp
yu27Pk6+Xv+ggvuDNSdRjMDgmgVd2/Oo5Db1khUKvqfdPpnh3Vh+MQBynJ/c7otp7odQkisKqhHa
mT0W9ldJfE+hhUyTtIKGTlC1dxmFVJE/a8G0HE3lgxheP70qo8RrBQVRWGUFEIsBqgg/0ZWNNWlA
TQ5V+r3S79xHdVP5+le8h+zADIrDuMs+f1zfV5GHrC1y6zSQUxU1YIZozqj31KiOc2TdJ8qXP7eC
xh0AusA6o0jH3f52QxgVXVGBpZFu2p4emrYLMEQmuYtFMRQOouHYA3MMVmm22vVXI1M2Q50aX+0+
Ps3b8QD+DF/7qE7mJ0blJa1PqTXO7VVNDVElh7V+i5nOvb2DnNcNeM/vcg8PaZk+geiQGQRIahWZ
N2AA3B5OqRs3yOdxyEAhb3Q/8Xa9/pEu8WKI/2sL+vnuOU5tDWoBC6D5zQ/9Fx2MZipaq56tBdkJ
woP+N9SP/7xfB0QLbhwdYFq8li7qfimGqUe7Q4xSXzTraOibKZf5BfNi/jYAqAEjfioetEh9z1cW
Wq0etvNU+eUhvXdvX+wf+oHcLUf1OQt8F0gxzMWBiC+4vqGiswVwoY3wC3QhQhdnNaNxBQAAYlbR
BmVre5GBCoesbHTJuIfPtjbDHGfl9LSMnLitRwSN+4p6Y4CMsPLdF+Brs51zW53aN3vf3JDDIgkd
v6j8Lnf19/q402bVGKWpC6xP333MMLzcl6cJUWtrPKP+97M+NcD+jRAeB9gWnfN35bgZBj//RgPq
WQcpFF50Raz3gTuOtpLakWrj5/Tdxto7zyAqubGDeqM/11XQbecNCcx9c0rus3cfpHzXv7XQOEBg
aGzCy/CCPP8Ike1WBCVPnE77Zsh3RYdx7+kxi4My/NlOQSET6hV4NNBmGJjCwxHCiHxWkY9ta5Ks
r30jUYF8BC/1BM2Mh8RNvDxNMPoguRAFvuxgJAcQD/CYYiyHrX/lZAodrQbVoMrPSnAE9e7nGCFV
NfQ/noXEzYdiLjBo7FmAcvy5ndLQ6jBOVPb8bpXjMuk9WtKWjE/5kjoCZoDpQJ8BG4iMmzuaaexE
dgGCYt9+dT+cUx84QFWGDyTxgJCd/SFYjpCNUm7dLdTYrnuKKMye2ebOa5O2tBka2Nb97p/irT3l
D8ZN0XgunJTUoNAxQJf9qr5fN8v+KndYz6xyh9XNGjhMDqtdcTOPb9UfSzywHUXdBN4PwSqVxyjq
IOGuAMepfKXd1CoaRBngJC9ad4JOnx7tqGw4UZQrnRnkbqsahDh9XTODN/auP2kn52a5IRvlZxfQ
ABNw6k23v76FgjOOSg2rQKHwxfgTzn0TmEJr6lX4plPNx4HMO3T/PJv8Yzjf8c70Qs3ZgUBJopwm
/G6gXnbQkVbxJuO+2zSWzZThWYoUvt870XRXKGZwfV1Cj8SyNPBr4PuZ/MPPHIy4svBfiDAAkW6+
5ckhUW97VDEGvx1fdVAMLQ86HoTJt3zYjUiuZJmvaJXrX8B9zMyCbGdTmjgT4aIcDWfQ783G+ry+
zsuYqQP7hwAN2QR0jAz2I1YxrFCsMJq7rsaQy7Naohl97EHjZN4r6tE0f163xXzh/Lid2+I+GyAL
SlWw+EyHb465A4dmOp+05Jakko/H/tC5IaA0Vt+Oi2StkWnwDnw7ULhtFPyzG/uDk8juN3Z58mYY
FgRjkkBPIo063ztKQAU6ExaX8Yrsa9fXIMmgJfdNVW2v75xoQStLv6qYq69ktUuSxIVWgd192Rcm
+BdIulkm++m6GdGCQJAEyAD66Wi4cfuWZ1qTDmg3QQmhuHdI9H1uk1sVpReM/EnuTlGGxiiYLXQP
Hcyb8JsHkH2RGxFs6Wl9MwzRw0LtnQMmRJQvtlnW71XjQcN0et7oHpnvdO0ZOpOnqLPAz/y9zTLJ
0kWP2/Xv4be4b1Dl7gb8nsUK36tR25itdoRg9THN4ocOjYQcgHwH5QpgEWJvLv/4HCKLwOAQXvE6
snI+jk6jTrOpB0q+7IhXQHRL88HfBHZFv1DwqP96/UML/Ak6HihpA9isYWyPyygWO2ppUUPmq1xm
qJfsaP5tGSVBWmaDC19WWGU5CeMaUgilt4S7kkZBI6VIErjs2Uo4l42aela1DisxobXbf1Uw4Z0H
cbq5vl8yK1yUjGsy9OaAtdjULyOg5g6oP+ruy3Ur4h3DG90ATQ/6EVw8cbUldeCGNdSoQaph7gkG
aCmRhBLxUv41YnG1+XgeJnVp2adXbkvzvnD2KfXnQQJCuLxW4M4oYGOEHDw8wNSeh8amdMJ0drBh
Sgfaw6k/1EZzGsw698Zc9yct3OmTrOsg2j7WAcB0HNJkTJKd28xTJ2tJUdbAsUOBjJIT1K52pNde
r38l9q25qO8ircMMo8sw0Dx8HQoPKcTyGviCrd/SBVO84ffrFi7vSVbmQkYF0jpw/vDNRDDUD3pr
4F3huEkRTGMM1vh4KjZaV35MNB0QF6NCEv8uP9j53czcZnXDsKbpYFa4m3uwC7h3afhKQoz5P1Xl
adYlUHxB0w2YNDALoUFLUFY32Y9ZGSMqRvwzjFb4ceIeqvhdNSw/LahvO+DMKxGO5k81yp9DIsvq
LndWh9wEam0APADxx3fvF6Q7PTGRH/dJMJKvprEJh+Nkfgyq/6efEIZQZmdDlAjr/O2WhJoxdBUy
1Hr4Mttfw/YQDW+tflxkJFSX3nhmiL+2IBrnWPmEzEBrv4A7wZvn3fWVXCb4OoprgEyhwGbjtctO
3epbdea4VH1vI5eab5b+wS53SvzeRvtmuqn1m6iTFBBFX2htjvPDCjS1QzvAXF5Tn6qHhba7MPlQ
5n2fyrC2QlugegDoH8hhAGDOlzYu0LFBPMGVr771bro3reWxMtqN0g4e4CqSjOcyPDFuSIaLd6EF
CXKtc2uW0qdRxe7DaSo8x9lO7mtYb65/rMvgzmxg+oqgrwepXe4GqdLRpdWUIZuvflr0qUlPMQUU
UlI6FPkcBqLw7AMUGkgLbt80rSlKw2FWtEc7TFD2f7y+DGEwwtWBl92v+Mdt1aA2dVk3ae1XZWDX
r3r4GZn3RnooQLmfyWqtIi/AGf3XGBeMUNuNhyHHhehCIDjJDpbzaFm156iHTvY+F7kAhhfwOAEc
HiVX7vP0kzuVVoyNaxqwY7Q7Ak5pC2rP13dPaAW6OmBxQSaJu+rc0eK2stClzWufKI+U1J5OnhRH
prUg8jQkKv8a4XbNbSYFkRZGFhzO6tAln4t2VKGocn0two+Dlj6yYpSMLzhVy7runCyBGTezbgow
tOxRVeg8M5o/HMhK6lFYSI6Q0KKFriTCnYqxBe4bxVZcWmqIuyksfrBEonP8RjkoUx301e764oR7
+K8pwE/OP9Roln2XVhXcge677NCA55JYSF4lZoT+sDLDHVc7tJphmGAmzDf2+HWIn+rk7fpKhJuG
PomDhpbjXMCwSRqbLUD0ta/rj2O67a2jSkJgNX1bBvgWLgbBR8WEEaIDP48bg8tpMgosZuqSbU0N
PwV2fzap5P4WfpqVGfbvV7deXkyunTIz2QDm8BTiWxuq2V5f/UUoZcOl/10O29iVHfD15bqWwU5r
xQdjcN/KJfqbz78ywZ1UFI+jEg0XSDpHTxZU6cj9MksSOvHn/70K7sx0Jhkaizlyp2XbGPpC2a6J
QFZpVt4oLRwwdz3Pv5Gp/l4P/4ABtejUNSaMDWUM8rqJjegtO8X6sAc36J1iMy4m9AeGFGzP4z5b
yP9vP/mswXYwQ91EsI/wOugvo7kLO1nFX+Llln7uFnoOHiq3ho28JYETQ2OQeI4MkyvxcX7iprGr
CarjMKJFAek3o7u19KMjK10JfQPzvsDYodbj2uzfrzzcUGkcazOsTPVnWHoN3Yz5I8QBfAcEztej
kKBmC9dY2eJcPdamZHZG2NJ32nY4JnfVXfWKLtfeWTwQzSB5eBj2zh+/2plRDEdhs3BB8YS3sel0
eOTUCK/qiwGCzOKnI4vg7HdfuPzKBEvIVnuYRnlvuCHWZZdvbvl91r5lxB/dZ3fSPWCDJbsoPGAr
a8w5V9bCuM+1vMGCatBTQeb+a3nTes6tsksCsjN+XLcmdo/fu8cFWmeEGt9k4jXdQhvYSIYgnmeQ
bHiT9b2y3q7buqSXw9Nv/ak4X8z6ubO6GMZUui82qp+8mT6Uyu7GY7vPDuRV8chm3PRHZWfs2qck
gHDB9V8g+5Ccg3ZRNKpNha2NW2sPUME4v0MfY6cZX/X6dtT/4sWxXi4XlgH/y9rIhDW9NL9DZDHx
AH7a0lY7XF+VoHZ6tq+/gGcrj8EgVA1AIfa1jzZt+GKVgQMk0pLu5yGo7H2V4A6N96HqSLaTLeDK
ueCBn4s2x1YNdg4/bLO3kaQHMr9YIbOJcXuSgo0s9Zv2bx4nv4+HwcXmKly6OMpgdJjabQEytWby
wV+gd1+nAmI+k6QwLLwKVua4AifmsJpMZeGlHDCoBKKLtq+fcsWRrEq2lVyI0ZXeWsYCZtTq00r9
uj86Q4jq4z6efArZW9n7QbYsLshEeR0rswF7Ib11+ruqetGb5+tuyX7yNe/gQsvY5HVDmIllep7p
d4NKsh5hGWt1vi5QwW4Y2ekIA+7cvy1UedJI6tVa/Aj+zA21rZukvK9zzCIWtuzEXQIoz08cF0ha
V2/UNIFp6La+GcVwSvPoBpLfx9xMji1R/QUyOJVmb6xZldwP4hiGLN/B84jRnJ1fDyW4Owajx2WU
Kqafq59qGu/iYtlqSxgUbXoLOhFJTUjoK0ggMKqERzMoQ84tGhhFnPOUnThr2tjNtCk1E+xnMji+
8CpameEOtjm4LUkp9rRPxm3hun47JfdjogeF8TMmMpocQQMMn3DVeeVWZePll5gFKq7hhxJ7TLbC
PjS37T4CW84BN9AxnT3ta3qQdeyF329ll1um3fbGCMYJpH09lOuLzCfDrofcgLp4evWejZIYLd7V
3w1mLn6ZVrp0uoIGc1i9KcDzuu9dFSzd1pDdraJ0llXkwQJgO6Cg4C53y+6sYQH4yoe8xGFWyA0O
/2Pa2rdjHMtcRRQt17a44wfVhLJSS5yBWc92cRRM1eOw7FHV2RDFg4otOIDdv9jHtUn2k1Z3rFlE
dZMnWF6X/1O4N8rwz9y/gizXjyG3dj1wijyEPa4hAgJkKjqE56baYeznHPxa/pJtnRCcFx+6ewpp
tdX1wI2klHyiWLY2xzlkUTlGPXQw1yAjcsxDHuue4j66QBkt5ORWm7r4Odi2ZJFCd1ktkvfLOO+d
2mCfEIimeTdWeB0AsGLLKCFFwWu9Ou5iNSrMcPeoY/nV9JGpvho/ZDIKb9FFx+rz0OBD2/BC+x1N
oiGyG8THyq3uxjp8Qr4guXBkJri7tKyU2q36FulBHZ7Q2dk0neyhKNwoNokK8mfGIcM5OIpKTVK6
CBQGxpa1+Gunzl4qY10VHtx/jVxMJqEQlrjdjODnUPqx9C8JiQ8JCr7z9055ThPt0QV55/XTJNw6
AELR1HUIRlm4TKcEpMINO3ydjH605MH8cxYLNNNWf5/7NLNa0lFhCWJi23uXJPdxBsRAVCmbkP5N
7QOsuy4wCsAiGgb3jex4TCbwoOAbgcrCixyl8JKhPzaxrH8mdoZ/DZlcaXRw5lzPLBhSazwp6vf/
nReWhFRhCPi9Gj6vUJE3OQleukDggxEg91zw7gyvSSx5hgmAlfhCIMXGZwKwBnQO5/EUHW/dHQFH
9ukj+D7Cx2D+rI6g2g+3xaF8j3bzsdzRIDuEXn6UIYCFsXxlmwuupdL11DWwRsqmaaI89uMiwWDZ
nPgLgZpUlu8nvJauu7zgzgebIaajQfEPWP4Fjqi00hjzbUBc59CiD8wR1F1eWwUKebtuSPTyBIId
BECA3zKODO5wZWACswubAAloDRuTFjslX7ZhhkH2dtn35k+AAu4sFNBSap9SS4ZyEK0TcClgjRmt
BP55/mHtRZ3KKQVmyBwaKIDnernRpox4Q1b1Pg5RGagxKCOvr1kQTzCQhukAIBAwjciDH/VyKGmo
oTmWh9DkIcv3iYJ64boNAZAUohMGq0r/Ejfiy+zjYnV2MaBTZVPzoRgBy4K1/sbV3PKoUIrn9aw8
oC7l3GjIP3x9Sb+BXQMALnvMvCSCeFb65wR+7CcBzA52IJAj8I3omupqMRtY92h9Ws1zFmUBhJ6w
69QLbSIJ2oL4c2aMC6oD2sBqbcPYHM2ALikW9XW7tTwlpt+vb7XgRoIldFLxssHjgz8rZYNiBemQ
17V0zKDAiPQ/TxIl0KhyaGhibducaB4I4372c/Vy3bZoleByguACumvIHbjAVMah2wOyjgDoxIcy
AjdQiQLcIJvPlZnRuWOilXSpHCwRaN1WLzxziLxJNqgpCOZn+8iOzSo/7ks6gNMRnUJlsX3MAjt6
UPfGxqw21/dMdObX34stdmWHpihUdpCM9iPa3TnIGhuoX9Wtr4DXfJJp3IqcwwIlMKNrw3QTH97i
fmn1fMaihq4b/cbQQQKq2vNbVWL+TTXLH0kOBZCqHdNXtR0KybtbtKVAM7oYv8NQNdi5z5faz6Az
H2YFcNClbr10afsHq++aILHKzl+WeZDYE20tCBQsRgEGEQGe0ADcBWNkZlhtAzKKcXgj3XEI91p0
m/SS4y0q3WAC9V9TPKPBUhWmlZiIb+ZshZ5mjT6t4i9Wb/uZHr5nQ3sA7PWT1vqBqrKH6q8GPFeY
0tbHjnt6LBlZoog9Paz74i6/77fESzYP5RaUpAs0F1mbovs+3oJAy5KxywrSgTPT3CkpR7uxE9Y8
s+iDpvv6+Nh3T3p2KlAQlwkEy2xx7pOPjbbMHWxF83QqB9troT5tjt1mTOOHdCTQYB0l31Vkcv1Z
+YDWWSiwo7YINFn6MGpgTLG0e6Vq/WzE/OHiON5oKQ/XA4LolDCZK7CBaahR8a9lN23cemJwiwH/
s1VfCV+1JAuoTHZYuLaVHS6KoovfjakBO244BbdlUJWYd28elGzr6pIYJzSFWwEocDDmAkh/fvAd
ZcgGw0LArkB8HUGeEwSsTR/0rba3zBtXNoooNMfyYuwhbkIeLBdadWH9ahEOapTsm8XWwJIHtBct
KnpHCqIFeRLe1vn057QOmILH0AN4iPFmvUDKGA0mIBOK5Lgu7hmjIwT61GZ33T2Ei1vZYP9+dV+k
WWmE6gQbc+p878fsJkwSHy/CZyTQBwwpeoYiI+IXmXSguwb+XfBwX3AUjcXUuAtDK0/ai6L4JPrq
LIdueinQLpQWi0RX1NoYF1GqQQ9jB6Vo9HNTPx5/mCk0xH7pR3/LUdcMp5vE+mNkOaSjUSUA2gR1
RQysnW9pHSejmjKTirZsZ60/Ln2yHSZ7e/3LCWaZYUdng30qNhJU8+d2FgykdQ1LAvVp8GzjOUrQ
dAU7HcYhAj36RIsLlSkFMpiFbBZPtKkQAWDAURwHi5/NTdUUQyc1zrqKbqjiJpsieVWdt8E+Rs5T
aSSA1khSQVEU+0WLh8E/Jq/DftHKTcFUEKWdgj3VYv15ANnFUOibGEOGbSnjShJevitbPILDnWNA
nzLsq5n9iKHhUEALxwdA77WNkk1SVge9nxtPrcm9q0Zv1z+qKMdgRNmASILO/aJbjyba2A0qLn6S
g+sifCJIqQCW84gS+WUtQffIjHFnY1kwpZlqMDYanyTa6X0e5Ol702xmjDNeXxf7U3xOsV4Xd9m2
SwdSF4bJHLU3Pf8GDqO/+Pto0wMJjEExzAad+0ek9pFbE/z9jhTPWjx+1wsl+BsTBDAiiLCBhJsz
UautQSo07cBBH+Rg3FbrWJIeCKhvcKKhM/MfEzzhZFmrhZpnSN6d+yrx69N8yHb0oflibu1n2/tW
/wO18E216TbuTpk843B9gewbXHwjQIqZuLYD9h0+noT9OKWoBfuO2vtW6dEOyhWyqUFR8Ge45f8a
4dIE8JgbbsvaIAZ5bZxDkQf64mIo2fCL+b74vL4iodetjHGZLKg0aWOVMKbPiqeB08+UJZHCPQOJ
NCDT4Hi6mH1GoyVx9BbVTRoBfwe6Hyi35a9a2kn8W2wHhAsICqCT5r8NxBVxWBlKznXjaafihbPJ
MHgRaFonq44JvxCB4AICLZJG/pmjqGkGdTqEP6K2m94+ptC96n9adeap5YsRPv35J2J0Xxh3AODj
gluILJCoKB24fE3fexQ5FVkRTLRzvw1gDPI8MtBmcYvchQF7+uZgEY1zjGVXhswGd3JidLm7MoUN
am9J+mhYd0i0r++T6AJcL4M7N7U6qOhCwcQ0nuIUxLeHegikAmyyhXAHxoKKkD4YsNIa3bZosi0F
sq/o2831xYguntULk3+5O4pO+okFAaaB7noxec0ALs7sz5L8c92ScEG/S0gO29ZV3pCSgSK1hqUa
akI2lCAKe5d3koRPWI5cr4etd2WlwXAkrSds25gsj5areFODazvWAtvMXketD2LS48NR9H7BCrT0
o1dWyTbP07u2mWU/Rra5XEafq3lXmuz5PhyVe/JMH6HhDBVbT3M8slMP4Z4G5SZ9dd9l2vbCxGm9
DdwNSU2r02mKzZ5d8jZhRjdZqm0OwlOnio+zaXoIXjvwQwRx8RcQxLPCAXfKY7xxB5OBRaPkdp6/
NyBMnDYgYKOgONGer/vU/7FOF3Uv8N9CQopbZ9v0FW0Y3hETXOEhp0axRc3wi1NEh7SZkazlg+Vn
VvpcEXJUG1pvr/8AQYTG4wmvJ9zRmFHjH6SjG8ZGBZyVH1UxTufnVLnwLt+aduZ4TGXBTbRcmDNt
wBZQ0kcv49y782ZKiZ2ifODGyp2pIS+2etS8Er+HulkGGkoa2xuqdp5K8/31lQqO75lp7vjmZtt3
bY6VFtptWm/y5q0MJSYExwUmgI41WIUZQ0nnqyvtOkxmBgBJm8d0CBRzk5JtON70hgSPJVwLVHsx
W4NqJWSEzw2NNNOsxME2jvZep8e4ekunl+vbJVzLygTLh1ZxKFfsKAsTmCiTTTrcNqAEBV/uMu+J
THCBbTyXK2Kw7/diuF1b2onMWY0PA+L1IjnS+mOOMFrx/fp62EG6sIIRKzYKDulW/iWdF8rY6dmC
Sy/3tNEjfvnN2AwnHYK51w2J3tLgIMOrHZy8GM79xZu02rkMzem8iplv39Jj9ETvEhAOKofoUMDa
IOu4CvLStbULQCp04NVYUdEjO8W79FSf4m1y657UbbRbdtaulcqLCg1ibJ8wHUugj7iI5WRlGy8O
lkegoDqi/9hPkmMk8m58oP9YuEAuZHpCZm2ABVV5GKGL3R2KMPibj7SywaVZLtRFpnCEDfq4BPQu
Bx/Ij3ZDt+F7/KFs/+K9p4P3DgRKCH6Mcej8MIHtTx8X1pqOCnUGSBLc/EjDC+/6okQHaWWFr/Q7
9WCo9YQHxGB+6U2/0G/K9L1fdtetiG6MtRVu58ywGJQ4wVpSAg51qFTNN3m6VdJ3YtyVy+N1YyJX
YCwdqHQzKQP+LLkDaDJAXQQUOW111NzszpuWOt44GGiV7J7IlAt31phMMZjwuIBXG9oC4TGEoSrb
o71L049BhjwWfSCXsKkxTNMbGLg9d4N6nkazK0fgV+IfrRG45TbpMGMsI2sRQQVAF/SvHd4RIswP
6xNgbeAK3GjbaAOVJRTVHqxwk2+UUy2D/Qh3bmWO84g6SwqrBXmlr3aAwtcgXWUwccmJlRnhHi2k
J6OetOw+mp6baZ93T2l0+HNnW28bd6sqVR65CVDOvmZhAdBe02PM6UvcTBQ+keoB+gWHBq6Y2yxl
wMMeWR9rt09Bt/Q3VJVBl0QnFE12lK8csNAjjp67meXGY6GDSdyPIbZTh7Nf0Wqno3KbVuTRjL+7
RiHZOVGyAMpoNvcENgoIOZxb7PHQmyJWUmhmMN2PjacrT1YeeRZVvMSSEG7IjHGe0BiAtuUae/GV
mwqMgnQ+dku6pRpkd7bXPYLtFJ80rNfFeQSDAroZm5Ad5zsVdNvQ/fXCdFMUQRf2mGx5UPDkvG5S
6OerreTCUDtlIx17vP+Auz1mJfnSg3vDMGMZ7kXkJPARNKGgVgZoO+ck44KneKTgspiBjdazt8Z5
I4CaOwct2Yex5CEp3sd/jfHFyKovaOXoMFZH8X7KS8zqD3to8x4Ss/QUZ/mp2/PguYoqmy4URtzf
q+QZTGI1neyUTbBUlusNzesc6d6S3EI2RvLZLuXmQWy72k+d88ohRNAd2RInvf4Wa2brqZ2Fu4Se
nHreFKoRpGp8P7tfVTsMKvcVKdsu7XSvt6d7vX6JZhMt1cRTIYn7Fw7FRA3AKow63AUo01Byo3Zw
Nmc72ncd8oKk/6dZWklaIDyV6DP8knNhAr/nIUDrALQ3FNzUtvrShc+9cd+Wu+VHRN//Yjk6Ul6N
0fpfMDJMpBmVZkH8zFLTpyh/EAeT6zKoknA1q2SAW02Td0XcmLCi2tkjfoufQQU3BOdZkVfHXpPl
HuIbe2WP856lWhaEMtxuKOLoXqv+WOKPai58dTC36HreLhp9CdVXp2t9O5epGwkPyco4F+WyWRnz
LMK9p6v/Q9p3NceNM9H+IlYxgsQrSE7SKGe/sFayDeacf/091L13PQOxBrX+ar1PstVsoNFodDgn
vXKsx0wNHpNw3thY2f++eaBwwdsfR0UFOsi5kfAs6QKjgKSiOoKtrK6OoYyzbDXFgIZMWOICOQ1A
43MZUYmyhz2quP2cz2564qHNwGKGCe2bDgYzxkyPHx3gbV7WbO1aP5W6GNTJow8P3ImCoBEeDrRb
reoSTEdclrCyS1AIKSK0h4M7XWyQqtC+gE3CATNH/Tkx8PiKDP7RjRbalVpZH9uK/aPh0tRQjNDw
bhEv9GEiM2kb2L+i/QQOgkemZK/kk+dYDTPiz8uarVx5Z8IE47dHrunhAGFZeujGGpcQGwZJfXJ1
9U4UEmwcpI6zofVIzcxo8pr1Zz19SDDLHio/L+uyctOd6SJc30OjqE2JP26kj8+ACtjYLfqNaOXV
Dr2eOuMZhEo+iWXmJ1vC5ecn5kdmnfbDMmGloMhL0FCSFYBz31/WbcXGz3QTTpbjdFwra+jGAYOS
ORUbWllfnEwP4Rh1aNgaUw494tG4wmwOposoFEklfmgl+DnTZPn5yXKF4N8sQD0Oa7C3pD067Was
9eU8MavN3EJiE+vrBrRawEMjPhaffW2mZRZt4NwBV+sZzVUVyXJOX5P3QqAKhf4VIb740lIBq7IC
EdbG2GGM1TfdkeVXyvONeju88yP6lp/Qf3NdbgM/qVnykf1OZB+xdomdfYRwaVpN7SwjIMgMhawb
GNWOo+UCc8oG9QoQCTrNRWmWyMSuu6o/qgveI6S90moFpKaVxRrjPsvey/HYhyPjo8SJSDbSFpyI
MUZJUy1pVwLCrWHaOors6b7uPv4os3zBiWEWCiAdGrpIwEvDGdjI/SHeZslCiAbal+0gY0qRrZ7g
OCKUMcc5g0AQXWCqdZ7voiFxu8gbjB+Xvcf60f6jmuA9hpxmdaZCEkhfpg5ZPY3lmiwbutRmLp0D
wX9UZt60XYQAQ53QHe2R6LXOf7SYoe3VH3nsTTrrZahxMqMQfAnGNDHBYEIvQ3vpgh/SVKVs3YSY
Sat68BqN+P0tDf9RpmEHrMfXtrQ2l7dnLW46Pb2OUPZqQRjXz4txl9zEUOIGKHENBwovwLzDa5J7
uX6wZJB+a9XOM6GCy4hqMmYdgSOGoTv7yFdLpu3yq2gP/2HqbnWrPMGH5K13WdnVaABQ5UDPt9Ds
/T2Hjcgn0CHWGbgXZereQKLCVj5tDA1dlrRqHf9K+pbLrrVIzboOkqYaE5d1wcrmb87ViQRhCQvb
7jp1uctqYK7b/SdIV7kMzW31vjyRIfpYp2ri2oBtWOk7oY8zv0FrwpgCN99AB7lkyVZd0kJYZGPK
waJijVBTBrvC6DvOsH5vaKjWON7YHLvotlS2lzdn9WidSBJckkrjrkvMxVs0D6rlWapPS5lHWjeA
P9oIHsngelTMA7QZFARMva8YrZ/rvla2rNLcoh7A3AhmELRbviTZe9G7Qyc52bIvEBwUAFwRW7fQ
sil+EuMTcy+XV3H1zjpZRcFBzSmdg2xcNMxf+PBANRD63QUdDq6XNWCPK2UjDRIDoYKnsuY8MHNw
pLscQJa26gazO3DgJoZuLytFyUQJh4sMtT532mKLSBwpy369RdNbnxwsGU61TJJwxAzM0Q12s0ga
FDRKX0VK6GoNI+PnKGuuWPV+gPtHvzQQhJEAPA8yqnkCBPhSHlCdV6UFnR35aK27RtYOvnq6TsSI
p0uP0oYvmZrZ/gdTa/1wJIEkr7hq2icihMPVOr3W2cvLcXAew/b3ZO4vm7ZMBeHoWHFFANyOldJz
EEgl3FO7rRH8/t+ECOdnMitn6Jd10nsC4s8MoBxbg7/9T0LE2z2r67hFngDvUtxDse7PisXsSIZh
KVkvMW1Q90ZsNksaS7OfQ/NHxLepDIDvK5H6LcT7s+eOcFDAWVmlyaKJrTG6A8CsdftDvwOv0512
U3nxK8BMvbRlptccn3kLgmdWXSkSl7p6WE++QXgIVA46kJ0l5gP4hmv1L1FfuXVxTKKjhknjyzu3
6l5PZC1n4ORJoER6mNgVZPHynwAspnOVvqix4XWD6reUelWVbSySvV+WKl1mwUmEQZFruB4Rdm60
o4ZBYzZvwM31O3PjwSP7eVscg6vaz1/UzT3/aA4vl+WvRhwnWgvOo201ks7Lm5kPP8zyWQEZRF+T
TappKDARh+VJEkkWevmVlwxLcCZF2AeDswQ5bQkCpZDRwAc2IVNkk1uyQyI4FZvktTYuqunT3gEx
5fAqpXSRiRBcSlvPpoo7H/ZJN/b4kKcf0tGGL5CZC8sl3sITgAALOkON+Ni4xVZ7iBja5O4QhNaz
x6+tba655au+CR7iV/KqsmGn33Qu9Z6NbeZlsiyARGOx/FDljjJ1/GvzntLujjYPZiS5bNZFYGJk
KXPi7SDYR5saQ6UuJ2KaOxbGuyR4xoTvZbNfdyx/ZAi20RE9GDUHMqJ0eo6ylkWjuUnGgJVl8Z6b
sr6U1VOGhhTAOQLmH/mpc99S1WDGywwEHTbGmICSyWi36evIq8pDGO9VWQ1/PUOEwreJ9mwMfYlj
RhnJm2zMJmR6H5oXdGjDRKIjBvsslt2ZN42sKLd6ok/ECVdFHWD+dLKhXqS+m9PBqfZh4WbO/vKe
rcFbgUfsj1bCbQA8jNwZCmil7Jz7yVevo4NReOlr+aNm2j7exofkznID/7LYVXM8kSrcC1aSossk
h9TWOKKfUR1fQ0Wi2eImvh1xTA1qKAAAPF58iQ11qpOMo6iRYjxZ3WmJ3wAjWB+9hm9Ne2Rz8voX
Op0IFLx+3elKYijQKXUm/UgQErtBZ6EZR51kYF2ry3ciSjjNs1Mm8TijH7Cjyf2ch27E7at0lMx5
r1rgiRThPOs4ug3vIIWkW8cA/8Jdpt5YskGYNTRYNPD+2SjR3xMw0Ix0aW6cuYeJ9VStGQlvqtIf
ixdQQzrRFcbqouCqbx6mGLBDG/pXb2l7mcEEJtmCjX3uSgYTwNgDWQpgqEwZ49GafhCZd1y1xxMZ
wmoaaFUwLdQglvd6aHhZ9mG3/7SzrwU/K9OvZJAEq5t3Ik5Y1UbhrVoHUMk036zpU9OfCL2SJt5W
3zDg5gP6mImSm4ga7EypVeTL3jXT6PbVRxhIbHDV0k8ECKs2mKEZlTYE1O02yQ6A+JOSGq7dI0gP
AfN4ubpQmT/ffKAPKKHD4WiNqcgfyrA9UAv9OHMXW4cWY3Q3XAVpkW422e6yw1jbImClOOgRBLaH
9Q0hZsxHi+YjHAZ5sO17dCGO+lUiy6CsraABbhADcCzo5xV7ZcBCqZRVaCzHS/cCYO5xawY9vLG9
rMyKJaDPEcPZKOQg7SWWFxowAyiRY6Wuiul3wKcFKgOu518Qw5xJEe6Nnlb22BFIAdLLXVkCu7xK
N6DfeWxQqiGo1VxWamXtQCpoAA5qQW0DHcS5aQBhOTWd0U5duwv9om4+jXZ0iaJKSjOrYgwk2o0F
3eUbC5MNkgNg5jip28flW95jbEar76gU32pti8D8iKFGGBtsbvmMk8eYHZHMMkMldQMnt3ynSuIH
lYRvc8JjPzK6YxaUN0lMXgs0+7J+JtcBzwymtnPFxqCi+6SxZDhvi2MVLulluNfAN9kWwezw+Sdl
VqlFcxVmmLwN2QCKjWS+sVpXSw4Zfbq8lyunDUhoaEBYkBJVkF6ci8oxiB42SZy5mJDBEEXHAzfI
cUdrUxLgpm6UVlYPW1tvdOP+X1oMUMUJLlgLMqU2tCZzu37smRqTZtuWRSMZp1iDKSEWBqVx9IAk
gI09V0ydm6AuJpR+y3Crq4e+9kN6nStuVm156iHhsK3VAylr1pifgeOH5ntY74PuLpJhBa8BqJ19
ibDEScwjHo9d5iYvzfKQqj8qrwIp7K9umyADuQ+P1l3oO363IzcycMU1S9ItdIihhxNEeSI+U9/r
wN1YLGnp7B9oMbO8JRqz8V51wX0asmX5L1vUqsgFyxGoPzi5Xw+Gk/MUjjavci3L3HHc0O4Apm78
/2OydLeUjXWtFbjIF27k/5MlvAbMiPQxMSFrAiR/Fu7yPmZN5KrzTTt7hnE/AeGoVvzLCuprZ+ZU
quD/SMDjohlTICZlyYK9N9rxta4VzY8gcKZrp42MWy0g1q9gGJ1yw9uuyVlK1GDPVa2/H6Y0R1FW
18ClrYzqnmp93btN3aD7ojQ6LXdThWqfYcOJP0QcV1SLCauRpbpR7oIk4s9hbk6pVykt5kKC3pIU
n9a0g8UsCMm2hfkx4QFpVeiqsRyYqxIvbdM7UG1H/IXOEjGL1Ys+DtzTwJGzgBQBfKbz80mHtJo0
YKuDSl3b1qO2cZrQnwJDslmrJgLiKkzC6eDEwYP4XA63SN8MNe7EYQJogp8NofVb6esuYVOgx8GG
Rl3gA+GyfUjhAm23zzHHwniShbIK5Vc7l6iyoeLWRD81gD/EppF5invL6EAtYmwAPh3sNQ/Ye2z0
PzWPo6m/u+e+cbAnpqRMd1h8iPfgWPezHTDV9uPV5OfbjnX+o36sHnP3L+a6MTv+78eJ7SaGVgyK
svCezBbIxo3Hju7xkaG5HezrvJf0e69t/qkwwcYGDoelLCsBABFdZ4NSq7804L48dEqUvl8+rt/u
G/QlIgiHDwRlFQbFBEPTQFgQZbyAAajGqz019w0il/8uQrc0tEGqgB1CIuTcxtRx6EaaTIi7yo64
AOZpXYU3kqhrrbB+tkOCsyuz2SbZskPkvg597Ur3Ha9HXwfDWMMmvwl81ft9WS/ZNgmOboqUpKiS
xWD5Q2vuS20bJJKlWwO1ONNKuKdNqyBlM0CG/fgW+fO+95IfGAu6PWru3by7C1gWMvMYbQyfby5r
J11QwTVYM62bSofo7rf9NL/1tx/ALN8C5ftwl21HNyklO7i+nMvcEwbt4FgFq9dLA+PRHS7j1Po9
5nd6dyUldV4VgbSBiuFj4Bp9RUUnl29HizgaagSzqjVtk0Fl6JZAuVbWXrw2EAnkIkqBqbJMxzqC
Zehpl+jdl2VEBZsm84Pnn1mXHvUGLmpKf9aa7Wpm7FpZspvBm8qT6E6ye4uIb970JEgWdi9J1Var
jcU4wUzngz31VaXKsLEoZp2rNFa2gWU+qrWTMlWNrkYrUt7tOH3ItI74gKdUJIa8dm0C3xNLgluN
4GUk+AAnHxJjCaRj41er+QMaD6t5R2SdFDIxghMIurgatBJikuImiL0yuO5i7IAMpGp9g8EMjkYk
gjBOvJ67IU2ipkoylyd2vOlBphPT+BhP0xPtXsM8va7Tzq3U6LUjyiZP572lv0k2eCUDQYyTT1h+
fmLLmhaHPDPxCTb3wienZHHI0t+TX/m3usJeB48/ahNr9nTfDyyW3FBrUexCGrqAyNkORvvOhfe8
yXrTQmTZmiDSe4GxsbHY1tHPTNbGvKrmiSTBARo6uODKJYatW8ujyVsYdiwZVRYi+RV1w74MBknV
49uNCFh8PPlAhwrmNgysCbopfOprY4lfkRkZWZaMk1d35l+Ub5Baga9Dvz6QYb8diCkyW1XNsYIo
4SbPI2oD6uxJbGSlORBMoeoyou8A7UCchMHUiG1WCqI7lQO/9DBOL52zqeejA/h1EPhptmfLIGnW
xoLOZC5H9MQueRSAopJCpg7G2iLxNLia8p/euDGCTaV7M7kNK3eCJ1LeKt1Ngb5WqF6b7Umxp4Us
F7N6fwKKZ8HfxTseGO3nX0PzZsneLvFtccUps8xfwXgP6iclYIP+SAKAcvoaiEjrWyu5Qg0jAKBK
deg6vxze08gvYsmtuuagTAyDEAp6QwpMYOF7xgJ5lBTPB0v9NTdvJbEB3u0AWkk6dbkqCbO9JsYh
DfIN/9emAQ9rAkmNn3rFztwifNgAbfHYoyV0Z23eBqZt7NuI0RuFNdsOsCqscN9DH2BSrsPGK81P
9vmNA/4LtmvfJgQZ/cu8Ddh96QXXof9y2VbXrmYLlmpSE1W5b0FilzTNaJkDwje8+WA5c3TnyGCA
1mUA40wz8C7Gi+d88ZvIKTrMcWduPlk726qu7ULbKVojcY4rSXsCH7IkVpBDhTM5FzMkacFTitzK
0OQ0YvOgqbc9sMQPtVplnlG36n3f6d0hm1qVuFMW5q+X13L9VWfb0BFDRzAywcpw0So10mR4pO5A
QNOx8WMknlVvMOefM0MSaqytKgiDQRgENGNwVAh3rha3nR0kPZ5Gw4YaP/KMqYpsOmftFjiVISxp
gi7qKpyXY8O92WaJvtNTwJAXG+DjENnUx1onCEoTfzQS7hwUjvMw5tAoqvHChLiKAVz2/a3YZowD
NqHY2iCOTV1klI+ze7B+TjsZ7draJWQDthRQkIBYQpbz3IY6AM8jR4hPqGcchk6PWdzFEjNZ3bgT
GYsHOfXUmTLiEoeMwMFwJCjPtb3ehB921siSXt8kOQssCAxSRdUH505Y0FBVTNJHfe7Ogb2NNO7q
duYlzby5bPffxODUASEGBo8mPwP/nSsE4upoJh0OnlLtef+uBttM5lbXDPFUhBB1VaUxIUkOERUe
XkpwnIkfofmjVzG/44AGwf8LjU7StILHMqrEaJx6EdfrrpnR63C0/CmaHy6LWdXqRIxwhLsK7cdt
heMFqH8wONl1zXLllTRPVNmX0nnF5beJT5PT3LNwmHUe6bM5QBoyDW36NnObhdkzYuewfG0dvyhU
5vxSqz34HdhlPRcDECWfnirBQFAzthWe45JJn5rihrS343ytxrfR42Uxa8t5KkYwkswZKozEQcEg
eeSNydLCbUwP/NazuUXULFFq7boB+IGx4PxYAHcVjrHZj7nOe4zO1m8ZCt8hSD3jQ/AwcfYXDRgA
B1WR/NQRVwC/9vx81VZLQB8KSap15cTbVL8nf4H0fyri62Y78Un6ZNTVUC07NLzOw0+98bTazWSj
26ve9Y8i31INkZ4Y3QBFWrVw9a5hQDq7bAJrrghzMMC/IQt5yTfCsqREbcHSEGoYRwsQERlGc2TV
07WN/yqeqkhGI2cqnCM6wtE26FdBHR0FhO0MCIUMryO95Gwst22eePEg8UerkcWpTMGTkzzRCJLG
cLEctLv5seU14C+u1GwzTG7Db0D9gAb/y2u5cmqX+wMzwIYK3nYx5a60PK4xwIgXBUbE+gXPN/sV
T2jGqT8MGaDZV0VPcBEQhjc9rhALgGaCjYNzgXdRHaBm4ppu/ziYLMvYhEGGl+iq3Rub7DC7+QNN
GaDqqju6p9suZ9QjLPbNxpW9s9eScKefQ4TOf1IEQJ9SoHt+dLbEzZ+4n1wHO6Zch1fGIXpUHy6v
tVSgcOPwAZDpRQz9I8Iwn8Qcj9+3OxuixpfATffl9qdE4mKmF1ac6OdeZR6ywOgTSBzQB84Ulrjj
Id7czcj25yB7TiQnc+1JeLakwrEJu2HANDzkAfT+aBzn3qUsYQXLb01X/ae44eyV1N4NthiD9A3c
qSRKkS6xcIbysC5IU3x9QHPd6BvYGNl88sMryhqBjdo5AwWPZCpnxa6BzoZcFZD4KVyS+CSweNrl
dg9ckM5CdyAQOYjTsynxe5tsWuunA2T3wXorkTKiPMR7dIOEPUvobyOerzNkMbtmZ45Haj+26p44
D7zLfaVOPRtIp7LZq+/nfflU6gCkxUbwK/pONaJTOWf41LTxo+FBy96RvuhVvNLHX5dtb1npM9MD
MQ8BexsibBUIjWISpqHgk2lCkrpdUeAtMZstS9K5lDjNb3fBIoVaS/EIN+c3/wWMr5LkETo1AO01
H5qieR6pDlb7nDz/d3Vsneig2TPQTCOmnXujDUA/gqKhGvJ/MmR0Z527l0V8C22gy4KgjMI1GnY0
sSU4bxUjRd4PpanyfTIe2xlUWCgLcM7y6MUif7FySPojXYJBct0WwdCMvJyS2apROYrqF0vjRyes
XyiXQbkvEdK5GeCdvpRa0VIFUSKiYNKMypzYWeuO6SZWvDy4SxpvoJIjKJMieFbHGs1wTPMWOeOd
Nf1u6V2ce5zOkttSJkZwp05p55Ompa0LBpZ2rzbRp9Ln1Ssw+X9paJiR7JBMmuBMs7R1KHx3i1D3
N5l8Gj2R5pDKalHfzyk2CPEaQgC0quBRfH5FWHbj0HCKWzflIWifSsI9c4pk1raqy4mU5ecnsWc0
UozYpUkLEDnHyzpnqy/0BcpSpdn811O06IMQg8C0QQUhvEOKNIuAzQFJSE0izewqnRtk/7QwDXoL
qEHJjff9zJ5LE54js9mFACyHRYx1e2UEfcOqsolY2WvtBm0qEyMDcJgySmVZm/UF/aOmEEth0tQ2
KIea9fRYZhroJCnLZ7wbDIlX+hYJg08D7VkUT3/wVgKY73znTLvv2jzC0cqdgJHWxhsyYpOu+Anu
M/Q6eZlD3cGQAeyuLSw6Jxbaui+vKBh/FZk80WoYfzuCygboaI9c2/PsIywn8CHZEiW/x95fWv4R
J8QN4AXTe7WHOMDu+Il1Y2NEr1B3gXFnDc9RtMk6FzH/f7fUUxWFk9eXqF6kKWTy9ou/N68R+QKh
nfuqfe/I3mXfxyW+VERjHzprNQKPfL6R4wg0W8cCwSKNni0Vtctto+yTnLPYOGo6bh00hDiejevm
sprfu9AEweLZH6qAKCUE90F+VOsfsfNPUT5XSuOCdBL9cDgfhrKfWoB6kHJLESAWVrftM2PbhBgi
wRRJUMaemhsbgr6Qyx+3KC1eT2gv/3dRBOtuq4bnhgLrBnAw04OHnLzFo0TGt5hr0V/TlkYxCylH
sU5S1zUJ6gkyAM5Zs4lieqoJh571JO38qctv8PyUlfa+l4oEoYJj6jN7VkeOaenJLp7jcdjaYeeV
+cCiCHzU6BvtUXaLq/cSFerY+m0k87WpPacqxoXt3sutyTON+VgH+fbygq+b4clqCI5LJbwbEXC2
rgFwpkZ51btd32/T6RPEciwffF5e29mh7/aX5a5uNHo+wcqFHiiUrc6tPwf+eRhjTh6gXfnOstud
7gDALi9l6n0rC36tO9of4N1Bs2QJfgszbBnKnzjUfT25QZ+iqan3W+S0LRAWaKb+ZIaF19vJ/TSH
EtlrN/kCzff/RQs+zBzQTU8XH9aR/hBV1d6wZJfB+ir+ESH4kHzQk65MsHm0HYFyZMKFgMzJ1P7K
ZZyoIriMgeSqHk9QpUIKxEt2qKH9jnZooT3Wu3yXO+6d/ugwOjA8L3bTw9+Yyh8lBVMp85YPKVqR
3SjBcBKN/ZQ0/jBlkph19WI90VE4oXbQdHazXKxOtLfmjVM8UFw9yRFY77W665L7/00r8dy11EBX
MpY01bxmuCbkSMafl0VIDFBMqMRxMNByCY+V4mk0bqVB5Orvx3MStUw0Z8CXnp9hozERrAJq1E3z
27Z+rOju8vevxhwmuk6QfgU0nhjqkKwv7LSBj2jV5DgkhBla/GiVT8QsdzVJr/qx+bgscTGlb9fP
iUTBBqqMqBXVIZFMKNK7k3JXKTur+Bm0EmNbPbgngoTdH6jKEwwVAmbWue0AJWp2GAaV9QmuaoP3
PgCJUWj+1rmTDLMSm0YFBzTgesvScQ/ihYKF6ps6VW47q5L9WouB0QC2tD2h+AWM/HN7MLsiCIqs
XpTaNearA1oTumlljAKrVgEASIS+YAHSRJhJBdkk7hAsHSepV7do+Ekr3N2Nq/Ed8k1MKTZ/YRR/
BIqz0GFboG10gMCq2Dr6TQ2yo+KX6jxpRHInru7XiSDh1cwVp+JjtWgGNBnSehOw3JIPXXPpLOn7
+eKQEA0deV90H6BKifyJYH+ZPXE+hS1CvpyFLsYfDsQdN2Ri0S5iPUv21vWwuYkP73eBR93u7bG5
6rz0ytpWm5xhyV3k3yVH4nspGlf1yTeZQv63VIe6NkgDSt7bN8XnB2PXXhX36SuA7a7mm/g12s/+
faIy66664uAlRXAuiQy/pyuXT1jGbECSCG49kUciqUtAdNCucSfkBQ/GdvRCD4RDvdv6GL25M5i+
DSUdFN9ztIJM/fzUTGkA7AMHMj/47AJV71W9m+7Ut8p7Bx+ON7lgnPfCg3mFVd9ZEov7Pt0sCBfC
o4EaMaV5D4UPS99M4QeTm2wVd9gMd9YWz9hjegO0MNk6L+b1zfxO1lkIjTiet0GZQCzqhF7lWwxo
2AloO5rPY/Vk3jpM8ci17amevq0kTupr3OeSbMFLtVM1qJOB9cZsxmZmL/btuPl4IKzbEE87qHfq
LXWNrelNLHl97DaI0GVAuauPgVMzE8KpPm/rgQT4BIB/azCx1n+Y2bhR3K+jl2+yt3JrHwxfOqK/
uu424JxQQsWQlxgNowdianiPdbcZ8PLQLoV+C9a/GRuAfW1AJHgVT2iNiis32wQocUnCyLV4wTiR
Lu56k2I80YH0QDeZ2fs6nf5CggnAAwOlM1Bvi0NOpZJGMOcRM9Jp7KLb2I2lFY21JTTRVIUGD9Dz
fEPc1vJ0iCMVIhrM/3vVDk66/YDlXH3mLyX7xff8aWLhvnPTF0e2gGsX7KlswW7MRjNmLYBsmvTA
TnF57oVIHYDi8fKNt5oiQB+ehksciKbfKIhIX9dJBdJr1+jY/ElZs1B8/8NRr7LuU2bVLhhk3eId
CZKBTVupV1qLjk7FC4YCUrQoI+OyxhOzPse35DoGvingYjAlyBw3+cfAQyO7/SnReu2taGMOF9Q3
BrrmxfmQuO3joBoMLK/2YqfMSX4R+9gnT4n+EltemBx6U7LQq3feqUgh4LQjYwgxD9y4dcSS+36H
gbxboDFelftkN1iMgMv5xkpwAQEQGlXJ2Md0d/iM2s1l1VeM2sLbGOMxyNHivSpEHkHdZOFYoag+
kueicGl2W5pb5BTBwwZg/VtHFpmubDAy28s8OZq+wIsmyNP1ycmJVtUuugT77UjR4GYGcY+HENhm
Lqu24nRAwLaMjyPRZllio1QalVFvqoBWR9F945TTP0DPkURTq9qciBA2MY96hNoAyAWkW8XaYvba
4baftpf1WDn74BRZSmoLWTQmOM/DBFJ1sRGVEDIbSIXyxO+gDji1gvfLctZSrwsbD2ak8GbQkHo6
F8S1zGiUrq3Bun0YER4C77c3AYzGuAJIl72TXpfh42WZa3vkADDeNNCJgIYEQTduxGWc9F3tNk62
yYNyn9q1xAzW8lxQ648M/Vyt2QpJniaQkZTosgEYpFG7RV6y1tjUrTdPjM9e2G5CLhk/XjOOhXse
Ro7eFfrtSqJ5GVEHvSLGdBMEv6Lxseh+X16+VdMA7j4oWnCo0Bx1rpo6FlM+9X0NbKunimJk0QDW
aYwb9uWynHVV/sgR3HKYRyiHtpADvonEuDG7G02G/vh92gR75KC3ERlgTPSAM/xcF8WO0jFQF+vL
ivs5DpZB1+Klno0ObeQm3018njGvXebHQgv3NTXeKcZovXzm2cNlbb/604VAEZ8CYAMdZRbc9MKy
aiYY77VkrN0+HXnKGmo3L0MR8js7HcvPycxHHXBppZ0xcNIlXt/kzk2YhBj765SkcuHQ8h1+ebHN
QVmADhrEJcfRaQab1ZTwgkXAY+YU04GRUo7bqGirYxny9tkiKqlZOpQY2lK5Fd3lo2n95E5CX9tJ
R51znOyXiGL4xwP4R3cfBYkGA67ZqI+gQmj1+LbolpRVUE4O06s+2oCppPg9hAoeTY6jqz5HH/2d
lld4OVdapx/0rnNkiGtfLebC+lHMB5uYxwCXHMDRz7dyUNp5cuqpdnOiACn8GUvsg/ZiM9N51zga
MyZg5sTRB7d+q1X7CFAgFurxKy4ML7PQkYKu07z+keicmc2A4WMN1bT+vyJLgGt8KafpSA8vE2SC
uaVoIFErC3ust9HVgO6UohgPo/162ZRWrtczKcsBPq22zk7eWSqk0KYcbgDZUocsdNDvylQSzXs1
b5KHBExR3EanDIjE7i6LXz23oFMBdAaa575FcxhEKLjq4NyiMeSYauh/VvJjwPlfXIPYagyKLdTq
GCc619IaeUbKeK7dsLNvS7X3MGYdYgxFitOxEqdRzGMhb6GilQHP9HNBc6UNvZ0t/o5OxKddiurU
RAClgKafx5ojaJx5obt6qg2MOE3u613Ony6v6YrPXdjklhsFdxYoa86/oeqnGDxfi59CvNR3v2vg
C5iWP8rwQ2VyhGurLvKsNNCk7Gp6uqGkOqpW8BKnzmEAI7Z7WaeV/BOUwZ3vgHpnib/PdQqDsUzj
xUzrAulC4zEGCzY4TvsBzErT5rKsNb1OZQl6mUGIt+gEWQo90Hprhe21yo+pLUM5W5WD+hICeqQL
0ZR0rlPcw8PPYFYBK58O/DYdobOlNNpvSjoM3hArf76s10ooA1I2FBfhR+GoRZCBfEyiGXN0OOoZ
5tCM4SEbZImyleN8JmJR+cSb9K1Z0YnCrw5VgRlTbUO1yWv75i9cI4blMfaIqAXjrMLK8cjRimk5
zmb9UWe5OwaPsfLr8mppy1H9dkecCBHMIOOh1aC/tXYr+6vuoiZsTN5yda9pz0a6tZwRvRvu0N50
dIsG/cvSVzLJWEi8eVQgF+mYHjtfyBlQPzl64BBSk4bZ5g6kncCavkmQDA29ppeRsq3dAhrianTH
LR0xItxN1gOnY6oXky+HfRCbW20cf6Cn4qrg/dE0c4CVmHvLGF4ua7lmkQtGE0Yw0fUHd3muZRlw
JSENtIxH4OvoxQ0mbf+7518Gzf4VIQSGaR9nBllMxVKj+17NHuJwaXCVzXiuGT52C4BjSF6Zlsiu
iNxVAg6DHL6wph5YtTZ6Oe9pNnmXF8xeswu8gBANLOx5GOU+X7HKRkZWN4va7UKtKlhKsWGsBkiO
p2ZJbW360CIbp6/GR4B59jdlmiZeqlcB/pKCj2SRGrUTs9Ww0Vk8tpXN2rEuPNWqlcmtwxiAkaBt
u1aQAPXTWS+3C+xByQJVHY9Bb88HE03Jr+Osx5gcp0H12gY0851QA2QoxhKi49DU8z01h/Kpiel8
6NHr5vVtOTsMeRMbo6hzi39qlGUMOEBiZBbjSG58GmBt7P1CL4qdkmvU42MY3DmDXuGu1O1hk5pj
7lql2W+NaqTg0vo/pH1Zj6S60u0vQmI2vDLkVJU1zy+oq7sazGDMaMOvv4st3a8zKZSo+zyc/XBa
qsgwYTscsWItzOOgpZLcgfqZblStiiATFe2zUtH3RLFAcz8aG8bJsBkFdwFTc4dbV1dHDH4o5rVV
4bXlJXlXFqHBMvXekDYDQ6c0jd0wNuPLUNta4QmS8jtjRH/cy2XSRh6E4fPQsZL+SeZS23ZVkb0r
MdX8oaM2MEdKBODT5S++9OYFngpJBQ46jKrOH6C6C4WdnOBhqBKTXNOo4jedqNs9RKDNF0DbotSr
WScDrkjnBhSuKfNkOvQr22jprgLDIuowSC1AVDU7DEEgmKpMwa9oU9Urh943xaPhhEOzkg8u3fOn
dmbxjQU0Blmg+uLUMcR2N6WbgYYoqMRj3zsrS7vm0+xogB5u3rcZ8he1oF4H8qIEWOcirJqV7tGi
HUjCQXfXxkNwfpZ3sdsaegOfjDYJShbU1pGbjke03eVQWTpNTyNl9o1y9NS4sPCNkH9dy4w8ZKzb
XjaxdE9M8zSoKIEjG/RS58ePwDOuMVGBBcJP88cOpG8lxlwSEEgpeflZYownSp09t9fat0thAT4S
VMoQephdnP79JK9wXaH0xrSETLvWqV8qsaej3JjmO7Tm/iEsTm3NSmZFl8qC9FhGDvZzD5KvxUax
1ac2r+oHQNWNf9lZJ9n6LOLjohqanKB4ZrnRp43XrxcD+tXUueOJkjxc/n7LofjnaTAL+QFsKRWI
pqbUFpKSsVfbWcj1pyhZW8TvHwwDzxPuAi3cqZ8zy19qCuFPaPYWvpajLC6eDIBXYutBMQ0UCVd4
Rr87BYQHfNJRFESFfB4cNCp6d8hNJEgOqAR+K1pQjHedfPnbpQPPiDZRYIBr1sQgwXkIDpYABUZp
TSQO8j41PiEYd+TMCSp7DTq+kHlO4k0TK8VUU/32iKzM2C4YgSkw/wSyO/QGKk07F1ejeaVZvhxD
G5QJqXhPyRXu3b/3E0VBvB0t8H/hwjn30+3Qf+Y9kmoVN2JCtsTZY8IehaA1zYbvxxUeIkBjAPFv
mtjbsxBxDJpzd4Ah0Jr7Q9rdyNi8v+zLsgnkSiAVxJN8zgGql2qdmBZjfjXEe2Qy6FT0/OdlG0vR
N+mZgIYOlelvoOc46ahjRtA2H61PB6QW5L2uoNkhVsx8TzDV6ZOoiDxEOnjvzj9L3KWZAN4Vq2Ve
lZV7LEwSQPt25eOvWZmdfWAlEoZGYQVog+1I6+vUMn8VrFi55RfXDFP1WDfQ1oCh6dyZllqpW/Yw
E9tvlH3KPPKqJlgV010orGPR/s8OBnLO7XC7La1UwE7OmkCptqP8MMrDmKCaZ2ee5d6UmLCu/Pzv
cUDndmehrVcustlosmu2IcT6fNa7uKycsJfoLhsPSKX8v45CV8UBaGMkeBIpnu1aJiPayjZDjuya
fixRwQX6KDJeIrny9F74dGeGZjeIDXkgzRhgqDHy4hFNQn0PJsHyaqj5R0aStUHk7+8dFc0JaNa7
qKhhDHTmV6dAuVczcEg0PHtRKxQT4q7zoETnIR89GiAWiEz9H9YSj2GwPQCE5HzjlsyIpjg07Rhg
x7YveqCvk8BlgxdVf91/wTwtCrz/8b/i5po5R3tRVw7B0QGmnoNTsMSzNTACGXgm/X10nBI/zAy5
g8p7kcGjASwWVH/q3XsjD2m9hvldurnOGCZml6SMEgDwChiKRhZk2egbYtOQ0B58bh80FFB44ldK
0EBXshuvqLESnAvHl6tD1w+fDlN+1ryMwdxy4gUFwYULpSFNyUJ9MENNL1eyqIXk5tTMXNMoMjst
V3KYiRNgsaIPYVSPploGra7tSr4WJYvWphtyojkFx9fssKSykopwRjiF76Xy8ko1Pyn9ivsmSDCa
eTlSFm5MFMhRhwd5FOau//vAJ4m2pjQquHjhmkHZnVIY16T6cdnC4jc6sTA7QCp1qOPChQWS9j4D
bGLU2gczyzeXzSw6YlkYKDRcRIQ5W7WWsqHoVYGDw4nvVSIfDbryrFsOdgw7geIew6PuvNZfUvzf
RWkh2GX0EE2sxeUTAcOAyT3nkaG0398T80i+VLwrWdFuLzu4dBCjC4kC6JR7oDR+frcxs6kiaxiY
nzq3qY2XkfhJuzBSx5XTcOkENsAnNLnp6BhTOLdTW4XQdArC39QgR6hXBLK0vWgAJM7Ntz16ZbRY
u2MWoH/AR2E6Gn0hCMSg5nBuMx8FY2IqO2JS9NWM5d6mRfdBcuOKt9aRdY3tj2byZNfkgQopPCtL
tH1tCvUQFdXeMmtjw9sKLEGa8Xx51SfL50VhdKlwvEyDUSB0mtffam5pgg5ohdUCXcLGR3U2rja8
+IowkjK4T12yEsdLn3l6bgOJgycBvsL5UmBe3KJ2HTMf7CJe1H0SgrLWiHmDlc+86NiJnVnm51Qk
UZxSAVlK/9zKu57tVUui2bnj7lHjGy7+4e4D6AHVpGn3oPJ87hdF8CqRSJCaOymKSWCyAFSsqbUV
t5ZOm1Mz0/KenGdm26aN5mD5bPdOkNJroVPiuE+Xg2Jpi6BigM80xSvwFOdGHNoUQOZS5mvyJkqO
RW16DtkB09OyMBn+ZeFOjM0+VKLWZVPkKU4dU/Wq6kqn2ybnK8v2nZge3AxAW+FZNrE4mfN6NrjT
wJ5j4GyrqsazEsMTNugRUPnxhEz3ehltLGEC0I4KiZVmvgZiVYsdM8h+9VDR6SvhVdZvq1qTdlyK
UqSTGEEH/gcTu7OowTEfiTTBg461JAAhP3b474w321J7ZiNmSY68CC5/26UAQtnTBJ0UWk3Y9+ff
lhOlBX9jjm9bFemuUnMT+JJEHksjt//FFNYd2buror01O/VMxFHEXDhX1uPRHUCNKNUnm4jHyx4t
IMkxWAgrEBYB2fj32RjQgxUAtOPFyqwtyZLnvqXHpv8aol+GEHsnadEa71QfPICPGpWhpdc8UHTV
661ubXxrKbk53Tozn7MmbqDegK0zgBaPYHIWMntJed3SZ73/l5P0z8aZY/h7gOtEHsNUrL1zZyez
+1p/qvj+8uountcnVmbXsu2KTDYWrLjO3uWvA7+FJkgvVi7/pX0wTZlMWDgVtKWzqDRj9LVogVdY
bMSB232pKIrCGmmg86zQDXrAvjOsJaJLW8FF+cEF9AllsPlWoGmpFzXByYMsPnSBz0lRo3fI/eUF
/G9mZX7FnpqZMruTI7vVqrRTXJhR0K187jKrB9CqoW0a9hYZHk0I1UUbTKAzywP8oSsCrrn9D5xV
AqgOLYamnNPnio+UQCsfHF1pX2Sn0YlrFDApCBIA9rMZEhCRunVJPothdB96u845KgGa85hGqXsv
bczG90XUvFf4KyD9A37uLa8cuW0T4Bs3sWL2LRieILHtJS1Ipu5rgUpXgE3bSD9Nq9LxdUPNNiKR
BgsF0DvNhjS57YlxNIKmJvyOR9VYAMCfA6nc8Zb4RFp8U4FkrohbqEA2Zskw5J103AXxkahu3LrV
Rs+2JfuldIS+DWoGoh5KwG/sQTodryppgkWHNVXc+WbKdfuQ9cQIdBKrj6LqZXrszMG+05LClSF0
mQU6LFLPbzOddgF4v2PbS0zohZk5iEGhRKlGLwl3JTkmBYgCgSczyC16wvU+iWuykWmP7GAweapu
Tea2tu8OKXkWaQXx067r861Wt+WmMB3ONqnbNqD4oqa4Ammx/BGpSdr5Qio8TCyd5ysn6dImPA2h
2TVRj2Ks+xTbowBVVRPddNEDQdHHyZ4ux+pCcw79MJCLu5NEBBjGZoaaVDUTbSowDvKWlbuEhKm6
GapnB2qUPL2KyN5QdpdtLu7CE5OzjEZiSIEwBRWRGhztXK8AgU34fczH98t2FtcQTB/gmQNFBvb8
+TZ0m2rsWQ47aBDvBCQWyip9Tg37gXdi5XMtL+MfW//9+8mWlwMTVJtKwaO905xPdbhvTeoPzg+T
h+MYNtl9Wq9JSSw8MiZwHZg/QDWDTMKZndQgM41rsIejSOce4+quFMda/oyTHwOQK9ZmwIalT9jn
HtQHMXbplXpAs7c2/7y8zN9P8vNfoZ8vM9SinKhN8Cv6DBME0WM9ZAFTpR9N012vCfXpWjvyewDB
4oQ5n174KL/P/GYW9Adp0jI/w2g/r5SNSZ29iNbMLBRfYQeZGqiubFAuzVmDItHbPB9L3ITCfjTd
/p72Sb1rE/dgG7T0Cj0TfmLgkdfSek/LqgodYOpWQut7fqGB9g8jRYBRQsNlTmI1ApnK6VSJpU1z
RC6bbKPC6YJ2UFrPHQdUY61E//tTYfLcxuJqyJzxA86/aaSBtlzLYLSoAIb9ypLBM2p8SeVdKX70
ww0kJodxrW+z+FlPjJrnRtUiyuPaRCBJa9ylmv3WJt2mxNz95Xhd2KtwbmpBgNIYemTzqocK4ZCo
NBvUA0DNVhQ3tftUINsoMIkBOFZYNMciWuMP/34WTTYnZA2WFHfvLGQLwDXcrkbINsVX3WR+ClmB
CONga5ivxTU8sTPbjBG4dwb0YnG2Nocy/2yLUBMr6c30Gc6zm3NXZrFRp24HPkq40tb3o1p6clgT
8FhbrFkgOHpDrITBiQwE67gp9hl17kl+5UALw7scDIuH18l6Tet5cm4X3EnRYoEzzLlVyC+lsb1R
7g08XSLtWmiR17T6iskl77CjJsJ+ABnBRXVu0jWqTgoHFWa9NYOkuB3oDQOK3FiTe18KhRM7c6Uh
kTTGoCawk2jsytZY2GKke8zj4PIKrpmZR7bMe7NTYaaD3LcLiZCkqANerArNTZE7DzucRAQM9CCZ
QvpwvmyiEpwCZ818TgWGgGIRmRu97egATGNrFEcIpaBm5lTKDRBifWiAhObDEUV/pTegc/ZEDaLP
v/ccvIIYkjdwLuMuOv9FvHe5S1Vw8sY2JhDqIm/8uBJR2HHt6+8tnfo+rc1JlBKjNvFMgO9O1D+W
kfarIWZAypVn9dJeOLUy29gaa0Y+RPiSRLy6Lfe0EuJ11T3QDok6IvV8Q9v+H/xyUHBCJWRKnmYW
Y04znugocVPqRJu0Uq1DCQpP9DZza+VjLZ1a0/wdxvFxkSLZPV/CtslbwNZhqusMMP2Ud5TZ/mVv
Fi8WdMPwlEI6jWn7mTtJlKXgfUCfo5KdF09DSTtd3bX9xmhDzb3T7cRru78G32AiVzNAVY5yF1LA
mU1FcdWBSxS3MSEAQBboQsZhX5hmaLN25Wt9LxLCFMr0gNChjQ+49/kSksyt6pHqDB3FwhuVYOxj
T7Pfa/3IxIHVz5dXc+mYPLU2qxKSQrRjUcBagrKxw7aG2qKu0nglXVnBhamoaagZ/wPlNVC881Ea
Zazzhk1+DZYaOFa7MdwioCBzbhvFT4kWiOEVOnr+UMljlJNNlA4rkbPkK34AyshgxJyi53xliwIY
NAmRB+jANZuo+Nk5SVCAuFx16co3XNrjE3coBq/cacTCOrekAPVmuwrovd3U6MFUMorai4RGMCzT
mKAqs4fm1qKxAK0N2pN4DiJH/IefgGk6ZELoTk+xe/4TwKzvMHCKTpCW294Rm4mHub2znGsj3QtJ
PULqlb2/FLho/0BmHuPrU1fm3KJjx1Jrclr60vkxashi7wqQqTda4hEZxM3fT3rgFFXxLpliCu27
2dfUq5JDkQPjA3rnVFfVYDoHyGgAoCbNlIYGqiDbtnWaVZztdAPOb0gM40JuAvhTSNXMbkiL9nA0
I6i+ssgzDAGBhMfK9ST7sIZbmmHq+Na2t2PVbi7v1Gn5vttFNc2G2D2I32bLqzmkM2OwWPmt8kMx
9SuG6giL13qVSwc4EnbUKABQNzABdf4RbVBp6xYIhH2iJ149bMvyTqb3doGa2jaxd2pzreubkZq+
QC6lvRfqSp6z0FD4r5MHhenpxY1prvMfUI6amrmKCrDttnlwfBH2V9qVvWeeuYuuIRAIQg31iuz1
h79d3cksoCMoCALUNn85iDjqC2GYmLGpnFcgBXdaaR+dxFpzb1q/8694bmeWY2hW6VR1DjsJ9O6b
6hkcm3sbw5+NPuAiA2Be2ep999hQsNaJxuMtRYE2f77s7Pfj6fxHzD6ySQqNChXDw9Zg3HZR4lOz
CdPcvFbsGMLoToieTVDC/GWz3yP43OwUeyf5VZ/p4NStYDarDWT8hsc1EhZrDERrzs32CUoGbdy7
sFLnvgM35DOA/4bxNkQ/8uwqkmtvm++3yrlXs4BVSzurEuSOfm2GCXi6E5+5r+oagdyiFQsSZhMH
IOZ4Z5+M5YmK0w6DNxAoUOUWujqiA/HK2+Uv9N9o17fwPDEz+0TD6BA8OmHGPI5vpPOMT8D4kesf
2ld7397zBxvJyJeytiu+n6lYw+nVDojCBMyd5Tw0Jg2BRAx2H+akTYBID/VvYgdEv+1Lj+SB7FFt
2132dfqb31w9sTnLfOK2McjAYVOTmyz9La3OmzKQ9KZN1kou329GYHQnCBfmwgF2ngOPy6QlRd1g
01vOsWbHLjnW5m3LX4zxvjdX1nIpUE5tzdzqdGUcuhK2TAyuJnbIo8AsuaeI/eXlW/Npdv1SzaSl
jSlgTMrmGIlGH6D8RW19k7LWs5nh250TXra44pk1A2mOIu6qOp5Wkd+W8Rfpn+mYeu7aDbQUF0jP
MMOC4hWm+GexWLNcFQoBP4xFMs/Jb2xxAN+mB/o8TDld9mjpQDw1NftW0sxl2dkwlaX7qPyhkr0V
f/1vJmafiZUck5YWTAhNoq9yp/CfFZ4wl40sfpk/SzavgbgNdC0jbYo52pnobLAakGMLiJ/IsW81
N1oThluMPQNjMuAcBrZmXtuxW+7UUHKBPam/jGkaox8gg1oMV2rOvKExXm3378Ge2MOo0uLpgqzo
W4Lgon8T1yIC70ZZA7GIiwS8r0mQm4//sJaY4EKGCbznN8hzXGo1BoEJhm+Z2OcoYaLN4Cqxz9fI
WJbuSZzmeB4AIYEZ0tk9SYWZNs2IRaz6Hw2/AsLDM8qthMREHaAXqcmVYF/cVyf2piA6uf0LzmKh
S9jTx10pPEMP4vadaEfGPy6v4ALz0zQSgWYCJjBsPNfnO1inAic7llAc3RvUIrTXbMd39Fgf8mfN
bxQPBFd3kEn/crtd9qlsVswvXWan5me72miSRnUn8/2mvOlAmoHq6md+pWxp0OyS0r9s7vveQ6UF
006YeAegCIp+58uqFwrYUWna+OCWAIJWtMdoDAZ95bRftALuYUx0YVnJvBcE4VpLH0aU3qp0J61r
O36uZaC4L5d9+Q99fn4nG6D5hKgkaraA78xf6IPQRllggAtUfopHQx3/bbbalXGjH8DCGXvltjE8
FSUsLzmQPQ0g4XNFg2rlEfQ9UvEroJKL9x1wkxhMmi2p6abQVcbfzsFaOAaK5hV8k5R3vF6J1OkP
fXP3xNC06idbQjhxgoYj3JXGTzATFT30WT5XlnTNxmwz2L3qtEoGZ9T79rry7b2zMbY9lpX67a7b
xNvE52G2ZR5yhCANrb26dULzuPa+WsgsDRReAM2fJlOmh/O5r+YwRkIFdYwfv9Q/oVkNUrZbext7
yhcJ2Q6UKUftMKzAvBeQt+dGZ1uRWq6k+mS0/QlkeUC8cVdfU8/cNxvlo74ZdpcXe2mtT32cXbaa
k6mJ0sNcOlyDn8Huf5ZriIW1dZxnQR3X9aoZYeOF750j8Yp7xdNUL7p+dSH61B614/3/5JQ1q3dI
t8tafTKoD/vU2hvqVlnL7L5fRWefyZo9ioeiJFGUwwR5NF6RPgbco09sS1bCYYmm9DQGv1FHqpgp
74bp++zr0tPAi+drm3xjPmEvhOV+2HS7ZydkXrzNvYiuUobq3/OWcz9nr6vYjiOzmcJRhJGfXJs3
7SZ9L0K8rq7kQ79rsQcJ9qK6p/ub3/JOv4X+ckg/IwTqmvL66lrMDrlSZakRoT6G/diFRpBcpxsG
svyNG4Iu/BNSxy/KNr15TI7CT7drb6+FKs/5SsxOPtcaLCubvsRwsMNo66A4eTWEGrgDv66Bv/mJ
cfl7Z+euvI2m9Z2ft2glTbcLBqAw53d+BnGlGtRWc2qfUHWbt8VVHZcrVLhLR8CpidmJAxo4VU6U
UT4GkXecxzuK3VJ1bAXcu3RF4XLCkLhDpjmWWTmAGHmLfiqy0VJYP7KkQD2lIACbJtaDEK2zYZa+
cpEs7VEQbxD0dMAsjMv5fO3MIXJADzG991DQzeOb0bW3fR8m4z4B6heTyEW2cvAs5RwnFucyT1Fl
qUPXT6+j8iUuq1BW9KNnk4Zrv1ZLXtqYkA+cRu8dEKXNLydUkDMaTQ8KTAxdZXH7YBcZtO0q+0mK
6KEDDxRK9s+Xz9XFPXBqdBYqGKCp6kJFnkji8Q4ou8AunJ9OOvou+Rig7pDFdDPU2BrloNzbZXOD
McmtSp7VHHzWZn9gFtnwLH64/LMWIgvVewxD6tNM27fnb2nFtTOmFASiCoA4xxTsnYQHNh70zlqX
ZAH5g9o9+lwo+WhQe58/QaCrp7olR+6apBAOAUkrVwKt5x6nw4biYU+MUsOE7ICy0PjArDS87Ori
Xj356rOQrhhw1FGBD6C14ybq6hspuF8m1cqHXgwueGKjL4rH4/w5Arg2mOkkjoRCftgtkERD7Kup
b6t3o9w1RPEue7XwAcEFNL1Tp3Fm0Dedb9RWrUc1deBVXry3Bts4WnVfjL9Zj6EYa40Fe9G3E2Oz
m7sCCSCpehiLGrC7sGyXNWin+XZy1bR7Df21y74tfrETc7NjrwYQz6prLOUYAfXeizAFdbCkysoD
YM2r2T3dgcZB6SMcBxICK4rxAxJfivpDS19754oovy77tHjMnfg0+XzyCOilW7u0wRKWue4hXQ2q
9lcs2T7HXNL/Zml26TYKq6k6vfht9rsE+aqie1nzxMBPddnO8lfCECIoHdD/nDfoQRlgklRzUVkw
TA+wv5sWwI2kyXaXzSze5jir/7+Z2VeqsNsswnEH8jZTg6ik2m4QsRFetrIcC3+szD4PoyDedTo4
YzfXIOHaGOStF3vebkEIWTnvl40txwImxhzAaVHpn+1dKA+PbqQgvltHgcoc3oOYGzNAvpQwfSVR
WfQLDWJ0a4GOwqP+POwqW2pGBBEpFAVBDGQ/GNUrkYo3lmCD0XxtDWy2dCqhLA2cJzgJ0DydL6OB
frSV4KhnteVl9U0N6rqS3w/9W23+Nc3HRAKNGh3g1piDmwOSmYkUH/xLqIjEmrXr6xh5tJ7SLePW
XQ4SqafL32wpDEErgib/hK35Jkras7I0izYGz3idhoUe3wyx3Fw2gcIfvsYscwUxEGRJoVwH1v05
VWNaOsVgZVnjOyhuHaw0Td5JDDlYrRUADeV6lj2xSBGhasTlXqFG8bMtHdvvjah87LmTPEVAst7H
A2vCjCnQEUyphUKOo1wLo+5vulYTzENzEsvEjaz6KZ2iectyafhWo/E38Mg7iS81rviRU8pPVVGs
hwYz6Td17kaArxbJTutj+UU7uzBuZGQm+5hMeVo+qvZvW7ZlExh5ou/5KJVQxGO+H9WEFEHrZlZ0
ZWZJem1x9BO8QhYW9DH6Vh+CQQ42FBQUExpjmV26OpTcdEzNRmNhJiGktwzmNSpp8IwQiQhz1e5D
vCT7330n3QZ6wClw0W7auYYfiZHtB82QV6mmFNdNXognJxv5S6NUz2BVvYOpfidLhpn6QR3H3muJ
C6avRC8AOot0Y4Mp/PyjI63jjxrPHzr0R3dx42rAn+vg2WMSHWNQxNKah6adid4fCtUGjVhuhHaq
pnstZ3qYa9OUuyHJAZGkhKyvm71S99XBAm3VfsDMfI+eg0wwdgH+6p9Z1GnxwczH3Mev5s6hbm1a
hpVZE/DOJlL3ixFL7iFli3BeMBWqB3mdTYzQA380a5oiec1we2He/qXg9eC1iutuZB+B6rMiduc5
ZqN+SAxkgMEoLwc7MN1YQocG4y0b4ANS7le8jx+7sWmdxzyX3eD3FtNfmWiLHTcl13wbZJEboWnD
L5XEYAuqNc7DAsxwz4OLbxZoLLJLACJM2NRrK3k1QS3sHMy4cp+QeRe7oe0aPfIg8mwcRwyiuR74
fW1nx7SuvZY6FFIPDdoLkLOYeH9ZpULCr3SdyPLAFjT0XslcMnod5ajwGKLsNx1j5gst4gwCEDlj
B6VQ1R2PsnonK/DiOPUIxCsmeUw8mzKdMC+Loyerh45FL9X22BlQIktwkh2ahFW7SGnda0PkVIft
OEsDorbxroWGwgMw+ePeEGioAs9KtbCMWro15QjCJO724OO2LBEHPCf9vq8zgHEklRBcAPfAb4P2
ceo1PUV60esSOpixjK4NRckfVVKKL6i+0XBwR6i6ibLdOQClfSWKBIufTJ3xKmNpBGImy7ivGk3x
aYE6uGfA541V9RCYGZW4/sD8PNU9UvD4XU9T9LI45Y64ixgrDnWUg6nHUdv83hSN+9jqVXxXGGx4
F0MzkI2aGe52FHrEdiNRmutEywkuQKCWwqLN7HuQoqldIBwl165bNecPltKyK12x09+lheQJE0wu
2oAmeI9DzNVCStTOnF48toJB0gLEswd7JEMANu4U4pgaGVbu7YWxDTyMMdAP1nIUHDHJcH7BCZcU
ltNA7RpyiGqgjMAlScjEEzdwbRLi1nu2qi8zrzFHiNOz87LD5xCXASuPoDn+vHyAL4Dfzn/MLFdp
VJU3cTbdSTmooPsnUOUEKfmQ0gjGLv5dVj+r2LpOIqRjbevRVbDU4lPrdDVm92+uKbnD5FTAF+kh
ZV3QVdBoaHS/LkxMvGk7Eww0dg5AHNq5GMd+XVmAKXOZX2D4GKhWuBO85hv6T6lS0ObjArPrzywB
IrtJNgZrPrr8tVQxmV/3JZDTZRzkPPFcLlcu6YXECiOsE8gA4/EYvp65D/1yQ+akgvm2urUwHo+t
cujZgaFjveLp1Ib+5umJqemnnOTzpdKNpO1q6ALxKqBuqKZViPqmV6v+0L/YdCuTQ6ev5MIL2dwk
VY7XJbCNJpLuc6MZxo0jtPOQXuEetEbxgpHI3TiqEDRkxOd19qAMPy47upDRYeAb3B/ggcXL1pzl
qkmsKGPewSRtqC/Myov1BMP5+ygH9+P2sq2FHAvUrA5q6xqyeujonbvXs6QxuTGgUGD8BCbdI21w
2cBSfJwamNb35KPhGASe0IGBrq0otMvM4oaJ6C1PswGvpbxaMTeF2zxGMFkFEljUPdCzm30u00px
hVsjPlf/WIuXJH2N7ZUK4eKS/TExF05MBmXgioAJacjAlmDNWlP/XXHCngUAi0ZT2DosdPWn0+86
8vwPPWqwR6IDBug6Dg/MEp9/FmNUrCHLNOTWNCk8p8NdD5oBRdPemM6v+6S9H5PE45VYQzQs7Sfg
vNHvBGUgZv9mHygzclAhqXrj943mRcWnWoTI2ZQEM4b5k1RX6g2L1wPuKVB8T4U3e759lUIOCuZU
cDx9sACjMPlt/ardIIval7+q1htW7C1FOyakwHdDMFaBHXW+rKyrusaYrsZMe6pK8Pd+KuRKrp2E
S1YwbADUPPj0cezPrHQJHnyqgfhI2W1T+0MkvcpACvH3ADwDCOc/dmZ71+JuK2imwhuoLagl2TVj
fl0iUc2ZutKwXdpU4HSBpAbY6FDMm4WFVGphpQnCAunGde6M10O2dpIv7SqwUuFUmJ7LeFCef5uh
V02kCggFzG7HXm8zjKJLGoHWBa33y4fekroFcOjYWyhDgzrcna0cnhuVYhUuspJQvuHhA5jvVbut
QtMfrzi01OzHaENC8oz+uzeUXn1gK0WIRWdPfsBsPYVbZ3lOph+Qg3JaHhj7ytYYt5fq7CdeYnLk
fEVd8JPIbIQRZYe0vwqPRdh+QsBtm2/sffkzemruxCskxFeAGUvNZ9gFbQbmllCjmtd9LWJ2NVPQ
42pq72PcQWOFfiSaH+8fK9XTd0Xmr0JPpuCY3yunJmcf1ICwjMgiuKr6/V7bxV1g3/UYYA01X3m3
d+ZDetBvlDt1t9bBXcy2J8oH1PZcTK3MG1K6xYfEaCOMdm7ltf6MElIa0G20A65gCwbxCtJf9VZc
vVyO4MX9eGJ1+veTa3vQ8q5y00n1Xd5lquVF+srUyhSA3xf0j1tTAJ8YGJ0eb+MYBuprsO71V+lv
9kI3Lqa2fl32ZPEKOF3A6TQ9scSY3WTUxAIWUEy9ad/YNQ0VACs31tY9tNvs9bK95Z33x7HZMRMn
Me1bsFBAf68ObM3yTFDx5OLpspUFChkDe+CPmVlA4n3MidbDTBsUN5an+lX4hrEmdR89qpsfzY6u
uLUwHHZucHaimLakfQ8dbN/4CUBvcRxVXxde99Y8QRvLWHNvKddHgRHvCvM/FdrZG9O0Si0lFcID
CP72rdnq74CzHJ1b62CtxcfSbQpaP6zmlODjEXMeH03aVO4Ixg8flbUH47EPgHRsr9M3Z588YA6t
u3I27Y90u6ZfvbixT+3O4hLze0YWoyXqaz+zMHlhAZVghvTkA/DZlq/fmB+p4qmQlF2TCFmMHQL+
cBNMWYC8z29Cm9IqKSH74HepWu0alqFYbbXDEChJquyTUsD9sUIjiBtWgXPVMdPHsVKb51Jgmiwq
NLkrjZEdec3VMrwc2ObCuXD622Zx3Y5OzcCbgHOB9b4O4rlSEZvLJhZDGcVeqE7hZTchGs+/eKWm
UFZ0CPKa0UQN0HjUqnehJ7us6H3OgC4ovjhX73srWalWLDv3f4bnYtEId6ehAxY+SrWNIMmGafl2
xbnFcP7j3FyZJbFR+ZtG6H1x4NeYtEX5Bdek+gyxxvjrWjmOP/LfqmesNUeXzvOTNXWnOvvJKduO
ZaJx24I+M1NfWq7v4qjZjgQYOGJCGrSKfaey7xpuvl/2d+m4PbU7OyhyowbyR8WSFpBjzz8r5UD4
82UTiytqYhROg7yIBiLAc9dYNUiHRP+PvW9bjhTJtvyVsnonD+Bcj53qBwfiHorQXZkvmFJScnUc
Bxxw3ufL5sdmkZ1VJUVFZ0z1vMyMHbM2a8uSFB7AZvv2vdcFd5QBUYD+pX1wgCfXn36+ytnYeLfK
SeDLTLNg+j4/t+zVq9fyEiT+bNU00+pwOAGX8C+8/SqHtXGWoGoi8DSGCKyg7pV+FKHzIhb+Wq7G
S5Ops1eEIybq+plz9r1z9i4kJqdCGc6xY/TmgzbsCv3Ce3z20UMSE+SymdV7Og1twCWAehIuSDYc
4OMRIk3X/fT3BblxmAMyFzxInOnQSvv49IchRSaEOEug2hs+REIdm+LCqfHshQCkgXMJOhf6aYAl
htf13YDNTqjvZ/GrGNygfGj/nTh+t8xJhHkTw+fOO7jIodBZUBavLOdBZxeOHmdfl3fLnNwwv9TR
mp/3U6VWrN4V7lpqYXHpEDB/2dP6cQa2/Lhn1snZY/CzCloQWMV0gynf6c2X0g19OJCOkXHJOPr8
holjI1S3IDJLTgm4Wmn31iDSLpDPnoxEH40br6JkWW6yEJLiOfX6EOoG5EJuO//Kvlt3vtXv3iCj
aiAj08zrboale9BucJ7bcxl0+y7qgu6zXP08B519dLMnI9hU4HGfCh1bunRGAqG3IDd22WQHEJZc
581rodUXJslni/JZBuPHSqePz8Z4x8M+jMenAlkvPGdr14+GekyrdVFxNBvWXX7Natoml5Au5+uu
d0ufdNdIYwyuLnGRPmw6qf+Y3ho3kN9IaLUaIQ0QFFqQ7vUtLJlc+vPbezZm3618skfC0gGvRVV0
UMYDvPCGdTsiIY13xfLdKC6xrc7hmWEpi9ylA1oIDMCcdd4Fj56n8BkRuM7WDds9hHkxJNtMkTq6
y3qFkeOe1JQdzJufX+PZeYgLeULMeoAEhZDmx2UJr0RhT4jZLuwfkftpfJusP6d7fzUdLyx19n7+
udRpEOWD5yfxhCusn2TkLMWV/bV443t1GBuqFtbCPhYL/UvyOaUX+wFzWfGX9PNu6dMgUgPhcr7K
PjSoT9my3LpX1erzfRxAHvxS4JyP2XfLnUSO0UMAtfl+Uxc+NVbHPsj2PXUDclPSJHB35Z59vQRk
nsuan13iaWU1C2xVYFiCdXtotG2hH5uBag7wQNHPn+PZ7W/uZIKICoGTU18XnI9zlsM9Ich80LUt
gw7+1z5d/3yRs8XIu0VOUmnhNJ30cyQczY6pMd5gSvnzBc7drhn1A8MvfabOnUQEJCgZ8xK83BOm
NZ1Kgykp93z0gwTquJXbXJhCnEvV75c7iYikI6Dq1VhO5jEtrWQhm71WL9glevTZJt/7hU7CwGzG
PMlM3LhxQdY5p2Jl0zEct1DfbrYA19lf5FZbDbS6Hi+935du6fxM32WwGtbv6KhjaWtpvwAjwOkU
FpEfWYemDvxra1Euk/UUxVF16TRzaeXT3Ok1HZEMd9f3nlm6Kd07VQL8sJKXDOjPxf77u3sSlr4c
7KHrsJANeKKoKE+XJkxyfh6aZ7cC3/DAnZvxHX9lgbdMet1cw4oqSjQOIMw2KR8baw3bF5lv9RS2
UHCGgFrBLjfvoNoZpxfafedu6PtvMKfyd49Sh9C4O8xdzI4dSnULBAEFlgVDV+rnl7ylz91T4HmQ
TubBj3faMXX1gk3eiNIwUwdTexVsQS6NTS8tcRKZWtP2pjYvobhxXeVogDnxAoKuwYUHNyeN0xz8
/lJO4rDoYfALe2JspnA4LZ+lFjVmlPBvxN4DgRymKmD+YewvlIFn9lWECUQboRmJEuKUmDSNQ4m6
G6sajaCG8bWHlhBj1DJuxxiQcbn4+VWeSWUfljtJZT3PyhLYMRxMk+Yoqiq0unzRgyyLw92FG3pm
F/iw1Ekym3Ba9AZnPmn1LGq6YpO0TvR/djUnodH0mktUhyV6dpiMR2XcetNt9W8cGXEhjkPgqQ1G
8ylpRAzQguJzQTAOtwDh2Nm6uiSLc65N9n6NU5qIoXVx1dXYl5VXhmBKh37CKLilnzvI+JuJiGYT
1ykbVyJT1z+/iedOXB/WPtlNlWmOvj1gbd16yutoKDZlveLZwySiNr1P7FVHbpVYD3Vo6dfEuZAw
z2SrD6ufRCTk5S1LwG8UQtBWkOqvjZ/SIoX7A9cfeN1fiJhLq50GJYzQy2I+dUn/aJA3q88Dr4IU
LdsC0Xnhvs7f/CShoOeJ0s0Cyd9CW+NjHiYQpe69GFdmK5TLQtvpGO0OXXIUeYoxb/yZVwCcdsYN
pl0Hz8pm2byff4U5Zf3sG5zsBJx5mm8UuNp8BDLJ8wYDALfGCFxDXNIEOntj313syVHEIVAH1ytc
rMzsbaoli9qyN8TvaWGWkAl6/XcuDOAT7LCwhTltR+nJlJaVgQuzxdoaYUEM0OLy50ucv6A/lzjJ
LWXWi1gbsYQBXOjo0hr+TlO1K/plXjz8fKnzbyDk7X+/nPk5vtuxDTOFqICB4kttMDiL98ai3Xuv
mMQcIYpub6xVeX1pVzXPpucZi+3AixoAw5O33jfGwugzrNndySgPYRayAgxWS2gWYMwbkSULx4gt
appunCv8YIfY3ZJjewmkckboALvfuy9ykgBEgbAcSnwR+1AGD8UWii/MCcwu9HYgUQVq9VyEtaDa
XXVP1umF0v7s9vtu8ZN8oAPxmzU2nrIqV80Q6GTbxYFlRll1UzviQqo7Vxt+uNSTmOJjU/gDn+/5
og4hcLB8goB+v8pD/8a46SJozKllfGEbPh9cHlR7TGD7ZyuMj8GFuysGUy+xfTkObUE34s6Mh54o
fJP3pQ3DE7DyTCeJnCwJSsOE9ncRSvsFzLoL58Kzr9S7b3LypNPUGNupn89R4JANe8uHSKkFpnQT
DpeMhM5H1bu1Th5s5tVFbShctbWpdntMZfpjfuxWzh0OUgV1KAmyhXzVwusc3N2fv86XLvPkKevm
AH+AFEtrLlALDngoXRE2kHTP+7d0sC4F1ZnxLYQD/3y+J8mjzqvMs2ssp7THMbWpFOvGXbEYGlfW
ne8cIatBM3HhGs/WkR5soaCwh3HDKelRm0xH8gaLxpBZVmjXe059DXUJg19Sw56//l/2sHcrzd/k
XW60bQHNKQsrJRg8ZZCwgMOI7l5IA+cXgdIKLLY8MFNOdq/Ma7vC1lkXDB1KYRg85623SPU2/B4Z
//Ey/mfyxo///NrtP/4L/37htWqyJO1O/vmPQ/1W/XIsn1/e2v+a//CPX/z4Z/9YvvGrZ/bXX/rw
N/jwH4uHz93zh39EVQdz+2v51qibt1aW3ffPx9ecf/N/94e/vH3/lDtVv/326wuXVTd/WpLx6tcf
P1q//vYrGHLv3pD583/8cL6A3359eO6yl+fqlwDf5y9/9vbcdr/9apifMF6AYgq8ZKzZ1hhPeXj7
/Sdgm0L3FxaV6HLiZat406W//WoZn2YJjtkYBlvY7M/96y8tl3/8SJ9N3ExosSHzeb/+fvUfHtKf
D+2XSrIjz6quxQd/fMNwLoONqDkrac24XbR4T0KwqzUzGUaC5qMOOUl5nVnXcfccx5jqdWFbrZS+
hOWe7tDcXx0WrL7xs4NJkihOzdAmBQXpZTH7jWi+oF5zV4kHUj/Y6j4d7vXpKhVH4HVDoB7Qk8jH
pRPjEACq9AuIScm4c+Mb27j9+3F4xxn+99MQ3GcvsNfi37rT3/q/MQZnva7/+P0p/yUG97zq3qq3
pOEfInD+o39GoKl/AsINmgrg5IBqAaG+PyLQ+4QaE74gOIdDtfR7R+f3ECSfYKUBWzfg8YB6RfJ4
H4KgP2IkAGk0YPbBe/s7IYjf/5AGEYPQcYP2PHiis6gyNEU/pkHN1kxbEkhplaSHBU7LGx37aA+4
LU3TcRR07Orxi4WcYEayV2ZOk7yHBc9YQcx6hW09h4qeGtuoZ/XMP0o8Z9e2XTtFeaa6DGLvSr+z
zKmATpDTuK8F8QYfDgTML3e22Q0h+hSMhcIsRWB1VvPmQrZsXFqa76IR2tkhxvaNCKDDWU5UJEN/
sCoQr6D4H8O+1jJydV+ONiReMjGhESbElC49aXkL3k/tFFhDTe4Z03pBq0yOdgD2Wp5TNTZfFOQM
9hZJAKrgrdveE2jBZYGFO6AFbmzFBrVqruVgik8lhVAYXIo0w65ROyaavsqJRq45saw3R5RcCwyr
4RtLaFkeaCnPWDh5mfcZbsLYuHwCOQoa5y60AqoB8Hk62Ha9Q9IqNp5e1/KqVJ3pLV3B0xVpSjbC
VQO4l5WlzOSunEiyyXQ5jbQFHrQI3IKwq8KZucopbvdnrezsx7YlJrDQUvGtO41gV9WS8xE9p7wW
Ue3zyBjMWmFsrGrMWnTmcNwbsz/qXi1syi3R3wvNAck6TZRKwM2KcTbx4zZPqHQ9XERtqeJbIW1r
P9pjcUh6i3y1K0nkEj1zu6Mel74Tcsn8Zq8SZmzMrDdzPF5prHxmlCF88sZrbvWYvlYQslqbhdEA
NTikDtSs0I07VsDzCV/6Bp5zWuw8zcoehVH7D47Z6XYkY51sXCkdi5aZr+Fayk5TlNn+jVto5QMC
HCW+7J14hFt00ZeRFld+Auciu/bDrima5qoYq+Y4dc0EuUL0F0M/470MLQSft9bc2nhgZmkg/G0j
icphQPGa2ELkEYAwsMRKtORZd2KZh1o7GPeWo/XPGQggU9iO3ZAvSjF7Rhe9BRsnZScu+qPK13Ka
Qu/ss65PpUWnTo77pNDAYUoq0ky04EV3AwRZvB9yoOqDxLdge1Z5KRsCE121NaucEtKfbu74NJUT
3K40TxbHFtSVOvDcsWrBU6u5FXgTKJ20MxsLI9CEaw1NtRYr2BpSCYxiHOfKqzQ3jwxhdQcr77kW
1eOAHp0Y9ewtNaeUg3da93tfa5MNINjGyjW1vKQOzClYyAvVsA23SL1uucvEArgy+Iv5VUKgIqf3
uU0nSfYKSlYgrhLzGkAF3aJDHqNEVZnFbBBGW/2aZbperWuijTtG8gFBXIE4F5gCMnx3HXOhloIs
2v/oB/0oUz5sv3+UPqc10r/ceD7US3Mldds1b2/d/rn+f2CLgo65idLhX29S67Z8+4V/+2X//KG8
+vF3/9ynNOsTMYBzB0Dm+2YANfrfNyr8CGx7gIAgr00gKwlyxB/Fkm19stBehh0GvAbm8d+fxRJ+
hM0L5G9guSGJg8HF39mp5kr5z3IdCHyQFGcBmllhx4LT6cnhp+EDN6du1oFz83jVxc9jU0MXCXQE
2vHMvnaTfOmNfhrxur7k2/BdNuxkcYgIAqQE6DYu5ZSfr5uaz8yBxCDlgwAlzdjtV9UEGe4qd5J1
Cz9LQpvB6TYsTfprTVoFOuyZsYRYartpPTJjBVjRMphBSmx+TlFuuwH/EQyHp16xJEzTVOhb3F0z
rIlrSOT4+JgZbHwZBo2PYaxzkL9bPY6Sxu4eGzgVKurlrFsxlZmvmdEPY8Bb0qdgYsMSwdIyE425
UtVmWDRqF8epf80Uy750sPyF4acG0wsAM4bxAeS1hQN0zLOmV1lJcwI/ExQDDLnUF9YUNKbLv6nO
sPeePfg/Tpn//Vb+CmcDCyXfz97LLYrg/kPh+Mcf/SgejU/YFWHSA6wfHju2kt/fSZSVMDcFAYtA
xgEkolmh4s/iEUN4dC+/F5UOtLw+Fo9gc87wQbyUII39nVdyZsJ8eCu/T5agWQg5Dkz50Iw+peqV
IMKzycGw0dRFc2Pn9bTRZJusRYOJdjy1RQiNvxRW0zRRXF/0Zls+uHb9mvDyS6/IxpSAZeuVH9mK
Tagj6466vCeU2ygKxskl12OPGlT6PiDdZvucZOOwUG5DuQGoM953SCSK4QDdigmE2fhhcPswcfSK
Vi2k/wySrVJPacEgzEDViR/oiXEw5XhkusqCvp+VVjVj7zWZCabhhnvGZoQd56bR0nu0aN9MFE9U
ywZ5VUHgk2pVH4exbF0KTgCOXxk2NieNvxr+sEodcVVB/HN0iyeIfGysniXbBILuYcfk2qhZEvV+
sYtRbQfSqW8wuGPLKi9l6MqxXA1TeTW1wlzHGlAoLt95Ktu6lm7tMyQ3qazbaoo9qivUbRAO4AtR
5IdcU2XUExlHOG4dmUa0jeWNgFKqVd5r9hK6UtUScp2RV7RLl7sGNtm2R/1K6Gg6D10LJnzjBw1p
0UNCNZH74BqPhNwmyXgFZYPAt/iN7itItEEhVoxRM8FjbhyDqiZrDBd3vU4iCDjthpoFo/DABWyT
gOXIc3l9VxYxflO4934LT8IsJg+gl3NINcBsw3SMpc+aexO8OlvF2qqbzGqvLKuEQLIWoW7Jopjg
ywzJS9GMQepOy1rBrbioIJORitoL83ZaV2l8C0UFWjF7olYxkQCFI4jbBH7KcFHL0zxyGUw3lSzD
0ivWmkxWJkQLBCr/rPQWWZED1iF4mFjQgUiKdluLZDvUMQm0nEDdqMFkBU/jyTBqSI7N7HOcJILG
cBbwB3uDYVCLQ0IcofkoQb4kDDoL7jLO5UtvGbvcByDNaFWOWQVoxqxYWsLD7wEvrptdQd0pXeUC
kyKdqOdSV1/8IVkqT7QLkPJ3U8ketLY4MkcehOGERdvfxaCjx1YZooyNDLObqNl1UZsby6zOJ5rl
9RgOlvdVlGw5egXyemVqgW5UsJkbsozmkm+Am1vFRncz9uYabho7wuELrxUD7ZWh0UJC6Li2CGa3
mv0QV0AXT+D3etK5MbwKFzLwnZaJJKoasSpGUgexXkVqKpIA5jUqsKUfss4GmtNkUW0lt3UFn9ea
R66KHwcF6YfC7L5i1kjrKX2xTO1BVZXYkATyFb31Mrnuc9N2W5ClX1wdNbI22ndm45Yv0slu7SZe
j66xI7baEZbRQomVmUgXIFURDna2zB3j0FQ13JjHa1+bzyTK3/FyvE9Ffp0IdN85uRVmcl0b2k0G
/YXEb6gpVBH4TnVn5ujExIWxwLa5dPQJhuql/0i4CGVKrqw2fp4Ewnsi4rrxeFjHQHDW9WrKsTXr
uR/YOBUaed/TyrdXcc1f3a5c596rWaJFo7f8djA0SHVAfqJLrGRu3PYLDx4lSSExo+icblXOdtIO
s9Chafo1cOAYk4wPRE+2MbQXcGbGDW4QU2Zl3uEfRVBIN1ItLGAn8zNCNA7KwrxirsWiXOBUZyDh
CE3bGI5cxAQetSI3qrXT2AuHyzsxtffmwA797PbbjO2y4IYIOr1jYQxhuuXgk4ROdXrvaVDfy7JA
FP5jlpPQM/m+x+kg9PpsxbZDAc2IB7+6T7175o1ToAhf1EYKKspArvusQ/Kf+r0e95CvMR9wDFt2
fhy2nnrhCmJOVtJSXwlrkbV+vmq70YyM0gnmWs8esys9BxIwtioJmrOzRT9lz3Aa5RgHBgSvLjDW
U4i66d52q6Nr42WTU463xER9o+LOoWZL1raUnzPXvoFWDKiisC8hztG05KO0WxnGBCqKcdIAAdgg
rTHrKlUkD+qpf205qZckgYAk4fm1HPsvjCfOcmj9+fl5981QXfv1AKRizO3AsdnzkGaEWqy55kJf
sEmrqWkj5bqqfxwk/tVaCZCxFc9W0Jr5OtiYw8kRajV6dUQqGCnu9aNTGNNtP6YPrVV9dRJn51cC
MFfzmLDyCel83cT6uux9SBuhSZ4b8kFv5MqUrY6uebN2OQSB+gy3O1fmoqyVpNg7Bmo7FazuSc8D
XY0bR2RfNQcOyU7aG3RyBwixdHtlei9lP1ZhP0i4UzfkoXKYG8ILrYvivD6Mg4WdCedRI/G/DfA6
WyiTwW9cQLF4rKB+krtOv+Mi+TIO+pOXl5vJYsuGZz7F5lbQxHdf0J3YclkfMsxf6VQB8Fb34C34
yAzUTarHysjFwkmyY0bUA9O1t95IATEaurWlMM1STgZFLncV++714BZ7i3dHVopnPmFTnQyXel5/
hV5X0BEYMnftuMV8ep6BuxBWx0EY23kbsdFfda4TwRcavfkMgl45MV/d3Dzicd4jcTW7oqhXBdHS
oI+9OkCT5sYdaugPaZCU0nOkDOUMAZfj25gYt12cc1gP9dvOr6+wdRS0rDsPYaFHTZ4HrIOnozD5
ItPUddnkIx1aTyyg+XOEzOQG2kXXGS8wYplgDe/3ZUknCweNbEi+QhG3pL2vHYhVvLSmt0l9TGBU
NeV7VDQFkg0UR9F3fBygmxB0U8uoGFTE0wZ+1hm/yWr2ZBCBUb1frvq+QnvKL+AH7DSRZ/RXbC67
Orkzy/K+5O03zScrPgko0lXkG+NjpDXetvcgZMpqhndrgE211fchSQxOpSmNfVZ/djDdBZA2yBwR
qqJfd7Z+VQDtlHaDCP0OjSvXmJAe2sXA1KKc5TtTv4OdA4HEcDF9yRzvq4KzCrQ+pUelrR+Ui7Z1
PX3mMZ6TY+T4aD7SesjxSIrn1rTSLVHjFpJpaWD6/Q1BO4d2OVsCUQlCrWoRzvCCyVpmBZZWE+pL
WQcjZ/2yErPsFbOfCZnAS8yGfYmjXNQ7NjAFpF0yD/Mgq4dogpigguOxtRLVi+gxb4MU4R4tHgze
YAwXNF22ckg1LIwOki25Xdxpmb4z7ThfIpHJKO4tjyYjRmQJ5xkgKE0f1kmZLxoLnq9e2SLZ2tZO
MDQW4cpArRwa330D7eM4eRxGIReTEmRJ7A6wQhMEBdbpCZhLJfIizAIAMxRBAdEEXLcXtBW/qlzz
2airmjbYCxat6q6Q57Y96XfI5AopMdu7XvXslvMwXrN0Ongwl8sU6q0uD6WexFTrOm0BdVeIPuWj
HYm2PDiKWBGwZPfQHLtxZPZ5mNTeZBm6vPmzC8kv2rgQZeB20UdmKgpqwzsGHvIZ5NRFjVIgLlWg
V3PfKXHfaiKdCHkxCyEechiw41pg7ktL7EUd6/MY+aCZBG1DQa67EYnZqPSroRlpZ5Fu642dC2VG
7ZYN41KN3ZaZZJNwsO9jSV7BUjO2LsBUU+3dt5YXNZr3bZgsKG6OMGku60XH40Xq1EU42YwvoJKH
V0tzo5JhCyceJ8FQFRicc5jqtDpH0lHDZ9UlgbQgUZP6w041ekyRTBva1X2YOSpe52V8Myh0G4XM
W6TM/LkY5c4w2o7CMmAIJ3O4ctB3Cdo8twKSttOCJdWq0NEkKIS8RvSldIzNV7i13cdxtc6VDHNG
oronmDKr6Q49kZjmpbir0ISMCkW2rameNNfD4YcU0Ooa1Z0ZN7sxJ3csdg5QbrtpK7lFDDM81uEO
iFIBOoj9tfX7fafnAzqZ44bk5UrZw9ZKyTpBz4X2HfBDIGRFKkdBZXF57EvoHjRMezO52IP5kKIe
KBXtc/+Q2B2jXdlvh4oXcK1AQKq2DNGmtkN0E8CPKOKVrcFxsvbXXZt8i0kql3DGjErsKrlmVDRu
ub0RbHgsPDRvyoR9kVoR2Y2/hqadt4M0P1tCTUtuitS5gu1AGeHuUeSiBXTG9mhbr1B2RaROn7g7
IuvotVzrJXoiEFrq0dPQ5UrU0GClemqvUxvp2ueZXCnZoRpHWt2otNOjLi6HDWkq+NiM97Gwtoq0
FhWZ/9xLFK7w7ESB67chRCk2tdQYhXiitsikVqJM0RW1sxJyeD5Cte38zUj0YgGnlCzUB/XUlrWJ
o7F9TC0oyKk2j2a6dKAX7SPp2A793QdPVFs4wZAo5sSNaqd4JjXeRou7HjxQk8XY+BAu9BuUgb1N
G1I1i1xz6lDLGbhyTXnspwzz6xTMEGMQ2XWT5l+B+5m2lrQ3zCZJ0AukxJFoS4snzVLPZRzEDo6j
bqJfkZQd09R+7myYjqHHfNVpFjw5Gr7QbEH5vOKA3poraDF5VxD7RL3V4UMshIUmIt3jT5hyZjj4
JSCipCSnue1XqJ7VF6cnAYONG17XF0xUD2k2ny8aBgFz1bzCT7wOtCm9daoXRcpHhzRs0RC2sFBb
4wQrJsxoiiHqtJItimIyIA4BE3QvrdPIMUyFQNRIoIq63AHN+GykNWo4A3/FMge8nza97aYkRY5O
JzqVXoiWmx46SsMBwo+EkRsBs7KwdnbK057y9JqhEOxKY2tXhk3brLqbOhbgGJIBReJSkrjUMJOg
zfpXj0eTyoO4RwlC1rHVHWu4xbLZqzZOrFXaFzcOOfigagYC/Rtquk3IVLuua7WxuNg4OmYEmmcv
srjF4CB1YC6jDfj45qlKUnRNID1NLemoyNFMSO9P1nWnP42DiNdmbS0qHHInRtZOJTtqeeJx7NE8
j8X0IFwMionax8je8aCu0A5sFrFLDiY679x3l37F1iMfrsEVBze9y64mzrdZq+/R+913KMFSp7rH
+OuO1fatD11xYzBWbZp21DbalZzg4JaqO7QRLFr77dGtMwOViYkqyBzKqDQ/x7wzqGwniM4y+ZTn
V6wV9w0UK8NkFrg1HfXagK0tWhxNLVRg8TAf46FdVNRSUt2G/kc8OWZg1yPcRYYMB+Nq0/v5QCeM
O2iC95iSGIYAJkgs8QsxHwckxH4S0OJW6bJPyqctc/w9r9m+742NPpY4XPfxIW36cg2+2qbCOg1T
EO500rfWFbta96A1zZZajdO0boudK1lgQXYaZebTxJ6FPNr1M7rmUDsuqtDV+kVXoybRcz2QbYaN
1IjXrLtqG+lSO+Y3o5QTRo0YadpjequIq231QXZhB62mheh71PrQ/FWudccL7560ZkUZfoGqpjFW
xTSXlFFJ+Ks9wXLWraarJgM50pTDUjb1Cp6qV3XrB0bcr5ymvctS3iwq9Wzn9rMrXHddjN/yclzn
6CSwSj+IWk5X9uRSybVXA9/o0dJzquveUyUmvpJd8cpjXIXXq/5KYWZF0coPTCcdQlfYaK1nOWQ5
Z3hC7cfGwi1YmKgU3brcA43IgdEll9rSQJ+PjBW+O8eL4sPH9husRhPcMhQ6ltnFS9Pi+b6HourG
bt1863TEiEYDbYAB4qyhFWtT0Er730Aj/P858TFnHPe/nvcgdN5AJPiASJj/4sekB7DMT2DBA/sE
2QQYPXhA7v0TFKMZrvkJg2X7j9YxGr4/2sqa9wmC1Zj/QNsJ9BNITqC3/QMXo/kAOWAw40PoYxZm
8sy/01f25lnOu3GLO7scYtwD4iG0csAJP5n1gNHgq8mp9VvTuCbiUCUhjLmra2VuubkdkjXRb+pk
pypC0WFkzlXN0ARbTBvLp82jXwRTuiv9jayWvN4A3RVBWwsqkiFrA/uuWQw8FEbQ50d3vEpAPC/R
/TuwWcB320EQSO79YZmoaCQ7gXGHaa2dycCsJSgU1dAnje9TDHOzgAHsuJwn7L13N2/IszSekW/s
6phlXzTjs1MdRn3vT6tWHErzAJE+qkN71nP2RvGQYJflOMAra6WSXZnguE9hSEjFoYXaLbagd4//
x+jzPdLohKoLwaz5jkL7AI8cqKW/SKgN6DdyjJT12zazn+w+ycIxsdwtmdwvLnzCcVgLudAWw6M2
dvYe5Ic+zAd5SUzgBDI6fw1MHSDrh9EIMC+APn0Em1RV69WorqbbIjUfDGl4N3aiZ1tOtnaWPw0e
f3Zq657poxaYXrM0dZRPNtTmbnk+W30b9z+/LR9Buvg6kEVDeMH8HYRezDBO8Fece2aigEe5bcxG
X8g68xftZD1BHnjJcmcDv25tDaiiEX1f9r9nXr/CkARpxfc9BBpstTER/un863/+j/K5ev0F42n8
X/s+XZ39oD9mYrC2RvryICM6S9thiR+QPmQhA0Ar38SIFqC/mb75I3k5+gyoAqbUh5nGR0yf7X/y
MMiCl6AOX0GEJ/k7uWsOmT9TF4bUII/CFwRobOhw+hA2+xjhVlMII+vBqTFBG6WdlAM6ms5G5A1I
1NBfWvw8gs8th/kb7rQLzT37f1F3XktuG+vaviJUITUaOCVBcjhBwbJkyycoR+TYyFe/H4zXrj3E
4CdK6+x3lefAY6mBRocvvOGdYotTw53zsGFLKAOdKhY0WVxGSq7nAWeiuUdiZm7fvd4CY+O0Z7ZQ
br59vVRB/a0FobTU+DEMRvsipqz7pGcjguQK4XD4NVN79aIsPHuU4x7uv+/tzfDv9HIl8LrLfQPu
YDV+TlfdrfDVdqLKudZ6rdGCF3v6O8tHWn1EvNhAxDkAVDgs16M0YWWYvcFHrIbCT0xVwhsF3J7r
8Z4Q88aEct0uVjKkviTyy+/foJCbSiWuVU1wYm23fWg9bT7lAsN0dyqzByMmIsawSZxQFoGfGAzl
5f58ruDsrxOKJg6VVuAdSP++XsVvxrfdci5qQQm9nuu5PyZOZvzk8EgWrSA22yESeXOpmw7MnF5X
yQvS8sDs+MYdgDqtjr6MzmB1JPt2+nUeyig5hj04QoSStfDTbNrTX3HQyT/1Ko/31qKx9ZkIEUwU
Cpg9FGpu5y7x5qjLG53Fn1feyYmQ9qm7Njx5iat9ykeQIaOuvQRFYICvSJqDA0TpyuIuHlSpZR/Z
N/GD6XL/a0GgXe9P7O3V8u+84huKNhhNNOKp1bONsdsWVYDZpGZw8Q+1rC5hp5AaCKD942fi17EM
/KY2xx3E+caJgF4DIQLQUdAELiietwuqBD0WTNKafbTlurNsp/la98PkF/34l96rf0PsG9z528Di
3Sfg3RaGAJI30HSdJch8O5rKy8HT0tGGQjiIc2E23icqUPnBM2kz3J/Rd1t/GYr4EslIZwlhVpvS
CBxVG1zPflmVlyJw549dX+c77wNq4nbnM8hiFKovaGzA2StOyxxUNlotge2PbRscJqOtT4lNtUI0
8VFWDUytWXan+y/27ostYy460RwEeBNZy+/fbEHN6FTSN4nw+zIYPiEAX7/0dhD5XtqEvlsY6uf7
463UPViby4BgxoDFI9PvOqvwOk87jOYdBoxzYtqMFi0654SEBG2x307pd4VZxVPn1O2XnE31kNNQ
P2kC/6L/5kFYPBLVagcQ4rK63rw5FbkcWS7N9sWszfDyVf0SZlQIhyyIDzmYCcAk2HGEKkM1QIzw
T9KhAIXMpXr/Sd5/drA6Dlc3iH6BFPpqGTtVVUV1ngr4YOjVOLEeXEoU310bxKYX6xUBshnuHb3v
jgiHQQnMPQIlU5I93b49NuB0nmG/+yZmFsfUDY4jHhM0B5HTcbIkOlmDXVxCbXkGNzzp+cihLGzv
bEXIBjtBUjz0A5IzkbQ+WHXdPFHqtHwgbHseLhuzQ9aw+NoB/wN/tzpSutouHA2lc7/rsp8cJ5s/
h1aQ/5RVzveyjekz1Zkb7SzSd/ciSQI5IMwyJscEDnI7OTacsQAtJx3UaV0/9UqHnCOc2C85VX/W
o/HPUmOheG4dnEO7zHfOGmPj24C656RhTaBnshYMc8wywg3GZXJ1JZlmt/4q8gp9hRyjDZVZ3TnO
NOMUu6nnB2aJU0til5dJx1eFqog4iVGZJBS54zcDF3laVojbeDQ4aS/m/v3FuzlV0iGjB+uF9sry
+d7somkqK0rQs+7TwqSHPWgNhT16RkbfV35axtc6dI85EFFCxT0K++Y8IadF7Gmi+rzWJ5KxFxuD
4jO1reo+oEGJp804NY+VoscUGiHgDy7Cn0dRWTtv/f7mYYG8GXm1exRtbbOtHRbl0KQn1yI864o+
OWlUw+7P79by55JbuNaEne+Ew+oSnHM9d7o/6mV7qpuKcGKU7ik0jOgiTDN+DMzZ3lmBWx/17aCr
1/MGx2sLyaCxa+UXw67kQxEUf866/cmhz0U7mxbNGPbyaY6qHw0h2HvQ1XTSK9C7wOZvF1TXSZWk
Afu9rCwLRZO6eRYLZDst7P5c6PCw70/w1qcUgBEdohYGXoMIadY6WW1K3bdz7BhAvqaXIHX+kISs
e3WQ5dFvIvvl1Zbs0NBxrn6FRr7dK5pmz2XD9e8Xed76cRr2flH0dK0VMAWKTt2xdkoJeKov/FET
2Ch5QGwKPTJ35nhVClkuYZ5Ekqrq2MzjGb76wBgvAmOJTN1vXEikVk+ntI/p+RRFmp1kWbkfcTir
joAH7RNynMECkQFFN6noo5UCpaSsOj6WZMo7geuqVPTvgzlQt03bXEoja/52NHV2nAAg9XsBMCcC
bte41WfgjyZOTzMosykfrpEZC1+KAEpZUzd0PTkCC8MadkKjra3nIL9OcEAwjSzT7Uo0s86JDOo+
Ppq1/ZlgO6RDVsUPyaTJz1HuhR+DIlc7i2Rr63EWQz+lDk59aBUeOV0fSdkbhk8NiIwCwsqDk08v
+ByVB6Fn8akQA6idBiEXo27Ty/3NYCwffr1EMa+lcS8JCL21y50bz6QkGLf5YVk4V0DpKMDqmnO2
BxfqR5BRfQehA0OEHC2UQ/PYWsH4gf9thqnkgXuwquqM/5BzdbAFAZpT7ck2bu1XiaYAm9UhuVlP
UI4O1xiFneEnBUrmnUziM2ov41mJ1tuRHNqaDLgFBiKjSyX4NQV8c7eh9OyoLLXYr0Yq/u7RpTxm
Es5uDXR3sX/do1i/v8/A3VKghIwH2Jli6e2CGzj9p9RBIHmMItB0tJSPelOM16DJkUupjReAgsdM
GeG3+199WVO3H51xl8iAGYVMv05u7MB06MeQqIrJjH8KPb089tTvd9bW+5XNKKDJqagjys3Xu307
/AwqYQfC8DvO/U9u5cijZ3XpMcrs9hqkExilMsK4TAR/Ycnq7hzz77/lMjqxPoEdMdX6W3Z9kg+l
ztx6WuQRtaKWFdH5/5qBJvbDGqHs+3P6/vAwQcdLyiMUcuBer/bxYGTCqyJl+nlJMF3XkXcQcwEK
KMtR3xd0wGcV2w/3B936kFQel2SCgtw7OqUVmE2OaKPp64U9vIREbb5Ksz1Zv/c7kKPB0Eka2Rvc
mqtl2tHWd0F4mL5HinDCmRAYaD11YFHcPYOI7aHkwnde4oGFTPD2xoSgFQegxvlWVTL5Rl71l3HW
W78rf7yYycVMCUpgZkQ4ifLX7VAq7LvIzibT7yFpnocs/SPqgxCUTUsBbOrDnRBr883wd4FMS1vC
WihUb99sdoK5Xdz6/DpRyVHVpKCml4RHM+XH/VWxkXKjRbR8LnTDiSHXa9Gc67SxRG/6Y9Eh+xKU
eIODJPRHw50O05AjNQMf/ROyqZUfemF/cKrJPLaRpu/Z3O4+yjItb49Uraq9vC1NXw1Y1PVu5R5h
N6Ov1urT0dWK0W9DAMtcj/GvLoGCX+UjqP2mETuTsrU/cTuFYE/FhfrRahH3XGXA0VLDRwA6eXAT
OMXmxzkCMiHQyjz02OLtjLh1AnGxQ5smX+F4X726Fhpt1VI089EQ0k9p4pgnZbmJr1fRlyDV9hy8
t14QOI/wMMTxaJeu1rM7pbS4Aw71bopjmpZjcMqzoDvmXfFZpFpPQhFHO4fe1gVGDE0xFJYeSiqr
SY0dA4ZEYC8XyRSetFKrHk0z6i8wlZvPNCf6A40C/eLUrrsz8ubkOouDnaUTqlnLk71ZV3Vkdbao
EtNHnsoDxdBMp3wwCsDzZXTiY+7tqa3tu/Ci0DhGINBaV3+HdkzsAW8+yuLgqqy8A1EjiuhsSNb2
/e37Kt69up5JGBYjIKbVpE5/+25WgPaKANbgKyTKX6q2BmymxQeriaE71FEDMbwC11pcvczwwOXq
3nNjul/hVmtERXoJNG5AeiEc7EPEFXiIDPyRZ4F6wzwmD4OZBRc9Kx2/t+KvehBaDwsW5qsJPuop
xr/5LNrQPBS6O1yCEkK2yjx6BYpikTZNwzVOInnNzbl5EoML/B4X1kNoGXsSfxsTbugckyQrOlIa
6zQN7LCZziNLKxry1HcqU32mylGeojqcT/cnfCVYuiQhKBX831jrglwa53oVRiZJiLK059ybOnxl
MT+Kc6e+jjACfG9WiB1Zmn0OAPCfexVm5yRJYVwoVPGTGl561gIK65u+eKqnqOM5e+d8/zk31jyP
uYiEMClCLoiIt2s+yEzsZCtypYF1+uhm88+wzNNvLc0zzvd53lPF3BwPH216jBZ6Jq/dnDd7TEp4
m8MSwHldH3wGN9Q+qMAT56bLrTMavOnOd9j85FQmBWUP3nLNe9XCwkVySDN81RjhSzJlYPYoKp96
NY07e+z18F3vMc4tJKcXJqEpVuGaZieDlixllrzJ229zFGQQ52dL+2kUAFmPZRrFn9JRyk9eq6Ns
N/Y+ls/xgxVo3oc4q6tfKwMMRW3+nXTKeGmwOM5gzNpglKIqy1kmbaSsxwpB2qMWlBGVsao9eane
+NqIR9qRFBMkxJyPdGmCoBrEcXSC3sQTuJgLnBYq+U2HmzIf6ygQj4FWj3KxHXYhYc1q+DR6cfOI
1m0+02eyui+1pFpyoGKK2Aox+QLcy6KPWWZm+iELTed3rI9HhCiEZfSQl8qsvhiyKMRirduFB24p
oPACIQUA1TJtv3tBlv5j9GVHb6ILq0ttx94vWmS5v7hDO0C9NLsPsnCmX3Mzh4PEMdacK9GVJnd6
a/6Sk/VkZ28QTceBWSlkqrSk/W2AJ/RFnwROJkDM+4MyMvtDhbLAd2+KIVt0xHp41QYn6kGA5Atj
nIpj61gtuBswfX+FooMzTL0+0I+2bbNNFcnHBYYh8PL7e23jNqUIwCkMvMiS71szxBCyqxWlRjoy
D2nh/FpnmABbXQ0RCQrqoac7vTPm1vq3qc2TD3KBM8Dt/g45pNxcMKaVz8MVfD36XiqaTmpM/yPh
9AOdNJNNTaUDLDi1xlcbgTdbW9R14Jp9S9Gt4ygpKl1d4M2Wv84zH+f+TG6UGADlcmbB/6XpxPvd
vpYZ6eAgq173lZdK3/Ja8YSEpPkAQ/YZaYfuY5vD2AQaianIFBqnxpq8I5hm8QhatjiGcYaHRmbN
12EW7SUwO+9y/wm3vjUerEg3QXs24f3fPuDsqtGEpKT7QZiXUEqa7Ej12zmWLeIQSZAOz30id4LD
jYqcucBGsLQEV4AqzupjD51tjrJXhl8Aqk8OM2fPKbOnBv5yX/2ZZ4lTYqaUpF+FG3YRJK8x/Non
7vhtmvLgy1ADej/EaYdW2dgaxc7TLeoL6woBWj2UuASeDmgprJ4uh+lZV0ag+yme5iCRe/CoUEmb
sT9E1ug+dSgO/pqSzdtHSBHgIjTArx8iy4LLQ5kv/rUAIv0PHLD8OYwdyHGhsvUPM8qBIJSl+h7Z
wvsMKTPGQJ5ABRMeJb+OVWz/1VlT4+y8zsZFZtJ/1AHIUIrAwOr2AwPFrVSR4/ada1KeZTz9pqrO
Po6ujn+cEuaPryfTpJVk2/Q7PWpXt8NxDRkBBHM+rdIhs8ixhmqkhzTRIudTmsoYSiXb+v4i3jg8
qJ7S0MWXl4rAWhK/wR6vLmRLtlHHIfXaEl8lwCbXtrP3VPM2iraLVjaYTFAcklNkWT1vTg8A+sgd
xbwgkBjwjBOw6MDl6pADiGxLMwNflio4ecNMppm7T7DzirNWT8lvUoFhvP/iG2Wm14yOpG6xtF5H
KYnCuTIQGYFi4dWcMZAM+zyaH6u4mA6JPhQQykDHAzIGgS9Qrbw//HtciMPaQluGmQAJAWj1djIG
mQizjSjgWvAE/8qNLv4y27N4UsGQwjoX1ue0dSltpxDQXTftvlRzRcuqrZiqyBkOVVuM0Docshil
TzuH79bKZ/u+wm2AM6yX4owePlxBal9aXhuXSk9e7Ga8mJobPWZhsut6877hAUKGDIlLk1TbWx9q
cOwt3Z2oqYwqqHz6ZSZg+7m+xDpoWKzG+QLUkQ6ytVA3MH2InDZwbDPcie6W/bwK7gDqLIAx6i2g
D1afBANMVJhpIfjhssPjAZ2peOj33GE3Fp5F1sCtBrZTvrMtcWTWGyobEMfLHONzOZkThDvor1nf
4hTpmoWf6n1zLew4vHb1kO285NbwC6DUIxSBcbxuGtMpirIeJh9IVapywTzOfoHjrp8EeXq2+0z4
nuzlcWFyVZHUPv34sl8qS6RmFt07IGW3yx79aanHHZW6GBLFIasz56nTe8+fXCM/g1KeHpauAOXI
0UUZZszOQiYZwmqklsngLMI5GTD+WPzkVkO1MzUbFzopBJZlS3WbQGp1AMdeP8M+skx/kvDmotk0
PjWEJ1dL0VZKLRhU0zzvVQi2BqWLAgCS5U8JeHUojp0JFMpBKxE0d9c06QerK+ZzLFEFybChf5ra
vabe8jeulzlhLmce+ZlBmfv2EyS2F0FlZkRvsBAEgAR0NqH7+EPe1M+RjKylvdgdTGhXl3nS+oVJ
N/6ces3v2cJy0UTV7Ez8xnFjCUD5wDdAblD1un2iDPWwrqxRAbLGuPmiSae7aH31VVWNczHzrPnx
gJl02OO6Iy+mZLwC0qQhBS8rKyw/NgQiBJUgR+qIJR2v27MBWCsXLjUCiAg2ZRlkEiV4rdtXE+y3
LPQyy6d93D7FoqJnErXJcUDxGjUJiF/loMQxaTSq1fncXiv4TTun+dYSIyIDt8kEA71YYoA3924c
CqUK1J/8GY4++75EKXCWXwsIe7BwE+1YJeUf9/f55pAglRZcChtqXfdKjLgcRzQSAU1F7YcCiWvC
mAZkSYgoBaCWKTq0A3zF+6NuXaqE4q9AUVzRAavevmnZ2HGTGgELKbWCa53BIYfn6jzVwTRf3Boq
WNqX7okvhnBUACX5PAOkO+CVhYPuhMKPntjOabBkDcWUD3T/8baWObc9Bx83PyB0+/bp2mx2bQX/
0EciADSIl+UPsoL2MVHhP9nJ6O3t9OUvXO90QGuoM5G2UbBYHWgsBWgMqfn6FdyrkVIXcBIU3QO3
rC6BVf0dO+n4mOKh97FKS3UNcg6EqneLF0SCBoQVcS+vi+F6fxo2Qk6EZOld0mcDfr4OOUU1dAVJ
MXBMQItzYAIfU9nktxKfkfsjba1C4jtAphJcDHjw2wkPPRXHMVg9v9ZC+SztLKXGO8tLa4+IeSIA
8BRa8R7mZ2tQkDz0ahZsFsKot4PiZzvHISKhPvzg4TSN4QUpx/TsGYYJjKL8GYjSz/dfc2tCwb0h
tESFD5D0al2NRp8lGPjZxBEyOw61Tb9b1ajYqHjeOTo3MGdELLT1sF2jJULX+/btYisKhdEMFnUt
3frNCRFXQQj2qUvC7uhVHQdb7sWniJTzgiKOeRwpHj8XxaSfXdG1T3aCQCqA+OpaEdgisYnkZtFT
m57K6Hh/VrYCHQJKEPgeMBau89snTUIVpqlqUYLRJklbPPy96IzmMWoQag36NH3sxNwfDNxkT4Dj
zJ3Rl3lYbz3Asp6NECB37boOXZRowYQlikGhO/XnrOXMRfqkh3mpqgvVRfisefKz447Tf7G7sDWw
WII0Vmga3r52NFDsEkHGwJGgKKK7IWoDaOOQOLT/zVD4N0pyY+gBcrXu7NKCClyz0lVQNEdXxxU8
i8zp5NZ5e7r/MV97j+/m06O4yxu5C3Fl9VpuBtthpK5YWon6YFRdBzgd/V5PM/6I3KJ+GSMveazH
+k86aiYRjECGaPbGSzab4Aq7k15q+sVTChmAwoJDwLlrZI1+cEjnwQdlA0ZVKfh3J9cRrQiGo6bV
9s5bbB0NHgA9qDwcSvZr+eTNRTw1WjYjTGwvfXeccdHtOlmFXT/Wsm6OXah6wgKEwu5P3VYIAkh1
AUlRIVwQc7dTZ2lTlxZqYOrqLn5KObkwZAUzMsoy9hsaqr6V2d+63AkvZdlmT31ZGju7YeOE4nAS
2NqC0V1ky28fIaLbFaSSlVJp6NoY4Jc/Vq78Ho8odPw3byuQRddphC1tvtuhqOx6YxKYtm+EPdjb
liZ9JcZ/0mJwz05atheU7Lqjnk9k3o6mHUf0rXf2xVahg9SeYgrRn83Rs1qs6Gf2HUpStg+ZI70C
xLHQai7dQy+G4YHV5yIVV8dnx06157KlfJ/HwgPt5wWPeRxaO+Hf9uMsa85F4X9B9N1OSZlPkRan
5MxROVRHq5WwO4xSg9aMcnVBHHAQfY80IRHbaaDmes0sC3Y8mo/Hibt15wttREFgDHQuZO4Qnmf1
NLExB1qr6zZOvW73NBscUPNUai9C6xHDK40dcNbW0gOEsrSiFj7nIk75Nvgto0yIMMy5jumcHlxT
w2g28kgpqQHsTPTmULTZlm6bySZfvZkK5VQMKBv76K9wiIiIo1f0qIDX2t4SW556dRy+UgT/d6hl
kt+cJMWQTfSH2FBJiWMUZgD6yVToGO1spmWhvhtmqci8gl5gO98OI13MyNGlQveumNrfHQpBRxA/
6UEBCbyqPuWUNBBr0xFXvrhoHR08jVJz3IG2VG22aJyj/LLzTBvFoqV2AuuNbjeU2NXmisZG1eNy
wWEK6wD8BTkYWRUlA7Opz6aTN3/GwWQf2rmYXwZoONeoUdElGZCGv/8kWwuZej5kDI4ZttfqQcQE
36spl22VVIg/5HUCKRuxHge9Xa6QVOyF88tB/e5rkLZDhqc2hyz/7deoLBGIeoRcVOmfbCtDLK0Y
fwu1QVw6pA7oOywa8LVI3VMcJvXL0ETeOR5V+i1qhmhnW22+PMwcACOv7YjViY5ol8jmUrEAZ5R4
vcCZLyqra79WsjyLSHbZznffuDtpA9H4WAgESya9evmkFVlbo1RKxqYfigGBNVXN6VEry+9UBxO/
jfo9y6KtDf0KwEa6mi29Jg5oU19WiONavm6F4WOeFYMPsbQ5yrjeu6Vf76X1x4XmxAnNbqUUujo8
pD2Hg2Y0gAypAp90WEe0hNV44vzCvqcIle+U1Ki9Vxb8RLyadblxBAKvnRtNx0FDDeEJtXr5KNqq
uiJYmT+7NgRIl/bQOa0Lzacpj5SUbRYPQyQmjPUGxGnsrLzUAmWBYrRwfdFk/TGDSnmO4sIEqyL3
imwbgTGKwAv7eumSvsvJZhuFzs6eLQCPeeyblJp9M4rwVKbAtKj7UWZOo+nadHO7c5ptLVlicaio
Lk0IzufbFQRtyXMbGxW0zpXqgmyS+hQ6eJR2ZhKQnej6f7FFbIrZukWLkGbwary0d2Rs2jXng5LT
0YxHZB7LEHxnhWtDGVvOw/3zaGtm34632pJWpc8iAk4N/ahDiqxvLLTFomfAOO1V2UP6oWssXCSM
qdnxWF8yqfXSXWpp/ItsM+Cq24mNREKbTAeAAT44/ccVhfuINhcZwTwNX2nXpi85q+kY1zI8D4m3
h+na6hRDgKZsL5BseM+31ppGy1MyB39OOu+gB2X8PSAMfywzb7xGhTscW2UiQj7awXmwW/Ohhk3x
O5Jy1aMsmmevCw0K/Uoeh6HJPvRxWux8mc0nXFi25EoU/Zmm2xlKjIQ1P9UmJQ9QhE5f/GWNNYmS
FOqCwxPKjdIdDsGEKDFijebZbek9QK7Wn5XpNIcBpcGXoa6sD3qIUkhPoP3l/trZAlzakniMlgRG
P/oa52gorTaQgl2aKxrSTCM2EKcyR7R9tqbz0FQzGtm1+0sWps7Z0igDY1eUfdSDqNm5VbcWE4RP
j86/zmG4PgdF2hrtuKgJ2gZpO7KK6THXUvvqzkH46HSOc+l6+/tMBHmOp5Hu4f2J2Dry3w6/Cqzy
SDRT6AGiG0dlfw2oUkBsoYiJipX+9f5Qr2DD9b6BH/R6Nug6gMTbVRH3CcoyUQkwKw1NfzCn/NQN
OoRrW5TXDvbKT6FrqmdUIwvinGS6hHhMXiuXW28sAvET2cxfuZl88UgnH8FqCl8Yo/yVuBC4bqGJ
D7SApt+1zAEyn2CslNuWOphD2j5j0WF814vMOBkFenhJKQkmRFpeRq8HtWOGxXNAd/SMWIJ7rovc
eha0oh9FZ9bnLjO7k2kgVHd/Ol7ba+vpcKlSQ/QH9/EO+Mpc2IXRgZXksuo+RxFkX4h7EghwGBwR
BbCe+6qTj2Y+1S9JP1dndNaGpznGxyS27PljKZP+RHupPFi1lH6HqtS3enDMj2FXFRfLSQq2eTL9
PadAakUv9xorW0sHEoixxETc5Gs4ILWowTBzFIfbgEef8mjRhnHSCy2PZudqWc6Ld1NF7xiONDBH
SNK3K0fYce92PV20KU/TMz2e+KAlXf6hopJ/QCun8Cf4ui/3P9Dm+3FCGFQA0chZEzOQKsgNu6NL
I2TWna1e5N+GQf5uABfbSRG3RgJ2sXxTeyOHN3JJAqUxUtMgqAtm/THwevNTKq29mGBzJPrcdEIB
mwHcup1IyC41PF0O5qHNqquZF+jm9UZwMuWg7azvzaHwqUB8hkotZ9vtUHNNuQ4gHd/MLoHfYch0
looQKI7ceidT2FgecHToscKGgBq22C68zQ7zSVDlDGiDNCpsr21ohRdhlA0W3hPc65SG6qTttro2
3k/QW6LMw+aHtrOaSs9WoVtUnuk7g+udKsSjQGOJ8YA++V5pd6saSHOHDh6YFZRyFm2wty+oEBnx
golOSu81xWVyAFXGYEdOeqQ7L1psNacRPvhZ05rhtyQq6kOEFbHvuejuQ1VRFy0rKQJ7IXBGpEJ8
bm1xnmvNfZZ9qP9UmokJNNoq/67MlupEFhQX+kbhJVbVb/f31FZkAB6G1hztT9t7V5sxKjP+F2kB
66h8iOFcHCqMjZ6bDIeHPsATyuyS4iAVkrx1OqH5Purps40Y7DGokhwBz6T1m3ywXlRfLCZ7Tvnt
/iMu63J11jjUschxAXWRea6iOypZxkK0BVY+AaG25dg8JpEe/PiWfzPKu42ISHsy6CW7oysj7TGK
0ES00Rd4SCPETO+/0EaEwbqh4bwoWbBiV2l0NlBta8nngTwgJRhKTI0V3hFggFDdjB0z+Ew8m/zk
FXhIgcfNdzbnxj6hmkLfGfDDgjNYrV29m1jXEyIIY9PEvG6cID/e/qkNjbrcf9HNkQjL0Yyi34am
1O0uMVoLDMmC4onKsPyCcutwabqIwrllDf/O6Q+phf3/5ki1xLj/b3nCC9ZaxSL59Vbxa/kj/6tP
aOApBf3Yo6YIqJ5Oy/8qfGnIE8KNhV+yEHiQhVhuyv9IfLl4JkIuZN25KEFAtuJX/5EnROILDK/B
UUBuCiJE/IjC1+0a5wSm+kwNdblAgS8aa/WU0mknunjJ8FKPXQ0Fr3PHFJVLXJNI6E0VWpx1GC2h
T3HIYH0E1yG3nPpb4GKQuJMdriCry7OAkZW0NyHBgD9YByucrYlawooX4krHTBAO1aP2EWHyQfuK
k1rlvMAVV4RMQ5tQN0LWELuRX+JsdNGSdmNAA22ellfNxU7v4vWx5X5WWhHP1zef99O/J9pblaB3
U+ZCOHWWlt1C1IEZebtb+lGXwSis7EXDLxpLFK+DRTNyCgy/0MyLJz83KKtdhsYMKcgYTtRAtKGh
+8uPPwa0Xr4cGQETtgoTrKkukZvJspc8ROH8j8bqscsyrTxJDxZ+iPLcQSpyGr8pwsp7SvQ+ax/D
dizdP+4/x6pttIj9LPpFuNsSYXKr66v5CJI2ocg9eI85qi+R8eiUbYpddYt3ov5UxeFs/tzG6YCW
SD1pEH+KKK2uiUmeMQaFPu3cD1uPQ9xEy4BaNO3GtYjc6IkwGBJLPla5KYvPXWhFE9rPeQSUBBU7
VdjncCaRWmrQdMFGX/S2pmjwppgWfC4VosM7Wf0yAf93MSIlQoMVFDzkdoQGKPKsAp7MmuJhDCx5
7aB/l5NfhnUTXpI2hLV7UCFeReNBz7JJmUevE3nyj2gbDRXm+9/ptcx88xgUYJGkANpD5m556+3V
WtrcAO6dr8HkRUXwm8QpKV7EMJQnamT6tbjCjEWvMQ/6ILsEAvcxsuEc26gHywoBqbQb6uQf3R6F
fiymMkmm46BRVjWPvRZitHkyRxhcT2ErNed33FZddWrgx1JB7FtZp7/niUUqcvQ8rUx/p+vFz7ar
wtb177/peglQWaL2Tf9uqcRCCFi/qSYSkKLxEJyp7hjwp2QOkrG8WkKlPGWujELLjnNY98vvsj6z
CqxW2zqTZ2BBXoFcZ9Msiln3H2u1DCjsLaSqBeVFZgRZgXvgbSxaCSueYLD057xNYMFpCL5Uj5ox
hxnU2ND5MEbs3oMdRpp7wVmpCPd2xu01L3gA2EyveFUyM06w1YkhhmDATQWJZYMaTvsyujPFoxyd
5L9sc9CzFwTPVfsJ9zD+M6ZD7bcoTCtcDIoMpbkW5PHwHJKIVBedg29K/Ewf5++zyjDJuT9TS+3k
zUqFnUVSAhCJxveSBq2JaBI3CfDdE1pZlea4ZwSZzQhgRqTUS5G32RcYPf24s0nfLRqoKktBfaFK
sHIQz7z9PC0EJk0OUXfuyll3P8Dajp2vQUK15KMdqQGfA6MrkbbFjrd+kE0RZC91I2yFR2lO1Luz
WFZShhymSA9TrKS+Tx+DmvDqcQIzGVKaROo8U4T7iB1tb5w6I8YvB1IXnlvhGPWfnWpuUDSLUAB2
MOn4nCeNco6RK+fvsBoD52/8Wp0XU+mZdiJKpkRmOqkFbXOoLJwhSGeKoxXGrfZjd9Py8FQ3XKpz
cExhwa3ySgP/o8ErVXNOg87tP6fDmMjg2MajdRHz2Jrf5smZx499NcflP0Pf4Cdsp674+/4yWvWz
X+eQ3c+KB8sAtnBdTQVbpWs1+5zmFrpGY2oZn7uBFP+YhH0d5oc4hCZ3yigwVM9Z3CbhEz5rIWzM
MRjHS15rgf1PhhkdGss7T7beikwQOEudqI/8nuNqdRZEnt0lpudU58gUfYfAFAWSY5jVSUeOGVW5
j9/XZF2yGtbUMQ2irkZyXUC8yBI7kz/bdhmMeNOFU/UlK7NUIM6MHNZHVnaudtKQ12e53Y1AbaG3
kBhAnsRi/nZjQH3G46Z1u3OlZP61xSQlOmGa1OPIa6gqfcwNA9spolVckzATwcjKmQyc6Sq4bL/I
yUKaKA+s/Ig0/oDMiRLRWQ5GN2JDbKBOb9dzgWVIoqlrG8zyd4Q74vFxRJrhp0HqNf4GMd1hLJx7
5zHGmt4uD301avRQTRkiNtSMYf1FWkOHuUFlM4IsSv6UkVhz+/v9z7Ys29VMuJQu+IcfbMrlhH/T
TA+JX5rKFeo8GvMUf9ZB5yeHrG1q8cni49XXeBbxs9S1/Ot/MTBwJKirr2qRq0y0dcsQGiQ6bTgX
p/QWhaovcE/D6KznRd092mj8ZQToRtvuFBBXwe6yk1GmZakCj1xAIctCfvPKskDvHivl7gzlRYxf
8kTIX7yxyf+e86L1vstJUpHGbQHhg5yrGL520AC8/+HXJ1xZDN1fbUPdVQBVWlloaxBDz1ms4ydY
dyOespowcKmq8LYePuOL4vp4KYU/Brp/PUEA53CKLaEkc7+6Mo16rAbXrdozYI7OOdd9kAf/KPY0
sqeDg/lZ6xqqPAGBafbuoyXpXi02EjwIGHBmAVSshTTLNO2KEauWsxQdEsH0c8Yl/zG8x6bqkPfS
tYRGFmqD5Tk0ZJBdVK8h58NlGainUteZnB//ChRzgXNSKSSkXX2FRGFEUUSD4hwoC/Gcul71d+bm
3nNtav/D3pkt141k5/pVOnyPCsxDhO0LYE+cKYqiJN4gyBKFeZ4S+fT+kuSxxS22eDp86+iOqGKR
ewNIZK5cudY/aO3T3Av3FBdy6gZ/vu5x3uSrEyp0N1NxZX9XlpRtrbe9w07o2CUWG6uo/dsevv7t
0nYaplH0u8qoT0yKpcnkavn2z5c/PpayBKi90HwhmaRzyE7ydgnAQ8t6U7bDrljHMpjCpO7m7QzN
ztvYOS0WcC46zhC52QIl7HxHu2rAUpw1yyix4iEOXc1jG9C1K7p+CI11+JC4/3tcUsMDG9CGFqFI
gW/vcOr9qdXilDvMaHVtisL1129SoPce4HMxfNOWwso2OMl9xMd4b2w4qoNco5sKD+q4lmtXADgQ
moOcbS3d7ZSM+CTmLKY4co3KBbJr1+JrEYzWEELPgcKD4tS5ayTmJ71yJczw1QD+dO7Ah38wUQHw
P9i83snqlGqwujPyXc6nR5tXm85S2kvc7cZMFn/PVopysrPWePGsZqXTEHLM/HvGi7+xViM/KSlN
z5FlVPIjiNTvgZRAAvfUQCuK2zneRXFIndu2rfpdEripxlyu/KwPy8bUTmqzMegDLY7y0kG+Z8Hn
wYxR67PBS918MJvVVvE2rJBRAgnjHKpmy3FYCdA9QpFboz3nNhJwezFZcpvP0PjCJahmf+MN8fzY
dEvlhRpuM9/rgjxot5ZlfYFggcz3zPn6y1IZ3vRRyFMv4+jelBMHsmQeuw4npbfzOG2qqcP7FnQW
olRoTsx+ea7pwBA6XbmGLk71ZRrz+ovW+Gu7cbSxN8Mkd+q90SzVU5912CB/MFy/BR8OTLSYITjS
X/qdliN0kD1iZrj8ZbBosGMo9CUOBlxraU0iLCSFb++n0s0e/aUUF3DVKhgsrs7xvUapyyeFGxm+
meDcRY3wMk54db5uxwJPQ6yPKpwaJjOIP7rv33YP/LXRGlRvGkYPx6m3Q4nAITLMGiIJ9uJC8954
FdXsLxP0pRQ+4bB6N6MQrfgxWkldPPRL7qfX1LFF/90pjFELzQo48Gvx95+qAhyBB9hO6XdS7FSK
1CzK35RnbOz8NMutsh1+dA22RGIoJ87Zmtn52ZUZl757Ok2DprG7r+SFd2UjvflGLlPsOngfNzIf
d8K26+bzn1+zqfauNzOPguozoorNHrDRcYmmdlM504yLt45W9xgsWpzoqHxaCdDFIoRI79iHxlxT
iRepB5jgoUZDh+oBihbugDSuw3/K9ZaKRl7oUPOSWTgHgPTOeN5my2KfrrAxeieMNeReDnYw5PoP
1/VBaoTd4Aut+mDT+m1HoDlOjYENk4o+vJ6jHWGVIBOGRA+2iA/4YodRnN6caWMd99vCX/oMi8EY
ocVo8mRTf6CMB5bm7WiC2kVejXhLx42p91uPBtU4YRFM8v3adgJ3PfQlJIMVLJrgHwheJA14ai1Y
ZnGfWbPtzScF2wH2t6vM6yuXZvz4fXmuGeXWQM0pteeFeWJMqSqSIdLRCD/SdJHo+UFvx0RMe3o4
ONIeALZV8k7Uosl/Wl6rlbeJ3kjne96xH8chVVL3M661mAJwA3q3+pFRcRTDeFvOcTxGCPXU8s5a
uQL8s6K0eTWDzIM42FZ50+ss7mLka/Gq7HNtjDKQE/zJUjV61+70curKYK9PecHH17WHmg3wsVCX
jh0QCD4S6F08+JvKw+cCnzTOVRPNpKBUUyetaupTbeqrmhiCUHhBIm+SDEO2T3INaZ6QCn7tiptq
9txFbFqIIuv9VGGO+dVoktWoT22X4hJBfK75eSt0t4utfTxrWi6iBPpXBZe2rG2srlIEFMuo6mo0
R8BEasWQh04RM3KbaQ7U79rCHdzL3slS9d843hnOwa+qAKvywh4lIC2PwRbllVa5LubIuK0mpr7P
uxEV55PWteM4x3AeHS1HvZ+Mk93ZopmssGvdmMmeL1/vFpQkLYGdlMKjBpeLyXFwgeXcjd+3xCtb
3sUrpRYPoFhqaE6Y187A6owB1fLITKNyac50MVBjdCDnYgMaOyZH010y5UYynRrNZDHxUqqiDL2w
cp0x19HoYWBTU8iJE3+PN98z4xIsiEwGVnjhtvnPIMlz3lP7uvabJeWlF0OFitwmrgEVo2L+8lOz
AghwDqg/VDy9a3ZBc2cmZgkDebBKeTe3dT9eBm6c/HRpDQxfUDdc2odsrnVx3hoCj4mQo+SEKEZn
yBSLxWwJUt7lVGjqovBW2KZgR9beg905nfbJWDNVwQQgpt5WD3mjAGRR684X16TwumuzdV42E1oQ
051rljm3XL7ca2pTv33wmrjGYbrPC1KOT625aEWwHzXdGDDonGTTopAogHaP0djoKk7bY0LhKPT9
pHMvg0BmgXViLquqmBYLfOjgVLfrYCwvzCaIsbPKnH5Yw6oqywZ6suE2WTjH3jJcz04+u/U2y/QR
gbwEPrU472ZtxBmUyp/s8k0XAPPfJ71jERVSCMqBE+Ee4Dm3y1r1mPn1BiZT2dgQgXA4HAuBLa8p
G+teNpq65Zy1RNIrGlcWMsrbeakmxOMannEHp6JhaUG9dOYbvWwTYnztdIW8a9H3ZqwXWebyDpSx
+jO7Y/JQqQFsZbTXvpFJpmAJYof/aNA4bS2awWPhapelhyXnjWxjtYVkNUS8Qx4nI5PNc2DWZHsn
ntU/ilnUDOeAd3H+82WVWcAw+ZDN4Zl1a8ogn9F5sDBZD0KKjW3xMKHEyX06abayVggx6qVnNmRZ
wlrTM1fzPrfyb4YW42YfSNue72dCn4XkC6rtwSG3RRbf1LOpTBAKdrwFtwTfN590gZUI8yhJ1LpA
3ZzYmdBIQJIlK0Z3NqO2mtVutyS+5kdTTg3xU4AJUHbXmpNe7I2OorEfYpNjYMFgW82afyYCzsGN
sVqS33iFJRGhSUl3m/O44wzURa/vCd042jEhf60T2isxs+G/PHCW4icwI11hLMHFtI4d/b/Sbqe/
vVEk01es4zPkVx1roTEIL7QWeuh3DRi4rbG0U7u1E+bQj6Y3Ou3C6Pu6qHe0Df3+0zgEAAbcVrgA
xFNtQjJkmKR2VoxTMqcbv8yt6jAntM0ue8qu9LLiuBjzbV9q2oJdcZvFyR2m2iY3HOcVhdrXJWHF
Di/qtafB+NWmFhq1mYgvmfQajEQkcJum2Jhrr9bRMk5yPeuCbuSHuElUz2dKPLVV+rNvrGejB0v5
AZqlmoainjrnJCkGB54gFi9VcDN29sBHab0I3ilVetXXWJYY48WwckaQ91FcUzKeCCxydCklo6xy
bk1zlp0zYWssKKCRGaFhlFRuBqaJ7596UDNY0PaS0/WNUjdTMa4dRpNtzmIv0rRNDYanpIr6srGR
XDhi3qd4oQE+x3vVSK9LmBfLo5SD2q9fcyXbiFW4ft3LizKPSTBrbVHrKF1Xi+9n7asO0ev2mys4
AnfysqWZgDBYmr1hq3TpJfFyRlftVzPmE3zMG10VxKupUWtCl4bai/MuU5tqvQxq/6xB3PG6ShzO
1VDZnlr6r7seoBLcfSL6u3Fm/r9eHZ7yKm56Ls612GhC2/EinVHHBdx5aRIB9n/+5hGbWqjQjVDz
IXFW1XiqfRSmNDQydJKYsVoSvsqpS95T1Ls5S9Zx03RIblY9lmX/JdfiTnOjRS+abodDbNESne1h
YVV2vpYQbe2XvJT+OGKFFD2WoF43A2vQt07zmJ+bs3HsegKE0OyGD3i0DNhD9NGh6RXp8aByCuNl
6yu8Ss0b8hq19LLadjWxnUHVqwj0cgWvADKKNvpK0UHfVlmpNlAHGbcCjqQl2oSToQsQZySRcNxu
/FKYvdaWdz34EYYhiDNNz+9TM1aj3kmvJ1xGkyjjpuIcDuy7Ny6nCnc8YuM8qmluNYbalodaUNfZ
NVZd8SfrXBi8dL0I1FOQUZcMZMuUtg+tPlvSuDa7ssKsGvsnqzeuktopGIommx3g5uG8aHx7HQIG
JvfLcDmdn0eqTj11/RTcVnyfae7QlXevaYGRFdn42A6rP31ZNctiMeJiM6pCdcmRNLKrUYXhLPUy
ddOtrXJCSyEkRqSAbIseKkKWbPvZBN2mP4yrW/A6XnOPzOzxbIqQp1EPWaUBGfHnpe/c+ab3Mbiw
8Imt6hjeTqm+EL3uicdxpqlhEYEm0ASpVQhJ1cRVNyRgNLYNTwNGIy/S0WvVvMw6S93a61d4Fclu
c9K3Y8OtOdYA0j1a06FiiWB81fA1RpPhy6Z4s10/X+C5oeZzPTTq1aHhrVbRKyCkTSuX27IqizzA
yubny4GG4CsLSh+0S5yuqfOf8KnwhNqQ4UOmVzNEPWZe9iNWwUs+FeZZWSZDBqtbzwq92mqW5iWX
5P04SXuz1tffgjT2uycv4HrRhHm6Pe4Db2jrb3Zb6vT1uxzNbWUBW/XtfDAEft4bpyqdoWLhkHlu
clo9xVdwaB18WVikEoxL2lHmbMJsGILpuimkXL92dWNVqLv2qcTaru4LkzQMQyZyrot0hGcyhEXg
NFkRygalk2nLhPbT8otIVpN/VLKvOjfC47mcBMDJWHhB2E1zJbadoMkUhAA6SzwuipIJdc33OpQu
UmD09Y8MPtKIMn9qyrgLGZvCM84RuGny9sYHlKMjdKiXszNe2QFiN9O+xVnJINgh1/HJMChYjYci
GNT1Af37It92WqN+skujtQ8IoReVtq1Mc6qu2mHOdP8gOhSj5KnvrWNt0Y+XKQa2cuiLLI46W9qd
saM3GK/skXXe5AcxNDr3lnY1yIQsDIQ06P5UVlprPdqUtZooC9NbRTwg4vNN/JI1v4bsNjMDYDHk
NlpJJHZdFeNp5wQGjth+vuYPw9A6KdbBMWoExnbkOFR9ziuUZ1OCc5k4GLfBJPyam4XPm12QoXTH
cAqkgZPBaJSLGzqah1k6Epat0+qR72XLiJakNJg3bhb3g0lj3cicC9OZVLpaNb06tlkvm1wu2GfK
yMzXlUewXv6k1hPbh8FYSW0sN7Ri1aGMA8hAyHg5mzp9rb7LRlZrPetrh9WbQ46S4jqOhT3smLQB
WzoThWRSPh9P8iB/3hdKPnM2tZba662VsoiF2bU66Zp2onZvGJTzBKx9NeNG7Cj8xnl2+RouAGHU
7AhT26qoT+IX94aIGrqYaX8+VDBYshvOifFshG5hI/gQFUamziu9N6vQvg6ayjFzv1IbsOcnrFTi
lUdkRxTAjMd7dIYQoYFHVjznpDFA+i58xUvobsMxC8V2FfD8ZfLYM4ZZ5wlRdZgZU7NuFVgkr7S2
nnfFZOd9cXDR6Fv9fQCqTGzRhKy7T9ZodSbvemLYiBrMGkePC5N91WiFInO8bOO1mwti5Oq4z+Py
cozRhiExOrDR7lBv+sGf04gO0Uhk02XALMMzN5B8ymoAcR0gvKoompG3ckB6SZzHJKBk02uWAuTU
sJD5g+ol5I0pdKB5/7q5xq2W8UIKX9PKLKyTiopK2GDYxhxuXzKfbIxVzLNWXaUKpp+ooDq+pOtJ
XKnjYEO3Rh0oVqQs6ddbqtRgCKF2On/KJjYIfzBUoqV3KB832zLTgvRsadd4Ne9XLRCL3KP/P4ll
wwzxg8+63Y1NsqnRtEieUAQY48/BvHbFQWapFksMgbXZQh6b+VPZoZ129hollCiMHpNAv/CfKBPo
t10Td+I+XVC7Eps04TXu7WrOALjPSbzetXFRLcj8SUvuk3a05C3vRHbafmgCR2SnK+XHDmmAopHF
ncDzQP9uxpVRb80ZUopGcTlYcF1JjGno2xBB36m5yapOunmYlVbmH6h7axkbmVzXYjs2wn4w4lKY
J1o9dvljPiKZnONx4+1rSwRdfYoyzuyeyHHW5s8VHbn4CvNftS6HOskZdNGR4P2M5ZwnwcYd0GPf
2EBWXM4saDY4h7UhYo2boWp1VJ3YJu04u1BHMxSr0bmsa2pkjBzJIyrCw86i32iU507aDfLx9cT1
mmWTBqis56VI8HJe0TBzZzLZU8qpMglaEngPBUsNn/VmAkAHTbP2mJTDy0E94Xmbzcv8Fy85lPmy
qsQqKTcuVI+YHhngy+Lh5chdxFKlmq957uuSgDmu0upOr1QWrlljp3+nbNA+dvOaeXRYbPXed9JC
CA2pC2+qWhNyT7zMBG3TZ4Zt0nF+TUdUap3lnYoWQyH7/HykRJZfNaafTm1YaXpTnXqzdAt3syZC
hQxquuocpHFA4PKB3QoWf9FUKKeE1DI4SrZdYXSkoJMRFIAjY95wg4hZi//npsgmI/lJXCoJXbJd
jWBbdCITWcSpbClvWVJuqow81l5fwsEBKXIS23j2XPIC2+UyKRofebhMtySeaiO2I/oW9KUYniAF
TMMTucSUo/sBK+oOHyCdaTj065g/jrmG1lQ4emB7CvYLt7enaJK6Ok9l66JwT/DC6/UehzNV/hJ4
GbhPORCSLN/HQzXzd/aqqyCoJ0LF76addYNZ/lw88ujlNz3QKRCOeVhorRqOuhM6gbQnYyA36jKH
H+bB791LTG/UTiAME4Ob3WsMY8X5lCfSYbbIcDKjMwrEY504yEPDQSGkuu5oRfLC3Jd9aNKtitsp
X9L5XrfUaQP3TBW+AkOSizqayaJA/WeobCw1XzdpVXRi2JtCzYHCcCiDuIs5uf1+dXSgixRN/dY8
r51GTb6s0xveNwL1My/aHCxV0Ojcdhi4GJ09+BLCs2Z41q4jYiameAUPUgQuA2oeFZY0mwY9nyAI
0dotYC6sLzWASq+pmOBtzCEaQWrWT1wj1eBGgTHiwuuP86x/lW1GxR2gZeteellrMmzI/yXLbWIb
03z7uqfqdftcPF0Aeq7b2Ivb9TG2k86YthZgLjVoSCky1gt9ER6blFsNU5wKjcis6azyJuSjQxux
BapdszfMdWTXtGyKwZGnmRWDoWe9MYwhIoTlVG9FgHz3wAcQ5lvOXssANGNVpkEBoiA49K+1POqw
ZA7j6Kkg8npYTOZ44EhRTW4lgZWgQyIwtexmwQQe59Vd915nzT5p8rqirhz1g7Oo6lAyUBE7ZGa7
8F7A8rso91Ia9VFCLJBXUlr7yHhB9TJEB3OOOZRWvLoeAAePkGiuSvCrrOa9Z42lftDS2uEIkHnZ
XI1dhOjG8/5ZzJ51zrg37WU5Uu97klmZ6ORehpCXdmoucx5Zgb8I8+tze+ZfIg3cNhX//3f1mb+p
PHJQTMf//Pc3P11kfwPGan6Of/yr/VNz+VA9Dcd/9Oabh/98/nXy1Gwexoc3P2zrMRvXT9NTv948
DVP5chevf/n/+8t/PD1/y+3aPv3Hv/3dTPWovi3JmvpXFgE1xF/6WOpOXj+nHuA//u3zA3Cnf1xn
T33/9A9lPX6RddNT+c53vFIRHPcvNBhshWWAmUenlSb1i9m4xq9A6vk0XwHkgpv9byKC7f2lqqvI
haGTBxFfsWBeiQi2+xedPA9sog/DkI+b/woTAfbj27YRXXowRti5gvMwALYft8htbbKgf8/pPpXW
cPCW7CvX3HVDde5lY0ddEfX2XGIEUhpjGnnpDVXfM4l57s6f831a8hvAaunByStUAw3r3lkyN5z0
bmvXPjqVWXVmV/KUMslOb/TPU1Pew+P+abd2tDreGdiRU0I55z4d6nkm8h80hk6WwL7zU9hWRizG
rTk1nEnJdY02iNS/5IlTbIY8bSNbJI8VNIRD5mE9DZZOhLPlPUpjeKqKQNvGqrrSzb62LfSk3JA6
feKBLy27vs9089CgkwbRCIegwcmQ80VYJ7WHICpr2Wx0vCouJKKiB/IYTlw2+g502KIgy3/6VG9B
T/YsZaf7VrbVfdBUaNvHp+ME7GLJ49N19nZGyuWrsXjUnT7YA8hLtrNRI6ysbisbzDIExrYvZyyl
MOX4EmhXorWupfSRwvOb+2V1L9OEEuswZj84lBNuuROp5EBrPKipxOt3VTq31zbK7/R8iKliIVM2
vWmDp9oP4Io5rgePWPNWVAJsco92urQb42s1aJyYl/vZXe8GVA+pObtIHVbp4yK9E+nnbURDsQVy
mLXRELuXg0SLM+3HbVWX11ogv8qFcTId3hEg0JAqyadpbK8LoGJRvvI8RSCDaPEda4+zJU0k47wX
03hKBXPtlm5Xef43kKJRU04IsM0uze9solMr9UjY3z19RncaQQ06K2loNdljPIj1zNfKdptMprYN
Vrs4TRv2IciwSShX+5MLzTZ35wn1JI0T2iDKk4zi0Y2dW+OOEyKlSscSp2XM6XUoqC4OaAEVqSu2
q6QuVgtuQauUiiwRvaiDNdKCadw6+jTccjYTZBIW2PqxzyMWcxZRCmnC2o5P816nnSLsvcBFJsxs
CwLjbIVuNV6u3jjSPGBqllTD8KJgsrvOFHqtsV0sI7Ly4ARIB2z6+l7SLdlwnt0BLD417OKmzPtr
T+ftp914XVGPS5CC7YoPOI4K3vFrEx61D1dH7QyxJ86nzjMF8hesoYu8sJ1MXrJHww1gfuPs19w9
0DdEzdkuP0LDH7f8n68GuAtsD1eFH8rd/HK1eTIMTUvjZO/5wI/dJECHEDnZpv4G9UjGxeXioAdB
ZsyEHL79EqevX57pVwrRb0CI54sTVF0ceR30H49gSXVlWA2EO4TUiuIRPmWzcTWkPxBGottIrHl+
EWha45Nx7iNyr0lv9+dbOEYIqDswgEY/UzWBah+h+RTwkIKckdCMmi9sEx391D3pukoJvWybuPhg
uJ+lzI5eLhQ39guA4TC5jjkZtaUPPc2/ZB9zJKcfAUx9veuLq7FlyfcwuihnBrd20QVR6ix3yKte
jO2j2dHXcJKoGEXox9nOGWsw2vZd0Gibajrr8vnOb/zdZBYHq+0uq6Dbyx/Ua7A4oYDhre0WFTE/
rCfrU71iEiUX76Rtsod8GU60ZDiLu3RLNNrqfvrkdoKD5FTei1LzQ3xwzqFY9RE3DmB+Hrc51hyx
T7EyTZeHzgpuK7q7IeqW/ZnZSy2aF/uH1/Xfcs6dIcI1w76djE+pDUWgDChwlwnlfLrEd6BdbhFs
uCtW/zaV+t1KOzLMev8SYbY1atBOr7Np17TaoYXX/4IM+r9c6qNcCpDKPydxhk9lJp/e5F78/Wva
5Ht/gaRROFA4XJSCVHb0mjb5wV+m6SgOJWELYtX/5E2Gz4eolyPzQFteJVX/nTcZzl/A25SaP1gj
dG39fyVt4gq/Bk2kC/kCWG6gqfgu/VhndTKzBMgh/iqjlp74qb/J6v406eS/Fi5eLqP0XtBagPN4
bOiyyg75Q7kih6RpZ82o4w/2GFuo09Drsz/y4T4mv7xcDdM3dHEhzSHI+zY2I7ztIs4sh73fYzgE
fxZNoOVbpnlIagFAiXq73Qo2eI7gxqYHugbW7d6IK5hB2QW2Hyeiv7HdFAHjZHjEoPR2HLS7X+bH
eyH8CBn4co++TfxWln/GsaipseCOKWi4ENBEBo4V3kNrETegam7oEX1Oje62M8wDXcubtjApoOJV
iPqGuOYEea6b4oSz4BC2Dlo6aYeOuiaqD17aMazt+R6ZY8+AO7L7Y710BVlAxKQb9nDDSGm6FQhV
v5vzNA/JbU9pEX6zxRj6bZdEMhcXSWqPShRlL+iA9+nkRLo2faeJc7/U9WeZ1IemofOJ6sZHGnlH
uf/LnXLMUER3aM/HCtSaIkPjZDLsExPv6rZaB9AhyEpbYISLJvAOtmvQg+nrmRiub/78Lo/wai8X
R3QJxCQaGHSo3k43fcI8tsDDZV8Spms3Zh1p3/98ieNliiqYoSwjsJVHb9eyjy4ByyKzFb9uX+m4
26zDIXPATTTuB9vsMd6Z8xPXAaGvdHYh5PrqUX/JatyRlkhep8O+D/onDM/aiwFQ+BYKRU1jzCv3
hZ9jQrqWyQb1aXqyef8BwtglsL2JSOoWkC7RCX+Arvnf21twsD0vy0Lr9wUNq/MCvYZtD5sHgOy6
7kY6L2Se47J+zdpMC2c8D78nhWNjAzj557pTtGkEhjZ7wt4BVfbAa/zIqSxxIld3OVD4qtqd62jD
vejji7gLLtvOqy4cCuF7o5hPZC7bTWobqjRD4W1ujT3EjSvw8dMebT59syTe1Vw0O5HL+AsytkYI
7+scfL114DaAG/fzdoX0t4sNkdzao658fPIUrABKhXbcXFEL87aYimPsibFStPQeTSI9PV8KrdxC
sDwZaQxTWUUx2PWSiO6h9hXYSLHTg6TeJrZ4tCuItoYLIh/xmq07HyxzMbfWPAbnTpBu/zzxnh3O
f0m8nmcELLwAfJzCAh/PPDDVfjlXQw8SGUy5macF1fAljQgNN1gsRPWS3YxpQBFP+KLetG067VE7
s0/SztKf0Ii+myZruVom/OsbZnZky8rbDxV+jTp4oAgr24thdsKkp86M2leifRU9v2z7hFpnZyT3
SY5TTpZPBzYRZ5NYHUQN3f/55+d8b4EpjQ7sM5mA5rGc75rowoGL2hNABu1LCanxIpHDbTeVT3++
0HHcV9MbtbHAUubTQMRUYv3LCluQLu6baez3rV4Wh7qToJV9UsaVSgNRq4R2v52H8nvOPAj/fOn3
nhFSuw33Blwvy/vtpXULMFOLDeR+oCfwBHD4gjOj8T2W9UfWjEenAzVpENHEf8knrtL9ObpSLAdn
LPW43cvau3amLg3b0v6ckGbQHr7O4vbHn5/snUFVWieoP0AbhbqvnvyXQTW0Oa4X3Av3+pjZ2wH2
PjXFMHPccRO3xoVdGNFYfqTv8s5wclEA/shNKzPvoyxDg+tfimzp91ViFZvAzc/tBUyBaYv6gxf3
XlhWNk4qLDqGySp5+3wUav2gg/+zN732KVlpoHp09AIHuBHYj42ziJNlGn92+lBHQ1X8/efRffdB
nxWylB4XblZvr+52/uz1AfMGxj/AMOfCTccd4rgfPOU7kwY5Y1uRbVG053pvLxNAgxhjFN73jYTl
bsr6LuvLTbO2SN2Wxm1r1MHLYeafEwrUVx4FN5dDJXs2J2l6csfzBuQhpm9atzfHwPnqQqU32+Ek
zQKi71rerKtINzAO2hN3Scytb/b5d39ot8voIj7rLvIkXekj/Hm033/ZWCVzusc26bfs1QWH7teJ
UnWL9R18WaAg/vrQBn8DlShDTwrI2Pp07QQm5TmQGB9kfe++BvgxiqxGGZWq7Ju15MVW7vQLJ2Fn
yW/GAJfdaj033fpyNZPHnCrp5s/P+947wJcINjOHGg5JR8todbWEiOl0KOgHp2bXfOVU/sF7fu+R
UKxg8+KoRW3oKHsCrj+VsVw6AMGpvbPHuY5MrUdv0li/JVCDpo802H47gRAA3V+ueGz9k6CQIfp6
5YpNG2/zWJuvWqAWm6qeHwanNcW292q65Y0POm4ZDg6p3OQW34G2XJZuewhyR+wRxX6YK/MiUV26
3rPEIfeypz+P/ntr24Z96qIyog6BR9pNK2IWej1P3b7Q8jsPCtJidZdOnn76313maFIV05S67jR3
e0By+gaoBWx1UWxiffnI8/ud9BHxh/95oKPp1JR9kElwT/tMyr9hh2yrWbsqJ/durD6y9nt3pT7v
c1SkkAJ5/v0v2w78cjO1S8jUuYXvRm2fFxAUw74wLgffudD98kQryoOe2c3ec5KbPw/pe+sGRjEa
1Yrjy//frtNFZNmit0yxyqwxo3X9+XGoRPtBqfGjq6jf//KIDaILZkpmtl991PxBV63JR6XUdzZv
H10rqFMEfg5vR3NDBDGUls5qEQ0TF3OzfAcgdmMM+bWXxp/1roIrF4C6/PPovfvuUMJj5LgqGm1H
MQEnMJgbrYc/EUzXvVaLZCvXG7rU8kR4BL84yyPdHYxDXpfWSWzYtx/cwBHFTuVIVHwIbbCDUT86
LlfnYo2FKSreX2vcN12Jf3GBCSda90ZSfRFd8d1us5+jWdaw/YwqRMd68+dbeNa4Pdr+OCujuAcf
m87ZMf22yZheBeixfeP08V725RNs5Zu5Fl7Yg4gLZ3DVQD7KT93SW6cV2gF7XCS2KUDPreCcuqGY
Unwa1jgFw1+fJoNLk2aYy50IfECtrth0oihOEAaPehxXo76Rl4EzJzsQOJ+HPh3OYN/foYoAZlI4
Z0IExX7Eyn3TIQW49wDERIaFM++4aCdlV8tvU5ZxpkvAGdbaAOCPN+ZqcqX6bdBDAiZMP6Kg+2MV
n5e0LIGg2ddt7+HE0KSnaeAsaIriWoRn+wWyVuO5raNWZspsO43JrZjLGdKSdSp6cZ74mbUv0q5D
4MTPo0q6M/gVemw2tQU7rOVAEykrd/AyP7vZau5WLXFPYmldpcKCUtJk9TYtlvq7IQMz1Jv4rKv6
ZT9IZAYH3z+fQdfvVh24tttOACFAYob2MBqnRe9rqlDxs3K8x2yADFivJ9hTY2Q6BDC+mt45U72H
E0x//vWdH9EYVC49ZeXMv75d63Feo/+hr+1+XOo8kotMwjRJ0anIrpMgv+FTHyzCd/ZlJOjpDCOH
BiHk+KgPWR8hjrRr9wAS16gt/SSaUn0bG8WpL+csWsaPLOp+K2mx6nBeRI4BPSPlCqK2j1/imd3T
5y0GtyHJBFrcOQDHKHzlnxvMaZG/zx4mTAn37lwE2zZwPlVV9dQ24zm3Vl8kZmuHcZuWJ0aQI0+b
ifWKjkL9aGumtZsMdwhzvwTx8udletztUZGCljthgiiFEcSx8tOKdy1ajkm7H1q09r32dBLaeCqr
9Mq3WgAjPlTYOJc5pgHmz1nzP9v98pGKwjt5ApIzZAioeRCxftPCWTrLGyevYbepIuWQQOrpRKn0
/ou9M9mNXMm27K8Uas4LdsZmUBPS6XR3da4mGsWEUHTs+55fX4vx3suUXP7kuLeAQg1qkIlEZChM
JI1Gs3P2XvsSZX2dZCdrEjKCdT0kyJCKw8nRUcNngVh9KsHz59+MRGw5cFzYYa9L+7shVpkC3ELF
gPP2dg5QrUDV1Qyln47q53ZsWjcqCszC0Y66TOysux8j1O7NVrQXHuW5Tx0QFvYMQiCjePfRAYmL
7UEufZSbh5VYlFXBE2rz4xwVR1ECgCiS4QJO+cyGaAViWWI9TlAzWl/CVzM+tRprkTuFq02JlJiD
5ZEYBs+MMbLpwXhhsHO3lkYC9eC12/GuutHPWDMmyB5+JowjqOjU1fvcTTXjqjJxEOvmo1Ybj+jp
L/R+z91Yuhcr3QYMJPWqtxcpiGwtJV2p/AHVstJ6lYrBIcNaRN604ol51Sek6ZePX8w/J9KTiUSR
UpB3uWKdAV2+HTUdkEsLPmz+sNjpHgzgNSwjm3VcfNfSKQQQNRuONeXfMfjtKC9tijS9UmZjQO+4
cFtMu/YoqubbcJwXN2yAlSMp1IQnlSz3TfJD1ytqgVLrkb7SuoWhCQAtzaOZiu8EdDybFfkW1aJ8
0tJeOAgkbxczRV6L+Nexyuil0tTcoWocUmu0rqjTDE6vp9EmsdPIa9oaZ53ZqNtVX7IZ4vrx49uj
ru/Ru9tDKY1DJNQXUz95z0SmGxUsLGjvbc5mypR0R10PYFUrO81SioM+9+a2CuTDvO4OInz83zDi
bVH6LY8yARpdH7WeWeZ7sZSJp5ilzs2odTeJ9WfDgkqchLG9LVcf3se/+pkPE6BDlMwA5NA76ScP
FrQi7sGm4ithwMkCM7A4iPIA6LdTeG1VPNW+tqwL786ZQyPQBWrufA9JSGdr+HY6Zdkk6ASL0m9G
vdv202S6akYFouK7TAmkIolgyXMXW2KwrbJYcYHgsZQkhYxTSvsE6f77NHaf4aAgj5GX+wQP9WGq
s5pQOlu6sFk481VaNwkasZ8rIhv2+9vfFktfWJu9XviyvfpOkietCDoHZyxmFDSt6x/za2J5UrJq
oBFT57tRHZVLe9h3c0xBw0kHk5tGq+p0RZ0SNOmBNRa+NKdX2SzfynKEwRpCRkTA/WxfjzFbWKu9
dMx8f36AmgrWSqfISRgKc+Xt5YtmIv5wiEs/6yuo+IrtV9GSkrFqoej93gTRI7PUmUR/g5Lg49n5
7lt8MvTJ0aVuYyXKZfJ01G7eYRbaE2p5PVbDhSd8YZjTkrg1qFkEd5OXwB5uSFKluNr6anmp3vTu
g79eDbRGUMU8QvCWb29kCMmn1zCL+uOkN/vAqMurTNEvES3OPy9chmvLHLeherLxUxerh0SUEEI0
pVu10x8jQ7814uj7YNvHPkRFQlPrqsb7rPaW9/EDOz/4qpsE4MO+8zQgtiJzncNAyOCVdFjVJH2Q
/JwxDDtz9VJ39T7E7OdazRO++v2Fsd+dM9f7+2rskwtPJCkm44KxQ1Qhws68xlg7tRz6ZoNM1OGp
1pOvkyU9TW11TR7Y311K1+HJo6FvSYWVrsfJ4y3MCVyuXfiD9T2aVXTD4dVY32HE2QEcvTDYei1v
vjgng53URBYJOXI6moWfY1saLNVBRbfBlETV+lJO2KWhTqZtgKMNXoVV+K1ckK2duyGrnzI8qBTl
P36C50eCSMxnQQGddrLSaHpf1QZB136P3cCrDAPcrAynS5jLfAvzb/gnN5FWM4Ula41OPvkM5XQk
kQpyZbNNPlespqHTDFm1DZocwPekZRdm6NnrezXeyQwxx3To1ZyHhrn3aCrjTdvU+9oCpqJ2u39w
K1lnkKexI37XR0lmqsMYxyE+IRR2Kku/tdvSbbIcl0J6qZn+bk+6TsY/Cj2kKPgMTp5bK6kFAOH1
umY0XIaBNQavRm93Xlsv+yRDjyBpnz6+wPdfZTr31AONPy10NNInb4DeyJLcBevDIy6vJJ2F0Nzo
e1djIQirvaTn13VUx064Oik78zEbLoV0nflqvPkFTt6LHjn0KIMz9+sY2U1m7HQ6FJk1Pnx8oWe+
GkwZTnCUrGkenOoPs9pY4Hxyc1tFiQ7szWsnTPtLUxPB1fsVhSIhAvUVeAbkaZ28r05PLRC+sEzZ
wxqq9A3gSIAKNze27AjcrC28dpSj+7ma4MFp84+5SmjeUvLbpCp53/h1HlOp/o19onZiSx3QiibN
vuupr2V19ZjKqrE1l2Y3q+1VXWo3yaTeozgunSQ2pv2gRMN2jIWEfLAenR6yACZmGzqNWn2iPtVe
z8S8+ZDppm3YFPpVgCVjlbz0SCAAhBUuIUdkbIWy3aBHTHHFD7n1uxzkcNdkkbguCdUeCuk49Fp+
lTLSBtoJqvBRPii9Zm2WQYOalnbbYXU6L4XkjYOd7ga8LH5hcvVpvvysulS/rQP9a0h9azPR8119
2o6Zd4Nv6dInLcmyax7SN5EZ02PH6dgt7XBxVK1adlMI1GqZAxOrcFk4qsjq/ThI/UaSutJV6+Sq
X6ZdWWWZY+eoKk0ASfdRolt+X5jBna7nCr5GBRmlgcZCF5yaDKVbI6lx6Qfyc9X2T6MUSI5WqHdm
oOxTpZorenuq2DZtZaA3UM1nILqgUAQRWDnJPxT8pPlmTuVxE6VLcB8FYnDBYDQHmuWWCx2B3JBG
xreyFg/HKE1/SYtWHwx1rm7lhq3nyrqZ+7Dx7KQTOIXU5NoSYUkYsL5v5Eh4ICnk/QihG303vZ88
G/exrgxeoSmP2hy+BDlg2GR8jBVtPMSKmYOsbUq3s9IfhZ5Vt8PSfOeYvXDZ9kajfu7Y+tL5mpYl
HukmuxFtgacjCOMbCFFlFfrsoNSljpoou6GyXBuDB8jnWfMwcYkNbWNtB/3zjso7z24MMFHEU2c6
S1+Kr3MFTg+8S9JfIc6ZGsfSAkDCBJ+6iVqOXt5EB5hg7ScFkQui8xrfqJmrvpKHxsZc9PKg9+2E
bRXIu5sQ2ZqE5dfSarNtqCUpyvpxvMecFXA61Pq91AY3lTHLX0YpFIAMw/TYBJUmYftNTKe1Jwe2
W3BtWJK+CXR9/CaIpPcLbjyxPKgAtC35NHK9GyZFujH0Om0oHzeiwIAx42cFBG7CvQX60N73Ra/6
uC3S1QmcupjkgVpLdQFZoqqucloVeyBhnmhbqIVlafDj5WdT7nZKPpYvAgLiPkjEA+fo9DO9TVl1
BhSQ+3owupdIq7AZwAoPnGJux18iilTdyfRxqA+2WgMilWYpcdOkf4pnZWdSsACaF7ldMHmEV7u5
ZsOrjTrjMKni2Ywm5aqWFXR3VWY6o2kud4gCG3cMpW0PhcVZtJ4Tct32zUbpObGhFA4yt1jswc8g
2LCkSON4rYbhSyePhhd0fF9zTSTaRm3CBRk18jKfDHnkhRx7bs0ciFOlAYVyMKK2IbCGRcVZWFL2
tMJmcStcm3gFwlr1JbMfE7dqJlP2zKSs7iSpGG7M3B4OrcI7s1US3G25IbWPZCEqe5JAdWztuR7/
mMrgzoys1oXbYnjloMfuQCTXvTTQXnXGkpVsxup2HSTjfhjbW6x0oxvUxU9BaIZwqygOvaq2l8aV
yNqpnSALjL3SirBFGd+Mt6IQD+nKju44QdtUYa7SNAJuUwX6ppYmV071u7RPjkgV70dF30ZB9aVq
kp/NXEkOJJsrkWW3ViiD5RoPOgZTx4wNDBdmFLl9o3yRQNTAp0GC0VsJleQsO8zIbPylLa8sI7tf
ZFIjAHUW3tJK2Ybzx1f0CESsFka3TWXliyn4YtQr1YSkniN0AgghWAv8KeqO1Ox+5hbzYmrncTOM
4V6J9NHlk/MZxH5AXIn5m4F6N0PK1tXDVVDFnwqi60fty9AtKDGb/ktr5F8imTM5ziEOyXL1MNrd
I87/GykvUiftymsrNr1R0hE91Q9Dp3/XTfRAozF6wTLTlI53IXdGme17qQt4xT7bfdM6kiF7WMm2
ltXfFEZ4MK1COIo9QgOiFrWZawqpRkMqaCHcoMt/JQM30P4clbZbV/anooi31Lr3pR79DhLSLPL2
Jsyiq0j0HpCKX3JWfEIQD1FAGQ9Lqq7FUnbxBqKxRHs0FemKr7+rcCidY+FTPIeZ+IwFO+M1j74M
IJ201AT1Nya1O6bFUdWWnW2wFkxhVjxICm96uuSftWF2RsACiijv6BW7xtCJ1T/zIxqCgdU1vNWV
fKPHyrOkt/c6VL4964zTW9Y33qlv6TC7pon1fFKK7zYFvzDKr+SmsfzQfjACYyspk/WSl+lNlxs3
DagJNxmYjmMj7eZMP3SBUHYafzBpQXlMwijb1LqAACIDXRCDF7MhgS7QJRt9NjpXtxZfr9uHtJh+
jXCADzW9e4xIBBcakx8ZQ9x+naNpiO9FrhdNeR+U5hR5aCSNbRiny4EK5u+Pt2HnTrarsB07NGxl
Nn4nh4VgCsxemqmUJWpDqhnxviM6P+tZHe/IdL9Djfs51Mddb8WXztTvanSUz5kiCv0IpDJ0rd7u
zOoCrirTqPTbtsFLZ+2yDo6c9Fhm4y050UetkvaBTEcVrh+P8hf4jsPcmPedYl4t7QuZBoDHLxzV
3m9+UekaTDeKQuvx4mTLP+qlFIZWX/hhMLiYoEnrLlwJNejHd/39phQsHU0zGy0fiTmnSqkUvIwd
DBlhkyp0n1h1JJgD0/IwYEmXQZCV9aWC6PsLk1HP6DIeHBomtBLe3mxdjmq0wVRPRmHsLWVw2Wzf
ALLbfHxhZ46Ca7cLCw8dSE07rYBGSSyvxKDSH9r+AH/NzyMJNWSzleuLCRlrffKkVsBYVHdl4nUU
wzypoumlQaQd+CUfMCwbgGBrzC9q8XmFc7m40mkKaeTRU1qurEt9z/Wf/mDoU3kk8Cq4ah13k2iE
qzCmf2Bn66e/2o8gYzBNtvRBzcOgW3//qP36mk/fGcBPEhl+Uelrgf2kNDDRi2rb18WtOv29lFLO
ZutBlNI/byjHJ0T5b2fMtIh0qgrKTlLBUVNT7jmiYE7qLwQMnFkFhFAUFcsfgZc0Y94OA7ZdMRba
+34/9o5hf1GzkZaTtgPL4KWS+bf18eRTrXhpVpw/+OuTF1w2elMlPJz3YG4PYJoPeTlIu8ZKvy9N
RQmR20u8svYprKODYV7SgZ55C2Fu07m2sFTzW5xUStIoIx4yL3l8S05HoJtTkIQYOJte0S+8ie+X
GHnNimTTCqaSvvPJ2zFXoJ6mpi59COjiqhI5ATa5OtB8GONdKhBxLe0yedbSGY8frwFnTvavRsZj
+PaJVlLB2mBykWZr7dfuYWDp/sdDnFlm1hoQjxFWM9qjk6cYLoSiLjHvn5i7q8LYWfioOU4IQ7sw
0JnZudreqduhaCXzer3WV9WD3LCbKBhZY6y0+arWD82c/oSG4NVteGW2xoW3+9z0wAJLFR2XCD3J
ky/iIllTk7K79mmZuQ3AxqYEcD5duntnHtB6PiSPzNRX8/7JK9fE2QK1jFcOScI3ItE92Lr3Hz+g
s0PQEqBYjzuLheTtfZtwrcvQu+gcxvONkee1o3bW0//ZGOskefVsQnUC222zQCW5cGk7Oh0Z3B8P
ceaBEDzCAgjFGmXznwbpqyFQvYwV5YzC72wZo2n8c4CoFsnzP/g68++vfkAOqmiGT27XMFn5JBuM
U5iAgvPk+6BhNkc1/o+u59/jnNwyUw+HWlTU9pDqSM6SDpvRsp5qKvof37fzj//f46yv1av7Jo2z
hgaP68Hidy+boKEh6V2ocp8dA7D9Hz8V4RMn96yfjcawg/X7ZAZeH6i7GqTeP7gMdE02BUSTxeak
FltZM3EmJZdBQtYh6YrrYdB3Hw9xZiWj1IioAxuh4FpOFkt5sFEn2pR7ywUSRdDfrOCDGuTFYl9q
55+9YSb9Oba1mvKuT6c0QWbw+At/WhFmKwAgwfr99y8HdQxhhzx8aP/r7/DqwSt2mYK8MwofHdIt
OX8Ajqxhq9exKyfWBRXQuetZN39Y6kxsHObJx9QgiVvYpcxYnXy/tA8hVIqPr+bc608CN8s+/l06
1CcPp1Sa0iB3iocz59frqXL1xedmfEH7cm4YJCg2+heY/e/zIRGQWCHsMF8zIXlAIyYe0jUAgHx8
NeqZXSufS5PdOd0TwgFO3sqFWrgVAJ/1KULflTPVRAJDFdOpqnpjVmIrJSjQbHPTNWIvKOcQ0+KP
7XNqwL0zFMhPhZv+gJPPHmJx9BqcsWr7aVlt2A8filF/LMrFk8x012i9o2i3gxAXPpBnPsdvruDk
u99GLUoAWyv8rNOoLn/vdNVP5PJG1RtPVxv/4xt2djSBlA1DJc/n9MwU2r0cmxWTOSZ/WV7u4C6B
RgLTVf6O7UtNwnOTgJ3GvwY7WZrzCfueFTOYDO+M74ET9aZjGl/+ySWRb7huDFFRnuwwiF7tWmvi
Bk6kcvLCuJMc+SG694q9vWFeWD/PX9O/Rzt5Q4eBmnMFwtcH4bc1tdkX0udIvbDdPD8IOg7oEnw9
V2TS6yUnGEzQvxUyFkuaPam4l22wck194VLOrdPs2P81yjpXXi1s2QAazjRU2nIJdED7avkDpJg8
Rf8/vJyTKV4hjh5mjYEGrdxY+Y9MfRa1emEpODuzUSppxPbKFP9PDgd868hvhqfLPoCM+/G3ZtQ+
Ec8byl2uVNsXDl1n792/Rzv10qBdiPt2ZLRQb70JMiNcPWe2AOD2f1t8utaU1q8pMhH6iqeTwajl
SpONmckgk0pbjtvcMi/cu7Pz7dUQJzOh7UNLHqSJmUAyPFVlojk3kfaP5huGXTaffNzQ+L+db/Rz
4oDuRsE59UZEMs4NUuZkTsWXTJBnHw4fOItPD2yH02N+qM8mQQV8RTtabpNpeLNC3oMKwSS/8DV9
PxK1NYXT76rLIxR5vbGvXqFCrWw5idnqrGQhTav3bUuHpO7vEg7eHy9z7790DIVdDKm49sep+3ao
Qa0ipcfy5geSubXq+TPyBz9Solspjfxcu6ZdWyTdhUHfTwwGpcYGTQihLlqZt4OmkGeNHGYknYvF
k4lJLLPbvB0vTL/3ry6jCL5HBoXK1W75dhSbDJwFmDcTI1k8LCU0AHOIYl/iQaWqYFx4ZmeviWMz
FVEcwe+U6zWmMhHWvE+dlG7AhfmZRL9wnLyPn9eZYRQqebyw1A4p0JxcFF3ILI2SOWejBSa1lK65
cqfuiwsL0frPvC3bUW+nd6bj30bFdXpkkBcUvnFq5X7YykAorUrunqzESC6pxM9dDn4y0zYR2xO/
dfKVDYuBNFkbjkVe6o/E32yUURwxt/ztDfAqr9fwQnCOR59yskYoS5ppmanlKEjTxrUEGslYEhe+
R2fmmyBBj//oaKTZCL2db/C5SVvtltxX7dkTxHfksn0NadhTYbAQ7/f945lwabiTa+JoPZKULud+
Pc5bWhJ3hAw7axfAXkHDZfv8D4aDOAK/h2I1IpG3V1dEpawOxsBwFaQny/ZJafKjQnOy2ALF1V54
ec+sS0heWAENnBGc908mBmme0djIee6PSw7tNXwh7M5D3gcP7jae510/mzspvLTxP7PwvhlVfXuR
vVGlC+Tj3EeNALN6QeUGaQ5sK6Fb//Ei/3+61AW6lGCp+e/pUnjmQHc+xD9eXhOm1p/5L8KU+heV
DIzNwBZwOGOe+TdhyvwLXyU0PHTa4ANYakho76L/9T8V5S9+AFUCXh5WGtqn/wJMCdBT7O0w+69+
I5Mu1h9SKozS438sh+BN/3uP/To9Xq+anK6pTQgcV7ASOAifbHikfOmJe7fT7VjygXDY/XQegULN
QcKRW7o2fPNNHWXqbYNs15MkI9ogEECyQ7DI9xSVzoV39p1EjloJuCVBkwnyElzSdfl9tZFYSNDU
08EyvXmylKeotbR9Y7T2JlKq8ViQbuMPRmxfl6sqqCZa5UuhmvJ9ETfL06un+J+36jXGD/Xm6b2h
bbp+HqkPqdzyU/U6LPyshYkIxx6Wg7NYOfFA01DuizlUrlTF/hk12eRODSHVrkUstj9NZXtlRYPp
ofKXrxdRKEeBIMKdF037qgaS8OsGENQSK0iQimzbRx3xAzFGzZvODKdti7QG84X8UIvuR0Agh1dm
Q3+tp4l1g8Azui3bWT5wlOncls605ZRN3BxbHGcPZlTSKMpNcWX3FYxgpFR4bLAB/dYm3fDztA+u
MmjoN8gTTbfsszXDtvVxIpRuLOW9P2r6D9DB5KSV6Td+ETRHIpp/olUo8FhIiEpaXXNDM3zQs+xq
skP9c9YZxK9r+fSSKnq0naLbLEO5UsvaD1NKn41Evh2j6tM4dOa2piPrqkV8QzZm9hXwZ+NmlRLd
I8yNHBMlPohARVw3pKI6slLP3tg27c1Si2WjjcG0TSPRfirGAp63XbR7yJr4ODNF25NQS1bYpM8E
AKlVisJBu4PYr/9AtRR7giAoZE/Jj7y2poqDiSTfBb00IihJkKyVWhChdpPnX8USoq3K5ShzyiFV
3S4WbQ+HFnb4SzbWcXaAb3ItKVEc7BpbIRNtYSNT7sj+lF1p+FwJ+ath8viqsLadPGoNVBj5d2lu
Dlob/aZvi4046jw+6/Bd4fPvQiAsSMfK5iqRW2M3I+rdTEb2w7YCSjUKoV12Oe6reZpJjBLdTaFr
nd+LuHKGWSfOT4xXcmJHn9TYSkks7CTCCHEzDAsW2lL7Dsl6206KvEdAl28ocmIK1NTsyURp4+Cd
vY6yqNpJ1fwzQQrmUQrHEDFCdlKlUSbBKPqlJNWunIuvBDwqiNOCbkcqBaD2NOlIHhGPIMh7R8/q
nSnJCAVNKwc/at5p6JAyR7Ksei93suzRaXwI+kYdHbrlLpgb+UiSyzxteyuwUZkZ+jEMwnk3L739
CaAmj7QmAHCpZCl26jaID0EsK3elkU7HWCMk3bVms7qiQWoci6wYrgskZOtMxpjjVcijhdursNs3
vUQ8nGu3Y3RVsppsiDGDfAo8HFdxP7/EspzeS7XhS2Kdg0uqS+YNEUrEpYxmagRXhj1U0V050Ip2
YxRSlMpIp1EXJyAWb3Im3CeWE1XAzO/lUkzLjqS2udyaYuLX0ccqQxBmpXdjsJ1EmH6F9buHXvwk
x5XYdGQb0FPuA5fcaZj6Cw6yRSwyfzWqDpo+ioc5WcCHE+G5VWuIsY5UN4CIS/WFJDrlhQUP7Z0g
dc0JcrRwA24YgjLSWXzL9UD6JRPefG9bvfwkDbhjtSDHzxAEZv1TKomQKNW03kow25ysmQenkauI
sJWxceppUsEzt3AxLBkJXRBHGzPrFl8bs7x3xRTFO8tOli9Iv3pnnOT20xwbtm/Zw05V2nGnjrH5
O+34fGxkhQpjWQz1Y1SAFnabITeuxqYiFWKpFIQgCVLGga12Sm5oNWxiQe0AUCwVrBq9j5iZaI3a
jGS/GVP6UDDDWNOYrsd8Et3nKEW25SwDXOltL6RkLwszSD8v9mhYTwk5z5aPJrTpFscikqf6tVgE
lyH4S5TgNtb1ZGvbLYXSpEsMjzIh8Z/Em4gbIsltN0eta3w2CV55CsziWp0DtGic2o+WGJvGacLE
gsusK19ndfFiIppGTPRN/2PMSK/HcKHtE60YCUKSAYspqG3Lyq40vljJuEkmMXpJ3yquBX1ir1Um
u7WiT3Jm+1RuazuYDn2gLcWqsVOe1jytwKkH4tYcIpSo7cnNNB1DEX7TpsAu3Ga2FtaJIriuUzP7
RPkHaz7BI6rmFmWS/JhN8Rg3VFag61nTEfz7dGTKTEcTs+012QcRyQZFJDVe21bK09q7fJJi/pJt
ZWI/Bih46oEFQw45VhNh0z9GVjPuKKrnj+GcZ4+qIR1538d9xP2/6fWeft0SyM1NKMwQ/rSkQFNG
NjmiNt7FeZ/zEAv2x2Uf+1MzMMGHJX8wjGHYaDXMbCfJTOvaTrR9NWrgljVQb0/NUmvPM0KD3s0n
QgMe49Vs2ClzuA3LISGQou7QiUal1ciI6/Tqxox040vFOjQ5Rl8mN+QW5K4UZmRKFaYAH9bl4bCp
e4IT+V+1PzZRTlJaii2trNJ7rSAq2STfrkd03Rj3NCSVnnQ5qSFsqi4sL6yr5a4wahMJODRmxSBw
xiM+MXuQitBTrSr9JMpchDsxlywDw9Q95bN5PemDtmUSyvs5tggiWIbcszMI5Bt5GEvcp2PfP80E
dx7DpFnui6HUCFHRZD83suU6VyrpM1bzzCWTy5cCmI4oDMVBGZcRAF1aP2cLgRxzUGrPaleOLtEm
9q4MSKgO06h4apukfg5r2bjBpVYdZ/hxt4nU2Fsj1NHrzZPNPeW9C8l63s58NmI0uRoxkaAVTEiY
CAqDRGPVipOv9OjSB9gxaJrksfHCpQmultTqHmWVBEDX6GUynqpM0vYRIa1Ir5N+RAxmtrXDibR6
ttuJoNexfpKLhLBUnRSSeg3X4mWwXtJZ5VMnJWV0HFI2qeiJ23o7yXG2m8co/GQoxYDGulCNe62p
+9FZsjn/ksALQWCf5eIgItIMB5KQ0a+aJd9+o7OajYG3N+CDGjUH0YLg32it1v4kdDLcpJ3h1WaT
bnUpCY7NolvbsRKtqyhacU9MV3VDBrz6M8KQK2/+vIPqkjFZosKAEqijYp67CIo7n6urJCAkwwpn
eadmNeFxtTIhVxqywxTb1fOfBSKM4/46se3geclQHGedHdxWSp1r7OBk3rQgLeL9rEiR7jKzSi+A
0W04yUBw/GEZtV6/kctMfWq6HLLxEKtPWd/qcexwZyd7YyeW1j0GkJJ/xsPAUmAYI8uM1U1HADxt
/CnCKNuyE4mI5SBMnHdNw2e3ya2GCU/OywQGMGBXZxTqdPzzWa7VFkzb0Nb27yIK7WsbmfjPopXt
vnQ0Ejqe0kTm3ipjKSMybxqF2CRTGdDC1l1QuAD8kmmbh+F8bFpifVBujV+p42DJJJDoSOwcshkU
rYASta561sqlvQlsZUBaWevT8c8fstNgQiZC478NhOcab8tYPQMPaYZN2QsrdilqcQGljlgaBze7
hWiqjB+RyNPfhpbqe+QL/JhuIPe38hCwzDgp0xHWR/WMHL/6SoAI89M2ExzFSmfwfxlD9Uz+r3wc
2Pn71VQzeJxZtdv1ta04LRG70mM+5ONVUw6gR3SZhYkEEv7U0vvwaCdADP7cfsJw7Ttd1P9xVPm/
djBfB/pX7sb/G+kYa8P3vz9ze9n/eHzJhhcCXl8futcf+q9Dt/kXjmMKm9SiNXQwqzXoP7HOtvwX
ijSOdfhZ1wLy62O3/hfnzhU8hFl/1elo/zp2K9pf6yTH5yevflgOgyfH7I+O3SCETs6WgOnZwpMD
IVRZIBtbz56vjrmmvkyk5xpimwzBU0/j6zGdpPJFbYxl15FZmm3lQHReb1e8UW2zLrkDsbHXjZI3
xy4siSqPrUx1yDZgNraqNFQgrsT8XCrtfGUYgNfJbginu9Ayg8iVoWXARemmTRErBbvsLP4WGFrx
0BraguEsKpV7jEEcPm0lvarKPNqZYYjxRaiT4eQTAAATvdkmL03ze9PZyUYVxC3i4R6MxAuarPH6
VTNJK0PWvkSxpJkcUNL5a5G0JE0TfyDfREELEKFecuk+IabpPldy8bOKi1rfEFKoVk7f1jD1+ibW
wQIPak0KoN6GGCeWrNxpGccYN+A6zE0mYpPIY97bzqlz1agcBav5c1Oay/WkKum2RrzwLe4opLiE
xgJtynS9xM8xkzNYjaH+kuZiPgRZLm8yqxi/cRwIbKdqtZJ/T98k+P+dubWqn1KRLWh1SPHjV6pW
CxMPIMe+HnZ3mao1XPqk3Sg0WhMPfIR8wOjtF2N3YBdhbBbD+i2HonsK1ZyYp47uNsczQk74zKng
ZRFo5jdKJiW3RZUfdVy3P8ElTLiLCJBd6ESWLH6YPUjVEFImfwr51gZ08/vypZxaGXfIYEe7roAr
Js/d1ymtKzbShbTL8rRyugokfdeOzSZI1Odc77RwAztBYvmUbgOxcp2GYSBRTbMEgDnKBXWifEqV
5rbl3HbTBL2GWsDWvw1N9A1jxuJ2QopN9suw9U1yRUNnyGB21yPG05o9rBZXB04OxXZk83zD1uFm
NvrbcOUzmGmuG25uTS03BREBcgyYqoQzzffBuhdJC4BWq2vuif5H+kN0IMXEPOaxLyrMEkwgy/qy
LIpGHShh+1XNT0tUhltM8NWu07pgcfLCAjOlqRj0yD+dvLDpOGknkcBMliWPA0wVf7KEGxJt6ZDf
nHm5Vvw2Rlws0qQOXkj48S+hQL+Y2v6lKYi0Jhf966jO91kJ2kMmaNEpFMoxa1JsmUgJEov+mzHl
FQdCogoLRfteG03u6pFBVogK1MFsKQXVHIqdQFgS+S79vAdHCiA4qtptYbfNZsReN3X2fRuk/P1E
KZ7S2v5FKYRjbqnmHqF8x0p06aZkb+CULfNUUqRwATkI43fpaPS6uWTqg4NmXvIqXZl25GLF30pb
lr82urpsQ3Uc2b+RROmnhppyZFfvS2KI3cpKaEN3SuypkzzedTq1qSw3PhNNkhELP2nfkeYYwhmU
VvvKMVEwgYKmB4hupZVbF2SucZwyOC2pyrHpBW9TKunM1Vkj9quEcyJBUOzAU7tKjU+vMebBXSxJ
PYRw3b000DMnqXodRbdqP5gUCRziYRWvmXWbolRDsioJf1sSUcsQo4ghBQ4HSfuzOq2lGKuaWYDk
ZfCmILO0jQYD+UnHiSg2/5u9M9utG9nS9BMxwXm46Yu9yT1oniX7hpBsi4zgPAf59P1Rp7LbkvJY
VXXRQAN1DpBIwEiTmwxGrPWvf1ga4ScXOhk1O3sG9NcsYXUhAPyNTYQ4syEv7q/otFF7NU33iLon
vlXzPNlXuCkg+TGQOqWaeMlsCDGTPmcnwTSpqzyX7i0MUUeG1kRJkonUlWFiIBFbiEi7TeogvutH
bznYWU9L3PZdmNkefll63YWSXWMH011sixnADlQsQ/qg4O7i3yFdtHkw98u5DDCskepypC45q1Re
z8RdUJXzxyWun8iNNrWL99FCAtsJWKq6mqVEdS4pPn45w/qF4RVAuhSBNNtAlfHrENCKXMWJ3zy2
eBDyBbu1e1s2Xmec5R45dF8MQozPh5vFCatDdTRxifLWU/T3w81E+DE7xDPvxhQL74QgssYdIr3P
TgphnrhJOVC3Z8i2fLpDD6PUOhswlsFgoWoes5JhkOsv3dVvFcI/4Llv9LTfoW5nnUEycyd7hg4W
F8r3d2VJ2GApgqTdoKXWliy4RyefHpZqcjc1ecooepc7Y6G7HsofFotx0+RVh1pVu8uEewGET0le
SUrLVZweVEFoO0Wx0aG+WkjUKW+HV9jfywZB4sm6eP58+2+Ogx9v34ClzFQQjy8oq+9v322JRk5i
m9unvd4HUNhhuZ8Tdf38FhK1elW5QUU4e6c2tSn25JLb4E1qY6kmwr10TwRdcUCq8wUr8NNQj8e6
ighW0rHreARevHvZtuYGQQ/3aefldb9FVfCQp4W16R2a5QTKgdWPh7dH8f+s3P292v1f+/9/EuNW
mv+/r4n3w3P/q3jO342h1v/k74rYZ6RExYOrJQUuRHRKzr8rYnMNOoHEszI3GAevf/T3IMr7C5EI
eqZVxYGoYh0R/0dCHBUxlsAwZx2oJYxX8WH6L5TE2DqzUH5b4FjKwbEiC5h7g42NkuL9QsqmIkP4
W2ao6JSIyrfjbj34KCaudEE0Yr8eiplMXv31mNS9VlutKq8RuR2knNvQXA9V/L0TIoHM+Rg7WXI0
M4/T1+ccjmGHTGRrEZqaYAiC2/2LueCJP9s1pec8fa8kCeDJigSXzoDu0qYE0Txny3D5OvPHp7IA
fQzi6ZlJFOLajNLJU/4YNfOcbs2peXUoVGFsuOTTWe52wexyT84BsSVIzGzkYummG2a8hf2u2gwp
/J9N91a5GGsRU8I92vWTfpesBY4lPCvM16KnDxq9D/PELgkZatFt0lJnP+Yef8zZmK0df+yem6Oa
r2tZo9y38D0/xOtx57/VXFPMloQz54VXGxdqLcz8tUSzqdXGt6LNx2mRlGkwhrWis6a6OwVMpc4r
CS7ZE1XnfG/WUrBdi0JJdVhTJeoxaueC+Es85LXkFdMrqsk6CC6qBBn5gCg9AYEw6ajzLjTwYt9k
a0kq1uJ0WsvULJnwJBDndtcuO7uwnfu5mO8d3OMPzaQn52U6FMeu9M3nqi3Js2jm3g4FR/b3fMJ8
oDQWk3lGNnYnjsq/IZqefzpe050JO3ePCJvnp6rRuhezap71ZS7ttXpP+41nNY6OzxlptozNBzZH
L5gW5j6Tt5WqFcfJ0YJL9F4cWU7VnHgAZySslc1db2piW7udthFArl1t5k+LHRdHPzOGcJRMcfxu
cn9S2AxEzLvZT0GhRP3dYJ9ynbqlpZ33hHv3h16Z/WYi3bAA+uo1GTlOmp0soyOd7ajisWWiiDkq
dNJ4O6ikKQ/k96J8jv08k5AIzPImTahENqjCGKlMHmA+A8GzJXGsM0TzN7ScyOLHVe1ZekD7SwrC
0vqP7pRfBAQXzpo1b4s6fzR7QnoJYn+gqOxCq51vQVTtWyZU2alXpSVtVZPRIg14yA5bBgrz/Fjj
xNE8jVpenTuN5R/6lnrJKYfuUWmT2AlDeD98JWUdgpItt26XxRz6vMAkcedHnUJ5p6aiv5W4h54V
hRPfkToc7KXmlXhlKscnbot01kHCLPfgRt5kVZtfqk4UT9bMJ5sPlX7m6Yu0IjHMsro050ljPRSW
2BGqqj1WBZDNUJoagB8tJN8+4uaUd6jJPaO66gCid83I9lWPR307T5Wx9frA27j+kIeLYRhEp1jD
iQCaJwusuMzj+CnTVaiNnn7QpsumIr5NOXZ2RKIg0CUUvwjuVvg1WOWuGfVdITFOIr1wCK1SIxcY
SGFrl7a6M3KGG7Hcdl5rRmWR7AZJelAskgtTdj9j3ep/9WmL4k8EBlNI284wJj+1jTTV7rPO9VNx
1iZanncXtZ0JZ46SqVvkHHWM0zHac53YhB3bTfXwADn0dKG//2Hhq/iToa775FSlexV3qX3SNMSi
tD3xjxqTsqT30aoTO6j5S35oGrs41EvLAG/1lruWwvnR9wwepArcrYl/SJmOQZTbBlOwJB0fujS2
Lkrthhyi2d3GxAGHGD1O50OjKmJupTwL/Cz9JoM+viQbZDyPRZGcDwy/IRnhSbdLW829KIaub6JO
s3Y4PJ+pSZz1sXfqD221Uap8MWdmgjrtxNiV2CvVw9YkRZrZVHuLYtwIu0C/dhaFxL70womGcWs5
TbbtpFI7LWuyk6r51qh0Kyxn3CQoBE8xf/ev2jwW0ZDW42UgC4Jx6dEfmIsMQNYIXTd4SIFeG3LN
noY1v6MBzDaVrjy1iT0Pwo1RVSLCDSRc2uVHjsxK1R1IsG5N47EmiBusJbVeRw/HyHxgHDyM8/W6
Z0IIcs8JqxxxnTROeV8Mxl1mbaIUauM0DXM6lCl3LhM6DA2MSz/XykOpdPXTdLJ8N3UMPoNkNk5U
L247G3Nej7njneUyvK9IKNnWFJAhauoJp802OeCxnkSs33prCNR7m7LXb/NWq27GDnBHqOZJ1/z8
lFR2LwL1+ck+tVNNpTHI54urFFk73hAUpFWmzXLbG8EDfinerizTHdVBhhNN/pjUOOtWNh0idfIM
83xurxBxsR6V6rc5Q9O2jc8cPDe/wzcjHQcl9saKc33nLtMem80yrFS/j8ntjtIioBk1UMmZ2b2d
j8m+KUdB3Eyjdr6d+buOs/LO65P72G5aXjOx11Xm3Y7T8rSMU3Y7drJhXDCNZ7iGFAd77NJtpYZ0
N+BBElKDYDpo45qBNQkWPNVFooaLLqDZNhrTPw1kjUso9sFHmLLzaQq59kDwS7tlAAEmgJ8hjmIr
2wCMOBIz6BvMR7rhUUdFoV37+gAo0s8lqZvxZRYbF9kKA1RDN+4yG4K5742ECrqxYo7FxtQu7FR9
Bgqolp0c7KcF81FLYHXS3KQrUs8B1JmOtE+sMbVHYkpTAMWNORt1GjFw070HLU8yelx/NEMTpKR/
Zo5XXs5BdVka5s4EHMny8oGt29nYrsnceeyNSAkN7/I2lRjNmoBIo/1o9Kazn7r0oILg3PSa66qU
GJ6P87lV2VDokpQT0D1HBrTDVTsscdYA8d/Q7BzRD7cbLMtLEljLnZwwNhKPHKvPIEw4rSgGAkFG
j8uy8BWz0rlpqbUgJOs9ma8x4GWcMnCfj2UqIoWbSze2P4Y6Sc+TMVC32pReUYreCGyXdik90kHL
Kj00u4xsKYvTzg1zrDk2rHl2Lj/OfjRVatxif0RbstZpqSQjeIqde2eq0xBSzhwm1RDcTiYsGnMK
fjnBUJ4PRscmo+wfiinRrlJee621w8ghEvc1ni7yDHWnziB9sMfJTMNgnoWMhpzCO6oHHBj6TVWl
Yjlv28Qcwt5XVXZhQ9VxzrOBcYrcWI6S3lEL+mnaQCWZtaM9p3J8zIJJBD/muZvxDvmfduk/E7BN
7s+f+qULGHvtczK865fe/pu/GyaT/obpAFavMEhJgKSX+jsZkunCKoCDUwp6zwyBrujvhsn5i1aY
mCNUuAAK/upc8HfDpP/lYduHOPy/1TC9b5fQ8Lur0B1vD65P2/SBueflhB5Bvul2bbk0m65xnFum
Cv3Oissv810/XwrzEfxqEWTSIn6kPFeuVTtSBO1uTUBrih7v2mzPvnhnM/DtPe1f/f2/JSV+QhTW
R26YRPdi24zx/MdGsNb9Gb+zducO1p0d+5FFY7URhiTFY87PF5knu9/e/D9gQ58Aq/WKvGHiP+HO
fBJNj23ntPPAFVMg/u3UNZEamyjOy690rZ8d7rmSiXyAeF5OeRih75tcB7qXLP253TVJ3B3W8gwf
GZB5iGDJfFIZaXbqeF1/B/el5oQdyTCabvmbvo92/VTM7r6sOA0IrQ4WBtrtpW7HdeSa8bGk4rlx
hqL5Qu372UNmVS3rJMqva4wnxHr+HcyTJrqPPEjyndT6cziRZ3PRXXlJMCOWJAU91cdwxFR9U5A4
HkFjmqI/v5vPwNd6A7jC8rGtaqaPHqUqoVWuch83BQNSxLZkTz2tOLN2gepD4WnlBqH4MTC0rU9U
EPl1ZxiwnKjEedb16bRKlLbt9eUHXhRfef+vP/03xIIvELTCh18KzIrL8kfyrPBTxgtklu5iM8Ma
iYq7wmXIYtTWD6W+dasaFYdVtzGJgQ5+SSjZrC9QTdf/SABnI4Ipy55CJiTZkB9l7HLBeFuIQOyK
aUheNQkBbJlnJ4W7u1qkQVGoNulKFitFXnzT4vYunpYljOGolDAmpzEaawKOF9OHcraSz/SVhoYN
tr2zvPFuWDlqw8pW8/lCwqCu7iqIbPPKaFPxzhwt/87GxVKLEneyObvxoZhQkkjPjOQsSQTB3XoZ
zujEOSRje9Rf3Lr3xpvEyo0Xv8wZfsUwbTfGrAXf2kb0jx3/e4Slpr/MoLM19UG7eGFpeQvtwNyo
K1mKwgRuiOddV0vw8qEtaIfcbsUadEKkYW9deNNM3HpK4gm5KdaQYpo1xM2WOPbsucMsi3xqsjvY
hjIrgvS27Ms+n3egz9oeZWilHgFrDLmfY312Txx3DPbKltnRc1tr2qzK0QsMwapozLT6V8HF7iw8
FN1N6fv5GdHqK6it96+kfstmkxl+fJF3fcWooWvPMIfT7Y1NPJCzyeeG71mMC4kHNLf5mdV6/Wtq
TvPB1argsQyg4EGQ1Yqn0nPjC0zjpnPDI95hNHLzmPciI3i2tsewrMkG2/ZQPLJti0jmJE17FGWj
Xc2HMo+pBDuYIHCYiwGDrRwDcB1cngixlPJs2HeTb5OiltTjFt2wexYsHQ6KMje7l1qk2mUyOPV8
TAmkmfEIBGiPQNV0O2qVuyxbcsmIneNZrpCCDX3lpGj09ojgseZHOn5GhUZr0szHpnWM7FhznISx
6FNnS8Hk7RjTZduxqWm5cIQq/EtTiDk5mNhUxeFoZfSzOPotW6AVo93AhL23E0fqYWx16tm0G8o7
6KrY92UtafDRuPRzcr50iSZDXUqYrVkmr+PMrgPQqUK7SypfZbQU60S8YXIXDdkIZu8sPjxFWLgu
jirY/lX46nrOtdJI0Tn6yTDBwBb5a+vN9i+/j6eEu2UAl8WeOCw67OrG8XtSWXP52o5jTbaBfxXP
wANWntyjEj/P0sL7uQTlbW25zr1XFtmplgfDQVh4C0GZq3OmpK19Gdeq2MBuJVtzaej5RguS1RC7
13MwpkfGFGbkZEES2jgDHqDKqi2WZfI09cxxkw+2s/etsSUrFWqONCU91RJU912TVM8EyTxq0J22
pjXnh7zGoabA4zOkzH0h85OZqhIqzN0Z3pRR+ZAPeg2Wts9YQfpTvYEAyrOe7etqVCdEnHink90Y
By1NhzAXbXuUlWsDSWHYAJX2As8tK9LM4RLq2JlhVvVJEcD6lYU6Sr01oiXtl8Ni+Ldoy6nEGaNt
Ro3au8y1S72y+o1jJGmkut4gRNErjn1F7C3JjuXOAsdE5h4MT6ZLsETZmFfmJF8h1plHQyQEU0G4
v9N0oz7KJRCnSmYvTbJM53ppLa9KGuK+YN98ar0iPeKQWYRjX15j8+aCChbs5EUbFLTM9DQdzySs
vR4udyFd1HkDMZ3JqPHh2nxiRLQtwNBzW4c1OjsRTkX+aDu6BalOXJqwJ8KuroJg47ipLzZ6VlC1
Qc4L29q4mQRpwRvYk8EdLZcdwnGHPWCAQztJkrOqivaCbj29yYhp8Gzxzc5Mm9KoKk9dJ/NKzBcW
57EBnLiIifQ4FW4xRgg9mpMx7YewEqRMaFPlHa15OoP8oHZllYuLshDXk4A3sXEXKkgGx23LF11P
F2M+D6+p5hO11Itur5sTuRdS1Y9Di5vpxkwWuXdrAypEkh+Lfkq2DmaHu6TufsLi9bYEMTaXBgEN
ZWhXuranExtee8DeYJMHEkhsmdscijFlxaYGc4Wr9aAglEW6r5YzW7nBdVkE84nh9g3+erY88aRn
PaRsFnuc0rG0bGvzzOgJYPCa8keGIutyMhD+MXxb6LaWmwCft4Ov0Q4OFSRl01KLtV0CW5w1JZVK
4ln292Kp56ccOvlJXqrgxW179R31wkIosQMTV2iVddZDNufwFJwrPpR1kqst56qpqAqlFP0dLgvL
zhjiCYQmR/bgWTIaQdegYSbzcYKUthWmjuWDGVfjIWFcuutVV0WGXKxNbKXf2jQhxqobFvCGdu4u
OJJpPUVQkQjSwrct8i7yhQnVTcX8/Wm67IUoSG2xmpexXE7GannOag9TxFjmeHz2YG5+/NKxPUV+
Ud4EnbXs9dy6sgZzm6dp+1zgubjHFlTfot3vjsT4RsYo2qsldS/rdLotO2WeNrX5I7HgSo4mCra0
XD1o4wwbY8PYdhijwgZmiOzIPIN50LzM+dRetrEKMPQDQsVY1AYEFsYc78tsmCJXcG7n7lRueZzf
izlNr0DkEavVvfbL9ORNgjllEkB2r/00j2qDs41AFfHLbWrj2Lci3YkgDa4H1DbgMr7CU5ORNv17
b8OMxUp0o9dsVLntDjs5YzQGa/AF8Hd4Ts0UJsPsdOpiyepgl+KgCzJhtvYT1YZ7sfB1pdvR5JM5
qEHm90LrG7B3f7yrIVEQ3tRZd2PuDw2qk+Eq7t2hJjjMbhFBucFlm6C3G7jpW8Jsxu9BqwkQlzYj
+BVoUJwihDDOpjkNvi3Z4tq4X9pIPnqIuw98CeLImAEuOehe8ytzfJZQkDr90zIjizG0Se1FHSce
Bhy47m3qITMIVrNsmJRitKDxGEsPixJhQ0MtISxqOlGjLYCV4nsGbqYBulHs4ZtiW8+teemkTnWl
wf0EACza6iF2NaWHtaPM5rBgCd5s5kaIu0rIZdxA5IfM1dWufLCKEoN0GN/dazcMaGgmTaG9sTJf
VJvW6eq7vFmo9RBDoXAph9BZcnahWjPOCquxL0SzVPZJZiVefFIVkhR4t2idczLT5U839/MkIo/T
OnZub51hVuwf6sTub4K5wCZDcD4/SvaAbWf35a0aqsgqbHVap7bdbly9L9my9PjbnOGjVRTxdMr0
azpMcA7OBROjF9AwKsyN05XB97me/Ne8aNSeVb5cT14SH0pMjo2w7hprD9ENLiffvbHDXnQONm2W
e/C9y0UAk+dLEvlzNl9JM3HHGxH4cxoOQi84Al1yr73e4q/tCEdVgxfUjAMKIgupcurtYLLJVL0k
Lh2HcaJX6lI9GROaL70ZnDQI477XrU0rU4raFG+o4j4n6/OHR2v1C1RpviX7HAVcn9ct7o5rzLaj
kqzGG1jXXwQAq2TUoVe3TVLmkKUhC4IDB8PsbNk3OIXnKuBdxnN10+QsiP0MtnvRNwqIsilUDjw3
lZFppN2TlprBU8ffnUaG7hah2+fjtUGPcCKqtL8pxaLt8znvz7wJ2kwHwUVQUC8NsKg+qod6RolA
UTVgzwpFSTkgyEFVHW2LODzqzsVatkWsRvchFw6FGHE65+ab8ALuoBv5b3IMXq3ckXOPSGOs0jne
eG/iDXb4Vckh3mQdVs2o+k7v8jR/gJQmj/ObCCRQAYIQgnr6h+xNJfImGPFW7UhjrjISe1WUTKu2
pFhVJoCQmL4kyA4W2cfZRgkTPQr6p4uxXUUqVh44p8mbdIVWvLldVj2LfJO2GKvKxQyy6ZDNw6HR
Z7qQVQujVlWMt+pjelELxDCraMZd9TOmX6bhmAQVccWoa+pVZ5NqS7uheEjPs1WFE696nKRsm128
anSCVa1j/ku4s2p4fB81z5Ki6/kfgPA/BRCuHJp/T6i4ei6fi/fo4Pof/Ac66Hl/wWwyfddmRLzy
Ioz/iw5af4FUgAqsjj+4lfxGpwj+cm3PARfEEQ4oDf+P/4MO8veh6cUoyrYQCZM+av9X6BQml3+H
TcB+XjEJ/gFViC2IO/8dtilh6jAaUnbU9Gm6C0D3bk1vng4L9oqh6SvzQivG/jjSSVjbeOXfBSu2
7+i5PLM0PQvNoSPLq9dH7C7oJ3oCpcgXV8gMA/a9vZvy9yQEbOCxrMrjbw/6H/C4N4/H35EV7t43
CCXDZRA6Cvf//u7hxGLBEAdWlGuuf1WksTgNmEAR9ZnMIuxL51slYWrOs4T97GVlejJLUFCrxu2P
MRSu09JPy92oix1cOjtSNl7pTV9kJ11Zk7/lDt+7tLpxTLd5oonlUBacEHHu6aEhLTRappJ4YatZ
7RsrHU/TQJ/DmAM3LALMs3q8BS70sRCHqtI6bD41ZjuDb+6YesrTtijUF5AoePKHtwn1HO9I3fYA
ljlS3j8PB18BJLsgFT4Mvru8Fh2C5KFJTuMgbTezsLKnRl9MtRna8eXP78L4vJJcGECuucJd4F36
em+/UdVpQgtckzsjGib+saBYue8xmQwrX6hdXZM24JEE7w0r2jKODxqt9gnDqR9/vo2PoDDsIA+2
EfQkmydgfOQUVimzHKwUUaePlrHRVpKAPuWvmuc/2GaxHHkOX6UQf0SFuaTv2Cv2j3xgxfje/3DE
n/HQN14f+ZPO8Nv1n4qmvel8DNj//Ns+v10uBPTsk3FvYAj4AWIta3Z3Z3H7yCbBHUUjgXr7uHL6
HT2tHTKFQl7U+iaWftL5r8K7648EueQbQ5KAcdiHa8e82aSuB4TJMca5Rd3Uke+WWeh3iRflentX
lzH21dB4OmN5WBuN/8aPXx+0xRQF36CPT7kjmTeD9dJHlRM/6XH1rBr3SVoUyg2j7Kk3gMG/cr5Z
1RXvtxc+I3B4LHRhVDofl7RANKSXCBZQPXfOUYgEfU7m1/d/fq2f1w9FNpu5AXRKgMdHT6RB2V1X
ekEbeRCFwzlA2DjPfbcpM+jFf77UJ5SeuSO4ls3JgvE4DpAfvE48d4JWxRRjJVWfwsa/bwznl0bv
tkXmXG8W2UYUKcAJ9O1m3z1+cfnPXydWLchmOA4xPvadD3tEZy+Myywu31vmzzarznTVfvf0/ruV
DAcjBs+BuwrVwA3Rm93qWvB9kvAWnAXZB6yufZNAi0YsLYjd/Pbne/uHt/Du1j4scCBQ4gISbs1z
ghOzDK4Cu3/h1Rz+fJl/2CZ5BAx3mP6xPbFfvt8tXA11gzQXAlRsdethreBX1kO+Nnj+MMBtkbtU
TyHfQQOkCCfZQDHF//M9fF7W3MKqT2JhY5/hrTv5bzu1oDSV1aBYBH5TRR5gJ2wYq/nil34aODDy
IHmMSQxDOjydPpxFeiWhO+sjV5HefTJ7d33eP5Sctq3qoj//oH9aVnxAjADZHgmy/DAtk3Ye6I0z
tJG11O1hSbwnUUFGMofU3mOJ4Ky5TfMXD/Gffp61VnaYtrrwWj+8x6DFl0nJDs/JerhLYC1s3LR9
6W0c31Pr559/3z99tiamMJ7hOVwJ+873b6zBocAEN2yjfCZDHDRFEYeJP3QyAxultZz2dS9G6IL+
U0W4ig4088Xb/Md1++a0inMsnmrWh+9jmGJNJ+SwJXnQPg844k9FM8odkppQzcOvmddCcK4UocLE
lLoVDkarffHM//EmEN6x/2PXxCH04UWDZFeNmZZt5KjqieiBm9kwzzGru6uN+oHSDnGUu0DJfLWx
GrZU9fzFe1j3p/cHAv5X9IwYvUCDZlW/fw9jIYsh6QiFGruR8caonQUZQdBZLNOod8pdh7nhmIls
5zaBtlGw2cj9spw01Ewt6ntAxXLGE8TG4zVuNKQNOKHhaFXq4Z9v9PPihF8CT4eKhJs0rA+LU/dL
L10Y0HNw2feCGLATGfh7j3k5Pggo7P98tc9bJ0cJU1/aTps1+jFEtptMd+hlbkSB040/s0zcOlYF
o037qrx9Mxp7//z5yFePHdfD7Nn4mP8pJanyKrP1lYF11PL6aUGqu53L7kol1JUihtaTtKQPN0XJ
aNcMQmJHpgMy+HAATkfPj3RPpph8lJn3vXf98dBPyAjrsoDb5FBMQKO8bsfVgxdD3g0U2Tas+5nR
EvIjT1c/EkCaPz+9j+8K1heaCH4Lnzar6uNuPA1l6tYw5qKBBgqWb+FfqwTkzIc3jLdk+dW+/HH3
/9f1sNGh86SR1Nc//233T4tejnrdogyjOj+tpO5cd0nsfrECP27J61Vs8gt9HXXPWrO+v0pO3E4B
7LVE0MpAe+v0ZVHie2/XZ12hRwHkvi8u+PHT5IIWfSBmWIaOt9pHnouqp9RnYjhHJt5DT3WTmVE6
NM9ma/wwcrDfYkTzLiu7/OK6n3gH64Wpicm65/oBu+P7X+pIv5e976sob+C21ZxCZmXdxb2Hamvq
rBOT+Z505L2/vKauf1vq4tL1ScOiAlqq4sk0TLlBn1l9sVd+/Ci5LRoF9ij8ajEVdz8c8sgb+q7k
W4iCBt5jrBL7CExMMCDZecc/r+BPDlhcy3fwhmQNo0Gz3iQbvy2pbNaGPteEYg9M8m27lMk2sWD4
evA5E7qEaMGlLHQX49nB5QbyWrel89NwqbF3LA8w+ekrHdQ/LAfc0GDpcFxQZxkf3srQ2CnXylQk
QYx3wL2QJZuOSau3PDPRfJIDVIVE5Onui2exHgG/b1EwhHQSJvk/W/DaNLxfDmA27OdKkiXZZa/M
h1FxEqSXFSEaOwSUvlzOpnKoTt0cIjh+JK2Hlrjpf/75Nlz7H27DxB3DwLGNDfPjKxly0Mtk0MbI
zifrp1PH37JRXE66Oexjr/+VTYN7h1DcYTJtBMlNK+v5kOdLWJhBeq357RFU2z8bxqw6qNZLNjaM
X3ggGgIGXBZavC+W6trT2vQSVohzRAFpHIMSb5GK1K9vTtE4h8pa9O99vZj72K6CPVIWCJFt2SC7
Lrptp/QNooIizAm0vKgmskaZum3NmUEEQyDzCI3iBbmvd0Ish/XMYFdhv1Jxk4SjoRmpdqVpPjST
pW7mHA8cH5XHwXQ756KpHAlTIq8uC9zO9ykElwimBRP+ESp3mCDRPM8zRg74WoKKuIgeTtVkZPeZ
V0lnz/zWWr74GD8VcIBDYBGo31akgLnhh+WozTj6OEOA9Upp3TmJfc9Dfam8+vvQoe4U63B06Q6M
BqNk1n58sRY+LQVOZShREID4Qgk6f78igd1hQ+ftGE0wOn76yF/vTSMuD8WiPzht8JWP6yfPAn6r
6/k66bWQ19aoqffXK8RS+qmbj5hsJfHDYNRkvgnPCeEZxT+wqHUFJNxG25q5pm7cKZ4esX6Rd2ne
eqeJV7mvoxxZiFJpp30BQ3mj5UgttvgKMEaL190sIzn5Bizd3DKPgqfs8RfpTqfva6syGO3iF/Tn
R/h5N7H5cCFyYjIFmfKjRWjuzMQoT3Cg7DYpt17diqs2EP6lXyvWjpvGR3/EIqQ3PbwW/nxpCoH1
Bb3fUjhXELqhyOFfOLTfP9DUiPsEdk8fxSmUpl0m4TMgtSyOZuUz/69rPEkqgfZjMybKOzKTcIoN
SpbiMibr86fyhXhMCCuklxTiWHYO3i6xE4MgZYN9yoR3fvJdZmtmPb7mgzIuJGmOp2ZmEJs4GXRO
DQGANhw+Pzj0Q6HGnSbm6ko1zrfSMC50LzcOplnZp7VfQSaZivslKJ6tEncjfBGro9V15iP0Ce87
I6Z6W1dVfl4qSx1zWDMIbczmqs9Nb0vFEtxgWldfTLbZ+WREDpgo1IVtwYTO20PqS/OuWmOFwlGz
ooXz9oAGD1+XXjf2MnbLbc5YjZzYmvhSwTHzlBbVdA9uE0QZfAh8GOYKeVYjE7klNkILotrSeRAF
k84z0eXd5UrhyRHwjtUpeZWMOL1uXJ61bNCeqbONu26ynGdHNYx6tSDj1DY6BAGyN+pvimEtkvJJ
XRMImu8IWF1wtmPWm8f+fI3BTbUda7TpWmd64OSSiWJqeh7T5wHKoWaNepBsfGdxorrsKyvsmrK5
INezJ2WyKeNtOkt17tRaFWIGnjQ7LLNzsY01zXShn/U8CyZGdwUiFLmZEr3+huCi3nVNUYmNYWnB
hSGM+hwXSHzkWlF+960mPSXSFAPuivlxkOC3vHqCbUbX62XUVnCh0LiUxTdqGYIbQU4ho0N7OGB2
4UUlPCcCk1G/zZmUB1M02U89GYcrpnvuds4CsiGMCa/HQsmT2UZq7ElB8Ge5yK1PAOS20wuW2gwb
Iq0NbD90mBhalaVhPwYuVkGdr52geXR+qZ4kKwoJPUF0ScfLiLUH5tojbvIxPYJHsid5Fmn23NIU
7yp39TGCa09SZA2hSjKV9pvD/2bvzHbj5s4ufStBn9MguTkC3Q10TSxVSaVZHk4IWbY5z9ycrr4f
Kp8TqaSo4OSk0ch/EPyBY7NIbu7hfdd6lkrbbx0nobIMYvCgkPvEmZNVkWc4kTyg3ot2YRyQQFgj
DVEVPaxpoLsYSoI+HXeTPQbXtsWmZTJL9zwR9OamOLrV4kQ7r0yYCW1Zqw819i6kNaW5xvsBWLFW
tWytRrnckepUrarccuk5ut1mqB37WyQtmuqYvqqlMSXhckhAU0Uyx+pI4NoFvi5EIbqC9UrNXH3X
40dYRpO91kZHYt+3FD4yLbrBN1HujMJ2H8YO1xWYr+GmVthfLKbCqS7qMfU3RYfyoxttnkirHdo8
qJBy6saFb43roWr6XZFo9qEoauIgAkdbWW5L1DQQtnZRo5qw0NKZyq4d++pgWnF9y2fyVdq1WFlI
XlYKZwqvrXX7zG0Td6c6kbKdzDZaTVhj76KktWH+++6XQYuHmyHUp6cy5WV2Qe9sSibNm4T68oVU
y3aVp4lzgBZnXdi2313UcrK/66wCT26u8Or8LP5SmomOrpx32jeJtU6Hxjj40YAUi6NasddKNxy2
NtiEVZPVHP3GqGsv8PnQrYoIY7yjT86mIXfIAEZRvCQQvNo76KovFcKjXJSCVzLThxvAFtHeH+Ji
01HY3+i2T7aE7ijrtMfkNqD431echncIrh57a3DlovVjZakqrdimlnltZQ2LUVm7az2y4quII+pV
HiR+s6DWCPpKnxQye4tJXPStHeNG1go2i3FCoM3C0pIoW5hSXFiR2RE8n/b3uVKt0TZOt1Efawc7
ZvxyiZq6KVAfK04AvdR1DbTqeRVElES7q4Mwy4EkmiOefdbarynskEMOs+arLut434jQ+tEPOaKb
qi/2wi4jL0Njts7yDI5JVCdgt3sexJdCNfiN2tDlB4B827r1iS5N0QaFTnDZuU69AYpY7QzKiYco
SZ1rJUbkkY+yupGOM32b6ib6bI3GeJ274W3eF8pPa7IN5h50E9TQtIMYVcigcUciNYzPKxsXonam
BJocYS3SZpdlMzNdYMDZl2Uc19A0uty5oZhS7qYs0cl+dPjLbE/s+87uMIcPqgt0JpdBN2xzbEjX
UWoM7gYjp1zxhHuTI6KWayuqtPGwQqSoLPpqtDpPWgFa0wT5xKKivUvObNXBTpy0coN5ML8uE1KU
lk5lFcs6ru9TsCjLsK6tywIf9c9YU4bPaegqXLrp+k2nDf5nsunCCg9UEeLM64ovMdVxe2mBVCvW
IUksm8atE9THYevilVB/kNo984HbTZuQtCMQjEFv9c0L3IrxZ1fNUy/ybXAgKRZ56EVRf0VxvPtm
J0rymKgZCp1yCDZZLhDMukOvtwg29Qazaq1MBOF2ebWCPuKUZNRO2dYMJuYbNT3rXZFe0x8tfk25
SJYIBHNsoK7s761BjFel0lEVCVCqQpEqMnCvpdhpYVwBV8zlvrPoySSlh7q+XwPVNB57V28JARLD
ve+75bQh0Ds8+IUhfqpq9L20O/syaM36h1Km7BMlRrz7AS5nSXcWMlupDexqktKx76dJp3tYmOoB
XlFy5sZSp/DY4peFtgdwNcGZGMfpVzmB5exgES3avCGUFyhSXQS3atLtOe80SzEoGrDXYI9L/toi
2GnhdqSdKAMfaweV6oyqoyPWls8Bx9MwXp+LEpuaYg75zaimugettF2FdCC/DTEWxQeELV/HyAjV
DYs0UAEJ9HPpGh0vqCn4OsPQ3Y0DLBu2/duMOEaOHJx5PFQtV2mv5ChXTODJi1CvWOVEI5iCDVGz
tNs5fQSeCTDOvvehbz7vglwZoD4JS/Os6JpkQo2SVVttiHYOv/GC7UpzxUSaLuzWfsjMeR9Tp+6e
BDViZePuuteCaMPSHe8h+u9VmQHrsSpAqOymzUxtPFuypVbSDn1TmG4RY2dMoGSPc8wjNFm3P+d+
tu5DelNSsTUWZP2Xz5jammY+LUo1M9dwc9aZIq1NGWZwBv0c63DRf7FiCXIKTRX84JILmkn4wBNK
vmdVmEN6Ue1N4tjBoXIrdteOe0Z6MuGUmd6AHHKsMzkXjeoqHD5bVhbtmjRgBqr98UFVseoWNp8K
uZrrPkXcpvVqgSF9QMU3FAhAByc5U4XwKon0SjQ9QSrFNiqHcWUE8R0fc7pMgulABJKzdNUyWTej
uGotCMcJfoRrx9dgJZoD7tthjOSmjcL8MunL8Uqfyibb1HUZHkaIhnuThuE1Gi3iw/H2HKYxvmRt
gyDAk2EHi3bOy2q2o73lNkBtrGzpMtFdm4OklwqO8jxuouqmF3ATHS178mEJ7tOUAtbKkpZzPsx/
oNZtHCwNEJcLiEfaOlQMY5afOutmSOotZyC0RV017MJ+MKmHBfKef2ff8XXtsKe3c9Veax+D7HG0
4dwA3OlXBaN2J5ORHRmsa68yUoN9sh+f65Kklr4peYeBX60jPzsMZq4dFIOxCbwWv7Keb/0G9nbY
uPkCd7nBX++fBFmGa0gM4wHv94TcT+vP1D4R9wo+jvM0D8abDg7AmWgT9SrAc+F1usohp5CJYq00
tR+yFQ3TgelTG8/tSSegoTbGewvn9iJ2i/gGGhKyDkhszdLu9AJ1WZGbFyLIE7FAPw81qlAY9RMH
N7RWdrWnRxLVC9yYYOfAx/HxyEmLx6WWq8nGDbtwHQhkbcseM90qVsT004KB1K+IAMXjMJEHzT69
aq0rZP6CoePUxbcY4+htpyTlGeJnsLyB3ztALQzRXTcl59xlrE79AbIlarFCHzYwmqGPB/hF3GVR
T9mdTGPlPBUG9gc5WWwACrhdPOwvJfqalSSwHioYr15F0XiDj8V8HLoMA09lGhsqWYKXrgI1iVQb
UZsDlwNVylimXk/UzzmlKGUXTCLeaEke30QpsjOt0tyvYDTzzzi+YV3MwM9iXvO1MGf7kkY81Amd
sbVo7cJB3ctO0GAVPFMgC12qVt6yxZ6ibVPoOZVcs1wPqVIBDXGXeWcC42pVSLqN6YBrALTZ0Qsa
22lcZ2NVbjRXcfxlg5F53UfC3nYg8tbWmJZPI8NrpQa2ufEdEntMdo309tsRy0aFAfbKzAJU5oos
z5/FNK2BK4D4d/Rwml+okO4Ka2XVjrbz47akMwbOoqTODZ2hxQo+5TDvIpRKVWqvmt5kUyeGENMH
oBY1CepNqvNygDztKnc80NrTHqZS+WHncfDQ9SL63rWquplkkD1JJUPeARgNhXWb3/SpDHaNWYTn
o9IxtyPoXwFNFQvT6OG79bmr3bpGQNJ9OZlQNeafBE5xHXTpudPWWrkwBanK0u38Za101XnnELkn
2NO1balsqzKp1rluy51K9dobTNffaZNIvUBpCZXJfXUVOCUfa03HSQ/yfi+ZrEDf1ZxflAb1KEl9
BOpMNToRiq5bs3WxWbNjsOmHFGiVF0kVtHf6OEGksXC/9YskC6t10qdeTUnkAqSts6gF7GDiFr1J
1GxvAyF5iti9z/oBHFsgRgtbt+g+G3oCjL5UiCvzm5Txm9fmmgpbvlcyl/Wu1lddeDeZRrjDclFA
0QvZMAJmo31Tsp6SFVmzu8sFB4H4Lugj/8zX1GCVU5KgAjHeBk1k7cYuqFeRA91griHLM19o3SYX
GR4VJUdjpTIluWmRQWdQp3LJQyOFVtoEVbB3X8dxn2BqgnhZAkmTrFFxo9nnddIeJGl1C5adZeeK
7imgU4+pzf/q6kjDx9SiGIVg7yqY1dVURoxFYaXWsvP9c9dGcGa1Tb+Z/NhdC6U4m6aaJdtQvkBG
QLcc/sw1cMy9MR/i+kJftfFkrYdppusa2MbqtiQpGcxg71fTXZfzl0UYQ1Oc4fwB8L1YpXnFWWXZ
dIS2Fn1QUQYZJ75YN16Xoa1sChVIXAk3ktRzVgRcdV41JP25E1Ng1I3CJIaZ0IDUHwFHi3yl2vhK
QdraF5pIzCWZAeciT6I1IDNsJaGGPWBUaZ1EwwVRWQEzYHrjYxxbmBEM3qFs2e8OHlCKe17CYxvE
Dzyoh9FMtr1Re+MAxR2n6UXFimysuzogYzLCIeSjmBMuW5RpdM2FtBEYO4YyXIk0bnaaziZommBJ
MFP2i8owyV+IRDpeOVM9XBtRhba87GCJGCaWtiqI9YPDif5n5FrQF7X880SPslgYCbFbTUDxxCUx
fT0abbD0I196IEqMJ74n3BnztD8yWHDICGg7JcUi6Ne6l+dui24PEEpqVYta68TnThN3zqQbyz7L
yoOJqG+ByuszBsNoZbtjgt5Lm/ZocnEm8Da3EZr+ZeQKTmZu17ATInYn1QLO85Fwv+nNdJ/iOlun
nNpZRYFIksPxg+JEsqzc6F4fFIkYM+yWMPV/SB/4Qo1/rDc4XFPe1K9MvdPXEWDFC7jMzrVwpHOI
QkjKWinjLdq47BAo2tnMw0SknPrhIu9lyvqQRg/+OBYs34l5aMNWv0gJOjioFfGWbRVs1F58cQIN
6kXO3gE3oHlhDXXGx9VbWwu8xBdbG4atJptlR6P80LE1QN3XDt/dXilvihhUNw48OFqTNu0oM9M/
sATVMnOwS+xIVbPFm5odlCr2L9owdb/bRa0BqI0AUZI3oVBNSxEU1MugyhVWilC1ovuWIo9FGQed
+pM52SxQqWbBWuWATMSoarAhDiBzl6oMH21qIvuKb+La5h3sg77K97kqRmflTHbz07XGkMuFMW2J
sW23eTwGl7aNoclkTf4Bk0i5LWuR/PLLbDwf0qD82mQiuUF8j3vMVqlo2RUN+7E3NQ/8jKTh3+ir
GcKzhnzB4CkCE0pS5fAp6vWXQG/GO43gGW9wk+6+mYwCn6BsVbDQUbj1fTY+QazG5zY+qTWt+nIP
jd9P15x3hgVbH2uPazDgfN4aSxyZAEZEWEwrnUtfwHSN6KDV8iyuhpS6I1CvqQFIPkKGRRbYtQdw
GmIRdGN4JX0lu83qrt7WkcmuxkmIgVhXOBVoQXA+Gm5g/uLVBVZNoT3RavMxmCIKFSgq3XWXDbwm
yZYh3ust04vu2Ol3t2admuwehOxgmu5dZeHUrERWLqc0Mx7yUQSfFbY2djG6ayepCn1BcU5ZOVU1
o9YHlolsUtxl2WLdihpiQlt7CG6Z42+o6C1VgyMxLX+2JrcJ1Uc2auamsipvAMqC4Ng5CyIWMMeB
CKqRkKhpDBPppt/ajOJDA5mDJoTyC5QqgZ1hSYUb5OA0SWNNWXsb0mxYYhHMV4pD2AcaRzBpSfsQ
EUnCpyufakmxpk77ZlWE1oy2Km7KoqIi6GNPq8LI3IGNKxf2aJJIoylg0Gy3WE8D8Sppl7RnIVXs
lcki+1P1WaJbM9M3xmSaP8cB2pMpB7GSbPQsgC3LuHe7PZSZ8nwWgJ5Rr1cIIdDNVY3lt1kYXQai
nKDoZcjf28EnEwWPjkofJdjmVuKKX1C+6i7KgIkCN6x2l0jprlUpoKd0Zh6yyw04GDUOOSJWA60I
0arFYBqc64qy1vnzgXsM8/4+CHPtXAhCDyDZtAt1LMKtE6cmy27v7KPG2umGk0KY0TcjLmIwxWjb
Pb3Q5a1maJnXGWO3oVidKsDhitgTXepujV4OoJza8isEUvsxh6L3pdba5oG6GjSkHhtvvIr1sNhn
3QDnii7BPqepdoalWTuQjJSeV5NVQjRKYg/AOpEEOXzVfAwfPm64vGEvzLqI2SLvWDbcDnRGr9st
Pc2oJFT1ag1u1VhCeZ/Npe59nlCTTsvLnMykW5NfdU/P5SfLE5sWPVNtpHoiNR+teTvdB47l2RVH
/VRN7zVMUrummGBDRznZk5xqTvzmdzrwJvM8QhIBkRzSwtFvNqgw+b1IUG8WsUHSCiDYcBCQDI0y
gWqNUKuZZxxdFj9CwYfU0DTYx1ljXJQODKtJR/TJ5qg+oQx42zczbZTYmgADwK/SjlqPQs1x0toB
DC9K3g1KE/pR10QtsBxVobEy/ITEEtJZTgmS5o7Y646ZicAFj8TchYSFcNRutc2JEd1G1XoqtHTn
Fj6uNWvo4pUf2ndlLB6Rp9+P6ImXTh13HBHYqJs0DBZt5eRX6VSmqBbNR0oPyQWNSOfQR0ZxZlcA
iyeFbls26QXyWXVuUtUazQQY4yuaHb9qxLcLKto2OzUAYpxn9Ce/rg7kuGYLrdTWedi7XjYh2zNp
z+Oez7MnZcQ1YKcJzFsX22Yrp4Jjt2XdUY4Jz9Ru6r7WiTatap/8LSVuYBi7WspuJvvqYD0AChJr
1tPEt4OLnwK4MQXjz48/ijfKOxt+DQ4Rw0XbQHbrsXLXHQsUoz1y0VIxx1Vfjx6kNfdAJT7xMDlS
DaosO7yTjhIx3YA11CxCnGKzT070Q98IGxBW6HA+EPnQwiGk+PXX2fEnZSTVYt2Owrq2wBXTqxD9
1fP9/pcdezeWP//X/3gqZN7W483PICryl9EIqIT+tdPp/9TyO4rJn8+mqbMfxA/+w+ZkuZ9wJTzr
b3HjaHx3/7A52eon8EMQjgxyEjARzH/0G4Kkf7KYsky0CfCfmSr4B39DkPRPhoaIAO2KO2vv0Zv+
ATVWn+e/lxMC+ifEzg4EFJTn9huNveLE7UjWHHiQXsuuTepQFvuAYNuTehieZdgssdtFFGMcJdhp
YyUnz8wwzZfKlNxFTdnt1IhOUlCra0pjWEXB4WmXmP9KudJwbO/qgmhXC5zJjd47+W3nNE6x0S2Y
Ln8+MC+iJ1JOi1/t/3yVyPH8fP6Rz/G/L7ufdSvrn3+7eCybv21k/uORTXR+/Hde/RP/b4R6MJt/
MAgZfdC4/vaY//jb4rH+Ln+8GpL83b+cd5b2CTHg/K5nEYqJMPwfQ5I/AlSFkkKg4sVIMwco/x6S
9qfZXefMDgXDmmv9/xyS1icwU4JADv4thO1khfzJkDwWijnW7AnkPxjmWAOPnXdSp9ZcxvXIVjGz
b6NBNrRXnbFYAuxXv4vS1SWViMTf9KpGmhK5kuOi7Udc3EkX2mf64FaUjWufeKjJ+Ow4ogH+3g5t
vojgGH1PdD/1/EmROVSY3DkRO/zsJHv5QWFl1BCWzfpRkyfyvF68kPwpKsFdY2H2q1Ca4yMdQv02
scyReo6LjT903fpB6zhoFcAzk8WY6SuLuvmo9qgd0eQaZwRcuhFBZY5WcK7VOCNIheJwEFLVYzd1
sDVnvJKt6L+IWhvNRTUJ5Yqm3rQBtjutLTut5SKm3PNlojqkXgZpTs9HBZp1bcVxeO7rOV0iEBIR
R3ZjiBbtmFR0tNXulELnWGk5PwpWM3yIPA8DreXrFUmT7M1TqxhWpLj4nGRCeyEHVUFpiR3sxVC/
+vvzfRk2eqyqnS+FP8ZG8kZPUnWZL19qd6MiMzTcicPKskfMAHmp7hrFR0rl0pazG9/2Aplf/3fG
ebPs8U4/mnICGaWvielzmMHviUb/RPwUp1vSvqFrPWPR/wIAWuIT+jcTh6plIsUVGtPT74kGzrqL
ksyFRzk7fWdDxe+1zyFDyIVhxlwDrIv56U8mmjdbN/KJmNBwhCIgQ5J9/KlOWUcbmti2VUF24cpU
EYPR5F2PZfFUuO13J3KuZUU2Ragn5a7pJORzgwrLiyf2zsh9o4BkezDvAAxrNlBgpzvSxcJnZf2H
HbWSQlX30ul2Tp79bOL4blCafRQrFAHppSyKvDiHqtmfUPA9+wNfTVhc3+Ypz8JE0hHmXcjLT4eZ
oNQaZMFgp9ijrihCIZQgB++yzMwQVK86tdlCKASqc1Sw1ZLycqUQV9ok/aZPc+C+GbDBRUCXvaR0
Eocrq5IkhBLmiSa1LIvVfz+7N58di+u//uzm1Z3orubVjpO/8ddnZ7qfyNfCWoZ7AtOXM39bf312
/BEOIUd3BdlZjmkazKO/PzvxiQ3nHCKAOxgTyXy6//3ZiU+4d2ks8y0L08Hl8yef3TNQ7+WA40ex
qqPZZL7G1TFHLLwccKTeNAQNG8oyNrVzmjBBu4ppA62nxPTlmpOeUa8VX1cmGpLRFC0bzuTKMjTM
ul1k1Dt3YTs2v8wJMDx8lrT/2SmkzEx1YSCrhNuELENo/Q/Nd8xFDYLlvjDz+KIm/FH8/dv5o8PQ
/+97zjn47V8PxeXRwWf+X/8GPBif0H1anGBwVP41xf/GvxqfmHOJzGCXZDPrzOWPv4ahzsJAjAWZ
J2wbZqADI/T3MOQoxSmFkck0w5lK/MkoPD4tq/xLeKaZ9hnuLE9c5uUgLKq2TZqWXNmmccZNLbRg
FSG/+/tc9S9JrMc7oPkqLFYGtTK+SAb966sgSaV+juLbU8pOEHpKZxROTLwi381dv3ju76wjpy7F
R//yhuLY7fnYss7jFz2ZQMZXtLSIUUSodsKXNX+fL79fbmqeBvC1gGCd9/2vrwRpLSUBC78E7eYA
YKSpnGd0O6A0tmHpda5belmjNhsmoeZr79aCc8o/Rtg7d/rOqwMLos9P1cY7cPzqNL323VTppWdJ
3VqgVaYl5ou/lpk/eXXsPhjAnIpJ5zmepZoybDQ/qaRHa1jZT3EV7YJMVxZ1C6f/z28IUAfj0GRH
BFv+9QPljO0oE/IYrxk6zIjCp0kUuuLERuOdx2ZRaKANO/NR8KC9vkouoIHT2W09auDuZWq09i37
sPzP74XqMGhnDF8QAmbgy8thKG1wfGlptF7ptMYeTbIPcbEZTlxlrmUdDUHeC5tK5gdMXM78Mbw4
ZBUtSeQF0j0v0PP6DCESPcpKdaB5pvYuYGe5lDZgKIx2wYkrv/cUQTjP+9PZ1vUc3fXiyipBG1mb
t61HipRcKoVRItdAKvzxiHj7McMJAYjBtowfS5/49f3Zk1pEVaaTFkF0G+j9SjlHyGaRAjfVl39+
KawVBp4zNtvY719fync5mzblQENcy+zdpEv7LCus+lDZ5ikqzXt3xU4T4zuFBQCqR28NRH5oIAws
GeIqBaeGqL9C0eONMrG+f3xXb18TuqUXlzra1ArIM0abpVyqbcS2oKe7R/B46oZOXeVoEQEGK8uS
IAiSpbGBuPR4LqIiSLYf38u7j01TKdSwNePEdLRfirJ4zKog4F4oX2/NUO8XrmJGc3RAtPr4Uu/e
0D8vdTwTdX7Y+nTfoaeMtBDJSp88K9J/fnyRE/dzvChaUlRlAU7VK2MS5mHEkP/dK6SQNF17Ys6b
X/PreYJhwL4V1AKfq3vsLsMB7tO7dgovbszaC9rM3EZqm21Iw3piNkxPvKl3Hx/2e+YFSliGKV5/
S2GgwEFzbEDEdqRslDaEbAuW9Y9fEhZ23JsmG6jZ2Hs0kVcdWT8ZNVgvCdsHOXTJunSNfvOHL2k+
IbBeINdl2LJUv74VcHt65Ldq6hFv2C0tLWx/iLAFrFbWVnbiLb15bM/XAsBCA5eymX302Fit/IKd
YuqVnTU8+qgJF8DCoSN+fEtvTrqs5rj+UeSx8YT7Px9+Xq0aHImyEEq1pxKpcyB3LzrPR3jrfWJm
54At5aVGeuyFIvrqvKLrdJlwjvlM1g7GHE1xyEUV4XRhE3/IhmOI96wAzW1Otu0JptCbUTv/Th46
JmXhIIY9eh6+LiMzaqPUk4F0v2EoMNHdFZWnBIaNMK/74/0HEUozJGTGF82lkKMJBgdSl0MrSj1d
Ux6oRJKcptrDn45aLuJQaOBKBv83H0pfPvxkysmTU6sUJkRab+ys6ta+2ckTj+5Nj5p3PC+ZquE8
eyzdo4k/raiiKBRMvYbX9FhCCB1XlkI+KunOiOdxSsDnLvtaXeZTNoDKCF2vgl51x0yOk0tvyltH
C3Soo5UNf5MHsagUMnGwyTfTmgJ4senLAhmVOnTl9ccD9O13oOt0ELHGwClT+cBfPyI0q1PBIpJ4
STo6CxxGxbZWRufEl/1m70Svh7wLl4KTiz39eMFXAleVTiUTz68xP4+k0S2xZAUbkqijPSKYmli1
8acNV/r249t7E2uqzlfGdc2XTv+K4sTr+wN1nSuO1caeHYbkasLdFLfmNJqPRVmPVKOlTdwaRbvh
eoxRka4qAO/JsmwQoJ+Xjstn57eN+y2B2PotCK0R9wneVuxSH//Ot58fZwv2dwZ5nDNRcH6AL7Z4
0qTrNQSkHU9Y0Vd9Gn8zw5y4ojYbCZEV8sTl3nsfFFVUNnsqp4255fLyckRDFG5NIJuXSF8ss5zU
cnM+eiytNvI9KymNb3IOCixHK7//+E7fG3AMBLZi7NUtZvnXlw71Oh6bUMbeQPICodwtlDZi07yP
r/L8ab9ahQUDju4iO9ln0cPRvJtHBS1EMqS9Kq7BB6eqNi4sZFM3TTMYOzuqxW6E2Xs/haG/RA2C
drbqfGPV5e1wRq/b/dNlev4985mOohYz+PHaFhUT0WNw2z2IGwmDH+5LHRFw8PFtv/NwBaQd4l4o
uUGTOhrt9TQOkyRpHX8/MstAz0rA1TL+D69y9Ao1IpAktmaUNaOdrRPW8wX9HeXEnPHep8uX61Ar
eSZsHkfK4EuqHDkiJxy77NJBNXgbRkGNES80iZ4I7QrZY1mNBlHAihXdpYUqESDreLqc2FIRjVlF
zv/r6j90Pqpf5UB28erPnze5QNSVmEABCRw977aIFA3MfujFkuyHbHKmKyPFQ/vxVd5sXhk7tMwZ
yrT3OLIfXSWpJi2IqUp6UZL1O5P4a8xHMlyzc+9OvNr5szj+bGBVAgugF8LkcHSpsE8bHU0xuqiu
B7dvXzaRES/S1r6foZGxo3//+Nbe9EPw+cAlo8My36OBLuFoOnC0DiUxQiwg3omXSZRnkIMoz1Yc
4S81jaA5pbZaggBUXE9mkG/KQoRXvErz88c/5e1T5svhwyGzho7I3zNbXkzBxBwAMQD6x44wne4s
8mpXaFxbYl2t7MRk8Ha2f32po8kJlymS145L6WyrNzY6o62Js9IDIx+cI8s1/sPrzcvBy1szmk6t
fK6njjk4rKIUP6IkGXAtkSE5o2hPfLpvqnVMQvq8tyOVyeRpHk0QMXud1lWL0BOhr22rRMX9E6Gb
DZf+2GkXSl5j67HJGvD91vmaApL69fG7fG9Y8YjRPLOc0ts/7ueHIlGqhjyGmZtfXde9LB5stAxL
6fti3/OW15WdpXCxjWTnBpW/hggPNa7szj7+Ie8NKuQ2IG+e61PHQUwhfjdimOrQg2lCHY/PDgvD
7NGwsGP8G5cC5wiNbZaHHeNmQXTXWkCUr1fXuEynkU5/gvufHEeMFR9f6r3xK0zK4vrMTKSA+Ho8
tbOwXKY2GY9qGO5EOPRr8PA+2UEEH45hGp8YT2+XNUquHKKeCcMaK8Lr6yXA69wqEgH5v0hS87rT
fql2np+oSr2d+7gKewaqzDq3dkwpqoa4bJtKDTy18LvPZUpSiAyEhtecWN6Bc9mqrONTJd93b40R
yuYAWwNVzNe3FlBrZKuZB14q1PJ2Igr0OtREf2ICeGc7hBiVvrZN0Y3d7HHbWVGcAQVwHHhTamTX
yZSMT4FmNBCYhX/Q+8reNaMdrg2aZNTH4nzZ5fZwBdw3Qy2OlfTj8fOsgH29zPBz2NbpfJ+UUo/3
nwDWmECgvXsUI4tLEPsCGOWksII21dKNE3EDNc+sF+Yoqp9FTNSPmo3GFrRffFHioTzDGROeWvve
exV05zmqIyCZ662vX0WGl1iJlCrw6tKdHdE5xHmrA2J34ubn6uabm39mUs0iAJab19cZe4Gdrw0D
TzIevhd6STYvntW9i4J8X+LXOINvExLD1CjwVsryekJXemqn+EYCwMIrOOzPiiuwZNRbXv8KxoIr
fVtRNgJU45e8r1G94xpfYQNplpVsHUrA5MS2UxwfpsjOMR65xZePH8U7T5ySA5RdCiMzi+noScAF
wHGHAmCDxii5VhwVuzIJGCcG//yvHD1vGnhMraiUuNlj+t382YVW3isb6C0PCmkuF1GIh6Yy4YSr
7okD53sX4/NCScnJEzzi0fcsolJMSdcqG5KL5IYjKaaHLjWvzDR39sz6yc2fP0K6HujWbLyMb2ir
oQu6QKaSmxPutAKc1S8xEyYX/8ZV6JzSvOcZUiZ4PVhk3rNxkrWysUk7W5Awwl7QH06Va96ZgAGX
cPyFWc73caxKocmBMbLiKl1txlfB6AAAaeZvX4X1LIuq36PEjE7c2vzTj0fHy4sefQdBOtZ42Tm9
xO1kXLRl3+7xuZIM0RTGd1v0/rZxnM7zS9/e/PFDRdwAEhQEM1X2425fkivUc6JA2bgBaFy1Y9af
iPXzPr7KOzsQBiNCbB4tb1DMf/5i7xclltabNaANLbPS5VBP0M0KFy0g2ZzLjy/1zufMOkYF1+bQ
Pc/try8F3ERL+7AmsifsnHunr6Z9Xbb9iS3Vs0/h6I2xrSSnAaDZjOk+uiMyuNR6AqOwsWoxbAar
CAmB9uNiQRS3+oQMIyc/QI1+WLGTTthNu+AJR6R20Al782wLu+bImnvVSIG1W5vsWlvgS1KWsKXK
izA3yeeRsj//+Nm8IVMy36K6wqKHMHE+yR09HJVDjW/7ZL4TB14eAAE2vjdp8CWAMmSgtbaxIsNx
QTVzxBk+GYQvq2H0lABhuiGp0r8KR5tUqVZTJ4wsvHLMjEYh8uXYBzK4+vjXvjNo5q3zXI2i3E8v
4/WbrBJXWoomnY3S5ZBkS8ShY6+ka7sGa/8fXeq47aj2oK4IwXI2ThMNlywTzRnm7/6iGib/xDs4
cVfHTQwMU75vFxjQw8Rp7vKkVrc2vZPzKpSnUkbfvRTrK1HD6BWAkb1+gBJ4UOzSHd5Ita7lSpRx
KJeJqN0b38ms9ceP8J3vDiAdPWkaqiymx1UfhYpPN4Db2rSwS5ZKOAei9fapTdv7V7HZhc9rNoX1
17eUcvkxrhkTVO7lws0bZVGGeXZiDnlvX8LN/PMyR0MvgbmmDimGTQFl56EaKtrevmKca6X6C9uz
9ih8E+MNrsmlKq2M5DCrSf58ZkZzDkZ1njhRks6L/Is5s4eh5xv4iTZKnSkLxOvjgkBI88StvvtA
7VmtLFBU4+l5fZVpchMtAqezcWDBefy3kKeaBdt/Y3CwN3AxCjnU34/WN2eMR7/LcmdDkfxXOOAq
1rCinmiBvDvcOWjPHRAOasZRQ19SxOG8yXCPKmkcwlBJH3rFMb2m9E+V3E5d6uh+ipqozcDiI8Yc
mu01DEpea/TTkrDDUxTj9y6FJGxePDk68W29fkE6VtBZ9ONsOjUotmOLIZ78rWjl9iDU/vwt0Z1g
HwAll2Pa0QNsaLpR2+QTLmD3s4MryHV0Torj39lg4f0D1w0ghH6VdTQr+aRiJXkX85r6ztxVYxTt
UtRqW4PM60WkO/W+y8Py88e39u5F2eEja5ohyPbRx9RJDQpEYv1fzs5rR24cWMMvdAQoUOlW6lZP
9nid1r4RHJVz1tOfjwMcwK3uM8Lsxe7FGms2KbJYrPqDHaTjVB9lB+zoov92X/X9+o6ycU+rwUh2
Qr38S7c5ggvjhLnyoGPc80+H/oY9OqjKBchTWU/FNBkBYnEoDueD/WjHRv72iIGKjCzvU91H8Vqe
9b8ixohuV632nOW+aks85vAJNaup2bkrrywljUw8DkAPAi7YnmWB2vaijoyiwRA/IiuJdDpvCnQG
mtJHMaP51Lh4Jr3+/a7VDujXUHnGKUQ6VG32ZloVdTuy0jCoBC6b8JO793oEOxoFgdL5OuTESFEb
5XME8DWoE9lRmyxN3JdZhDA8ecvOL7pyLgGTYdUFKpPceRs4DXUQy4JFQwCXNDkUUp9AVcMmwITo
v3xX/H0AyYP6gy6qn39XAUizzSDXBzUqne/HyYw9EY3OTkp75SagbkduTrsD5XKJP/179+AZPakd
ASjobfbooKbFIRm6+O33DaZBlJlI6ChJbpuw0bB2aZgySo3tC/5Xw/e1HcvT67vl2lQwnkLOiKK+
oON1PpXMRs4+LzQ7SLp0PeJWjFqNCe76P4wC2FyiXuQberNgjrvqcEQmOzBclHVcpHe9yYmHnc9y
bZ+BRkGzXDp40bc+n4uhKXlrxZ0ddN3i3EyoH96FSly8N1w0nl6f0LWheAMCDpLdO474+VArLpAG
pqN20NolykmRlRwVXiFBGati5wtdG0qS07GzA/DBRjgfKou10V5nJBVBLNSHNe+Lm1qzi0OkTLvJ
nLwhN2GYNhLZHF1PcDbbQjEWJOCsgXkEWotlE2qInl4pR4rU/9oKEjZKZH8qXWfw0fAgZnT6N9zG
f7x9ZXnK0EAD3yA7zufTDREtwgTDRTKUaBVUpkNVLxPlsW3caecjytT0YrZkx5QuCNEQbM6HMnE6
gy23WEFX68o9thH6oY702K9CTXs0E71Ea69sjm0fj++dpov+wx3E/Qojm+c3KfomTkeovSocPSvA
oFV4tih7fyRW7gTfy9aKVA8g9sprFTcDfZOgV4pbouHaWAFO9wJFrSQsvY5uwC8FH5B7lOXEoe5C
C8nitPo0TGIMUNztnkUqre5e/7YXwYafQtAEKgN6iead/PO/bt210fQ5m9E27B21uBdWkt9Zo/rl
9UEkNfX8s1JdQ4CCOiXPd26bzWed6hk5aHDtgbCqYTmuzaA13tQWwC/VcZgDp9SWX6GRkU01qoLc
V22jS7O4a217toGSujdhwDEf+qkq5hPSZe54GnG3/VNNSDl77mxzq7ZhPSIAmTeobyxo4n6YW139
ZHe07Y4jWoaY1Zga+pgKKJWdMCeD5d/bFhkBWgLyiqdXxg2xOSHR4k6104zjycaB6rHjteCXpZMI
duuq3tQjaYWa6srv15d1u6ovo1IkgsD7YnyyCa61GWWFrkGGsNqmQwo6jw5WP+Jz3HZ7jlTyr9pM
kCjEZURVn2fQtqkN4yI00asawYIUbjAKHTPrVdjIkerKc1wLNcgi4XzvVyfboS1sl5aqKDkTdCjQ
xcSeLfrPjZXY1Mt1BB8glj/UZX+tal0fijZqbjLLiW7mtZu/v21hX8ak8kyKKAe2N+czRsGr1Uc+
p8jRd1uRTUNtp3J84HXLzjUsd/7fC0sFTkCXpluuAXbFcog//+v8mU6qREaJAlDINRrkGlMbkCY+
UBfoPcUq3Z3llH/fdjxK+WxVIWEuqlzuv8bTMRIrxnFAcag0ulM16+vtGCG25A3JiyzRhPARof52
5t6+p8WOks/ra7sNOHLCssiiE20ICdsKZ+OmuRNaeXPCEhBLGZMLzivUGdG618e53DeSpEoDgexD
drA3h8MZoHsTeeuT6yR4HNSlPv6crVFSDqoyuXW0wTgU4EhPrw+7PZNyemxXNHopFlDW0M/XV0i5
UIuWzCkb82+546R+WzcfV83e4yhdWUfKRRCuKJFRHdt+SKN2JqXRFnQASalvC6SbvSVSlps3TwcV
DFl25frn6bK5ENcIpfB6bKsTtZ7py2SEyi25N0p7JeITO1/sckZSOEC21HjBq6Dbzpdu1bLWDZe0
PMUKQofC7jSPYkx+eH1GlwcOzB6CNbw4yC8u+DRqtagJRQTEV9EMPrgaKmQ01xAWQiMO7nn75u3O
cLKbxadiz2+3+5y2dVby0jsp1eii56VGQZ7Ne1DgK5Pi4Qoh2MV4GXz59jNpGVKTGN2fBiv7YmE4
7qeZuOn6AucERR93lvDKh+Ijo2GgS2gZhK7zD9UnvW2SmVWndlbX90ZfLcHkqm+F1coHlqRXw/KD
MSZJ42eRSoSKOWqNVp2aOhcPU67Nn41KbXa+z+V5lYx0ym0aF4xJDD4fJV9KJBV6AdVgVcMABhRl
em1El7Qwurfvb4iLQN0Iv9SntqlWqppNlinY6401Ug8q+D/69MMavL6/r30cdjcAFp0HMdKQ5xNS
KGSb+ZxD05gmzdfrtYdwgP7s66Nc23CSgk93FjAmIKXzUdy5IgrUbnnCftX5N16kTfLiWsfMHTO/
tZtwJ8G6NqsXXhq3BvX5F47AX9dWPmhF1uhreRpSulaOrcR+ESv/4bCyEcB2sKcpI76ksX+NMg/1
pJeQ40/IoKrHskNaV0X78e1bjoYQhAmwA9yFW9ELQ6gRGlsG6nrTWNzwyCiOK8sG4LR3d4a6aAVw
iHg42pRdpGAQofz8OyHZlRRKyi1Bhbb3nNQBpGx8oVf7o43zP0WOxfdQfkDM8L5O2p228JVvJq8O
ELsMLgmZ52NPbYhVl8vdgcL74qcayoqxXe5N8coB5q+HHQK6E2Lh1p1JJyx2+HExSoVAatsTYNMu
f5847V7Yu0ydKP5Dvue9ZGvArjdXu7s2lgIZojoBQ48DzHzwNOwM/MfyLn0y1kj3K/AdN8A+o3+a
fNdp99py0tOn2wFJE4q2/PO/NieUXrtuhqQ62RUWwq2imwHN0H5nx1w52HQguILB4qLKsr2vSDQK
1RxhKcW92T2nqwLIGz2ehpdMZiCwnKnjzoiXiZpDSxIWkUXSRAPEOJ9XphWlMhKHT3m3NPe8D3n9
RZV4bLV0xR8HtrAHwKBpd6Lx1aPhErwI+wgagJs9H9ecow5B1pgQNq80p4ZE+RS1ZXbntLr4OVci
8RAvNp77pGzvdDLFzwMon50fcWXuJig5rgOSRfqP8mv89U0TUUzaoLoFxgyucpfOaf4oVGrendnD
H0318RFEwFsxBsQEMHrydsD+i/C9iQkQ3vt2qsmAWpBjN0uGtaytRP1O5nhlu2JpSupNwCZJuABN
EK0d9EGLk9rgNLTiY39QqCwcX7+H5D1z/pxBn4ZGqtyr8jtunk+xbZdDmU/FKWz65F211vo7+Krl
Ye76+BDWcC7TJla8qhmiw+sjX4k7KOPwtpD2d0x08+n6YtBTVHELvOP1BieKGB0rY6kCpCennTfb
BdZPfjEKzkh02fBNSIbOtwn/FfDQVBcnxbJ+anX5YCr9Y5+4hzRvn/V+vLEm9KvhB902S3PIlPTY
GNENPkdfXp/zlW9KWZqcmUIkBcFt+VtH/bLsubROw9ASAfHUQUs3W3d2zpWVhQPMa1++pIA/b+Js
ZjplrUVrflImq70JJyJpOY1fFKVYdr7hlWDHgvLqkDhniuCbde2XXCmzEhDzjO2U19mDcwDF4iE3
itHMm1vifEVJpGOzkmCQx2ySdCOctaGv7eyUtLV6kO6qX8U4rTtKZldCinxESWVAKZKxzTILG415
Q8uyk+lm87d41rvjsqLjX82pe5c3o3aXjpG2xwW9EGyVk2NmDtAJjiIJx/kWjVc3LWN4GycgqRWu
EkOWnwoYOzd2bvWnNI3wayoW/f2qFdoBTgItZ6XNg6kT9GpNJ/ejGp0XDMHsnSzkovfGL5NqraCs
eXnLVsf5L1uUnEs7Jr+qjGr0UiW0keXG1wbozoMj0iecCJNAVxHNjouHtJyeisbBCcScf7358Ehd
OZihVHJkqfD8d6RtKUazgZ+mWL12N3RuEyzLMO4ExCtHVL4zLVp77AGu0/NRKDXOg1kq6Uk0Uwci
2mrvwt78+fpUrpxQCI3yU4OGlmIx54N0ZY5Dw2Kl6PGN9WGO4xUHIjhSgzvsjHTlhNLSYSPTpeTw
bEHXiDnrzpou6cma1wx/W0JcZ0d8PZL/9csaZXvvwYvaPNsFupQGBEMiCpnldm5Tlo8JrDdnTaI7
05jLyisiJfkw9RFmqu6MO9yctIcud7AMWJb4vl2q1F+tpNjZudc+Jao5kk9syp6W/PO/kgOZLM0a
/nAnTR1blH8LBLQBV+5A9q99SyrzDuhXqfi27UU4dhzlcaWmMG+rKEAPvTm4IGoOiyjVndB0OaGX
Ai6VA/elBLkJgOoSi8kOi+IEB0u5FeH8o5uEeruzN+UD9zwlYBSUsOTFTHN7O6GyCQ0XD/LihMma
tfjTUifNe0EutxzhmYWdj1dbHx4zXNNxMxnrrvG4UvV3ElEPRjac1h+Uf/PR70CO69SEaIgdYjyC
36td1s0Ej6r+YVZ2hL0BlGKw/kXY32N7MSwHl3TV8gvg9r/m3kg+TkU73y5VsRxHVW/fZenUGp6i
GZ0IaGqUxWmyF2S0jSQfqxuFCPhZ7TFzOnXm0voM7B6WUDO+NQaAExQJDNxDrUb9Ln3hfyuLkDLL
PVqVqD676o+4URbt2OdDeCMUc0Wkuq6K1RszG/SmLiI8JMrWTnYCzpU8mvXm6UUokFDcbaF1UZs0
7XUMXLK0Xr+MrWt9bVJT8R1Nad/XRaw9akjUBUAU9Tu7VMOD5mRvbciSyfIbqBsC3SOZ3r4heILm
OobEXDnWGgWzPuLJVZud1wt777lybRPLjUVDiwH1rerBMGWD2mEhc9LxBjhWS5gdeIN3OznQ1VHI
LtGekiSwF/3fv86+Wxtm2bhtfoqz0Lgxi2l8yqHW7Zz9a6OQT0KrlYpMNOnPI4yIMpZ0xRcnr6uP
KtZFpzAslJ3s9TLAIBzz1yCb912sL0mcLQySJSltztTJTjV+LD698z2S09WheEhKhXSe6NvLr4yk
yWCLU90YqdJgtQmDEMAq8qVLvzOry4uJWYHWeanp0qTYZBUraJ1FtXI+UFuXd13d6/Bpq0L18wHv
NC8v5z3Sy2Vix4jc6RR05JNqmz6mYZu4bcqIZtMZjzZVf99cJvuARyymPoiz4L5uvL1WxaDUXyXv
CbjLNq3DMZdaphvnJ2tMpruxMhL6sUnNJbzsNWyubEYIJmx43nN0iLdsGmeexhWjmuy0JMX0mBe6
9T1rbOXtVVi60LIHRduUwqWxuYTsrgAfiB/KaTH16Unvqu4r7rHFzi105WNxosgieFtAndzCkbqi
IP+HSnJKqzzy47rRbptE1WYfWrX2OI2JdRhbDOlfv/uujmpymfNoAti/zf1hRQ4WzuzZKYKdFjTC
aHytn9MnK8zUoIpE+tlaXfP0+qDXvhtzpAGEwjRlzU3BGaVyXRamslNfa+NN4vZYINjJWwXKiPC4
LtD+Jd+UTI9NFGEphdZVfXaa1iZ6mOswL7wKN8idiCiP7SZ5OBtGTvavuLv0sSVmxPdOZu+ktxZ5
ru3NffETXRkc9bAKOeWpC9FhKWLnzuhD8eaCEIboHDVAkDQ9gICdj4/CJlZ82BSecFGWPqOL6s8C
b+N5xB507ER7qxRF9Pn1L3jliUQXkdopFSHUxEjoz0fFWbxI66ZBy8IcMZngonGfkrrFMjbsjD8T
djQ/x1a170mrsPlV0/kmxqX7hDx8+agWWbizo66EcZqAgGMsR5CNb5H/BbETw6g6xRNZw2VKSfNj
uWjqoYmNeOecXtm8aBJKZRMpj05gOJ954YQLtkQ8ysgqcGGMm+xYpsNejnRtQrasTwkSUgkgPB9F
JGqrYg3CeymLYXSvax2Uauo8Gua01wm8OiHZsCX/5fGyfZrZFU45jclQceN+iyynROg/3iN8XYkz
OB8A5pFCNGC1NodxwPFa6kPjhOOECbDxZsbifYkeRLyg+BpZ1i2Qz72X2bWZUSUm46IMTyd6k6yk
YVENLsuGuECIc5KjT//MY9V8ev0sXLnXaQdyyb4USTEIOf9USJuFQi94cNpmMr3Loqh9LtMQfZMB
DzW/Dw1zJ+Jcm5ZrslxsQJs65mYHpphI9rj/UTjRKudkKqILpH/K8fVpXcvSeUkibsbSgcbdVh9y
RS1GkY3pyc3H6U7FSfV2whEbM+Ahe44iKNskMvktiPLke9etZhDFuLr4r/+KK+eApUVjDYUsyiBb
obUu7UA7rxFxxlnFZ1dJcTtVEa5ow3GPTnFlWTlsiNdL8QQMezZHbpiGacZhIMG+TC2/u4lgd2Ln
enh9QtdGIRujecZ5QA1oc/el+gSGe8kQi1G0b00BMNNoUCp4fZBrqwbUQ9KSuBgoVW62JOqLUVbG
yWnOIsWnrDf6pWYtXqEb/c58rg5Fvmchri7V3zfXT7FOpdXWdnzSYuVrE83hIZn0Z0VJw/+wEyhp
805n0WSl5XxO3H71uNgI01S2FfnV0qlHY07wRgvfzAshc4C681J6ox9+occiUFxBWEFHA0c01P9a
IKxCiZzj6x/pSuKA+BTlVpu+u4Svnk8obc2x0IH8negDIhsBeyJMAhtf9e7IN52PEyLsix8CgFm9
KYfkwWNcMXc4RBfBi7eP1ACX9zic2O3bVEJI+6jjfCGiWb1LxhRTQ8C7HpmifSiKMnzrK1WOB9he
llYlB2sTkt1ea5G8KtPTaNtF4KrT4Dn4Uu7s/4tDRgJJUoKuqgSQUzo9X1phoarLgzs5ae70s1GG
8aBq/+dD8//qBl/Im0sBImp+vAuoM4I+2mx9dW4pISfYWSvUErDyw+wcv1/k7vK4M/5xEjd7sqY0
POiiVU52qg2JV7R68WjryAxGXZfhfK2NQ7B2UeflDaqvrTHNxxkwYZCbinJoE6wEY5x4FN82muVZ
WRJrJ5G7OL5yDtiC0qLhvUZf6nylCpQlW71npUTcd92haUpBluxYeeLNJLQ7wUKXS3KWLGtQlTlQ
tMRtmsZbVovAcTqNlAllFl1H4yFamvTohJRI71RqJ+FdZ0vQbd7OUAvCufnVrkv0hHM6Bin2Uik4
qWvOHaTt8ldsGcqpWvS58LrIrB6T0h6f4gxl+GEIk8dqnWxQrVi/jAhM+6Wxitu+T51TOartTTEJ
47YJle+gqvf49Jd7jyki7QCdEuoVUf58RRNNxWM4IaQXVW4+LVmXepmok51z9MI62q4kuthgQWyw
tXAmz4exUiPS8nSIT6GeuJh464Fa6//ETQ/w3f3cDfq9sMNnlPhyTxQi4FV86+JA4YVl68fl8jyX
48dwpLMxqZPqtVMbNPlg4Fyd+JUx75Q+LtdEVqQkN4UEE+Dh5qTA/nYxS4fFKsoRt+qyEgV2dMOg
7Oyvy2jGOPIBAIAEduc2ZYkyJDMQMHCCIlyND4mdlj8qyv4Fvfq8+Gelirsz4LWJSVoHzU3QYPxz
/hWyzp7bgashCN1RuXVT3l14audvTfjAzUm0g+TWye7xZkuZbgIrkWYHFId2wiG5Tw5Sae+/zAWs
CAm6rAZsOeGWUfVrXTAXjMLix0htJuyAs2Tn+XQZcEiy0KCRz0Yy7i0xMXb0aswmmCF9gxey1cTe
6FS/SwAqO9O5shdkNgdAD5EzypWbA9IbUV/FnWMFZRQt91OT8wQ3bN4eozl9avBC/E/jcddI/CEI
8M3NlgizLxqyrKCA3fNtGhDatApEoHqEN49TpZk7kfvK1pNEPACp3NvAozdnas3KXkPXywocvdfv
w9jEAbvR5uD1JOXq5yIVAicKeQ3p8PMNDnnfRb5MzsoAPRSDSbnpjGVGI8jaI9Rf+2DcRQROiXQD
rnQ+lLE4SA8aKxQXqr9369oY78aZfsf6YLZpvbMNL1dP3t7IANFZJ4hukVl9YlaVESZG0Or4tsdt
K53FFGMnxbtcPdmGo6VKMZTL7uU6/Ks2VKXmOjOMHjiN+2O1Ms03qdMGLZSTnTretflI7TWyYx6F
oOTPF69vRiwoJ10PWlfJAcqbw6GI8vDNgYj5AH6lJ81n4no7HwUrY3WKIml6u+DXnWSD9knptOHj
W/ccMCDaM6DWKIbCAz0fxUWCMq7CSQ/qBflDtGiSIK1N9UOnm+HOUFeWjbtTkmzBH2jaltu7CsSQ
K2fWybub224U5v1Q2HtCgFcH4eMA8tfICbZ7bW5CFYliBrHycqHabzt3yaTsdZkuS3Iy62BHk3pI
WMW2qlqOORqvRaEFq1O2H9u4zxFaUZGVfK8IEvtnLZy6zsvUOoOnFmKc5tVwq6Pbau1WhKZWZD+P
q2WOe4HxcvpkQS/wQACdkn9w/jnVqOinBG5FICIr+50DuqT/rzY7neLL6EHZXKWSLemvtP03RRG3
WIouN0uVRaa/5jgLMvNR/jDGTe2bRd7unOyrw0HnpDMttcy3StpQs2C6FJEacGDW27IWepBYaDNF
YxF7s1rs6bJeLCIrJxMAchvuT/D654s4holoRSnMQIyW6wHpL4/qKvbUDC9mxSjARLmVeZrBNtxE
kVpdEaAbHDPoluSXGHvbb7tFIB/Q/1QUs9h5e16bE0UKngI4NlN22QT8Ge/QrmmxM59rkfuo0NfH
CFu2nUh/bU7gzkg6gU5ToJC/4q8Y3MBUTGpFiMCNrQgHeroAYlyn2662gY2KeE+G80J8/oV4i5sr
Z/FFVGKzE5OBts2AXmqQNljbe/U69iH+IV3e+msjgAMIUdcxpWkdffduzXWcHdto+owZh5kekJ6r
at8YdX3wnXjqtWNeaYrBxdFUvTdMPaDsfKqXvSaXDN1n7wlaBzxcwLJDCKE5vzmlQ0omlWqNCNoo
n7+UgC6OS6lYB6OGyoZukvMwAxvwXo/0lzHrZVQ8QqiASDLp5kIZZmdV7Yj3SbTG+VO1jO69i9jH
vZM7403cYB/hZVY1Hcyoxh1PkvACCoHVk6jS8MdoWMPN6z/oypaksAEeDeK0FHPeHLMInYdRpBD1
3TIWTwsqQp6aL91br1FmjWAoIifUVaV3yfmWpFzWYy/To47Ri+VBTLVFFcvW3368gFhwH2jgsm2q
uJtRDD1B/CMTATaHq2+OKGAPgh32+opd2zeoKABS5GkPOWqzYnqpZrYxOUaAsUMV+oWTYwPuQpTy
Wmtpb3gSiVsqem9u/crSNwQzSDE2NKktwXzO7EXLDfI3hUaiBxgBwm7vtjtLeGVyjk4PmwhPNCTw
ni/hVIpBbQZVD4RU9sZxvK6OiK1ph3DiPvcSgqIHMqH//PqayjC7OYvSRhUl6BeW7lb4z1pygd7m
QsKgzZE3LHP+MZ1m+6jVi0NJC++8ygnV96Gz/Hl9YPmxLgeWzRLYH1KV83y+jWajW07sISseumM/
FsNThjb97TJY2s5Ju/CjJkzSMpG9LSkxi3rF+VhZOyT1MCxaUCYqPOs2rnMfBbaOWc+1kh1CSm4/
Y5GaBxDbzpEmNZaBqZ0KX6xVf0RSrr3jyrD9tKfo06VCu2+Npr3LoxjvF7tH7leha+YOVXLfcEq8
eNELf0i0utupTF8JGjReQekSOOjgb2lnLgpdKt9HC1yztW6UOUv9kMbJzkG7OgoyIjojSDLJZr26
QqhUUXotUKz2XYvR7XMfptrOzpN/yWYDcEXK8M8I3AWbBKDqKGjO6qAFibISdZPxh1sXOpJj4+3S
8VZ/fbtdnRI5oU1XkGrAFhxeJkY8hF2tBT1GKJ7aG/ZttmJQ9fooLzZx20lRYudGJhZSz99MqsQb
qM3nWg3U0ixNH4Z0+xVjMcqCVEOcH0pWxJ+rWE8TfzbQcqOeOE9dkI8UKr0oHVSokY7W/WmMOay9
FtnP34bdrd+nsB0zb3ayRByhRLSJr7TCzP0WnHVyQsyPyysXw1ojuO1a382idt2DMBZ0zfgX5NvK
0MaEJDw0MKxORfmtmELnl0tn77fGG/jjKJzp09wriQC2Y4ivWDdkswfL2/wiog4KATSYXvNUWHug
W3UHCFsuInX2C6Ru/3GyUXV8LE1oj8DvrD7kyZR9jdpmjnxDFProj2q1tr5WO3MpSTN57/HDF/P4
P05l27HTlVowhnlqeVYESNhTK6f8sfNpLrYb2FkCLEUnLlvY1ecxwHXyegX8pAY8zeyjPue1NytJ
jUHUvKfidMmI4CVJrRTUvlQbxn7jfCzVHNqsW5s1iHkMNT7vvvWWZ3vJ3VsUSXs7t+mooBYYp8Mh
HyLrM+Yj9Q+9mor7ISnDwV/yiSqpyMrq55tXQYo80YBB6oiNutmf89zUaQV1Cbxmo/supMgDDUTN
0+tmrwB/GeC5q6URCBgbgvxWMYvYF7mtGa9BG2rTEbVcESiqM4EZHPcW/PLuZCj5gOcmk4DkTRo8
qL3SO5W5IL0Z8u7UmrB+r61iAVMqIuUZ8S5seKLFQMfq9eW8jCpUJlCOo1mI7gSArfMPbfZmHodi
XoJlcte7rAr/uOak7mQG7JrLvculJXNWSc2AcXw+TL2WfTtrbheE1ZS5N43bL8oRc/I1OxrhMn8T
ZgN+WK0io/Ks3rU+j4mTqqzDZIG+bbowPMTVnGuH0SxS3UP4VhH41htN4mnapMXH2a1N/cjlPwvc
bufmo/SVj/0pTOYUjDK6DDdYB1Kzagp3boIo7+Cjm+gQH8s8XIybdYrrzJ87yq0eAR9FFDwD0shP
QgpfT3VRYISyrLmd+oWpR/82y+gofu2MsXNwy9p5AIYWiRsrakCT2m3lenU26R/VYWgib5wKhSwk
TKPxOFptkR3DqEjeW6CICzoukdP7L8Luh3BQIznpdsp8Kb8q+5xamB8MbbFqTw/14t9k6cMPYPXz
96MTWb+acFA+gEpTM0TPau2D3Wjal8EYHMWbWycfsHOqeGM3XWVaAIP16VHkmg5i2Jzdd+XQVqHn
ZnZq+stS2XPQxU2OmLGtrNVDgVIQfdW1gswyJgo230he8iBrasdNnnh/FWqwjlr/TO26g/Oxxuqn
ZnTyxM9qY8yQvViLwlsTswi9xEBq49RYdVzA4tLD9EA/UPtHTG1iHKdc7+qbIm6Hz4YZG99phvYI
dEjUd9Ja45OlKHHuORGn5lOY1Jh/x6u+HhvhTrEkhlXGqa/qEj9wNbMOqTMXjifMSPxx29AyEcAx
F7BlIo4MXMIW7d04EWK9LJnUz3ixiDYgB4ncI1ulfZ9Xylihqa9hn6Stek9dxIrd3rOXVLnpGjqQ
HqKOSkiUX5evWZc1LJqjcE7jQVlw06o73mOjW3OGk4R2khsaw08nNMUPZbB6xDEKO7lb+b9/jFGz
8GVah6RtWrPugQrJagR1Nxofx9HNB3IwNe459dHk+pY+6xZGW0P8pzQq8aCbU/JM7xAlByV3kuec
dPQfJ2py8kLXLsdD3zhU7dVUq3+264SP0WDnE1NTurDyCXYT0uKDMd5VcWb+yIAF0Nyi+MfMCncV
xyiNlj91m5kf9Gm0bKTVdY0uVG8t02GyyfR9TFOpOmKBExOkKmdYb8DZdIUf9pH6PFoKPHWLlj13
x4SLdQWl/bZwnBnkS5rUf/TKDL+h9tN8LR0Yhl7Hq+h9R8Hb8HW811sA/Vr72Fnv7DF6aJI6/DjV
jfKHB1OX+c04dKWP8Kr9e4I48DVNB107tW4ulkAfjaK4zy3BYk9J2v6EnWSWGNXFThzoQ5wlXuuM
6VMJwjb1bbE43+umGX8nVFjeszghdAH20OyraJ/+rtx4sH1I5krpTbhnfkd7fvi4LJNanyoEk/mv
tjv2B6PQjMofUHIOvbXO0o+UD5PcV+lvaV4Jsf5H51LrOC74VJqHYQnZIFluhv/yvyXguobJ8rJo
SmM/MRv7CPDPIiU3FfufXllQjTPTzPEMreufc6NGoAtnTZtd2cVSvD1x+QRdace1ZwBHvXcnPWxu
Q+TIx4AT5b6zIuHgEjYv9MaFVrWR11k6TcUE8TvbozQ2fSQVWluPLzil5E+ace9U1vKPUaSqP6UG
xNxJXcRds7oae1aLnemu06caZitPoN5HWDUqPCY4YRZnW929YlrJ+9Dq5/KQlbmJocqoig9hHBbv
rbjpLD5hpeHlZfXajUnR/7lyLZg/No0S0iuka5pjJ/AaUNy+BAA3JA8rIqgfG6Fra2DZtdncldjN
NSB1FHgh7UQo9ZMxix+kfQt7Q0zWHFSctjFY574qT+OQ1iXFrNIpb7K6HYGNJAWYz7nq/s2p4nd+
TFfx5ISRIODWJXruRTeZD87QQsnO9UZ7UkE5Wf5UpMOj1nRoehUYH56wsiSKljjqJXd4Ikc9RiPx
pJ1MayRmNjBFPrZZmv+MdWWKTmbizFHQj2mZnHLEq3gHkdcap8ScXHLUOiY0pVFSf2OAmbJlTHoC
/dTVPuCAkdGRbhUygZZMrAS5qiyZjx67/mUt8As9tcNoqzcYvOqxZ/IVMz5MAsdmdovZ9IwhdCoP
bmP/b+EkKlIFqQo5prTF+i8W1bicrUWvv3cwj781Bhr+XjI11ewZBgz8Y2pHSXcTEozVgx4NtoKi
WmV/iFAAtzyXO+ux5dDZd7ZdKyoa4SLPPT0t8995MrQIdaES9JWOd3tfod8agrXSWsqYtU0evqz1
8hy6qzJiB1MWxPA2NGfPTlOo06kiysbv0KS+zefQ9CpeA6ehsVV/jfoHaEfd88jX5y4il0s9HcOv
LjDremQJUHzA9yuSHpU0hYdnkcxR6oH2ir52plIMvtmOAOBpSaV36mDWvypKbDzgzMFMvVSoZNjk
wUp9yNOSLDhclkbzotqqksOy2MrDUCDvSVHFjL8aorce16WZkhOB0pgPtaJzn8Vaqni2m2KSOBSi
IV426fxsDmn3tajCvPKNyk4WYqmZQZaatDo8rOA0Mq+aJnM8cGBy9xgVY/99pf1wQlJ6ce6mOMlu
mpar45DaJKnfMzOz1mOSTZF2G5dK/M1WR1Ef6mnUBp/GVHJTWelw7OekCrqkhnsljKzR/HKpiwfW
MuUdllRd5SerEtW+jlbd05pDN/0hlpkC65D11se6NY3fsWvBcLW6fFKPee+gCV8y2cFLNa5rT3Va
wkNfWd27rG2b333DRXdCTBDEltGFC487wm73O5oGh1tJpS5bhuryRTPm4ve4ajrZQdMu4mM2KtPP
vv0V58H/sndmy3FjV7p+lYq6brAxDxFtRxwAmcmZTJGSKN0gSIrEPO6N8enPB5Zkkym3aN2dPtFh
O1wqKokEsIe11z9pWbl8I4jZ/TIVS0VF19D9nSIJO0OHRuD6yuDYbch7s4A/CYbct70rH2VfDJ9r
PK0Lv0Wz+ymdnOEb5xPKu8bWmtGfdUF5Z+ISWNys5ck+6Wcl2Q1FggWkR/rV4MPoR4/RWbIfA0ww
piRYpgWNjeqlw23X6c7nxrXkXe6mor9E4l89ovzN7cAVmtP5ZaR0l84k0mdLVvqdbphNF8RmFD2z
sLE1C92k7UKKahn7/J7qQ29W2sdcLZ2boZ1ViDClgiM7yH/RhlNKCRYyGwvvhCrKnjZ5rU0n9sJw
gkW7jp4cmQBuIwmKUTeWzp70rLzwp6RJUE9ikrVX68KIw1GR1Zcmyq2nHD0eRXQ2eB8VS08MVPxW
+SQiT7mqurm6yEZt2qSDls+bSuvKNbwg7e/Lsm4f51YiySqjqFluRxRpDIl0Sm7q0aNod+Jccwgs
RCjoDxGGgtxDPiMIrur8Iw8sH04HnFE+JbWSFggaaqW5XNpOU8JBpUEZOqz3jU/fig0py1PL2TWa
Rt8SX4XYCotY6ikHFVFmV+poz/VHkbJoBKIzzCXMJxWqIyuB3GMk3jVB5Tmz9EuG6mXVdeoeSbpN
soQ6srxReVWz39AJLX0tISPVd/vMm/3cw/jPB4Sz4mPdI9aNuLepS30A3abf5NKNPxEY632rwZhg
zTlTsvgS7ttN3tqk4EhbVb6WJJAsVNJF8mHU2UX9NKUTNXVmtPh6AkvGn+q4rn0l4nUyHau4OrWk
NiXkRAzGZYlBrr4Tdp8+T7LqOVnreRR62VQ6SLym9eyRGZoMSIlo+qDDU1M5HcmfSjFlcJPbzCkG
k/VvVqZPJPjOw7HnLnLelJwCiUNU7RZAmoxRthlPVyw6mHbfbO1oSavjFj7/ud5JOYe5kdEuXgov
30apXguM5AzreU1ZphQdK9c6qft6+gbR0mlOS9OIO18oTkRrRo/LIEdmcGcYNTMplw4bSd31k7jS
yewtj+OuL7ygG600D7VpmT5VhuzvIyiIcZD3QyICfZTNfeqlXRzAUHQeq2wh9rSvqsX23YL3F6TE
WFu+qcjus1QBx6BKle59UffY7aElpd9UllZ8ju16q2xUaWvZxhBNQrAbO7PhT9DC47CwMzUOlSUe
eDxLuvrzxflS7ga9RLGgO0OWkkuClcfOdgrsKEa7p+saZ7UxXuIbUY3Xg3Dsj4qDdUygjZJVW1VT
53iQRi98NXLpWuEdi2Ed+pAZvih9sMCKh1Y9bkVh6F8KwkL6S0WIxg2wKaoukjlu6xMvn5PLkjrB
9vu8Miufc6j8gu2OvO40Isj9aamtLPAUitGAmY1cbbH0Pgoqjhk1BQtAsu+2c0bVnhX5DY5LheH3
Q+URiil6Mfo2RssVGIQnxp3kdbu71CPpInDjZEjO9Mrw5jMqI5IUnEZzT4q2UWGjVXiqBkXmdDeF
lvfPVc6KGI753H4YQYj2ZZ9T82cxx8OzLBIFaweqAiK6mlom50qjdJPvzl0zkA9Z5rhipxMzbkrG
uvNx3zHvkYKLJMxtq7meJjJGjhXKgF2egyBu6kGNvs45TzrsKO3ywJWtum/6lqLRGNU62wz9oHTr
o3H6Pf3n2gtl3kvhu4vXGn5WGTw4aehxQz2p1j01zMRAoscDDA75zdLO8pSF5zQZOllTgcTNZ0dR
ZXqSI9z54qq4DITLEndLWHoVgdzFOONzSAUld7Kn+4lxcES4ppyd6anEq+BUDBaH12EhM8tHG4b5
jtq0ZcRy5ZaDj7Q9vhBoNq/dpLH3uuKyZGttXKqb2W0j3R9sqmfaqFnu0ChJE49r9XkTeInr0RFY
RvXRHTrs1fRmkt/aDNzpGIVYtK2nxYtCuxLVYy+MTg3/w0iGuiE+bNzm64G4znWKx1aZVCv4j8bm
yN6WAPG05x1Kdjkat05D5ym2MFULcJIlXgs7BS/xaULHJu/NKG74zt57/pU/N90w7IQTivU/rlqI
YN52imzypAdXL2hIxYC4rBzsBXbtCkhi1nveVj83v8AW0RrT2kOi9BPo18M0GbWsmbdpPbA396Z3
lYxJ8e13W2z0u4DSXdjVNFMPcTEtHebamKtp2w3mBX6aNvWFoGP82508x4FQh9+xjSqfFunbB5fN
vTI0mjpuVTSlMICRPlXq/J7V/s+YB4HFBCuioQMvZQq9vQq7iEhizOBJhOqzizJLyuuu9IpTLbKM
bVu7xjsmDf8C9F4Z/xBiVwMFTNYOOqNL2hqLZcXjdjRJ+rNYmcpuYL82pk8KBii+W7Vm0GLk7FsL
x5Ey22c254Lud1MQLcRDxqrfM1b0Corf2xvv5ECNEusSA6JsPB4bcpsqnA5++yVyFRxz4Cpzx9qh
uUKuI6yJjVFuEWqiq+4cQcFDgsyvR+RPcwzHTEAruPjqymI4JK/S6SvSOh7wGo/G4SIriJGhv2zt
OCAUwa8v9dMUc1cQDooNsmNsUw4vJSfZxMtQlNtWOiLokiq9FlM6vjPF1qb/W9AKRQ1kKZzw6DFj
kvD25fDlzVLwXng5BbjOQPFqZ49TNNBBVL6gOIPf/R6p/KeHiLeX6q5qOVRDtIQP5lvRk/coVYtX
VWV5oJWZEjrw4QJ8+n9bmofWgHFBccUUoEQ7mAP6IqwlsuS8NUmr8VMOX7sFi+53RsVPr+rlKkg9
EGgAaB9mNBVZWY292YJBNMqy4USw+ItW/7av13oV/reGq7P2HvKY4tIZHU1WM1DKZPsWfbltKsl4
XITy3fv5P9+ITsTf/4s/P9bN3JHOKw/++PeL9JHEvfpZ/tf6sX/8tbcf+vvV8NTJvnv64+K+EX9s
++rbvUzr6vAzb34FV/r+TcJ7ef/mDxtyeuW875+6+cMTqiD5crn4qV7/5r/7wz+eXn7L7dw8/e3P
R/SPcv1tMV/rz+8/Ovn2tz9Xbeh/vv713392eV/ysbAu0yp9vD/8xNO9kH/7U7G1I5rzK0sOsSBr
zkorGJ9+/AiXKUzzVveu1b+L9a6qOar/7U/NOgIWxpwDTg4UOLwh//xD1P33H60EELTkQIarL6X3
54/vdv3XfP3r/fAovv/5j6ovr+u0kuJvf75gza+nNUIvXKRpUACJITQ8dCVlM8sSmWptqMsVbMhc
1NqFqSt+pCAqDsreAIB2GuxRfROHQ8/Ha0eElhbZYZuXTuOPUnWf8io7NYdZaemMN9daNem7Xtg2
6XW0p2lEKwQQYMkzNb41OfRUdI9mLDMZoMFW5jZIYOWcd+7Yn2fuMH9uyG/XN4k5lJ/sXtM/Vm3Z
70hTW069Np3OoqmpW79rOiDulmRiFErLZaPJtt++vMn/Hd2vRzeL7vuju/rjw1PTPxTp45txzmd/
jHP3CMI9A5URzuqDPOQf49zRj5gA6HVB1lcj5HUK/Bjn3tGqBoVzhmkGPJK1cPsxzp0jiG/6SmMx
V1IrUpbfGOfMmoP9Cw8H5hOWBFQ5EO0PCVqNUujZbBTjBjzWdc4yes7ztpaYcm3zvMhudTC6cYMN
Dh3kJRLZsBVwdlq/F21xJjS11kNDyeP6VFjFzF/01GHXa/S9g7RP0vul1wG/lqI2vgGrEUKWw7Qo
/aYx+49VxlYQOCP0GF+XsZLRBkq76gRMuLbDggnxMa20GiwD1ybOr9KQs59Wrplj6Je1BDE4Mz1U
hJhuflEVpYj9bhg9plTvRFkAVWOOd6LOHAWmRW5c5rq0Pml2JpuA9EZs6bVywm24W4TTbKLaGZ68
3nLowSrVdNtxki6Pc9ddG6qmbQ6XbVJiNRkNomkDxUtwZfK86Nvqjdf7qPJ0MxxoHNzAZi7si0oT
jRfkHPQuRm/w+lMCVPXZnxvh0hPqprJkK1h0pEIjKw02ZBg1BBoNpm4rNTctL1mN5RgKDHZvyowu
87GmFv3a8RmgFQOfXg8WFu7hSATxvTbhdeg7Np8OYB9PYoPXI/5Vhh0pejCqaTWG9ST75GsiK/WK
xo/a+Oni1gANlLbDJUdJc9yJdOw+i9IagFo9VCvDRkkRRBy3TZPf0o3KzWBIvfLcSJNh8oG3y4vI
GdT70XGzK8I6nAf80E3hRxzyWC5J6558LYbwhYRszq4K05OfmtbL3cBoXDX1qwn9aZhEivGwOFM8
+2LKlo8xLIARbCuawKNt2GfbFpkB0ISyKGkw1wJGTNfgfk2ob2s5+8yhjecTTzpYu0WpW+PUNJNE
pzEwRkNQo3IllcvSxAfMJpx2i69idNFYg9RDuqLO00ptKS7p1uof5EBY/XlmDrp93PSGnoeLubhE
bk9RXoZuORU4vEfoYc9q/IPGk0qh0xwM+qyPdHEiIUMhpyYOChljoZNp+JYG2tB65haj1EQJ+9Iq
8rDJjSLaKa1rXph2mckglgJ6T0cioLGbNHDVbZ7OMEGTWvQfhJY49AoiZ3zUynEafFvBWsMH+0iG
80oCYsJwxxk0oZswBR5gSuM7eudagZIPy0lvCoGFkD2quAnZxqCFUqswdgDgab3Q7fL6Ble0CGCt
UmIvwOBRQyBbYLH/pbeUyAX2xbaf3SlXPkuBsbQvrEn51KXDOIZp6Vif3HFUP3vwDCKfc33l8MbX
7Bea8t1GS4F2DXdqH726xdnPzFQ2vCpLZ/Cmbnhwqny4VqZpwpl9mA1wb3QRz/R78dOfc4heGD2t
8JMsn+YIju9uspd5CpY0jzR/8Fz881ICdVhEuzIoisnKgzyJxaOEUSWDsVjc8yaGp+PXWcu0cZJ0
uk363Lo0YX7Qh6+8VgthvZVbB1cfetXx7ID+1U18UhbcbahJiWC4x3ixDOsmV9qQWrupQ93qPCit
mqQfUrJQE9ZkduT9oNwE4fTIEps3NMydCwA8rQkUxwJ39CYQjKAa0mmCxlWOxpkeW1iflKr6WOpR
f191JliKNZKriNi6ME1/tpde200IJD+aWVbRmSTn5sZiEDZIlpMUlC62+s+qTT/djyXmOrDa5gmr
KmwTmjAdGLr+aCbwVlxzpEea8go0WNpx/BBHiXmhytwafbXXDYW1M/fKIJ5stfXdWsEy0BwID9u6
vZFn73D9ft51DNjOeHAQ8Y7z1aFtio3ob1ksiXPo0mibSI88nz7/e0EaL2KS11Ucti+rvJSjiwOl
zD60/NA7NenF1MGgwgtLgmB2ih2oksnQ90t2kWRqB70hi76OeWKdaQuEgNBEXflXvfTmMPC6mjw8
r9ncJdIatJq4btMfOThEJcJox9Y22o1dl9opnf7hi9Vk4mObViaFxT/KkH9RuK6U9Ld3jNsthGuk
RUizYK+/PY5WVeRpokgb1Ah9WgaDOVlik2sjb9mTjaudd20BvTEpdViidKHUPhBZnX43b/7fCvFV
hbi6+//j1azHqzfnn133VN1/e3P8WT/woyzUjrAVIeoahiMVHvTxf5SFnIzAYGiQUI050C1XweiP
slA/wv3LxAVifcnUf5yMfpSF2hG8ZvJc1/QfditocL9RFh4OWJpeqB3otK39L3Ra689faXFmMrGq
xmmz0MiULBBma28UbRDH1iSd8NVT+RcD9iergfVafF39L4Mq7vjttTRIYtqEz37YWp5yUdBF96PI
tENPzF/1fEVj8iLZrLI8sryb64LuL7meALruzHYI2yoLyPbcjf0CcgBcsZJoBS1cpd+NZb0thzpj
z+08YFfg9MrNhU++FdEwBVCsnTTsHF69UD9KY//rWztsDXFnNDNoVSKaWWMSD+QjDumjXh5x+UXR
iq3kBBBok6g37B6tbyB18oves/2FuuCdBedwef3rynQt1yHGeXj9+av3R/GOyAL3DuyYq3iDfwnQ
gWrO73RtXqzuXi82XAYdLNbsnEf4p0MZApirlvael4ajlQ1d2Flqs8n7pA9VD2ESW7zRhXrmRgXp
OHH0CA8+/jLjJNqO2ewEWq7YN/D9Th32+h08RzBpi4PCczK66R4Spax8DZ5ezz5Wx9Ax+j47m1wt
+5p1kxMi9wO4gQxonBkQ40760Zo+v7zA/13FXq1iGBm+GtU/LWMX9x0xCARTP70+4L586MdSph7h
sUbcIYJZAgDBMl4vZYx9qMUOrRlOrSsw8GMpM49chEEcPFWMZozVz+THSmYe0YLmRzRxVjcpNu3f
WMlePGrfjFG+EC3zVfpJuYHRy9upUIgecK5OqjCpWhByz3Gi4wxIhGj0eV5uyyExoRzlznYajSVM
4n78bC/CfCrtJLpvFOeYbDpSB/Qm8xAkTnoLZUTZVTjwQ42elBtTIrlbss67TTNMGZ0xK3a9Pnrh
lDfV17YX6m2NrPZJNNY+jp3W9mdDHUJsPdqzbNCTKw5c0Sn4XxLYdecYvj4L89Jd6bFOCQUNrNjV
vhHlbt2xjXTX82AkrGCTuIkbXcCykCWxu0tqyJtMqQiRtJrimWMmlK521qTFgdlUP2l6a3xbMjhp
/uhZ2Z4DaO/HRiNhSk2mWQc6cCu0Ewugo5CDVW+NQQC81tq8iYx4ubPtCOWHW9QXdasOX6OydXyv
G+F24SFKWurscH7LQWhOai/XvxX1EO/a3NsCTF430ah9BA9svhnpIj8ZSg3HAUaDeuzohMZMS0MU
X9EA8w1T1p5Q1xcq7LXFPIXkDKt0nvrRT6BPvlMr/bRKYmyExekqHAPxo4v/dmiAH2tmFeMcZtnC
C2F7qCfqrHyn8v/WInLVPFU3snt6knR5D1u7b5rD/3PbwS/Gc/99PXRR02h96rp7+XYhYbv/sZDo
R+BCa4GDTyaBMeua8KMlrB/pBjLn1WEfHi7/+M+FxD6ipiZZCeY0SMiqhPqxkNhHHO7xaeBfskdx
cv6dheQnuTB+yThQAHIagJAkcx7s5oM7CnvS8ynsbUN8zOA+fknyadebhQqVwRy101EZjf0a1/cE
q8S+Rpo1nVZUUKfwxvovdpzrQPx5f6aj/jmZU734QBRRkf21K//WePv/HXrAleZXm9Y18Ies//iQ
PtavB9vLp34MNutIB0K2NAy4Lf7v9a7lHPGeV3dBtq0Xe7J/Djb3iL8Kng5HQLVMavB/jjbniD0G
7hX+PmxprMW/M9peTqavty3gZtq79ipTBPCg0XuwNqVDjE+EKNFu2MoG9dUYmgICP7QgLL9way3C
FvzkdNadG1ft4RHm1aYxsuS0KBYVJys7PXZS6sxEuq4/ZIp7bhfJwwwR6jRJWi8QVXum9ejUUmXw
rmKw2tO2mOXm1XP/F9U9B5I3x1HMR7ARZZnFTx2bw0O7k7ExtTTS0pLjKPmLhHaLsIzSa6tURYAD
G1S3TBvfKUvXA8PrR4dbI0UDukj67tSlhwJMqOvwDGfq3qhR89DwimcC7b56avm7RkyHF1pv/lWV
3XvTklLcxhvTLL52Gbwzt/Ruf/0A1z3o8Ga4G3Ut5TnaHVbysjfSCiAq3sBfIix+FLQaZde885p+
isbgVjBmJG1JZexiNHhwKxyD0Bg2JVZ2bu+FdLDP6tL7HKUWCW/d3dD1HztyAJ0cWWu2aPvSna5/
fZ9rGXZwn6sOzPwrDhibvrfP0q4HzWsyiKZeXp8XkGUvFqm3fj6gg6HX+B795qfO0MsNs5CzO8AS
IDT07fVgIBq4qazarr6dA3CHh4TmJ5JSd/GjwrmqPEvAvzX3EKafB7u9+fXtAnH+fMOkKxKOxhRf
ndYOthOjmhRzMcmvTr3mFFHBZaEs+sa0s+e4b5Y9LLQ9rOpqVw6N4XdO8YAm7Jk0ifNGl5mflI0I
8xlHuVpdki1iAPO6N93LNoUH55TnrmJfLln+rFJLVqkLw2yGgjePClTIHgamllN0lnCBrnONji8w
07ehoL3eqWuPPTL2i5EbfrWkN5bWfs0j+1a45r7urL2rcmXTiT9mxlgEOGE8OI0j/HbpRLhebZQo
U9av4Xo2PcnKuR1xcPKbSdubffxA2LtBg1T94s6Z5w/rj6xct27UaJIbImE7v0jc7tgWkw76yaUK
UTWBCS89xDt32Ztd7YaYdQu/GcrzNNP3mXDhh613pmfmxQyB+cxs1zUvVXB8VkYsC502v0hzcYck
lLuC5MtxfymDcRrdUEFhvMHO9LI1xhIeo/1FcUT1WXpjFCIG8YIa/wJfKaEyW/lgcEfC2+mc6n3Q
1we7cC4p0C+tTNbHuaCPUOS9t50t99aO7MlnDV8u3MYcAidJMLgx4hQdPRopdp5LzarWct+jxlfw
OFkcY9/k5UM+G5/0VNdDzxF3UZkUm9LhK2hpNX9c32vkVOeZdFyfLNDkqveiDZxILegbVwQWOQXh
0JjKxkw6wzfFQn29PuSXxziZmBxmLmrVBIjio4NDFMJHHsIMXXFbaZW3mxPVC9zUuSQZwNtZ3Tzv
8GBzUZanD2aFbMnIZbNVwRT9GLHPRiiIVEdhLMd1be3rwrYARxgKVEDW2chjSGjHbDuUd5ts8eaL
KI7Q8SlGHlqkfgZRyR+jii2ubYtnd2zu9MQ5efnuRUxUoVo5J1W5gONMCLkH/RlE6xarmGYLNF6j
H+ImhzZ5tucYvDIedfw6ZyRrGmBenw5y4+LCfExg8760yVd0ScXepAbfO/fSZetF4g4OqRpamZ2H
qeZNfoH2MdTgRfpeksZbI6vmHScXRk0l7xaLAaBY6bMSmySJzt2dnJx8M7mQQEelaAJObBUWCRPb
q5c2NJa0vaehggEu0QMla/l0VJ2vk0Yd+MUj1gpB1PCv1+mOQKwDBwEGGbCKBlKM+NW95/pzmT9b
A5OsWMoHdImXaHwu9Gi8alXvtqQr4udI0y5acNg1S8jbpZEu/H4090sEktKKycVoyb6sKrTEVZE6
vqy8S2029ojGha/b8YPh8WDmWuMaUXdHAPC5qTR3isKTmp30syMUmjojL0xbuE2d6PbbjAiei8RJ
Zt/MQZSsYZ2izvI4YEIfTK57qy4L7hClckutP6HCcW+NGLaMKB6qmCmL3cCtSDRlsy6+Ujp52Iru
Liv1fZc2TFpYwAiEGPhqhMYMW1jYLQqEfn20UCMgijNMlozF6abTJpXT6VQSbVTaioHKRpU+CdHJ
JcTuJQoQ4WcI1ng1luBLqpgeX6ggjrj1ukzRpniwpM0dlAgYgEXjrdK2MNuHunwsl+QkN13ifBtm
vMi6u85JMLTp77qyu6PHvpqGEtLh2B2LssM4cRO+d+0mz0WKhv1lniqNc1sW6rLrM/xVYqisQVd3
9TEaXmYFCooQ+qQeuINyO805g0vxTr28aLYuBtQf8LkpPg1OBGVWjbJ5V3jRk4pqM9QnQ9koJp+K
VH1f5KXhs2VG94KAM99ay77IW5fGdtLODQfFA7IOS9sZYiQ/yHLGK03yLpe4n65dg0UQ0UW+Adcy
TtZTsT92DG2yF8Xs81KU4ziFoFJ0yv08xcm14ZY6Fo11fdzrLPi5Vd/ZdBqYNpzhzk3cIrYE/ekf
tCUFXRyUuTsbnJmV1sgVogUTwpKJW7L4pNYrx6XJV0ZhOu9ieKObbh5Y6Utj3yU0NJapHwKQttwG
c87E565IkqtcqYqN1Vn3ECbz0NRKEY6egEGTGOodHQ3rDGuCBs2T2nzRFHfauVU0XygFdnkoU5MH
ESv5h1RV7rUWUjdcgfX9ZSqmUwhLlI0+avpmGFvzG9g3+m3NGII8ZrIMBW0KnCqLzYSMJ0Sd726d
dlDv6Ps8TBPb87o4YQ01nRps2C5uBexU3d3Ltkjdup/HTid/OGsCoa77Yh51Z2gjEDi4FlGzjMPK
YRo0LBgGdORQL63uzNSkEggxXoFbp1/rihX8ZY3IU/tSFU11o1TZQ1w0EUdNVJ+y1tMtS/y6pxS3
BFAVfmY7CHBYjycYGUFep899o183Rn/R1c6jmRRfKic/y9Eh0R1nLxUTAri6KungDKqORosJp7PE
bfuURk+tFhDoUPj5Rl7OZ1Or5ufz5HBQidwurFWav0y6Ez0fbjIxlFu9UPtQTtZ0ja06gMIoOBlj
uBVQUd651Xqbuiq4KPOxyNvla596sNOShxSTDT/v0ueVyhlo7Tpp1wLjpVxAGnQ32/kDKVUNe5Yw
UN8M7xnbHzbxqYtfGpR4CHAqhD34tlA0So561bQkm4LUq43tKLcjV2LRzJ7HtNMBo/Eq1VUjDX5d
Ib4Qb95UxDbMNyjVcIRUSvPDAnGaK6QSWgy10xmuktQJpUxODXPYRznK2UZDuRxjyeOrXRFSj1zY
UvmkOe1dhvW6k1c4BZrs54tpULLhdKN2LXqIdpt1y0085pmPqF0LEiFOIqk+Wq5UkHkon+mt3FhN
d9ZqbrNtJ4vOZPxRE/23TC+OtdgBxGdYD0WEQhvuQlKmpzgPUKYVw3RpKTI/LWfmchWxcBuOfTKu
tfuI3a+/jjkrMy+NilUnM1YThoIVUsj8anYbu/A79BgB6BZVY+ExJUexBKM7l37Z5FOwRqhtekV/
x/H4pwMqdh4kT1CvwMfH95C+wuszXN04jS1SVwltnSIEtjBFmmafLE78nDWsnmysz79+sS+Grwcv
FotlEGkaEAypQ+NpvTcq2UaFElbrk+LlmDg+U9oaiYc/kli+9K5z0mbsKmVh7obIvVzLSTJ3Xb/0
Bj1AMEMBv7DnrjWTOlICrW+5oxiYjfwBW/I8LFlD0BvTZRpCgWLmpNaL57bp7oyGSqdfONdkxp6Y
PA9BACSGNCW3dN329SQtNoM097pJ6biWm8pC5VBShAuV2YkWP9+IgjUgGVRJ1cah5aWmGzr4Tovu
3rqCKaKwP+V5pxxrI29bVNZls/A3OUjdTZkmbmtiF4hlHRHwePFKtInYxv/aGTlzxSMbwzirymaa
EnQEnug8RFkNCyvyYQRG7AqeNytrYSdCjioPMFzycC23jLS9Q5EqNxTP0WmMsevXl9f3W+2127rk
v7/s4/57HbjdU72yZcXhr1q/zT8Iw/9vsH2hB74a5z/hRDf3EGn/OO8f0zeQ98unfrTcAIqc1awS
mre54kUspT/6u9oRTNs1ClQHEdLstd31T6CI8zGRWupqGA7dhw7JjwavcUTGL4171mabXBe+4W8g
RT9TfrEHh1IM8A7+7tA+ersUdLMlowbdWJjOxhbaU+ptBFlFW7VO4NdO1iPOB+0N7Bx5XmjIBwFy
BNF3c30GdFAhNrdMdFvSmffVArvLt0pzuUexmZzLcazOF1vNCiTWbYu2L0r6K33qzo3SM69zRffu
YWWl1/EcLR+UNNWC2LWS9kLMuJa0LtWpL3CiWuD6z+q2VIa52kirHT5hIUubQO2pDYuoPJ7kd878
bw33f28s/89FLlZ6w38PXGwhcjwmf9ysNPOnrvrjvvr2x/+p5H33KNPHP875o3jdZF5/2V8D3nGO
aGmxg6PfgYj0ivpreNDYQTPA5mk+UVMwpr8Pd0XTjlZfN/LyLBrNGFwyDL+Pd8WEFkw/E9SUeQVn
6jdG+9t9j2AWFXUMv4m2IngGHdq3gx0KHhTdJU4CXDrEbW44+ZVcNPser4xoWxhD5y8yfy/S3VyL
pX9ufVwVpzpTRZWDTgaKkn4AxiqTiHBJ8rKALknY9nRAzgvnofMAUD+YWRUM3V7oH1qZbUqw/dgr
Qi27basbE6nuMEJJHP0alK7sHjq93Q6aQoPwWI9OCmc64fR2Yvf7Sgy4oWG8ZOKglJ3rOHdoLgV3
7isZ1Lx82ZhiCuYeWw4q5UZtN1lDP8cLJML5V+Pk+q/7ek37WlfIX97uQZPR6FqsYnVulx79RXoJ
adrHlihUtnXQXTUbzt+fOkSXge57J7++9HtXXn/+qjU9TotCicyVI7vvfWMarzjWx6iQ24rKf7JO
TPFOWfPSVv/Vuz1oaNYYC0Ci5JJESG627WYrQ/q3frG1dtFxfWL75fbm1zf50xh+O5oOE97muh6p
oblicpJuiqslMLfjO/Zh//ISUAiBF9XvFP3Xz1HrsYaQOhyoyXlc3HRjW9dx2wZ1/anMvvz6bg5i
ar5PjlfXOhgthdVxkFz5VjGdGr/55u7aj93xdFbvxrvqMn6KT/UrM/XNs2qf7GLpG7c4/o6ff/0t
DpCAl2+BAyMQioWPNaSlg29hQpjoMlTbpCNvDC10P+Fmsjg+EnXcb5PYT+Hqx+9MlLfN/5+veTBa
S62zVakj9hVGvhnSflfJhVPAVJcB4pbtO3f489WA+oH8LWoGII/D/DA8s5RSKXDqoSdiBrFeTPvY
c6Mtqnc7rGrDOO5nIbcVeMiFiZ1WCHfNvZ/brseGy2jPmlL0V8h69Svo8fnTnNvm7406lkcHeQ7r
80tA8FrXvJm9mqVorH+pArstoSePH2EIyyo6M5Q5C9xIwWoh7qx3loy3SBNEG2ija+YtqCf/QaX5
9qKqhpYWGxQ76JOXbkTcbREhviddXFeBV6sEgW3cE0dq8nDWnfEwxxeJCK4GrpiPbZzf80Cv7Z5w
RruyEFyozdVUz85ZV2ozEGZnc7JWFzv68M4AONiFoEfCBdBxGeXIx7dQD1YqrfEGQ0evfqy7DVZE
WkGnoxubYzPlOG2bZb1Z4uZrYndVkJLUfJYlaQMnX5uxPJDR6dDb+Tum+AfLDOgQSD/sBZA+rBCB
mN8++6WG6EO6VwNJ0F58JV3gBjVte2J27pOROuOxTNz/y96ZbcdtJH/6VfoF0Af7cgugNrIoUpRI
Sb7BoSQbiX1fn/7/JWV3s4ps1rjnZmbOHNm+kCwmkMiMjIz4LenmwjSQSLz8FHJQzmFpvQWXiF9n
01AZVdorKCJt+2UuPtXFoG5B82UPjp5me2EYSJPoYllDE291mxL5YnD9MzqYOO5Ki8EftKy8MA+a
TDteLA+eyWUzAeeg92062vndeNRVUU3N2mwFStlBAm3nGoqJETRZG21RtPiZTfmVV0m9i3hBac5r
7AugzTPWN6hpiUiHfAgAzYCgfC6wDt21wd4ccT2bJYI+ylRqrIocEVYKvJW4L228AbeugPa3I8VT
v0aibZ4cFSQiauQTEiHIv0TfL3wsuQJOJkby+FkkMH7lL9AFJyHBjKdOGRt9xHTFmObtanvrPRJX
yb60uuLesfqk8VVzrLXQiJf5R18kFtVax1g0f23b9M4tcJzwJ91Rqo3TrOtDotOLCi885Vlolcck
ggbSPJsPCbXtLKvkhtc7k1Pae2JAdJzztviqTVnkzwXiHtxatG2GkpzvOmhNWqmmHJplqjZQorwg
WRDSNyPTDdbeumPHZbs57ocL5Z5XX1c+IX6OQDRIooErytjwIjGit9Y5A4LKe8rB0nKrtLUNimrc
rOAU+ZM2T1eVhi97lbQjn7ctKNC71MnMyPVVZ5kuHEbnn1U+DkuOojiUZI3b7+nj0PrpYamr9h5B
FKTGDIFETgQuedA098Ih+8ZQEk5OcAfjCO78DFGiYjWTFH3s7L01/l1t1z6cjNbZFBBxL4x0JuHr
sgzorsCbQSKXzjZkodO30roGgUTkZPdLm/5YvCTd9YUmQt0oMyjkpfkZNYnmaTA6qbiatWGWtm1g
NalLSzYTYCib6sKu1s8Di3wkSZsEi4rvCpzj00eaDIKYI6xoH1E9+znnhvkRst9BjbGbSo0MQ0CR
VNe56OmDKq3+oC3T4E/p2oMLTYqwjpThurNHW/jO6PabdurLq2ztCvQ/0/S+4TjeaOPaHt7fUK+/
GU8NX10iuVkqz9rsL1Yr6oVsti6J9sPorMckka3iAfmeHOmyS3tXfv+XEYYZkpQDzZboNmj4Mj94
MRY6XuggJpa3r+BmfnbBs6Rb4Xj1PisazfIHr49/Ax7a/S4iA0eEVMv2FfJ55bYtU8sN3n/x82RY
LiEZPA0iMar+xL3TpwHLze+PerSHO9+g7hVlH02oLB9rMdM7ziNTjMhILQPGvdao/CzZWkh0m7W5
WV1V6bbQIvuHyqot94BGX9fs0kbMdSAMqSg1wvQ7DmObPhVWalV7pwC5vitaqZ3W1un6d081+TIU
vVxUdzAowCDu9GV6oMcj6D+5+MDKFoBlg2iK+n06NMMG05tyW9ROuumc1d707ZqHse4Mu/dn9I2l
xIUbKQdkZ3DwON8ANlXg1e3YAB5ydFuU+NZdNOb2daFnxoWPJ7f32Uoiu4PWRWgDFf4MfXmxklJ1
tN14VZW9yCMUR41RhJQa0HFcaETPpir8rLNiulROfWFkGS5fjeyC1iAGwfw6t/nL3XJa0qxR9uC/
ur2iJk/ocNJIa1aiPHjsUClKdVM0fX1b1e0lBZU3plhmb/iy0K0yqVeefuYEl2VMT9L4UFexdYyG
Rb0rWXu+Au7qwoueJ4ysqJOhzsLZ3ItCdbGwPrBl3X2jCuswqHa+Re6nQqg6GkJgK9mFEPHm+yGN
hH0ipA/gj6fvVxgjx8eQxYc+dsdN3ylfHLb+B9WZ6gsjvfl6SHVIDCSYMFemri9W0Ch0hCArjdfj
VhJaZuRDMki+OesYXRlFZH6y1D/r+v+LHD15ZhH6NKaVOxAFqnOvFzOd8iVmSg8ZUg1bJ/fabacO
8XZSC2///lZ8vT/kUOxB5CWetWlO304xpnYyetZJl6ZV4at2xXU/WfPGnyyj3Lgtbp8FsmF+hZ7m
+0O/nlh6Tsi9U3ekvIguzunQ85pDY2iYWEO45UFxk9zPdTp3LTproYHWMerYa3Ep6Xp9tLAhLPSn
5OckCJ6lhWnq5pq2uFiYiRryK/2btictXentNetUHJwiprDh1nE7Hlw90q7yxYNrq6Vl/K1CxOJC
0vVsXnwaJii6Slg4bQXixLnRBCF6LtfMg9nu2lU4AazdC5xUAqkPDNYMTZ2ubK1QzxXr4HXpcgWr
GI1CSSmLHNixI/3Pj0UGyb0XWoUiUzdcNem0fC2ctN10pdptitmwr5MohbBmusMBpnN2wFVuDnNu
XYd+iYs7bY6Mmx7thSu6xxrwi7G5mhc3DxK3dy4kEq+/O+EQip28UlmvzbUmM6laZOe8/TyIsNU/
rK3u99bXsvmQjPqF9O+NsWSyQlIr+W+OZ5ytsbRyAMeU8QEVcnHTDN5XR4vVa6224aDW+WestMTm
/WX96t4o7xtSgOnZMQJQ5VnGmeR6jyavFx/iNPpZa0a8t3sx+zJQ3a7q0O1RhPB8mK9YzvWGc4yq
JbowxTL6nS4qHoHIz0UNui851OlrV0kjJR4UAohbjYBZvCdlaOLQXuh70p1ML5wAr4Mx5uJMLrQ7
iHc0k0+HQ4uyNOo4Fge3XIYrfEiam3XWx2O+LP0FG6zXp6rsFtiAGMidkdg5uzksPfINkyjFAaDb
VQyQ20+dwglNk/ZXx2ySv0fRJ1ud0L4xp/TCbj2vSBKZZVmKsIVLLHe2c+d6myxRGdF+4Fit3KBc
EvfQxIZA193AFcVw1j3aGcr3bsy1DdZW621ZKV8Se3S8v72waQ8SuCWxGmUKVy78F6eSm6dWASwm
OZR6S0WgwUCrUGjX55Nx04I7GoMU0+T3V7bMGU5XlRwTjUBaow7lCPltXowZtSkwCAphB9vIk02k
peKGlHW6sHZfLyaI+NIBFQW/Z6OX01EAGQ4KoKLkMJWqtUFxXN8b7Wr4YlX7C7XNNxaTnEHqKxQZ
AZufJUlea0zm5OQp3LIONd7I+pyrdnZdRZEKvqS1AhO40jGtVRv4kblc0PR7vUl5UXJDEB+kFa+E
xmqtGrLIrdND2c1AuKKm2jaR1aCIaxxWIJYXds4ZQ1ZmFYzHCrVx+2TM87hk9v2ELViVHlLVEOFk
O/NmRJVms0Qi3qelq3yIhqS7UoE5bTmtEHNze7EXfY/Zw9CW214dIoivSfJdHaT1bVY5e0xjo5CU
NtpE8G5RLRhNwL/pwP+cxjsApvNNtCpuEFF/fQIw9tGwu/7h/WX5RsDlxYiz9CllYeq8TYDOsugG
YGwH2p6pP7h2sXH1BlRIVMY7ACfXjejUqwnRmdCd+cM5WS6ZYL45ucB3ONe4KVp07E9XbadMg+Yu
SXaYI63ZzFS3w1qfDdevOu3Rsuz0VmkWPq6YK3NvOUp/RD7D/app47JTR1fs9ar5NkzFuumE7LDb
9hTYsWXtXcXwjooZ16FDfn1Valw2x8aiAakgCU+iMj0Z/NzCMcpdZ6/qBY/g1weoFEUD+yWjDen2
WWhvCgw3hZjTw6SZ6bYH6rVZEZDZKDlSSnoXITdcl8vT+1/0rRAAW4eoBiYJ0Jn88xeBxkQtfrSo
jRwae4DUWc0VZd7JCLEhugSpe2MTUn2H44cbG/nBOUEnibtBS/uWtaOg65NEanw9xGq+1Y153mUk
4heOyjdiqM6RzGKVED524+mreVUrPVtZq1qnYdlkoqctrKa9cGd5ndXjAIFWHPGaXj8R5nQUZXXq
XonX9BBN9rinJCKCPummoMu5b/cqiGtFn6qQfRNdyK/ffD/q9zgbEGjQbTgduY/TsU51Nz10mos/
hKZUj1PltXfvL5C3vprUa9FIAGQsO0vrlngQFDcUQtnsaYgNq9HNsozKXnGU7KMN4PfCyff2eMAE
uK1QPjmnJIHCK1pEHdLDmKQAO7tqi1J4HNAYM33k2C+M9tbXI8mQKg1IXQK3PJ3DzDCM2HMYzem0
4lpMQxb2Vrnu52wNWm25sZv5a6zE1ea/mFS6YOxy8BjqK0tC+j1tVFrpQdS62KUpAlWxhp5YHC3K
jZOo1sf/Yjyb2MdwknV0vlSa0vSgvGcHq9agfq95eYxSPh3YaXTHEXS4sPXeOO0xX6YSJGVJqD6d
pUxgPSs3Qcb5QJ1TCSZtSPdzR9rY255zUFSz2niLVlFj9cR+UhVxIdl4I6iRj6vc8GTJF6W706+a
wizh+LWzQ827+dFgzR/mtP0Nq+F+//7Evj0SS8d0KHjRxzodCYmfzMsakR+0MY02ceK1+xYcF24k
RXZhu7919gJJNrH+eZaPOT8flnSctY6680GovfieGWtzwB7E2TYr7PnEHupDPJfuzVTBfSAZ6r6i
6HbxxiXD2VliimoheLznCi1ShacvXMOqLSNtSQ+qYkWBanecqYYSbUC0Yd3njPghOwUOO64dB2jk
VUFsG4JlENV7DwDb7v3pR67w1fOAAqSvC50O+RuYhKfPYyrQ7PRmVfZJihGZ3zui+qPoTe3WqRys
coA1Lea+x1P9Z97mUbOzzWg6zs1kfev6eqa4bGufAHq3N/3cLquvDbP+JVWc8cqaRuNxMadMRb2v
z+9Wd05iX80EFlo6LN2Dm30b+/KeosZwC3VvcLc0OIvfI1T35g3i6Na3OTY6lzCSArG18Huo13t9
0PIPZY+7DTZqyn1hmvWdgqchtLKpQOYws9QF/xCTxDRsIjsTfhLDz/AN7OxCpNmBNmEr5s7hpBgd
NXjas7kPeLGDZNLU5DxWVoCcTzuXQa0+/1EZq/tYFAknboGewne3XvIbV83FFxOErwjqQtB0ticD
7efBoTUvhgqTorhs7KPaavXN3EA8DA18IL7qHdGwbePZ3tFs5NmghAyZv5ii22hu5D01yPQ9Fivm
DKFmFSMiFF2vfOp5bOF3WVxo4ZoU2rdCLeNPw1wlWKn0dub4DXr3nxSrqpUdzTbgxusAyyvXUus4
ufXvcAceYwc1tc2cl9pX9PXKea8v9Fw/UGCfvjcIVGAxEdmw5UhotDBOHWMv59u5LeYEJsuEwAem
1Qq2XMVADhYks+l0G6NNli8utg3fHaHDGrM5ab6ZlTPFYdHbyzdP623nioY3Bk3DCDuuXhfxZGVJ
5B1axdEOKAFiDpoW4/Bh7asOVHUxYT3QomcZ7Uqrcn8kuJHw+XB5SwPFHqIbb7bbT1E20VtpgT1o
m1mJVhcnq9LhqFOwiwuVxFs/FWZCy3SIKjfDAATToiAXY/lQYPhd7VBK6PfYoFX3U5sBW8d/EMcg
W73BJ7m+d9yWIncEwxVt6HEcP9YgU9Og7bwMc/J10D6rEdFk3+ZDelzVVr2z+eimn0UzepL4LUEP
X+xJFbs6UeP9YDfGAmVvGVwocvZNtdjzD3QEEeLvTQdLgnhq+iasdEmjyeB4/5TmBiCW1lWF4THE
sPumevwedxncz1pFYMrvWgg6hpVUv6Od138yrHV4WtVEgxXYzQZibAvWWTbWYLcplEUr6BbLgq41
tWoQQTuBiwaeZ2IZCqB/s9V+GhpMcXxsl009KAfLfuo6gbTmQgh6ytJsSlGycryvUtZ0l1B8hKbg
JohAxZAApl2eYly4Ag4yD+pUad8tiqXZLppm947mUozLXlaZCE5xpQkRWzQfE9Nxr0q8LqYgTzQ8
MPDiwXYj0bGJ9bAXHJHSS6yB+u6CFZ2BzMqV4PjADU9rFoi9TWZYG5NT+auzFEL4wqvZSSbUxTEY
VNHGyIQOy7LJRTIYYOJXzIeS1M7vCqPs7iqs8iDCzXB7CAPtj6qbiy+KkZqHAoR96qsCTCdkjLE7
eLjCP65ZOf6cKAGD40riMQ40pBS7oMuQHA3WCGIcOyQfvrUTFnQBtt3db3FqlK2vT6vbbBG5jX5M
6dA/TktuLwH6ZQ1alEauRxDkBlGEArApgoyJuaDjMqT9Y1eK4kM+NVGBI0g7A+oseuse9y+DS3ft
yXsufMk7YU7156SrJz7owNLdDm2h/y7a1fqpRlx+cLaLl7s2bYUCjiDty7BrRxx58PND1Z0W+gh1
11jRA1uX+Gmi3LYGLL2RPsjYZ8cxzebvY1SK786iYRSnjmBMkANUvTE0stW7X7rJM8IO59zpWhp+
f84HR6pS4h+Y+5PdqZDfxxX9IJRSs4BmPYRStel/ION33a/JF3W1zGFbo3/acaEZYvOQOS2UilqZ
0IwEdTpBFWspgEKTqduQtVCJu1qYgLkhNZX7Sl/H+AoyreNgP6krH4fVsNNNkq7tfYeQ7r3njt73
icn8HBfdsbC8L1wd0zS0Bw6boCe4A4UthyNI+nXZpCzgb/Uw1mjcZqwtNY+VlbutvphBURbRunGz
QU82Q5Ykn1O8mb5lWiMe+fGtAwLK4zut2RJdYU3jOShEsFkQ/3GrPyoz0rFD6pXioQAP+TB0eQNn
dMxn7HkX0PKhpygofUYluYgvOgvzJWM1rHt3Gaod5s76MW8y6NDDLB1Iy6FX2o07eahmNhayb34s
MvQtGpRNoRLSHJl6kWWbpS3r3rcc8qu16EbHnxvRC6oexQCNEOMewePN3qHvKu3biBfkboqn0fVt
rS60oMIg+prFDLPWMbB9C8sBLkloV7B3/dyo+g/9AAsGPVC7+lY0TXdbkyAOgW54KMzZguZ8oOM+
rfpTHQMC1ZtR+6oIy4XZvXp/uj38LcT9u3pB/yeSQ3Ty4f8Mof/cIiH28+nnM3b+c/X9KT7VZZF/
+98kESBw0hNFEkIAonJD+TdJBLUwKHhcP7mOIav6L9Q8oHmQhVzv/0LHcw/5iySi/hPzH9qxJKrU
boGW/R3Y/OlVm44ZyEwb8ReNUjSAPfUsywRdEs9NjBuMmKZhN45wDqd57sMXs3P3K4t+CRx35W3h
38k1NViyWC5nKpcXbk8AP06T2XZKNMWeM06TKI0+J8Yg5k3ejVbru1MrvmXCVBR/SZTGDtUlnbXN
OsICYV/O8+1ilcmyxbRBghlrdUQMesUWb7skA0LTho0ocSdUfT7WhjncFugl5GAm3Pm7iY8eGkaw
yHfxXPSPqKCBVoCGrVoh0LMFHleudd9W6IF3OOXFMYCYlVYlcs8g2ZMBuY4hH9o+4Lq7IOWnKQXe
aCocrEOEYd9w4HY73qWQZuD6jfX8YXQbz954yIQpu9kGYBs0kVkeizLOGgyTyiH3ucIIPB5NXi9Q
sYn+A3OZJg50yP9QgEXymFCsSEkC7OGxQVdpCtC/TlqcucrlOOCZbByWrjUPQBrXqwUe4urjDDuu
KOpYzeQXTY5Vl3SktEAao2qNxkNFjASDjAES6mCfiXKrElY0wz8IXCwRupgs8RGBhSnDdziPtkZZ
4rMczQDEArPPkQ/hvltgc6hk+gdlzPTvWewaWVDYs/vz/WVythglP5T7AkxCbmH0V8+BzHgk97qz
tApE4c7bdzP+kZ4h/hT7/4+N8bPrJotRDiOBK1KbBbLk2R1+KSPweUOnBEtXTocsce67UdPDqje7
a9eoO4yqo+haS6shYNumxznCt+z9Nz2tBf16BK58FgUaul7893Q/xGkNmaGolcCBrXKTz62xT7pE
h/co6s2Q2PqFDXh6m/81HkGGF2cryvLT6Xi9aSB2rqZY3RWAhjBN7MO8x/23LB3tws31XOlJTq+s
2z0roDLH5xDAphZRwi0tCpa+TJRdoyfdV2UZbd1HMxwnYWzQLDgjVWplvm2R8yGc9/uE+0a2NfLU
OOLILdxgLqvxthl57l20er0HTXdMgh5TuD5AwK9Jwprt4waLnbqbGWvta9QDs48Ck0IMa6r2F+Tp
bx1i/6/TxpC2fLGKXzEiP+PP2j2feMETQmTdPw5dfk4We/4Rf558jvZPkGESOQsciKaGxk//8+TD
KUKCatEvk5tA7sJ/nXw6ur/oWqOyado2pRgJV/7z5OOPYDJ6OscHuDOIRn9LElgu+RdHEkcfiB8O
JYcfBWbcOGu2LMqiRIIm+1afsv5xKdA811D2Ce1c2jH0yR/A6epHQ6v+Vl9CglQYF2Io9zXSAmnr
ctKXWBennLD1jbfMHJ7JndHep0g7BIlaDn+v2fprLLgB0vtNTvZ5p5mpHLglL6j8uzEOfwUCMJ2t
X1Ill098PpPU6uGgcMCTxpxVzrrOdApbYxR6MQUwqmLaOhFoSnQ7Sgx25+KoVNFGN3dtBzbmxRJ8
I7OQsfpsbJvejkmDglSGVOp0Ni0svlYXoNN2xmJt4wjcZZT1BhfIZKu3gFDaGi3Q94c8i6XyA1KZ
g1JC8kSD5BwTblgR2khcQLZT1CRBVKoG08v1zGoscaHd+sbMcusBNYZqNe3A8wa954kaO24FVZSO
a6EezWrorWVyiCy0LRT0pK1MvYa8kO9zCtAX3lMSkV/NLbmafEtInfoz+fFFB81WuoyxLUQwRnAK
onaoOi6N4VNvd/fFpLUQiWBSSbzGlosdGhL9qISaO3FDyr5iuspfUhPrwpy8Nf2y9MmT2XRKz9tS
q8aJiQAUglBm7m3tZs0DcGG1H2OZfuGUfmsGED+Uiook40AWzo5NDQxUkpuJ2I6xV11XNPe/i8rN
f0Pr1npAJGUMPVqstZqWhyE7KjgfBORUXHOBi2+RrEb2TIu01X9/AT7Da88WvYcMDP1q0F6yZH22
6Au1jvvOJHTNxoCrMoVpf1YXtwqT2tMqCNa5+xlJA+2DMa4GlsjTIgIchpcPHlarV5M+KV8Ge+Zv
LVouwg6XhiAuy7o56gOq5KXhRGFfxJQkXPOYxMr3IpuNQAiB6oWCr92esqr1CYEzT7vwaq9ESWHT
YwTnwCbWEeZh3Z++WgYhRSINlU2L6sPWwuzzGsvvAimVSsUGIqqE+sccVdjW4sc70/vspUvIAuYL
B5DaofIolhtccMgS6rH2vhRFZy9hA64IN2BjudTuMl7vUA4v6P/sT2Is7P3T54UYYy3VbEXoVEVV
SA94gExZQgtA5QbXVnxe7rscTB3Btxxu1tR071J9mEY/XSLMsTVZR3JMo8dOdsYyyJ+yroeig3Y7
2kdgBoNZV0bVx5HjU12t010CNPZji0BF4ivV7FwnIrPu0BnJ75PcCmKQ1zHJfx9GQ2/ugCzoVwgl
WveJHblzoHUzUjfaghbSWq4PkKTNB3Ac3o/e7IetBk/yQgh5HUEA4MA/AtcFgo4ofTo7xmiNVmyY
ADuMZHzI60XdlW5jXUhu3x7FRXWbpiqN1bNvUK8ijRQqeRsvdlFN0pffq9q+BFB+nS7wKvBNiIVc
9zhaT18FHx5IbNYUbbTJ7iGPrc7Xlq6IH8clAgsjOjJDPbUBhR39whH3xshoCEo4L9gJSATyLvEi
DKdd76Gt23mb0TLSzEc/hMt6tvpL25V+7DxggyIeFbd0Lnw8WbQ4i/8yxrC8ySAkCPAszLRgSBSR
Gt7GqFSjoirrRo/G2HZP2L1neMO0lhIWmqpAJZwKrrPIGe4rVMusYEj1uvNn16mPIlOXn2kXHZsJ
SSs9Imr4WZm3nyM9Va5H4RifVyWuCyzNS3GvZGXxw84V89aovfRuBtx04XryesP+CpxgtSigsDhP
Z3OujWapa9XbCFiTW3NyvU+11dx3WU+Ad+Zhi8PfB9AQYucpc/ZfTSkbDlAaMCNuR6ejZ/g0KKba
epsqq4dd35oiiJSyDUok1XYA/cfbHCdWv14Qa1TSihNWs7LtmqvGHY46C2x39zFzosqfRQSRUV9n
H2GScl9XJoWHbmoCMAZ6WKv17zGGOf5QtE+Yp0QfemmI8/4xdIZjlNklsg2YpxKnHXhR5wCKeJ61
UYyOs2mgd9yvhBM/Mr3kWhS91lNqRkwKCKB3SPrIDHOr8Q5z0VZ3UdvFj//Fo4CV1QFBQ/yEU3g6
r3OJ2nuSVeyRFiPsGmzZ0zissW8bQ3dwV025pWeKBrsZg9Cm0u5ni3PUjLa/v/AgMqKdHs0I/RDs
EMoAjf1qeXl8TQQXBQ/StMdy0A+4AqkHDFOSIxkaTSrTxszIiI9Lp5h7ig3ejkJDHtaJbl1YbG+s
dIptfCYgNORLz0YCL+KGMHS0CknsNk1XGQ/Uod0bm5163WllE6LY7eycWHvykn65RiG0uYBUeCMo
G3wRoiV3ONM+v15VTdRjacfosxdFN1HnuVujMP9UpPj/1/IXhha6FJn+z7XoX0JFj0n5A5PT5+s5
si7/+OXWk5S/dy+1XJ5/1F+Faa7nQEdRJpYLFeg1kfDfhWmWISLCUAqer+B83L/Ui4x/wmjGe8L2
DNiQUujlr7o0Xj6Am6QDBrgfsNV/z8fxfP3AqAcTAsjFBIUOtu6sSBd5Susqa5eF2lgiUzgVJYhG
2xu7Kqg9rBr9tMv0BxOc02OK4izQhalz70YACA9q3/jqpNMTNCs92ppW26QoolgpYpyOikvfXB1p
X9Jv0RQ9/gzU0w5xLxs+LX1VLJsB/uc+7fQLIMgzxibRkhsUZCoKm/QB+Ee+8Yv9mHgKdbO0zEL0
9rowXtzizqxxvU5TQwTW0uEz2HVIiHq9GapLld8YbWd+HFyIw2iUtn5n0EJFbOwupSx8lUs9tUFo
DxkIT1zHUCDoy7bbv1hKd78C18vC/fn1mmcGYEj/GAltA9fks6u922qqpSxZhqAuBo/9tM6beCoe
SR9HyOx4yvcRiMD3xzyvz8qJQroOPBfcJXQEXrmvF7AEMCRMQ29M9YcsXR5rHPNAsOAGVznmrW63
9jalOxKAxky29VB6F4LXmfbL87fiTEMwUC5CWb06/VZOw5UJtiZGSyWUYoA+tE5Nrfw6a8YQ5JZw
btQOYUiBf99OU1Jlky26vIf0KCrai7gWiUYfvs5+1MWk+KmhqBcm6Q2XKQn8JIOQyDc+z9n+WJ1S
KUBWMEnGYzLeDOhEtshcjj1GguXgN20V5OktUoDBqs5XyGAcc+MnNHxsJ4sgg8a46DslLnbkGwEQ
n9BwSqTlvy1uivXfl5pGYtMp28T71A7mhcRBJjkvz0i+LxhgeFMUFeCtnz96I2iFFOhNhp2Ey65z
ixdh6YhAdpVRVl3rCwn0q2s8ukygt0zkqUjfKTvIk/LFznOt0fQGD7QSfsfLdnLza3Wp012FyeMm
L7LoBgnD70OfOr6KUjut5BXPyQnsQIeWq++Co971cEsvPNbraeCpHHmVAMgLW/4sE4Wj0KIiylN5
7Uy33xR6UNV9uyfGVuGi4CzwvK/+1ln5bh/2pUbf/8U23tSEXgScV2Xsh0//eEzaOCnfrF/Lv/vX
AWkiXCZPHlVSf8npCAJ/HZDWP2VW43gIV0gdNHl1+uuAdP+JLwTCEAjDuHSzZMXgrxPSwb/FhJQG
mA/vKFoj/zudWxekITqq4B0JlTzNWQBQMJGZ4lKPMBgYt3qy7BY32ryYmDeiv1yBLzfq+RDyZvpi
30hhFw9t8SichXkD8G+X1MS30fv0/jDnG+HXMCQOXDNhBeln98yepmLcq2oURvm0rcziWFVLmFne
o1INF/bcq8Aux6KtLokIsmpzbmHnWVXbACiJQnccr4XWI+4uJZtxLY0Qhi+zIDHG6wqbZVNkV8i1
fOhBWS6xsZez601gQvF4e//1z+/3z48kfX3gfND8PKcXavgJ59U6R2EllPvayPdiinG4HK5j+WFb
9yHO5wsE/ktDnh1vph4vVNW5YxZq/KVcGJYm+lwOAMwA8yErZ83ehfRH/sjztYQ35L/e8iza9S6K
8G3DW9Z5GqSquBJmdiFZeXUhlTPJ/U8akjqS33e2kFJnoVAd93zcqLpb1fI3rLUhzYsrKlQ3dmHe
jDaiF32KrXB1h2DEpfHPL39yfEpEsi6r0/8835KtaQ2IfrVRaI+/1WZ7u/ZFuHT5Piu9oxslV6Ck
rlLLu5+8fN8U7oPoLjEbn+/c59MMCQUtQhiUoDfkI77Ysl4EK9kYC6weCvoxa/pNb4tjTXUK6asH
FKrDSmJ9h2ljxPhKa8jqu3py5eK+M2gI0iMTH1t8HzYeS+GYe8N1hkbHqGb7sZ58a6gukDDk0fv6
eflmJHzkxee2QE1blzZwTz7ZYt/0HUKKCvYzUJeNyfukdN01/qA38I+/v7/n3opsLgUgqVZo0Gg8
y2uLyGHDTSWrsZy+e21xV1fjprXF/fvDyOvQq9cjS6MACtOEY+EsSBuxq0Vtn0ZhhmteVt+Vposw
OsLPdV9t1dS6Skfziur0Vs2UowwxOPvBIFCOuGgcpzKXANcdJQQpoRWCivxoZ9MGwKHfKwPYl4V4
tCAFnyLxX+V7r25u0RUPMZUOyZihvhtXKq7nDL5YYvf+u8FufOvluD/CgiCNoz55utZW6DOZ0jte
WGreZ+EUd/o8XoMlurG7CEUTO6S1kvm6MW7XpD/Mdo1ERvY0dPHGK9Kr1DApYSff5hkQISXimpL9
NN82LD+cZIJ6oToXWQFK+8KP0mkDB3tfwjzKwUqIyd6vSGwuLesSRPCaKXj54PyrLTv8pPbwhjcz
7odIkO3KwvIt5B3kTKoJApI6kbVjQ3TTd6fDSbmx9i0zGvP7wps+WE1zGxW/Nc4MQKaDHFQcF13Z
DrO4Xyaz8y1vDaMKt8FsBDcbF0fPGTdRZwVek35DgHojB0Rz7Y5dfhyWOHAwkYnnPOzt/Fuz9NeF
4/6cDGXbdfOuSexgEekVTOcriI5+tK4hwArkPoatpbZPuplcJWl5NyaYMSmivaVce+PGyw7hnp01
YdwO98SJo08r+kNKbRhB3c4f9Ilta4KO15J7BOlvkya3wnrNPo9LXfltmd+lnrn3TEyYYrEZ4v7W
dRU6WMlPFxF2DqNdBbY3r8dN4uhfkpQvaruPqTwXLOq+i7fpncAeYDHtLOMma12gRRF0yeSqsv8Q
zK2Mu3Ku66UGT7Qxm98I3Ihyl/yWYf2cY3Nfys4Hx97eset7LS2ObZSHxep8UqbpOk8UVHiUo/xZ
1bju4rW79TJx5Yho0/X5cQZbWkw96sTWshsU83PCe4yxuOrAQEnzDmjMD5Fh3dgWC09ZD7Qfbvp4
CBQTQwNv3pW6d0yR9WoU76OMOkqi7mLNuHFzscM+ZNOk1j7OKCCAVJ3KkeJ37ZUB9pDfl0LZpu4o
//VrpeTY7ACC5d4n6nAPtHo2c99yDVNZIJNWHNNG3dXwDwuHfat1h67BrzsyuZuJK6WftmWWXtlW
vJmc8dqocAToFrSZ+kMOx6Cd1rDrmVhk55N4uI/+h70z240jSdb068xcRCH25XJyZzIpiaSo7SbA
0hL7vscbzXPMi83nrKNSZjA6Y1SNAebgDNCNri6BMrqHubm52W//DzAMzPFbmkHbTB822gCxTpFs
4IjZABjeulZXrwEhfq3SJELSoAO1Xd40lX4Un9qP+f/0wiJb+iC19Q1TyxCFRQcZqHFcePsqk3a6
1+8oydurCub2tG1u6s57IDk+RtDmOaP74gOQNx9By/0YohFwD2I9/rixVO/RpMWmx9wuXKym+t5W
GqSGwqOBRovHtpbi04BCUMrgc0UjUU+Aq+EnbZIcDMV9StR+IULNBXmwJLyRZaTvXg3cjWVhxjZd
tI1ml28tu6bHibyhoS5c+68KO+LaF6UwatnU0ihZXcbB0NXjvGCccdM50Q/mhVel6UH5n72LjWFT
KfoxGJJDI+pXQ9ZsCyl9B6z6k7hTZcP96Ld4EjD3B9OuP1oIbriysQ77RTqsuWgtpu5JjRjfBod5
+VvWSOkBlLadjaQMBnILcrwanPFrZ+iHUNWOPf8rOcpRMZs/R029041+b1GtWnnZUlfwhcpheukz
3clbnEQJcvRJkqIacRdrselsYGF4CGr7vZ6OfzbRAKtasjGteqtq9W3aFc+BVa8Li2CB/tP122vW
N85+hclu9G0iJRU4xI2h9W+swkMsJcufQ+pv1+3MOYeYL6U1STUTH5lkAG1cBJJaa85m7OLPuazf
obiBaIxxqEfn5Yykrbu1rGHTEIYKzf80lG91R9ppRCHHLZkpbHel45ygTz0mDcfWb5aKXeKennwO
7m+wWkBMHP5hshemN4AgKBVn02TeCqTeljEFajPSlukSQRS5E1pFjeQ8SbBUrBKut+t7NPP+gztf
MDBBLwCZ12SLJGaa/KKXHZqJX3oG+2xXZboIgZJ06fk38+6hRU9hUfDM8Q9TS7luZVFcOIh43ySN
toX5chO69iZXh72W60TkBXoiej9zm8vhh4GOCMQk7uWxi02UieGydDa5TiLGxdEYxtpmDEYkuqWi
AuEvQNjwh+LVKcSaGs3OV24XHYRHDDzK9MI4Dlq3HfR2l4zqwRjig2nGp9ExjhUUfVXtfRqDHpEe
ed8k7bbo2m3IPE/PzyR9u7XIgkrPu6PQfUoC6QOyiI8MuW1DBgMYeFy3tnMKIi4/3zjWJYVdzzhG
VXCsEkA2ZXifhB0kgcahMMMvA68qhHE+yHFxKvmlxc/XfbsbQn9b59oBWMrRzgxmkJptp3PH9f4n
kY012EP/5dYo/G0e1zdt6t31YbhWmvqtPrjblixwQCBZQVXK5pktTknj8OdV+VYmYjqxfhDJUtc1
axi7Pnm6BIRUSGiFR1pbP1o7Omi8lfWmfyic8V2T9jDuhu3OzEkRg+oGkoStyLQsLtu6bbnd4oPr
S1tflh5gydobirfntjvqkI3qan07ev0bEb+HUj+66pegcB/GPKY2KN0ybcYdnaMpRCritvZJg/oq
7u9MP/2iNN4ePuN1kbkf5IoU3LRPlCHWQws6g+/gjvW6yvECJ7j3yD4Lsl4rQyaldk6Dpa/i0j92
GpBz9rCti7dy4j04A9AN1dmLnwtGEkNuVLk3Dm2v3UkO/+2kx64IfvTsXxY2t4n9vmwHXnpwjziC
RQPtGS58NRqQJYnuI9qNtHceRsvZljX5UxxvOnnYi0RGD50Ptp6oKxMqp0rqETOxnhjdPrlO/dZK
hzdt0N7qERd+yDfF1zynZXQ0OUGW/sZI3o5W+BCWJN3VF2A8a3r+70TNyHZJq4xur+TasUvam3xA
+YdbqNZRKA+i+3EI1l7W3aY8TjMjuk95sIYO8lwS/CkeP+y3IUly7j+KWojwEbNHWosw1XaEJ3xQ
XLHIP94MFsJN1bjX5QR/7baOXt+YRNfaxT/RsFDLcV/6xlp8m1JqtvR+UDKUHq2MDZJ4doJuMvro
oJRkct17jvTT9WD3+vJDaJeWOQ036Asp3E+enjSGwoa1O2yt9CjeA6re3I5klcIN0lA/BJH3aIG1
C/RhX7mkgZqz8Cx9FXD5FShaAkKA9odAOCn/ZHLBaKTWOxt0b7ZtWiNAozP1EB+GpF5fXy4v3WkA
FMUYsDkoJAi2yOl60WCU0lTy7I1uhEcJyUQQLHXJAK3/YMnjRmO8dFXp0T2C8duCOMy08weoLb8U
hf+QDwWy9pp6dHPp1PrdjocMCLTuT1MP1nYPB6+e8eQkNig00VZDS6YumdIpjIJjO0I7UDMQjNwg
m8sjLc+9fRMYB2XgURBkVD66fWc2a1HsGk2yMDQe92aOjGEHQV+WRAfXbW6BqR0zS7tDafNoaNSP
rOCB98dDxdEBbPHGoQVUgtdAmLhbMVRI8j/od1nspZuAUQ80jkf6dN7H0B79lWmOb1JlQFRUvEBj
YpSm1mgJpkTBMTnppXnHgNinVAvupSh7V5cJ7Cy9uy0NHhU58bJJLGIsvprycFTdh1JxH2WE5OBl
3BKHX1ZfD7yoU+lR4rJdq4n/0KgMeg5yfND1+k+p9L9DIYBEo60dzDR/Z5vNTcvxlShFoCL3wFCp
iYCf+4jWA3RUfAGvkE5J5H2sNV6EvBzTNs1R0mu3RIKjFyR75piPrp2+g8gnWYGDPfo81tSUN3DW
7ryCMZTK85DBkBFf22kRd11tnxCJeYywScnsXnHrnTzGp0LWjkDD72ze07HkbMW5qEADaql+6JVh
g5sdBx77mskR5Z3RGFCR5P4xD7tdVHoPIswi3/qkdOgxMvHWliWzM7m0efnLnfAQ9DESDgjkWYDt
jCI+1CqX4igEWvmDhpEI1Gke1dwQVzAKqZrzzTIRoWls4wamEwmlv0ITbND2Cu1VVG1+MJSTrypA
aCvdRaxaipBN7d9o9rAxasZ75fQ5iuzHoGzeaHF8zxDUwaqzk3h4hwTlkYdULtd/+mXMzHgilatI
Gocjs+z3dW19MFT/oVLth4LgvHWahIBF29ir3CfxxPaFrEEPqbxUAt8joqm9xyx2hGqdtzUZ/G0y
sFgdHa2ct3UmbUFI3si8kxGs/WIiByTy7ViBaNYkZiI+6t5minak5H+MLfN9VZGdFGP/JrJ6A50S
K12j+Blzt4efnbRFpTdMNg0tkltx00OQt5A7z0QOYEXkzIDzyZ6mtfqa8lYyVLK1sZ2O7IjN5OIF
0XNbMVQVUZ24HqpemxPi2uT84JmAy0yB+XJgQsWLkOhGiptbkZ/4vJrtNH0Wnp733YK5mYtAF4TS
cAELsmzaEpeZ4QCFPdMTnbXJCPoxD+wysAAmjTJqd/U6UKIv8uA/dnZ0CvyE8aBmjf7J/cuaf6sn
+H821oI+GP+Z6npdtAz/5V8kfp3/19S/RCL+r0E1awBiX58vhzrFT/xsDdpC70jQroOtEjOdvGB/
tgadP5i14F+LCw8SV5vP+rM1qP4hhhRgieLPBCyLe/dna5CpF1oWgmQS5A1EKL/XGhSPivMXHeph
gveVtxxwE4AMkxxjCGQdGWOmyBRVlb6NReu/icquzm/bvJQRmVPNTWZa6S7PdXOdjvLnEbjFbVv1
lsPsXeGOK88sNgDKFWcbVK12HzC9uR6VvOxWescI/FrPq/LRU9pyp6eu46/aECI3xXfodqTKWvvR
tnJwA0rENbaZnZFiJcG2DQG43tV+cBshxYpocjB+tvWiLKipdpW1lSvyStsnvGZKQvzXO4JN1zZx
soEWoPRJonk39bW7RKI/zYf4WCIhYzMs5jnYs8uT2AgAsVyn6kZq4qMYmV93rflBRrVXCB3nf1H2
/V84c/95FcgYjrl2vB6Ftt62qernOmiqC4Sa+MGfp0z9g+4OBSsQQUJTTNDa/jxl2h/w9AlWfmYo
gSYLyZOfpwyVMv4lkdWEOAf+Y/7Cn6fM+gNOVQ6Z4DO1yb9/D6I2dRsRnunxU/BzBFnrFP/KU3qI
wlSBpK9wrfVgIczcP3uIPBxSB4Xfygg3VEqhYvkYd8Kf6RyrhrdRdSTNQ/oKPI905CTscOeOFmq3
oHHKuHqndPKqbjJpY1vZo+pq8l4Lu/usG9d1GA7r378A/iuAQpiCu+qQL2qPq+ey9v/X/4y/J8O5
T7787C+fpJIsOPwpXAKLE6janz6pIgcpyJfB1ApvFZ78yydfpqjQaHpBRgq8yC+ffPFEMc0ERxg3
x++AQl43HMV9BB6FjipoQoakLkNZVTaBJTVAwAfZ1zdtONSrvkZfqQ2ftAL5eU/dF7X13WEK3wyS
eEVtilkbtEqtBs2SWg3euye7tJ2dPjhIQKvWJnW0m3QIlZWgSamZPFpHSXbn8BCDJ48AieTOum0h
aA/HkfkbBSosq7eKVRr25RaJneRWHqNj5Erf/r/nlsPDd5hS0nPvg1VSiOP861zlJZjePeO73+d+
8KfjEjEheTAspqdIP7jsfjmu9oeCdDETZQKO/+KCfzuu/Qe9E2YcGT9h6EGAev92XP4IKCv5xQur
BS79G+qNL4JQ5xkL47wWM23wqcNUzy0sYu0ZbqHOMp+JKF3bdIkHm4JitivHKD4YkC1l+YcacfOV
m6Xvm3ToNnno6WtYVeJ1zouIB0/4kWumAw3qL3VNZqoXVErgCQAFhtjEKyxqBymynBqttsmjrlvV
VZsejFK+beLhT7+gsoVK6ReG2pWVH4/v8ryktWM1Kz3OPgyjPNxYdGdjxmTK3H5SlFIQrnQrqi53
jsdr1/JiCgANNZ40sd+No1ttUBtCBj5qi3VZauFu48HQtXZsAUiMmGRFxXyvQvtl2lGyQkF6YApS
vuXxGW9+/3T9y3z+PJ3/TwwUFK9K/OzKyXq5Fe44WaAF/9uufAZj/98vzuZff8PPI0a+gpYVZT2E
ov5KL/6+GzhinDuSTFAuNm8Dro2fd4PNmDzMh4gUwhwLFROpzM+7gSNGwoJuDOPVzCqhvP0bZ4w7
5uJRII4YkGZBG2nAmPlq9qhntLAnq9oMo6IesiLRUY8ZZWorQb8626Z3f53bc9j4666XOM5YAmeH
9g6qdJfHGdYzR+lDGKjCauwOENIlJVB+FZ6XtZb1a6+zhlXaelC3mU66gQrJH/p4Z6OYzjyTpu/r
H/Cz0SODympj64C/5cDf6GV6siLZ2F3/ZQWOc7oxohpKURQ1JTHRffnLqqgT8MbRBF2W9cGLxmjV
t3Z8sm3/LnM6WL0YwCw4wKY4yVZxkOUh3Ye9Sy+sstH9krSWSBQpq0Kz/4yC4r3FS34Nee46sQp5
1RsNLMd2WHBDSpuIOuKupx6/93zrSEWih9uFxoLRpfYmfKPWVbpOvXzr2WWx7kb+IiPJgp2ihkdb
Dm9LYNNaEHzzbfdBK0AyuIb03i7co+Fmxvb3Y8B/hdxQXIX/Ogj8D54pYkju+fzgix/569QrBg9+
xjkQROYKpXv5971KGvYHoUAQ8ML4i0wkfvcfZ17iZyDEAAcsxvuh3xdt4f849JKOCjg06/x7HiiA
xogVv3HqL1uelNtlS7xSNCbFgTG/DOycX6xeklm143fqyXqLCCtzMkG/7j5l+SaN/nIXgr33PZs5
9MSps2P02tLkGI2eq0eW0aqnyIYEW4Yz9mjGqxEQyJuyuJX032sbv7Y3SRl6ZYRjW8Nebb1dFchi
xRsXAdmzbz2zKPGX/MpL/jIimH5JTpCZ4zF6GRtyXQ8NSNeVEz3+TRh/UZOv0J7u/UxbMCR255Uh
gYMEA6xwD0xWkxAz+qH11FNaIQcR5GvCzzpa0iGasUI9Fik7i2Y/d4qogZ6lWYg+akaWZPrJ69vu
fT24+TqWAwQv4ko7XN+5y6j6snOYAm4EyJJ20xT6aPUlajdxqTP4CxGEZcUAGHXf/T39A+HeFtVa
kjTonwFyit/ibEFtpuZ0+zX9BFwk2Git8b7xOn875nZ+N7TV0ujKZCb6r1VR9AdcCzkBLOuTDWxt
TyrEfNwJ9pZGXUuJlTxlEGuGqz7ovYDd1OwYIbcSzky7a+VjFHnlc1PClcr14lQG81OG2zFjM5bx
uqVX8dyEsPDtFKOWECaGMPd91tcjOHQ5/OEXMKdtglRtP3uBpTbv2qFzDmEeRcY26vnDBSecIKj/
Wp4oaJKkWMykTJnsm6qTdW9s9JMWyDRMleKNHgXexpcEoG+01r0rvU305gsQtfEYV2iBFaWtLUDF
JwNgL78FL2viKZUaZldfPsLZRzVztzDrlk1maFmhqSGvdKe+C5FGWFVDuJPQODfIGVJHvgGqsnTk
5zYBuj6OCJKaKGpMdWShyZVdCCiNkx7l2Vrz8uE+VR6qskJqvablH4QM6NlyQRc9vImkUntrWL25
RIotUqTLgED5mFySm0BglKdMGDUVWR7njXFSlaj4ZDapeyBBhAwSMduA2Y/tEMvRXTOMzV5C/22r
uIECZ1os3fzmOeZO4woj7cLpLSaoLk9YrjmV1tmZdGtGg7kfHKt/HOFB2Fy38vqbY4YMl9BEW5rJ
fFHSPvvmtGQqrVIb6bb0NpY7Hnsr/+bQC4PgT177oQ+lu8JsWlEGd97jdduvIpUwDf6dMViaMbBI
XJruMyXqSm+Ubm3lWMIi35kLKKBXl8ilAX1yiQyjV8oRpCu3qnqfDMe2XDfOjWwshEIRei4cBsI8
Rq7RoBZTkwTey2VksaXA+uk4t3WrKRDhGo+6VO6CkinGMHSjgwe4deHKn1nYhcmJbzACWSZVZDm3
1tu4+KyoT3b0VGlP1z/Pqztrsq6JZ3RoldHXN51bT/7Spc+GctPF99dNzKyD5E2FWQxgGJfW5APJ
CMpEEjw/JwlWWfRx1w4TCL1334Jdv25pxtcuLE0+UldRMFZH3z8xbrHLDBtAQv/xuokZPxCZqMk9
z3OPSZRLPyjsVu2TIvRPHQzG+xYyffBN1Tb1zFukeIe7yodI87rJuVVx2YPvEBV5gLCXJtsY3dIi
rzHplXskkD+XpvXu3zMxcTU6P0ORFZgo6QStNAuC3dxYSilfpbD0EhA8EHNKAqw3FSJQRrcpc7fx
TxxU12uPtsRUXbwC97BjxtguHmtbWwh8c64HLJDnAd2M113nBkYtOLQx6al3VGeF10ndfQA85B/s
3y87UxdXoFMBw9f5JzMq93qntDy5k6V3/6vHhtg/8krGH1GoAGV86QcUw8rAaDGivDVTMOqrZojf
UoTe21SrYNa+vqTZr3VmbeLo6BVaY5AN/imhc6I2yZEC27fEh+KIwoNLxbqs8rXRWQtB7+XmnQTa
i1VOckBlMFspcrFb+g9yUe8rpwGHDwZlhcznJ/hnN5GHKoICyKlp1kl068ffPf+QVO46kL505V0S
fO1afYXA350HFRSK4aEZ7WDV3lease+zepPawIOkg1cO/yDSnX8h8QXPrtkajno7iWX/lHf+TiGn
YAs3vaStjOT5+teZC0Pnlia3amfU6C4B8D5BZF/K+Zti9L955Ucv8NUVw81/9bH+5ePzhfbt1Ueh
0w3SFuoKKMQuF9Y6jdRZo+afWmrGo32osh9O9UUZIf4ems9aa7/3eJD2xScp3IBgduP7ECJ+vwQn
OVqbJmUS696kvQb32cq2dp4RL3jrzDVmIQD79y842Xk3bHyZxgqRP4O3TibBfNP0Mp10lBcWPHQu
HIthUgZDqC1Q8rvci0Du4QlvFP8UZ3G5aZggXjW6vkS9OBe5zq1MdhxGV9+tjZ5jEDxXTXnXSV8Y
lj0marKwc7PLoTcPBwVcVPQpLpcTxhXCFD3njTk2P0cOWF1i1Jv7NsxL/4cFHpWXFgI5HLuyZSm1
FK8iB1bq8v6f5DHWC+mpBuAXoszJV2myehjLYPRPrnLvDdoBGOZa0vKFZ/fsUujywK0AsxsEQJdL
yYIcGU3Qrifh+lL7IR+/dPnC22TWBgAYaiKQI7502M+DiGpmsolmg88IFcp82jqq9qFRLFyMr59h
XCaUyv+2MtkvTRtZYeEHp15NZRqVurqpTPRBR5fyaBCqd6aWf8oDBMk847NR1cnW08p+4beYi2Ln
v8TEyXvo61w4QvzT2AP+K2KdoZU+0FbBACTOBsIvZ78rFk2ln4UzpwDjGqUG2rmXn9BFWbCIGj7h
TYL8Zpv1K3vU17r6dni4HqJnT/CZIfXSkNGbTdlaIiS1zUrSng3qQlxSIz22f8/QJIUPxaul7W3/
lDmPdZuvehvUrXa083wh8s16Jj1EdIFFE34618vdBmEBhZRTKj2hlbMthycpWEoAZrcNaitaNrDi
ONN5FXjhta6UwuAUqj8sb2TM4I1jx0i7+AuX2oS4BB8QngC0hJexUIoVteXzg9Y3qWSVVRCcWs1c
gRXf2Mm+6O7SPyOf8kd66NdyuKJFIqe7ChSntPDZZnYT2QK6N3S1QGEKlNu5+ahDjsTqxUKdp1p7
8nl/LYWSuXf/hY2Ja6glwKvewIapS3uyYOtoDsE239UMuQxFtZfib1BdLLiJzi8+SRZsMEDELkos
VB0moQWGp45E1QuYyu/uQwgpYUD0V9d9fnbzRL9PRaSREcRJIHYBVEgMYgYnVNpo3zxJWrQt3WLB
RWZXcmZlEisaUwrrng7eyXfjVQPswqFKd30hcyZEl58pSv7L3XXpBRnoQYaz6uA02ndNWu681lyw
MHOgeKhSXafXCX2fOfEBp/Vjr06r4FTKHwL1ruuzB1+90+R4obA490kIDYKgjxkwTvDlSgLNrfy4
MPBn87uePEjdU410w/XdmnmU0Gz5ZWNyZrKK7gcEXQFqZmNz9CKtAIWt50x658cktz6GCLPcy3Zx
3yHhs2B7aX2TfaxHuZCaFtswoTnth9D4XDs/ri/vZRhwenTO1zfxBjRylL6voDNkDkox98bBRMuo
XblMUGrgqooVggJ6A8ghX1vgi65bn3OUc+NiA85fL6rWNX6nBacIKY0hZXrqY4CKjRN9/Qd2SJ/h
NNeIwvTdL+zoeWNHsm+QRH0y+2fG6fTivSw//AMjNHrQqSbDoEt+aSTrdTPUxaWoWQc92gdrxbqN
l1xidsfOjEx2zEwViSa/xYU4AKI3quDBLNUBlbJIE1JxSyy58+YcchfuXlURELjzDwRGRUoKlcCK
stGqQm/YrI9xwSSMuuQKM4kZHQKHuVpgOYJV6dJSr+tFU1rcG6UCP4RyryJYZgbNRkfqKVkckZ2L
gefWJpFDGVy3aEKsjeXG+ijGNMr4XhkZXEIT6rYJtVXeP3UZ4dfaCt6AAc2V694yG1fooskChaXC
wXi53rTPI1exiJG9R72AMSxzjYi9vSrlVt8wvOuu4gLGi3KIun3m5tWCs86GljPzk9DiFKpSK2K7
JQa4wBiuXOlpsQz7ks9MgwsqAqJdDWGKOqXWHxPfluSmFAG6XknS2wLJj6C/C5NPAdebU35ksie7
ISva0E9beNSIM/3KtgLCTShPqK/p2GSTopjfBKcPaD2ufObD4tZHROfW6rWdZv2Dd5oNcu5vc+Ik
nYWyDDaNJAateZL7GCGw+7j8PoYfrvvM3Ec7tzF5vDAj21tqj428PWbZc9DcD8bCrs0dw3MTk0hp
S75fFK0wAbneXapCb3Cwh++VsuD+s3kich18HQhGBYPg5X65rtIyU4X/Vz48L0GwyrwHD0G6sJG+
NX5+klPEYdP2po6iBbKsedMqfqkyU0EGNDGdQ1agZOJKT3JPuzHHJFg5XdNvAiW395aMgKGHhPme
+p5y0tC42JtJ4i3s8+y9y7uGTiBoMMjmJxsdSjHU74rM+tX7zByyXdQUm7HVviVBeYcKwEmD5kSU
DbVc3sbSvu1uglReaDHNOtTZLzGpxMg1GqmB3genQrlzmKyTq/vFZtnsOYR0lCewePlMC9W2UUVt
XGckUCWirQyXmDeG6aXbJh6NG1iz9VU5DLeykesLl/6sK6OUAqU1LTSo/y49zOwg7WljDNd5LB+V
Vt+HijKu7dRsN5Zn2BtUHYab6yd0/rPCGMYjhKgO5+6l0QaaIxQ6C8K6Id01xVPUHlSN8ch6p0gb
h3pkY39wI30bKDGzzPK2/Xz9F5i72JCypmgKFpLBpYlbdbXtNmYrXimhe2fBPEt7auHozjrNmYmJ
09hhYJplxxNFzj6MeQEf6Z1mFqvr65j1ml9GpmWv0kcBzvIxIiX5J7LTMHrsAeImVXDfBl/jeMFX
xJF/dVlAxg/ziyF4xyfZx4iyYzk4OWtKjuMwrOL4SLXZTxZu3VmXRDUHLlvwRfT0Lr2jVZgndk1c
sreHFTAu5MK+xEa6UYLlcze7JDHVAHRT1A0nnqjEYTnESBefwt5eB4G6rrMf8GIATFwKZbMOIZTI
VD4YIX1y0FCRzeu8IpRnMSIB7jd/2Knw7hu3yM+tbxw7X9NsC2oogsy1S4Zlpu2uG75dd5ilX0L8
+dn9m9YWl4nCwQvDZ79EWSw4jsGf123MOqWQT6cIAADvBfR+ZiOxcwTNA2KzQ3pm2AfIm9d+8c7z
d1bOzM+CtfkV/bI2cRbPjZAABMp8MpjaLctNUimr3L+/vqTZeHG2pGlKkepxFMR8u1ot1qb7xUOa
+7qFpU2bRCRLA96UVWwazCe1+eAl7tb3x13MELnzoRy9heg0mTx4qbFBYPdr2ybhqemtsOzdlhob
knVq/zYSWo3V2yy4Ea2gJjgiSx2tDPkhNBLozpqNn9UrD4+MliA/C3s7DSqRqXRhkLByX1BkWveu
Gy3s7ayLwGYNzAaAFXWpS6cfR8nxrXggSgbNj6qxxpvRND6lvZYt5EyzweTM0OR0FV1h9LHJpvbR
s4I2SJySUifJCuHmhSUtWZp4PfSKOhg5LKUjDDVqdqR1A8xhky7pts1+nbMlTTyfQfAm1+qOgDF6
gkntexQwuXrd95e+z8T3BzjRsrLBxmg9Jb4GY86fSpRs/z0jE4cHIwzfEgJpJ5uPErk/QBwsJnHz
X0UQ3evkFQxJXjqaHOpVovc4WqLE+y4doTb4Mcj9qQ4WHG1+x34Zmnx+zUt9yO3YMaswbxPtuz3Y
W5QDFr7L7D2MRqAOdJah/Zcs7iyQ53VnZYNK8t17hgWKS7NWIL+h7leMbYlM+q3tKUssafMr+2Vz
clazGBonZkICmjPPsjJs8bgc7c7rvjAbbEE5AnEWg4PTgJDLns/LfuRVkf2IYm1ltgc9+N7KzGXs
+lS+uW5tbkkGM2YC+i6IeideAVdTEzq9Q63fT+V9kUk6PEpht6+gJFowNRES+yus0z1hApjyHZzb
k4pN1UQQ14OJBJI0HiqEymwurSjeVn62z/K9U+/EIxK5rW0EV5I13htW81g3UKDI9TqS5Gg1QvBy
ff1zpwIlOQ2gGROagKIvT4Vqt6hrQ095CoJ+QyqnpD/SWlr1zfa6nblQBTs5sCKap+AZJ4eiC4e8
7u0Y/l4YUbwfNMGu//1zXnP+909CYei7VJ6kJDxlKcgec6UpaAd7H/OhWZdckEhcXLc3+wIH2w08
U4HUAMj35cahcaYXYy0W5HTFrkRwfTdGUNiEPawDXq4i2Bk73rowI2eVo/X8aXDA6F7/JeacV+Db
gIZRdkQx9PJ30CDlyAyTRSveB9WT17TCJPPDdRtzHw4eZGgQmCQhzIg/P4szUTo29ahm4SmNk6eK
1/4KeFj+D4IZIZkhNEFGAbb40kgRFMOQDWl4KqpUXzey365l0ECbNs+/VnnLZe1A9nB9YXMeQ0vW
JNOioo6A5qVN6sLlIGdDeBrkO696ao14HWWfFTdZJ8nd4GQLSxTfYvo8swRym6kuhrqmUxtB7NCj
8CGwtkPrQ44wZfM5VA99Cv2P+07J3/H+XPCOWYswWaLxAoSUp9rlAjNNDmIpNsMT8uTkPJBI8G4Z
6nWme5RMLSiU+k+FYe+ub+uLbvPlQnUZaXUAT8RUionTKGfkSe73Ho2Kr9ZOjzdFcqvE6+ZP9zsV
ml5ZO/2pGPaoiDOJ0EbH0azWPvAWb7Ec/9pz+UV40zmgt9nvaXmqA0wY517hnxxkyuWNki440Exp
GAMvNOEsVkCcLzd48OUCkm1wklHHk6MONuNBKt13qKyDpH7q+u9Dmq87ZuY0yX0zNOaCR712YMzT
mUSThvYhOj6X5ovcQtZlrPwTd83Ki8pVR0e+Vcp1va31z/QVF+y9zjgYASOPIH6LGUpjslw4pdIy
bRL/VFjokbdfKrhI2u5rbO78JFy4luZsCRYLaDSgKgdrcLm2OJcSP/OAgWhtvlWTx/G9ZI1AoVcw
5l/319cxVKftCjIUWBoAqCkEyml8y0eljfeH/iNCbsWJj0oULLjK66OIVivRE8CESqiZxrdEge9g
TCgF1QHtkeSp6CH8fx7MZyn9rn50uoUX8YxnYA4KIIG1Fn3ly90r4S02qoGeRdbFdEWkjeZ+1N2d
Gt3YmUNC9e36Fs4dhAt76qU9CURKkKJPfVLMeJe7yrrNjZvYt/a20n7QwA17/Y+x/iLdxEG9Wqpo
zNQrxeb+Wu3EL0vf7jt7oGwi+dLBsnsovN2da+VH+EJDlHScxthWuX1wu3qnytkmh5CNN8DC6ZhJ
CPg1RIOIWSXkWV4Nl8kuBJmismI6/Y1aq2td/jKEH4Y42Fdxtda0z0PjrVpt6e6ccWCOvwNam3op
eeUkEXETWUEJOCbMwWxvw31JC4c+95ILzxQlgNEL4U0GEqgvTn2Ycm0Ayyto93H4Ju99eZP7wzpC
LdLXFfgMV0/Gjbkf20MqrbJqgQ94JhwwIE7x3QLDjUMLhz9LQkSAKFCqoGplfVX6ahWH78sSxpB3
Yfh1wZdFZJlcXxemJjmVbTW6LXWYKrrnENlW402A+qXpPUB/qZtQCu6y7OOCTXE+rticVln00VJy
mimc1whV4Te+cQiy29Dd93/W5YMPvz3/0R0qaPsFw3OLpYVE1YWiJ4/syb56bsl29xwdPz7p7Xe5
eI6+V7K29hAusOv3uu3tIKXeXrcqEqvpak1Gf/mUTEjyGLj8mG6mlM3Q8z6GjEUUdiEAZyB3XKvp
QhicwaqBgzyzNMld7agaVU/U0ZKxWTPFKFUf01Ld8uRCYLhU1pkUrwf51s/9d6qa7H3nwR363wb4
8DsInBKTKJzTl7Bx5rp95Y6hLFbbSpKCHloHi6MFQMTUwiUV+NkjypsE0gDgFXjxZGcHtxr9RBkC
RmmzNQrOhzh/i7qoYR0KXY9WyC8oOtO1SGlbegJPSLtS4+jkh+O2VN2n61955spj3b9+l8nem2ob
ak1GXy6lZJinzsp1niOrXJmmtRqbZBX6yMAt3QVzsfDcqPjzs812GMsSz3lisBI9Obm96VJrZ3ff
/8HSEN8SFOo8AKfbXOWmwRCJw3EdlUNp77XG2dS1ubH18ntob0ZdW4eNfLhudCab5WlEe4fJL1LN
acc3Q/rAlH2F2kvMmESb61A5aFqzcIvNnc1zK5PLRM1gxS2geDipUryvffXQFPdaR+FhCQcwa0gh
cDOZTPdckJ6cf6mkN9rGbSTcg0LaFjhfvs8M64fOAYQ21LMXsrzZ3SNZhsmQGSDqPZfm6tGwuyLT
maIaQMiM96gebK5/n9kFiclD0mNUiKeFpKipQFJKxPCkgLDQuFPkDCmT42J1cS7PgMrul6HJzjWD
lI69MKT4xslKYChGpS/s2xu6BBulas1VMPY72Qm/Unb4/O8tcuIevWZ4ZS3uYXM8hCPUx+/yLFwp
3rDghrOfC/klSlL0gWGIuvxcds6soGswOUM+tWZYR0vG7fWVzKTIzFYwiSgeT0KK49KCFpddzKgI
kw9quqFJ6pIpm8qnuEa8k3az9XvCH6L2x2C+kFsAVQctx/QxrsVFxL9mciCst4MJJBYimYVNmwt+
5yYmjjHA+RIyxhmchvohbPtNBWuVOiyNos/6+dlC/jdpZ9Ybt9F8/U9EgPtyS84ijUa2FW9Jbgg5
sbnvOz/9+6OeN/ZMixjC+hu5CCBApWJXd1dXnTpHWBrNyGUVlnvmKn8UuGBZT4xzzOXz7eVZfouY
I1z6IiQmJckujAP4MqrQD6fVvhofkvHdGHdeGW+EwpZHQihkTk5DGFj5uSubRzueTkX4fay+qnH9
x22nVg3Bo7IwnTs8E9TrmOsSqVdgvie1lKedXn1RJgjt5d0Y1N5tQ6uRcGFIyAOAcdVGsDw3G6Uk
N1eWF6Bj/O3n6ErdtrS6TsynAoOCi+xV967OSsXJE9YJXgBvQpSHLuGnNqatphfhj9u2Vrfsha3F
64vLXQE4Os4xuBBLb+b3KKXJx2yy37eW8r2GAR1VrembKc/F8bbZ1VWD9QbNHhJWRg4Es42a6WEH
CMGS22JvBcyKFLn/MYc73kU3dtzYxatHn0M5AhH7BfMjeNlA0aZXBuZSi1qrUSRc9ozwbcT8WoRQ
uUZvDh4Alf+5dmqu/dIqy/R/UD/2cKs9bZ/iW0aEjRUldtbbC8omUU6tUTMD+2gWW/wga99rGZyg
0kcJh8To2hO/rMDmO9Q6GkurPip9BXWvFBcbD9CV3o0OqPeXGWFZ4qDT2ykfuXUdp7jLIR0Ha5f+
ndZxdkhTJwZVDBc88g/dfnQ6c++ribzrfSnc5RAz7/sZcrwhNTUIiSOH5HdG1sM0N0dXljxGPDcv
/0whWMcAIeoXEFCNcq85gBpo92MAUQXqPrZ+6vwHzUk8XnvtZo1rfbUXWQXYnRkRE76QUvmp40R0
tJo9g9b2dMg/396Ia2cNlbqfBgTfNAMim2imykTC8wDE0N7Xer63jD6jvBMiVhBt7PzVVGvJT9FC
hoSObOQ6toaJll0wkQ0bZensy04qEGWX0XPIh2SfqDWE0V0AN5rNow71xPKv2ii2qsyrn5WTgIwP
WQxOheu/IY0Hswt9ldtJ+ZvZSSeu3TD5dvvLrp2sC0UsMsVwDNiGsIfyACYQ1U9oAlo7WT1VWrOT
ePkjVlo8B81Ge/yl+vgqRi+sCV9VcQpTzjXOnkiVDzAUy9NEpjw90QTa9215kOq/M20iKevQ72vu
b7u6elwYcLlQjYXbwBZcdZSoDHOdMynvj7XtjW85vlmrn79fcM7v4dBHHIjExc+gOkcHMtpKjpdj
89X3uzAhRIQ0ztJkDdwQeoXChBodVOWhmbq7GD1P7YsBXeFW8rq68y4sLj+/uHlbY4glbcapWP8n
HSXbdULkhhLoo6bwe6wcbi/RasRfWBPupkyWVHuYicYY8PKMuOByaXRB/YbCDHc6DMeQXPIqFFdK
sXs5fpleSJ6r+BtiPm+ZCOHWoCiMmAITEvBpXH84LoakqyeOrDnc0YL7BJ9i1Xwat1gnVrcULyUA
4UsZmMTh2k4HjCINZQpdKVpLENd6cfZpNgHstqabIuFkawN0CiEliqg7Tpm9VRxeWzIKeXRvIUCn
uyksmWJWelQMvOYN9UcK0okmSofp23Gxckrx21mqRSWXVqrgpKZlkZwXGKmhotW0xi27YxrDYwkv
eREW7pBvnBUrG23hc0cb3YG3ndrL9VcFNgKBukJXGgicF/vxex39yliFRnByvhhGdOrkU2tttW2X
7Stsb5CuTOUvzKhQ1QknVC2ZddWZVXyuHWp3pil9aqLksZUqf5fLVvr7TwUOKyDtAELhLRFZUQs9
GVN9TF5wGSktylJ5HOyNOuzK8XFlQ3j3GHHOEIAfx+eWBuWk+6cEqtVwfBy6L3Vk794QJUufArY0
miFil9IfyOG0oI/PiBctffysdStDDw+qL6cHBEifpSpA/GE0v9+2u7IFwNP+sissW6vb6WxLZXyW
Wk8PHmX7udkiFFkzgVvIeC8USq9eIgVvLNlJh/jsDPZj4CPTlT/14wYUevk7xfCDIJSBA5oqTMwJ
fjRm38lOgBFLBaXzvbC2JsjX4pvhAgZe0daGt17YxqPSGAxIWvF5yRKhaIgOJgjM3P/j9nqsBd2l
GeGWbLTc5+EG+iFKoa9JD6p9r95FdbbT4z9vW1o7ly4tCbcjZbdKqyccsqaD1Ne5m8ryn6NR0exT
kB3ep9rvjzTq0MP9+oTCwYT06FDKsh6fNefZsB5NdEyq0GXQ5v/m2HI+Xlz7jjW1DdlifA6Ue32A
OUkqzkuxJ/mSVLWblvXGebsa37/cElslca8ZreVrxPdMl9byG69ZOB677Mdtv9auS74fjUQGlyjH
iUC8OTGcJJd8kDE5CC0r+0vV1Ht5qN/FRftP1R96+Xv93QgpCc6FvEXsshouIBvAoEKHBujg+qvW
fl/76IeBVEOPy2rKfGcqOWP4ceqWFsNqMxxO/9x2eMukUA+CaMufhwyTg6K8TztyEcTSlBgmj6a5
Ryl4HwbFG878Bb/xn5fCMQJfZ172yKidExOB7dAMDnWmFW4xKJJbh+ldNvTJhsnV8CGbWx7qcNmI
fcVyhjC2XkDEarrvaLPHlCcbc6ORsGqEGexlOIoZX1GRa5QaFM1l2jB69wxmM+w+b7YtV1eLZ+cy
/wRhkins7rREQ62XefFFg+olE8Nl8jcfkXQJWKN6p/obGcD6briwJ2zzRCrCPK+wV0bxU1ChGFie
7PlRiQ692uxlX3Uz7T5BKXjrfb36LX8ZFsfqHKmSIXLQKFgr97nOjKJp72n+f7gd/OtWgBYuVyb7
Tficdpv5TTSaYG+oh1vFqU5rqKeOt42s3ZpQNcrLpBJXpzg4D32fFbUZRmJDOSd1+tDr/vNtE2t+
LIA6iq3QnsCgfX1umGo4UHXBRAJGfsqfdcSPt4BDqzYgUGKmgL/4VbM6h9e9M6KIjLc9SUz6ZVPt
xlTfb3uylgGAN/5pRbn2xA56uGrMgHO+fsq1GXl6mOWykyEZGxfKy6igmMxcWhLOWnNMfdjGWy7K
MEC3OjUydwRIdtd24bivo7LeBVprPckSjIqVnpkfYjV9aobhLzQvQlcKEN8slCByS90uduEUVQgS
drM7hujXprX91TYDxuwLJusbLXDuqzhivi9CWd4a2+7cAt2HupOHUB80Wywr60u16FNDZg0cT3ha
+qUGFQ315/OMBKeVtnsy98jauqxe0EOvviDjtbxfF6E4kehM82feYwEwZyM9AHc+Odrkoca7zIGY
+0mNP6vpR1VfUM+gvOqn0Iy/KHHl9eYHLf/WxSEa48V9gySpfJ/Zi87vQVY/B5LqGfm+Td9J8Jy5
BPXhdoStlWuRkQUuBGARMIT4CsjiRUYiJBs3y4d4yJ6iHnTvXNwbYbyTp/mMNvRjm4ERz6vQcfsQ
GuWiO1ZNg6ZktFMt7TRFKnqik7xx2q4u28UfJuziRDPjsjGAbJvd6I1x6aJprft3t93fMrL8/DJx
W2QuUg3MdpMixPmlGr/n9kb1ZPXAYzIZtPZCVyQOTFbVVBEvNbnh+EeMKLYsbxx3q4fEhQHBh7Cp
mkmKMDCkO6hPCS9V/ZgEX25/qbVXAnLDP91Y/oqLL1XEfZE3MY/t0b7P+9MwnuB0SN/F7UZArt3p
l3aEN0Kt2A7BxEGkGu8saTeCvoYQtJYc+gb/EoG3vVorXIMHhhgA2BEbQFydbraRPaiIMlIhTZ29
wWJ+FnW3QvqjaXZxrTzwyO+lrQfDkim8OiwuzAprVviSUswDBROUqm1oLHUSWreckQoPLbfRHM8c
FbdTqi1s/eoqXtgVVjEaIjtNliKG5r+XQT7hmMJAnIGYOBn17W+7aosJ62WIhw61WDCZGiZNJoOV
7K1T2ia+myhM5af9XeNHFHy36H+XT/bqk16YE26w2DKiXq8JUCd4pq8E0cDnIttInFczQAYhoDYE
24nWg5ABOnWmG8XIbILqj6anIF48254yP/tMXGewuATtscykL5Dm5nX8+S3f86dt8R7L5yrrxwHb
Q/rBn5q7Vm88kEBuaX93kNO6bWz9a/4yJmQeYS/VRWkx84GebsizJC2OHbDZpzyZszfgctHogEtp
mXii0yo8unQlLOpioBD1UBqVp6LhbcvjRi9lNRgvbAi3ydzBLpgNCge9jLB4a3tT9mzW8Q4BR5d2
3xs+3oWx5eNenJVsh6mASDs+Z1b5VZGivW9Y/6IUt7ttZv3wYvoZThVYBmRRd83sqqANa0bSSq12
JyN9X/rGQ5md+qK4l5L5XZmfSsfLvm2YXdb+1U5DCgvpTHJT4AzX7o2dnFvZjNkKzbMitrys/AzH
Vtt/GksEppFx12gBHmfEx29bXr1K6RJQYOZdyTjZtWGJBAadQjI5Vcksz4rG8X7w5eb4f7MiuOcr
zDnX6mIFvlpPsspp5yccX7etrG4wkCBAiSlvkJxe+wLqs0vHmovHgrN2kQeHbHre6MUvp/mrhbqw
IcShXjHdkI08UrQ4VJfavOHNqcwlN4XeyEzS/9El4XJpqbOZZoNLmn+yh2dllyRbI6/rHkGkRaeZ
6u6irXi5s5JuNEJtwoSMnIn2w4CorP0U59kbQmApxIOno6f9IgN9aWYydSsaBu6StJ2BKtxPob7/
/eW/tCAEmRrEWqKqDa8F65+iAfHgv6+qzexmbcOAGAVFBUYG7mXhupKiUUqlgeu+bk5MIo/Bzo6T
Ha3dnc5rbPLG9FHJ7iS5PuTBH1n+LvfrjZhYO3cZcaM5BA0pRDlCmE/J3KPywoLpBDgM9vCPdfq+
M41dHpm72Ug+v+G7XtgTQz51WqfNsCdl9j2z657WlY9SMW28G9ZGaRjd03SmlOEcoud1HYhVgIJl
NvJw6PpyV1uPzjC5ZXWiqAYTYA+RYmi7Ge83Ld9JI/Tkn5CRe4unv/4C4TCMYrns84m/wM6/dLVx
mDPHs+MtTt7VCLrwU4jTIomS0WqxYhoHiONseeNeXtZDPKIuv6Nw92vlXAMzWL5j/Y7pf+7IQco3
YnDdBzBp0GYYFDmEGOzVXjKSlieu7WvfwsC0vbBU5jctxy8jQuDFsDLk/jKYS0EoqtSTbfzT+vlG
2K1/rV9GhBM2MZpcG+Ylx43KOz+wd+Wo3G0izletvKDEoGeED2F5ol2kL3ZfxYUtk/sVZgXrRweF
XtNDbjlLUna4HcSrxwND9YtwB/B1Ueu+VIpyCmJMhYq5t/5Ek9sdiztjCPb6m74dgCuCeZHnEyl9
07AwKGvNS49aRqTx7wV23mQbRe+1+2lBdf1nRNiUmt4aXF5kfo4ama4yD6jNDZN10PQshxtM20Lk
rn4/NEEh9lWBPokMYJFl18iByYS2KSHynLaxxwRNeJCUpEb8WadlEg3ZxttgbXBZY1L6p1XhWtHD
rJxbFG7Pc1Of1Gb2TEU+TgrUVkW+n3vn3pr6nfqs9w5imc6/TIe8s4zgbMYf5iQ+adLTglZaGGVu
B9Nq3DIDS78B/Kki1q+BAlTq7Nik3VTfEutY64Fn0zH9v1kRnDfSppmMyuFGk3nr0Sl1PpvTVpV8
NY7AGbxoUzIGKxgZglzOyHSTc6HaO9gffRnqNWfy5n4jYNe/2X+GEC273ut+wZDQJEnxS6086fWT
bLUuIoNvOR1/+gMs5doMj0g5bnr8KZ1xpwbOnaknu3STYniteLTAM/732WyRBk1vYmkBvsCO4KsH
GrIfGJt34sjr2sdlYJCZjzdcX9BKwvcAWwGjrML1lflJLEsJ+z2U341/KBk+vSHcLi0Il1c5DGE1
yxxb4fAxnL9P/WMXbdWu14KA6ZFFMI9xHNq916ujFmViQ3ZNMprHd2Gh3zFnHRvhRgysLQ7YTOaP
SdwXcodrK5JkNUGXxMk5QgMbHup9AgKAboaCBr1UzW4cbyzO2uFoLCqWyyyuhXz6tUGNaV9t9tuE
+Z8ucvNu8v8NFk1eu+ptr3SQFlB95S0nMrgu9EiWcRy4yq+N+mPq2P2QJWdd/7PMD1ymR+mLEXpR
XR5vH0Sr3/PCkhAZaA7XYx7Uydnvh8Mygxr6h9ruoa/gzHOqIbiTta1oXLfJ84tJNAb0RRKcvhrU
QpuH5NxVYKZpzBbHstXS+9lJ0KRKRnnP430fJbG5UUVfrXVAW/PTsnAiToU/ljn0ouepnhjxVQIQ
xdNj1ylIC3qgw0JXRcmpjr+B7N6479a2B8nJUsOEGIrB9eslzVNGY9XCSFA5SL6O+TTd61PyZzSZ
wcZhvOokc3cORCtIEoOFvLY0VaFdpBGZqjaU+8In5Q69PikOxrdGMx/68ks2OLvG/vd2IK3tkwur
IoWEOvl2n+mkroXyGLYPeSmBNP44BieAmhufcu1euzQl3APZoEKGuXQRMiAjDZC2qn5sooCm4Ofb
Pr2InYoPi0tL6vWnlPBJThZ0Vl24eZTuqwiA0Zh9B+CW+FSorP6QyKmrT/Qh/eHPLkMU/FQMz3PR
vxu2tuqyFV/9MeBooD2AXwXYw/Uf01lBZoUFpVuzLnfoW41Zebjt71qMojTy04LwYSNaY5DJYAHO
0V2XWHs+7ObDYD0+mQOkTUiu+WqISfYtcspoJIcOjWPKRHohM0xEzun7u2Hu3UIbVbftugcp3RrZ
Xg3SC9PCJrRrJSr8mZdCnR4Uzu9gdJ2shjy+9QZzk5pnWZDXC/bLUeGusq3MIJUnrw6dz+BXPTOI
Dm2ToF2oysdGPw4jhJaO/L6NpY37fjVUGLakc6qhIPMKIOzHlhoYC7QreLb9H0GwsTFWd+DF7xeO
mDJClSapQcShf1PW9XsrPxphsYcdesORdUOLlCVoTzrvwkUYT4kzphMVd10t9mM6I1inHOf8IIHH
vx37q6FBBgZj1MIWJ+I9DD0ms1zQd20me0sjF/XtfdTY+0ozdvXWCMjqTruwJgRiqDUJDUo+oOQ8
+jbID7j0zb9veyTaQH2eALCXKHAcKKkWjy9e4NaoTzkq5dwDKfx2kWQ+dVHeu3b347adZbEvw/zF
Dp9MRy2DOQ9xeljRgLshu8czI/Odh3hybE9j4HxXJbCiFN1QH2sHRfNCrXaSUrcbESKG+v+sGwDx
ef0rsARce5lMWeIHlUWD8Ox807aGfMVUZfntwMN5v0CNvaDgr387Fe/EZxqaGm460d1s7yODo6Lp
D1n5SW2OxVvW7NKeEO/OCB+AJWHP0gJXlxKvAIlmll9vr5gY66JXyze9iIyibJRcUthVKjRvRec8
zo3z3mzbU++Ud3Hy4ba1tRWCeMSGOJN3gSFmPqRVzhTz37nWZ9krsmD0tHGzdPbqWnlxCuSojVwV
N6TICFAWALaBAvNsM4qDLt8xPcZUXm0Px9nMd1Oa7iiJ7XjcHW67Jx5Rot3l5xcfsyxDTdJMlszM
3jn9sc2ag1N+6Mqt2uDqZ7zwT9jORpow31Th3zC608fh7rYXa4cF9PM/v96yES68kJwhb/vl66lN
6sbSsxzIezv53ebOy7da6P9MghzRCGE7DaURVyPzomcC7TiojWtmujtsjWWuhveFFXETOUZoyXOQ
nA3li+mXXgs75JDK+wJViq0UcdWWs8CawTeDUBBuQkluOGbR9j5TRzBczaDFpyWRvFPrID4qWWG4
U4k44u8v1sJ+xYELjoDh9uvFCnISFnjteZPq38HWeWkPCuN38b3LWuk8tGTe2rxAxYK3j7tZaefJ
edSVd70hvwta4904OX/c9mXtA6L1QDEVkbkF5nvtS59l/aQmVbLA+ZP62dLPebCDDW+X/O48x/8c
+mVJOPWGXnZ0SS0TQty9D2FIjzdOgrU9RLOPdixMNUt8X7sSDNrYwWufQDiQ7e3xKE/WztmSAVk7
bi6NCFvITJHHkbuCIliz95N9EZxIvn67ovfyrbhSYexU4R8U0RRar2tzIvNEhzRKrt7FWe6Fmxxn
a66AZSM3oRP7mgwXgKBPhYcnMfglfXx0fM/Rn5ItBNELpEXMTy7NCFtUnhqdYfUoPcs1er9pPw9e
PSt/KVMhN+7sm/5OyjKIM80m3I9+Z1Pos0poO6XOlVv/lBVTiSbwlB9jfZD2bW06bhDRBe21ufeM
sdf306TNn25vi7VYuvijRRnLWilLhuT4NkN/VqojsF3F3LiX13Ib6u8LDzHJmyxysrQ9AkR9DbQK
Wfiu+8xM4Xu16V2ntyhzfR+0ev8Gl6B9ZnKSRsOrqcVKDoqig+D+nDltvOt5GT1odZ4g6hQbGwfk
2l0JtOqnKWHJa54mYxzzkG321n5rIHh1aZhiAaZrwnQqSnLM6dAp9fLdUjlwGzAkYTl7m6SSq5vj
wspybl5cyLU2BXOqY6WBMcdOyhNsgJ7TPc9m9/EN60IYwMfNpcI9dm2pga+inCSQU23EeNPTDBl8
+nTbxKoz4It0bitGSkUZURN9G7gMSQGN+PPEaJM1567poGK08eRZe4owp/XTjnCZ6CgrSupMLpZ1
2t4oI7CJlVdJk9dQZghBF1Pi88Zw4wOupp6AwkF/ohvEnSzcLFMUwP85kDxNRgnbw/uhVo5B6Y39
cGfmMCr5/6gBFeOm2wrF1TjnXQIbJI+8V0MKZaHGozaQCKSg0iv/h1OE7u2VWw32CwvLzy/CkHq4
XocNj7vRh2L35CujyxzpbRurBxGjS8zfgHeDW/faRog60GDGPOHs/AjS35egE987zYGJiPF3mW6X
i20Zk/rPlrBUDXNQUyRhKyntw8yk+6i/94OjpdcHdVPwfXV5HIUiF6S3C7u+4JgJG0EwkULZgSy7
cpZ/KIotRdMXtKh4vfGrefNoZGuGKRhhtLYe2pqOSGA8OXbjgr6BifUw2s+Sum+LL/rHWPfk9KsP
/ePkGo2GPhhEDLsSnrlEzQ+313ItnaNiymZQgTxR3r92uZPaeRpTOhe9nO/z7Enti93kwJSaPQ2j
4902thac1Csh+aJvTe4ouF74VL8jlLLP6X0hZ27lPGZKvLEB1o6UZWMvApNIMYiv10lxSn8sJpoV
rXSK48zVsnRf1rKbwP2MW+lOY+YZWMDvUlsskWpCYKwAVHzhMr7+kq2ZtEolU76Rh/wjiu7eMCb3
t7/f6mJdmBA2XtLpZif5DO3Ktmda+kfFeIw1YFxV542WtrFYW8aEnZfZlqlIBgU2LT3A4H2uEaqr
o0Ogj+de32oRrB0plx9POLakjrnn2MdYUk7vjXQGwaC76ZDtLf9dk+b7VN1MM1eDUTMc+nY0hYE1
XK9XBitSqJb0lrKGOoebTwx3eY0EeteTQ1X6mpugud3UzvLclTvFQWNIadpdMRXqNz2D2MCNwgpY
NGlo909WW82HbEqiGPWtCZK8OZ29wq+H7wHw8ci1Gl/+FI5W5Ltml/gfulSxEZhq+jp6lJJ03EgV
130DIQyZGvx9Ysqj2GOSdOVyxqTUhxQ3aO8GZauSt2qE0SqGq/iHCM31B/SDOYCbhqNDgsJUnY8F
CDhZf74d8mtHMmVkiAHpjy2ou2sjmZTmvDgYlFUHP3pggmvaF6NhbpyCa/kO5/1CPYeMwyvIZGzP
XW0rPNIY3O6GnZ/tZ+PUKhvbd9UXpjRhXkAXkgvg2pdwbPLGsjj+ZuQove7T7S+1uhwQVSzs02hd
iA292HYSyt/8dsP5jL69FdZuG27c/KseXNgQDnBZlwrIgXgxN0Nm3PsFZNZVZDe72568IiZ+OUpZ
bRs+JyjexNLg3Er+bMzLm3k+TKn7p/04MSPoqfNdHblp8odxJ9N/kruj8fm25bUzD0E9GIp48DCG
JqzQOE3hZKYmF1SUTXuQCw10wPl8L/Vz8SANMvNJubO/bXNt3S5tLj+/yNgUgPXQkOnEXj4cZrl8
zChdN/W48VHXXbMhsaIsvlxVgpmoaephsOAz1rWdb8e7Cr0VVc4/OJ3sZvUGCP3VzMyyhBbjvlyH
BLsq6r/k8tDrZdAT646r9O9CbVed6nxvSqfOPLZ/3jmffv8rUknWlIX4Y+HpunbPAhQRwE6anqvi
Q2qqlESNPTx3G2u19hHhWEPbkUF68iXBShlpzAD3EmtlTLtFNBoQN8qHvZydy2ILwbr8MjFRXERC
mIpCnZtmybVLxRzxlJw1oB5xv6OmgKSVC3Xe7e+26tGFESH/k0zTp9qiki4Voxf38FZEh1kbPd+3
d1r3dNvYukeA65HkWja2EIOLhA1MHMRgL0N3ODyNUe1uMrRsGVk8vthPceEkA7MqUCugOB/P/jHq
jR2qXBv7acuM8ApngrRoK4lt23YMPB8T6fF3qe2WLWQDL/vvawkJSp/NUxPUS0nJgCOiN0hem2Nk
bcBPliPtdZT9tCIWrqbAGAOt4nMh4+v1XePW88Yjf/VLkWBRtKKLwOlzvSDG4BuFby2bJjZdy4FK
LEFwaivvX7WyiNmgj8SckIhfVvKqdTS63GdD/pHXj0HUeTzgNh4XW0aEJSmjtPPt1P7/aDbjMZuq
7XbIWjICzOI/T8Qpg6SMhipcTmpbOVXPqY8+0D7YiN5VG4yPadQhaGuLCNDY17m2ATKes/Cr1v3I
teOAcI2+sfJbVoQTTJnsKAwH6DSRNsqBaSmk0x/6fuNUWbcC8ALYOiU+ceS07nnBqnGcnhsDuHV4
SlrnoKVHZ0tOclncVzuF1vx/doQ4Duwos6oySc9zgZag48klShtMgNhW7EbaN0hJvM2Ea8s3Iccu
OjrdbZJRC/87dj5376zATfStueRXAjUvJw1VZYUSNXmPGA1tpnNd8i1Q5Pww28huaaorNfdp62kt
7xXZbfTv5fypmmu30n53KGox7tAXg0iOAjkdzevjQZ9zXunOCByhPNKEAcJkRV9u3zurBT9qbgvb
Aa0LaknXNsxEVhonputX6n7oqXJ61KPpnYXyV5b+oU3vOyNw8zTmQZZvbLSVhy1sZFywlJUWKgDh
NhoKWUu7gMNvLv6SIOGDfjc9tbJHe/vHbSdXQkVlPplaGaYsiAeufZxDJZzGsUrP8WDcUfrTu+qQ
JnDxHt9iB08AeqIVagrfspphcauUOj3buvR51JvnfrDu8yk4FTxHf/+8xadfthafL+7yQC6qLMnb
9Gy1JyPa41XYb5xRKwnQlQlhgdQqMabCwp2+4gLMohbVDy3+UKfJE9x/d061NUixcuECVwKdrC99
R7Aq1z6hSlE1hU4syuHX2epce6utuXJOXRkQPEptiJ7GlrxxlkgY95U6HYPs3v4QFOHBrJuj/rtA
R3YwBiktQxNKv0Cczyzr1lBSdUlUAvO7pBofZE3/9IagA+8B6RP9c+7G6482OrMljRM+tZ2X/1u2
D0wTBOXGXl1dGbQpFNQIuEZE4ZKxkZGokDng8zG7623jAAnjbTe2LCw/v4jnWQ7guYhS9k5oojvz
1Pq/O1b/shYXPgi7k9q8lk0zFkz1iRECaHj+pZn6hm1JV2hhKKIFRRhfu2HEllIEKfdFZj2U3zrn
3t///ne6NCB4YQ7lpCc5BuBE8zU0Xzdqm2tbhL4WxO50uKBLFfagXMu9TpsYB2T46nUj8ObJuUtV
y7WmyNWHJ2WSPxpqeHfbrbUj+tKssDPHqU2HvMzTc+g/ys13Saf+XbtzsNVmWrvveDf+8k+4U0dK
ULGp4l+c2tHZz1XJa1uYYnoj+pAa70Fovp8i5+980E2a6X628fpfu/QuzQtpcqD0na7Cn3+u/fdz
+qkfIE1zu6ncT0bhNf6GtfWvukzTo7NAY03IkaK+CdNSw5qeuAg+uqq+k9JTbmxJfa/aYTASC8Bb
edBcRz0vZSXUHVYPjMXcnYzilC8jZxuhv4S2kGUuMFBmcrSXQo2wdJKlx3Uwc41jwh+e8GSzVb1l
QlgelAcbK1gyBZ35bBcunK/QHby38617Yf2D/XRFBMAnliMFss3VmuQL9CUbvLk6OG86jCDxIePh
tUw5+npZ5BIQYVX3cPbbn22mYzmOhnKLTmzt4AZdxZAnNx3LLyRXyoRyqdTyyTRJyndZRTNEio2t
ueu1XITbbZkvZ4dSqrt2ZWpztVBKrDSKuWPxfflDpZzqjLlKZSPM1hzitUQPh+kakOFCDGQS0l9Z
q6RnpyzqnWOlskf9e9o4Z9ciDUAu+T10F5wIwtaUZtXoI3/iHIoYJdb8v2Y12qWOvNX1Xos0Xi9s
S3odNAoEO2Xf2oWRakQ0eJ9jwpCS5kXWxjtz1RlKwy/diCXNvl6dVCkQd1JVdiZpSP8FaRr7d4Uc
l9ubAav/TIiUj5OWmmGrsiqZcirr+I7BPzM4MufmOclWLXMtAmBLJKki3nj0ie5oUVLNqEOcmyo4
8PBays63r7tVC9RJWXvYJQ1xzjtVUUuLQnIRTUpcqZzc/A3gukU08KcFocCQlf1oaC/P4+a5SbJT
3v2Q08+BlW5c3KsX6qUhYf+HgRWpeo4rgB394DTFO+3J+EydeeoP+rSrt2Rb1mLt0p4Q0HGnOUO9
pHHLp1twHPVTZm28fNY2DQKEzBtQqmeHCjm1nXRTl5g8rlRfO0q16SZNCInh337xu1MhS1jrTI6D
9md/QkB7vXOqrKitTuGI1uQvRfXBoaoQafTAMusNiakOtILXFf1CKjXXhkKn9aHtGF/ei02k3RMM
yea1thbWl0aEjcMpkJRxy6EWmAZVg1OzSeW/tvr6IhLOP1481vLzi2dCrHd+3/VYGLLGbelJNsZ3
2dh4i2wZEe5NLVAkU834VnqU7Zzux7JBnWHY3T4DtqwIKe+g90ECv2x6LvOg2KW9DYWPXTUefPdb
6JLlu4uZ08vMEQO4tEzE/IzxnDzsbM7n/k/zR/oxnxP3Tordpv661Wxau6eZNoWMCvgTb1JhfVLZ
d1AZjDMYWmf4bPJ6+LcJStsNQ1l6mvL8uTc7dSO0V3crMQ1lBrh15t2vYwLCPvQz0iTjKkUTBnbM
mtl2Le935pZ+55olxrVV4k+nUCE+5yN0oqsiT7OzYpwX/u0yfHIMw5Xq978fGkC7KNUzgg6b/rLP
LqJ8HOqyd4I8O3cwiXrf6i2pg7XQu/z9whcr816y6ww/ZOuhK87AroN+A2exFnKXJoQ9xJwWVOFG
honw6zg8JM/F8ABG1+u077QGvM1JibWjx7AWwCSK3tC/CfedQkso1+wqY89O7mzCOf8GbB/Z4FIq
BRlDJiJcCmpTNwju4VFS+W6XVPvc/DP6q64PtlV4WaJsJIirFyvAnwWCA9KfE+86CLKZzLPMCuz5
zYcmC58KWgSB3D7EsSm5Y/otyH8M0UHx542lW4vyS8PCp6x7Hz65BsNNWB+leXKnqD/42VM6vCFt
RG14KW7rPFJFSaU2Mox8cghzqTvCr+13x7e0PEHh/DIhRHomQyLaME91fvlYKA12pz748fu79dKG
EOpmpcXBKBMYSvM0xPs0etzUUVrbsJcmhLvCTEPfqWFsXL4UcxJ8Kb04vcWLBR1DpVxjQa7DTTPi
0GamMTurWjAfeIahOa1ZP4xJCfa3La0dDbwTKRdwU9D6FLKEOMhLJe+xZI/twEyG0vOQQxgZ+Pwo
e5YUtI+db1Z3c9Uqf8+9utXYX/2Yv+yLcCDEC83YsDgqTPlv1stPPr9tvWyLHqJM/+bV3m0DKV36
mGwhu/TswquL2dO3RgNW9+mFEWGfSvbAFWzZ2TkKhmMQjLuhf4ps9UM5vCEfApv10xshxU99Rzan
zOAkgnqbCTQqL1azkXKvJQ6mw+gGUBUwxiKuPk0MXakMP4NwXXZrWBDs2s1lyd1vZF1LniumQtwR
SzsUzvvXJbF8dqxG0l58kVRXr9zwo/2pDx83b6Q1jy4tCZe40ZpNbvc6N6Aa7ML8s1/90NOesXnf
LfutV9iy1q/cMuDcMQCeQ+Yl7N4BxDeC4xhLfhSIjzBq8aDtPtidN8HC+7e5xXvySjB+ebdYF/YE
5/os6iMlJiS0uTtbvTm6VV14dm66ZhvuJ8YHQBSPx8H5njTJIRzUU9sZfzrq6FWJuXFyrX5oKhwL
T4gMd6jguwzfS6fGYX7u5NMQaoeu8T0rf2iNj/6g/z/SrrPHcVzZ/iIByuErFZy723aH6f4i9ISW
qJzTr39Hfd/btWldE7sPC8wAO4BLJItFsurUOZv7sWvBFl4fc78SUmq3oEuqDaOJzlW6FwpLfyxH
USdKAOYu6OpkgLKCKEqd8oQTMG9I6THbEHFEfxmuAcD8a8wG1FKjoUpQQe9C6Gz/Ndc8KHoMFinl
x7EoXUuhT1J0SISOiMnH0COjLL1Jees24ZeStd79KVgIO/iYOdE7kwjdKKLrvSW0WldALcVqvMzT
6pDowopyubmX7czZJBwROMKZ+0+maaAQlKHKMvhR6aHrpiYqyDZc9GP1a7S58eTTFm6QyF1DChYP
JGTk2PudINQ9YgMk98YWnepT7GdOO2gyJ/4sHD5XVpigLRsqNZQIVhR0PmeVF1Iv0xOOly4a0ZFZ
BEYKXY9sEacvjDpUqx7KJVW2MuSntBA2Pv3nzy4kFf82Mm+Vi0dKkWZ43puQDvTRGxo9+8qfEIQn
nGNh0QmwzwAQQFMSurqvjcRCOhWSgZF0MjSiRffPBBWJKubUSb5fB0z4RE3hbzNMCKGjNsqTD5He
IA5tiA7H+iNVhVWhjXbfqGfIxRE5OErZyyhurFq3rXpw/LJ2VPmhwWO6cq1hb0Sf40gMc10pa+zl
vRDXm7yPgI1/1MCYO7ptIbg+hMJ5N7elmAQgKVr4oMUN7CVzn+rkvsxDCWo4SU4qYVdu4vfuT/Ev
UGTY9X9ZYVOWaS4HXaPCCq6guNvZcYw3VqPa94PL4liQ5QW6E60wIpvmHVIJVebZSqbYPgo802QH
T37zphrP/8KQIQJFjRwx4Bez4114rzQYQtu0KAFqgFM/JWbwu2qo7Ex+Kqy0YEQGu8Axct/m0rbE
EfWXTWbHTKHQJ3WLweHIsPX0c5C2tOWcFUsbBt30aKFC3hJyQsyG0ZqhRyKeRnsUf0iTHmrjZ26s
Au/+SNSlYIl+JZwAyMMhUcoMRYqSQg5SmCldddXthTW4FjLH3xRPud2vsogExCASye2EpB4optz3
l7fKVrYvnautg6fKrmXSb4xVZmP32PEmdl4zktnRKtl0fzjfens1Ui4/lcl8diNUkKkB/nKa4S5U
/wyV1X0DSyCxKwvMBhSGrk5kH5Oh6PEK9ThPHxrSic+JXIJiSwGOZVtpR7VzDAPkWzzKyhtqr/l2
cDFAVgjB7+MgU9uZoP1o/DAogc5Q/QH4ZfxiPnaf/o/mc3iAyl94RMrv/siXvcD87nrHN7DZ60Ct
oISbgK3YKAP0oydZ4YSGpHG2zQ2/6vcAgc6Hqilo/UE9d71XdT8rcWBD0QWMJ1r04ffUNfRoXbQk
JmpNCci2CQqC2eg0Q3JS+zVqkHrceejwDMLQGblFj6Uohef4Xx/EbDIrHfw6CNDRbIQZqdD3MEj2
IBu26iP3NHAO8+Xhz9QV2GnQyNWZUKWFYSqGLfjolHq0Cz92Jjkksf8DlNpxe1AO2c8BctFK58ld
5A0H6SSOXiA9Qe0j6XgQrcWRX3wLs+/LaBSCXJ/5r3XHmH5BuZeM+TqH/GvMq14v9bqg6xEauqj4
grWd5QZJFNRntR5d9r54zCITPTsNNFMOQrn1QSHsQ13LbxzDei6oOxTrUQXlYd9xMrGLV+/Lj2B9
r6CoBkhoKccLvt91iFr2VB8CQnMSPDdfoG+VPiIyouHhuX7m9f4tHRiXxhk/C4F/gWIWmv/HIHUG
/QMlK7uuOOFrjk7s3QeZGPTcouQJNj7GvSxajeUwYYTVJsHFV5a3dbbt05+isu+6T0A7/sUJhT4U
YE2NOTvCZv20qcisDMLgM3KxpKhMAvVJIayL/vb70Wkpg6rgXSiBOUxFmY19FAdR4QuA4EX7LO7s
LDyVkmHP1TyfFrbVoYkDURqPxBPH7MJbXAF2CpcYlEGQ2GQeLqkSR0Yaot11KCyvnBKITHh+9buv
CBT+IutgTS9SNm0jzlX5hoP/O0ziJgPgM+5pqIZch0kJsmVK0ssz2favSB5QSMxdkPWRPt9lYeBU
oQos10iaANLe00R0Wq/xxuJkIpbuH/Civz6C8abBz2hUz0yBovEGxJ3dg6YALZ+byOC40ZLbwoUA
UwNSVMIaX49WGVLNbOUgxmgds/GmzyYhQWfTX1CzHTnvg6VzbmbRBgASf+hs3Uca9FSYJigo+lT7
kxdVb4cCdF7u+838wew+NHCGorUFSQxAv68HVMf9lOJMgdtorjwcw9JVPvNw35qk5RWDl6L4pSkm
rgAAhzptAVO9nb9K++RcADVK7g9nqc9NuTSiXI9HzcMpBhU09rnsfLQ9KVLS2dFE5MhGV2x4vG9u
cfbA1w1lDciro8h9bc0ARX9kBrDmG+JmVOfyMxmOAWTDjKkjfs1x86XIbFgAiaBoj63OvoYMk0Yz
RghBs1eonZX+wUqSL7/yeYf/0lJBqcFC49589rN3H5DqBlY8iw80SrXWpM5J093UrNoS0mi7ZNwH
ZUao/iBbr5FGqt5LRH1dd3Y4PQcSD7O0tA3A6Y26Lr5o1lG5nuMh78UK7FfgPFOKeGMaTeTSoJY4
m21pY8/SFABFIHarLGotyydlLAYVbPqdvwoTwc0o4Pph7VgDJU22rcvuGBkF56BfWlA0+8hgfMC9
An9cjw1UOGj+QBFkH4JMFWwPRhE73KN2aQIvjcz/fvnolHJV6oGh30/VsZhe1XDibLob1c35DLi0
wCyRPyFho+WYvNB6zPXW8dGoD23WrQhSiQwin2kwP6vTVtiG6WMUHwTcWGONRGUM8v6mR4ubSvDK
d/uEAsZpPES9G4CrVFVWNSTJpWrdgEie8vrll5z88quZQyMeKwHN0/OSg886d4PBJH7yARG3JuaF
vuV1NiQ03uLowK66XgKQRGhxbuGQBBMA8EqUQBTITSTvfjRaXGiA5VE1wS3gRuRyAn9CF/uwElYm
gObQ0ow5RdrFcVxYYBZaqKVpGBpMWS4BqNrrthnu84wHT1q2AuFgZGJQ+2ZVudpATdK2xq4wBsOB
KjeZc1jDyLmBLsVu8In/ZYUZS0p9aKnOHL/pdJB9zbH6Pyj6dVWCy6iTiQGHB3/pimLJaIgG8k5B
Fp/xtrwfBzW1wBVCswfk89IhPrRg2QRSL+Bsx8XpA6wK6WsZHYUaMzBa+XFW++CHnqkoR9wYrP5F
hnbsfWdbHM+FFWY8GOqUQ4AOztYWbtKOR7Obq6jbqea995dC85xiFEUAfgEqn/fxRfwy9LhqDB8L
legQEADsodRsLfmBVo1CjV2pc5EhvT+2xchwYXF2nQuLNDMCIaTYSHXeOb4se6NVBsTsgnXehG+V
zyu1LLqiBmQZwiiwFzcrlsdpGU8YYZxVFrqXK2096PUmy+KClElAnR7+BKpvKBXfH+iiq1wYZhYx
BBPmQDOc8/rcYt4eZPUPGq04nrJoBKLGUBhSZp5CmZlNgOb8CRoPe99SVkCExsii1DrnJra4ZGAO
Qw0X0U9nW2ACP6zRK4aYgQIoaZVoM7xZ3YRTJV9ZccuZtqVCpCqqKNfMhBhzf/P1kNQM6oSNgDho
FpSE0rQGX6WFl1aHinhCwtwOD+I2JW6bJCsDmkrl6f66LWw+IEUB4Z6JvVW8aK/th4EiSFqSxMhN
If2uBMWPMiztIu8N2w9yziVl0RiSrbNiLVIiJnN4GW01JLEAypdeHDNnqJLOzptUcUwQp7m4kPKI
mxbtQdUCXWnzerIXPgoW8V7roRgCzSs0uHbSNh1rW5wyV6bhr/sTueCbQFrrINWDhhvI9ZjYkpam
XIjYfCiXo3sgSKB7laM5HlLAfsRxGp4pJqjUUIkLIYEG0lkfGQAor0tDRCqJ16+ylJiFZyKWzJS6
YJ5l9nQf0GJEeQG9tfqJEjCIO/FzvBGJ/5jvC7vztK1gQ5l0c38iF/bflVVmInEtiIRUnG9Sdmgb
5I+xip37FhZuN+pMO4RLwSwI+X0JvQjKQjJ2aWugT7PqO9DPiKaHrvz3+zYWjhocaegOhjgZ2JrY
13AIySej0NA5qZbhQMACshOD2J1yV6klN6fpO6ijGuHrvtElxwAyBNo/KjrmUXe+3sxjn0R5rpi4
h6IvK64+EuTxBd76LBwxKG6hAw1ZGjRMsGDcVK+MqMEDat8EtR1bsicGJ20bGrYovHDZb5ecAYhf
BAswH0FsiEkqpGOrC+IEY3n2mloQUPlQIp/0UWoD0PcvJg9dQEDMzzysrAxuUxSVCHoRjCvKFRL4
grgCCCu1i2ocOQ64OKoLU8r1OglTgjdOgQ1MAQoQm4++P43mY4U8SVnwDuYlZ0fjCYItslooXjAB
HnqWbZL2GJYVnDodSM9c5ZzKS3lKHF0z2ydURNBywIT1KO5Do1dwhqCLGPLuJe68I/A0ox0nAqH1
tKLpbw3Jb0v8Fz2xM9fi3KIMiThc664nUhH0uJ+lV6GYTOr3rrTxpL/vFUtHiAJSIEgAzqCKm6Sk
0YcRMmrgxRqT56QdSJ7nWxpZLuWVwZc276UlJtp2IR3bCJJE+6CpCluiekEif5BtU0tEjv/xTDEh
VpnMaMhz8JCU4VeRfnXVB1cze3neEMixdZGc15mNW+mpleQGRgMVYTsXUhsA2SwPPNpyjovlsQA0
Nr+I0fHL+ndZJFNVYCz94Hb5OsHlhZOYXh7K3xaYoZhKEdQqPG0PdZCfwAz5u3/T3QJE0t8mmIut
Dz3zNpjpk3z5PSxI1X1OvEOPN09MzAGVShaCyxDcAcVG9TTLtdb3d8pSUANB3UxSbuB4ZQONXoyh
NVKwfUBVomoL4peH2N/05vH3fTtLAe3SDrMclRK3UZzBTgchAfCrCtE/lYtGEgpveUBPVQvZUYS1
66hi+pqVGwOYsyrJAR5mVF7vj+C7b5lJlV8ZYC5wVtELsh/PtApQzVJqV3bz3EaBLlgb07mnX1O2
iVB+Tye37wq7eGvA0TzZZfIxphaJtlGwKRzwCws8ApAlHwHxNNpGcd8DzIsZ+DgKTVWb+C7DBCOt
8GcIjlww7tLyoZqFAhpIRnDWMmGuL5XB6AwLZ18GiWW0HagaZ78uFZxx8/rbBDMMP5BTKxcC9A2n
0TqQD2PU2/rgAKn/6EdAnyu+CKHClAwQua9MUp7j3NFGY5VLsaOEJ43uqoKHa1m6Nc2YFrgVUAB4
bF371KgUXdy1+KbAyA+yfg7H31JU7uRMeagUdQPBFh5MfWk/grhjRgnj9Efe9NoihOHlDoSO4IvI
nySp9ArjdztnpNOdnr7cd+gl/BlUeOc+QEDq4D3MDaDwpzwvZLBnmQd9m+3FtXlQnMbTdt1adrRj
bKeufqaH5nH6CZpCRyWFPToCYD2NrTqpZ6xEovN61Jfq75cfxdbfByGV9CDGR/kyNpEarXHttjtL
XVPRXMVj7TQgoVTbwzCqtknpMauHJ7Mx34D09e7PD/dTmJiFykjj1yqOEOER+uzr+CHd+p705q/B
O7mPVu2Gnu9bnBeXjTBYdTRkoqsdbMmMQdWPC3mYz6wW3axhT+ThrStAG87JHix59aUZ5txK4emy
EGKKh+4slzaFMpjbxWvEp4Zjaakcp6K4AWpp5O1wT5pj18WjTarUTokM1DDbUj1bWvXbCpqdmmgN
meizqTpx7GaANfiV4UiVzjnblgIjnvZ4iOBFJ+FUuDZet0Iql+D43cfKyp8Mu2xCb8h5qPSlHQto
NqAMAEIiRcnMZqCMilZGwPQhVBA9KgWgMTM006JFoujUX2EtcEpViwZRrwVxNzwFnWfXwwLkoGkG
HXMabsyNRr3Uro4ZL42wOHcXRpi5k+Q+AFGzCtQgajUdaAhL60PmKfwtnSpoNfxrJIx3TGEHALau
0b1HOEv/Tc3AbqXLn2biaFvURlzMPz26iZOSeKesogIINdVp9uKf+pg9TTvph+JFG9XGa/EJbAgr
aXhp6NbkQU+UeUHufQtzsllihceOhW+xQifYhb9DW/uheUBNoRKeuP5W2UseDrbM6/dQ/hxWwBTF
T+oufR/c/NH/lT42D7EHTfYXC2AD537IWbzVXE7UHCwudmgXTqIfBvAmhDcXrLCIB24AVjt3pHaK
pPe2eLcaYsKh7XFDN4Pw0P9uXNrY4trgPAp4js2cR4Y8ynSaHTtFiip5pU60CTlNRUsR9u/R4py9
Hq0gFk0IFSq4tdMedK86cKbzvkejBnf9+1RLclETsNSi6wb2/aW6Pz3oF7j+7Uz1+1ybVwq3yl+5
M9miw1P+ur/rNRa7ZAmxjwsePl/Xd2K67fW1ZD7dHwVvhuZ/v/A3QZ/aPpnhyEK3xR4ltZSQ+xZ4
83QTVfwQFZx5nhLSKVC5hnrC7xjsPchv3Le0VPgG4fr/BTDEquvBSDj2gs6EKcfPH2T7C0Db98iJ
H2T3Odj1L7Qkf8DRKHvxk7wb8ZpexT+6l2TN69rlzSkTYCLRV9UYkJD9ZB7yAbe0kHc5n/32v4cw
XB6uBzpJYlCVLY4DFXhrhcSO9NqsUMF8FHpiPGar+/PKc0MmEPRQU1OqBAd3tveGt5ZTz1is3lys
Gpt8UPSwroJ5MM3v8UGwh3O8SpCJGolsF2c87ui6Kh76/DDyrgqLuflLy0x4kMMqH6USA8tJ4Vj4
Yx91JFjL7/Wm3PQr6wGtbD0E4zh+Os/XndX7hpJf7Dm1C9Ea6sNNJ3AjmySnXq2RzsnGL8U8hy3H
WXjWmPtJaQyCAMJnuq8cdG3+6NbxJrAlO3T/X07yfXu/GNQQCupA5TmQCE4ZFl6sQF9a55wXi2OB
egh6gFDoQxvFtd8nRmsVSLxhLDi6wy3QZIobDnb6Nu54tGnLbnlhi3GOKsxCPYgwb6IAJAo0nK1J
JsNgrDoLcBkIrufaDyknYZIeaWsACJ2sdFNbmXrakSbmAcAXY8rF1zCnjTnIYTOaOAoM2kX2NBgn
tVC4aOv5V24888IK4yuGOva+OHumf0icyTPWoqfszT2uG9TrvIETVxZPhgtrzNljjsoAxXfMMMhu
UvR8bIzeKQzvvl/yJo45fvI+lqxBnPd4Jrlj+TKmAsfzeRaYU6dVtaZMLViwso+03+UiD3Gx/Gy7
mCjmQEEXUqj1LSwIymvUqq4fbcao9dLYBZaE9lsp7Jwckg8mMob3Z4+34ZiDJk/0SKxnh0i/6DZd
Fa60E15UZH429+38l932jXGc4bVsTKzoUA1W0AKNKsfg/81aTZdt2sYttYshzSTHFPNRw4MuHnsC
8ef+GEkmBIXLyZggNZMrxbqVpYyu/CzV0Q3bUByHVqbwqNTmAd/ukL+/k9khYYcqLxImiEC+pw64
j1cFcQP5aeg5M7J4NcZrclYsQbvQTSZYmmRdmfuJqti30WFD/NHz+9LphD+cqV/c9BeWmEAndlQx
gzEAWrtO7EhH24x1iITn4dSgk/FFhUCFjogGsS1FOt83vThGiGxrKp7qIEtl/FqrrUTIlBSSjXJK
aKRIpDMtV/eVLdaZd19fXLkLY4wrK5OYd+2ArpWQTh9jHygbIxvm8loo2mWHVqkR+maeOVa8hPDi
HoJeLrRtUcZGB/71oQX100oLU8CEG/+nhewo7R9HeR/0XhU8RkATAZRyf1oXR3phcP6gi6M40STB
DzsYHOt+BbZj4JUeBrDhhBKqSJrmhNP2vsE5ht5sChNtFgD7oM+KXcephPIHoD3YvF+Rkm1HqX7V
JfQD3beyeFxAV1VRwXE8k/JdDyunENYzhzraewY09YYVNK8ilQQ8HsPFSizAGvOCodMeIt/Xdnrg
BUcjx2gyMBpM6FyUf+V0NQoJkaonNKaSvASUlodJ/e6TYycR0jPwDzS+ogTHDI+2Yd5BMGXu4Bv2
41rfhqv+EHz0J6Mn7TE96hucwj9lgUy7Yp0dRy9H+rc9ly2pXpB6X/FeU4sh+fKDmHlo+siMg/mD
RtvwLDd2DTtfVbvIi19UL35U3qPjxD3q5vh5bxaYwzRMRqX3fRgVMf7o6afvVK6wmmxp/yt94j1s
ljzqcoRM/DHAdGNUwveUZ94fNJeRzL3vs98CgffGw2z+qVY1SnuYQLHpwYJK84NV23tkWnfyU3Uq
14XdrhGEPGnrvwebattuxLf7n7DszxeOxYaDFMqxeotPSDaao67ibUMq4uPVy3sCLIXzi+lkH3J+
JftpbMEQaHyq5lgUW/BgQzDs9f6AlqLNpRnmvAKwcILaGcIbEuUiUWwe3FThuAV7F+mCqTL1DONQ
Hst16w4owvh28a5uifGQP6ibwJ22w0o5a3bvjQ5dJRlR3exn5E0PozM8hPv+DX9vZRL/DNeZrXFu
Bks9XgAZ/hUp2DaXaIpC5DDxfWP2WgH4d1DtIiQ0geSSTR8yRzR++tZOxzPl/sQv3kMvDTMhaqgD
PQWPFkKU3dsiiWxjpxLTSTcyMTkbZ+kMuzTFBJ8p68o0LWZfcrVN9YS0gDtnPDkD4rkSE20CtVGg
tQQrh+H3U7wZSE06t4NP/YHMxsZ6TDm5Dt6omIDTSc1Y0hD2Gkd3La915nHxVCF425AJOapYmNTq
YGSSiPAwbWPYuD9v34DWO1GNBStp4P3BMNCNjPZNZKUL0KXb+VZ2dUd7LR7FTdvZ3SF7GF5zhO/2
9yckYO5/weIY0dQ5l2UBW1IY97AmKkbGhDPaqo7oibWGj1p5MVpOumExEIA+Be2FaIsFk8r1TWBE
o1Pgpw2A5xops9aGPFtkOVNgcxWllw9bNAhA+hU3DkAqr03lYJLMUgVdAsrZAPu96fXofDHp6yBJ
XmfKNkqwpEXvhdGq4BlC89xBSz9TMJDcn9fFIisa9tC9iQY6SLXOj4WLu2MkpvoQ+Riy1Nh98TvQ
vbJwO6hK/KDiRwUqJX0aiBWlbqrtJ2XLw0Uu0ShAyBIYbtzxpJlb6to+gntiasOMTi9Uu41/qeNA
VHBFZv26/0ojr4cUab+Rhu1g/eYMfXG1wT02Nw4Ca8oyPotmqKlFCBS5bHYEcXXI3ykoE9CLJKjr
vBW9Jl2hCD039+PaaDfqUWxKMo0FmdVReFpa86l8s8WAOIAuGPibQbFxPREZFNS0Ipl70eLMJEkl
nNvcOtMGenoWWirdKIlC0gP9DYqt+J0zFfMRes84c8TGTVFVQoGOCwiROWElPavKexfs0eOymSL1
oW7BmJYGbv4V/gsVARVYX1RwgTfXQLJ5PWxkOYK8adGXA+mXxjxQc98XjwOPrXFpcucGFnPmwsWO
Y7w8y2mlN7qF06XqdgHNtnLRYmTlcxnKeC01n1Ml/QBB3K/787rkYZdmmeSBX0/oL5pgVl41aEwI
itQV/Iz4RnloxpazlZfONoD24ckW6GqBpr+eyVFXhKKZMJNx8QUxwRz9tlzlqKXzDLxHoFqd96zM
Pm1rNQlDAQkveEZg58o7bn1qnjlx5I4t2IFyiRP2FzP2IGRHrR35X3QKMGFSlMv8P605hYbKaP0Z
lCD/L2uSVUdr3SaCV4SoMqFrWrRQQaDrUkbitplcszA/i1DkFM8WpxidNCBegeoBkCLXU9wKYqIK
IdZTUSsiSC+xgo5cg9d/t3jtApuPhkQQiBHxvr42049RIcemgD0BXhdl0zYxEWMDfZGd00UuSFfU
wqaZjdrPfXddHB74VmY2XeDUv2vVF2eBP01aGjYRVPA6c9Zb0Abd6X2Omy6ODowTGiSF4EdA3F+P
TpYaOVGKFuh0SvOdmYmKHSt16Fq+GG2aSW485D+V3Vjgf+Xmu9KX+q5Ftp2Ti1oi+QD6CkjbGboH
nDxzF2yqLrIEZBz33fgUxE5FewLVRKJoa8Nw88nVBOUAoahyqp0gC99lde2rBwFJiHzWsm6C9T+f
/MvPYTwd2thahYYbQE2NaN2C9GUaXjKB51tLgRA8mGhhB1sDeuaZQA8p4azvS5wyaW24hvUxDtUu
N9AcrIPEsQ4eDLkkZc5jUWYcCyhzJDnmFibsZAsUVUwcRL93HcppRE9SoD8Bq+MG8adgDJwDfd59
F4fYbAXZIvz+TL86MydeOxa4SksrDqzoBJn2N8FvHtAhxctJMffQ/9gw0fsF4n4wAbB96r4idYE6
CNEJjwi7C3dpvzVBB1N1z/e9YdEOuH8s5JYhS8LKdwqK32SAIcanJkqcIQg9k+5Uv9wYlINmWpy0
C0PMbhyGIJN8SKOfxOann71M1cv9gXB+n1XvBJhS16cxj0+WEf+0wO1q6byCJ3uH/c+i/D0GlVl4
EPblQFim8QlIg0MFHgT8J+2g7oZH62aAsphdqniX3x8Ym2a5scrcKfxSSwRFwMj0j8Eb//hP6gbI
wb3/Nr3ft7Swe+ADf/kCS9Ic6EKn4+SNT4NZe2Jioq2Stt5gibzOPyY4/O+IAKSb2XjRF8DMI7Kj
QFx2VXyKEhstFBGolUiVEnWfrfiJv+VR/W2Mmb4u1DIkNmCsMB/Tz/5BCEhdQgzHyQi05u3hkCHD
6bT/LMreDJGJRAFVR7kXyvjUqsV+nJCPA0YRjFo8Cg/movRtR9ItXMbAmjEDia9jkV8Welj4hnlM
fPlpwjvOLzSc5fp2bI5N+k65/eBL+0wGhQXaKHFXwrF2bZBGILqDsqZ1VPqzZG5HKGve98JFA/P7
RLVATHJDfiKLXa2DDdI61tZeNR+ngPfEX5oyXD5QU0BwBesAE4lasBgmleH7x7yRbV96nEnoaZ16
ACsBe6eWIuexz14AvtcIT2+0LcwAcyA5r6dMKqAmLpehcIQwdjoSPVGdlr5W/WvRjZsUUI3Saduz
laNG9CpSkqsp8S1PKws7yjlR8nYzANaPwhCYCXCGgZ3y+lPyvIvzshiEI/q4baUa3BS6e1bE4UBg
E4kYMSRK0bqJagcatfEWujaTCKVR+lkUnHY/x1P0Q9O300oDynFDf6m+XRfcmsJtRNGh3IYB4UWL
UbGZS+ALMjXUEnrSG6TAEUvKaZU9JV8hlbwg8ygvFbYQlMG+javNjOCGYiV7BzAEcRjwhqWnXNHs
OkxXqvVm/dJCR5PsVkq2kxEeJjTY3d8bS2ZBagbIOPIYaCFl2wYiQ8lBvNLRU43noKObqCKlVme4
vlL1pygts41h9cijFH24iWkpvVh45Hv3P+LWh/AmM1V02+H9N4tHXC+u0KWQHqsneiroaNrQ/sb2
aXJhU2g+jzWZedfCjyC5MV+zZGByrBume6Mb+04So+xknIOaeMM2OtX7+6O59ZxrE8xolFbzk6yb
TUjEFNymJQaScpl5nKZklwRrNOe7/9wiQie4JpF8mQm5ruevC2hqUjHJThW4xQIyWSRT9oHl5K3d
qSrReQXApRFe2mPCj6JlkhJrsKcioy5OJCxcWXOneDsDJpNn+XR/eGzG8XvRLuyxpAV+Ukw0prAn
SLbZfOoV0dpdiLb+plinud0BdUA3TZkj/qh2eGyAP+YJ+rF55PkboEgu44zCBR0dL7MPX7ww0zoR
u9jws5NeNkTbV+NDJ3z6wUFqn9N81xa/6uKnlRLza5COTW66WS7ZNU2IMtBdnOckCdLtVImcnbNw
EsyfhaVHfEQzHtsm0YJ0g+J8wGeljhDsdXOfvkufih0aRPwZnOuUVCvt0G9qT4aKMCd4LPgBjKN/
AaxBSN2wfKpRkwCSqEf5SWotpC6cFsF/NRS4MqDVNDkYnI11+7LAWPF0md/ewJp8P88vliBrURys
FCE7hWr2HJ9kE9eg9CUo4hXH3xaCxNzFj549PP0wtPlCcWGorqtmjOQkP/XNp6r2xPJ3vYN9lbrv
XwDsfFFgzsznWkOWIwfcZFdyXjbfbAFX70G0V4MNGTqLWFUkGpgPGFtFpHotqqfSLfb5Q7JRj/pR
3kabYGtupqP1EZ76Z20FXI9T2daGpzjCJjpMnARX9hln10zIj6dIfJ4ycKJ09ZmWFGSFDqjN8dcT
FPSAbnq0RrQpdjzB4O936L2xz15wMflVEWQDIrh6ku1sA3AmsFzNLls3a7Q97IY1XQUb3UOfH1jK
5aPyFHu5J6/lVbLiiUjfHo3zLCAfCd4tsLuJLJddX4qgwA4wC7p0UItPVd7i0UQUcaMJKyU/NZrX
g+KN43syhscOH637aHKfOazQKXM9/FIviqGkpXbSiPwFflNolB6CPQSBnnySP/LwN7crjYsG7pG4
4OCWo0JD8tqcOJp63cqCfvqRPAYfama3EdEfiwOealPkiJxr3M3GAkYM90SQtgKwMjc9XVuLUSuO
gyS2TrLltt0mAfu7ao9EUDTeNC5aAj3BrFiK0bE7qO7KumrzxDp1627XvWXn8iC/++iTMdfxY7Sq
3XCf/VFrjlmeVWbfxGOCcpUPq2P45R+F/gsKXKRZGWHFi/vzL125yTyTF+NjdknaVkE91JjJokIH
wVsggKe81El7qkSgwG1rfJXDD1SJ4K7rFl1MGS+/ffPmwVMbwiLfpX20rrEvbr9AVROoWP/UaoC9
K7vYDoLVg/5yfzssDPPKyrxbLoKBlPhF2k+9f0qJ9/aP0yDMEJiHp9nmgigCRnxqH4DXNB6f+ye/
JQVBGn51fxi3z5fZlIFQroGpC8c1M44yAcGt0Cv+STyKyL//srzs7L+LGzh+RG3/zXriqaKx9QeQ
suIdAWJf8C6Bdw9cKtdT549ioLaaFJyFdbCjnTPsLBB/b1Pv3K7Fn9XBfMjfNEdzOCOdtzDjmDr8
AYJZ4KQRkZ++NqshRTuFahieU9XDa6W2ISmhgD9fgepE6fFkdhe8EITTyPsjYM5au8yGKyvTKvuM
hmeo6ayMlPToxnj0UyJyOhNurh5YOVyz8O4EaBCBi7nx6nmc0QlMVng0oJ3ud96d0TtPxoaH2b11
FPAgmzBhzFWMmcXqevqqHEpiQR0mZxTdzJX+pxJJ+Ba+CTgN9tQL/2i/h38G9AAG+Nois2CD7AdA
OQfJWfqVFaR7g2JJjWIq6Xg1mpvgyBhiHFLthzIQAwyNBmQg2smAwLuyvu9+N/GCscFenOTOSCQc
MefuyXJxEb3/69zVYdwNBJZmGSn4+fA5f6jtyDEeYn3d/nBSRxNwEySAInBMzl98tZ+YETGBvgN7
QVBPMNm7P/uXRLYBXDm6ZrP17d9HyP3eN3dzo2eszWt4EW8tsZuMah5gCfdLiP8E7D5ue9PBelJ5
7Q5LtixECnByySiusOBVSW6tUqplrFVOAL4TkGL5Nba2uZ47w3gYhdtpBFwFRsASAeyvxQrzhIMS
T30Q92dTCKPHNuprFGMNHtHOrYsjNKC0gjIkbAGYcj19odgIZR9m6jlOnU5zNTwKd03+NKnH+8t0
6+awg+ceThPc2m4EV1VtTJJIaNUz+F2kBqVWwabm+30bt1dDQN0vjTDOnqaTWpb9oJ5/xJ9wB3oK
veQte9V/dZ/x231btw+eb1vgi0brCFaIjeMZID7g2pvUc+MN8Yf68T+kfVlz3DjP9S9SlfbllpTU
u9e24+RG5cSx9n3Xr3+PXN83UbP1NGsmVVNz45ROEwQBEAQOso7gYm0pv1LvIY53WjGQJD70GEOD
nLf0OFOfVq91tbPQZ9GS+pjwiDVXdxKMu///BzHHrtcmKRoTSX0uX9PRyTGeKFJB3wL2M2XHWfus
FJcnHHJGBRFeleeUI5vaVIqprUXME3w+9PTNQlPfD9WZMIomsEM60O/1+f39cyTPLeH1UF05z1no
C+D5gC4Ou1/qWdwECuZFvcQ6iiOjd3/H49dnq6TgXpYgYE2+BBHVbDKMSQbIqXgudj+9XbyxUIxl
bcDG7d4W5XWiiAFjvCdeAJCeRdT73FVbEYmhe+NJ8cmGNHv09BL/obvTPVvgyXH9pPwjyKtjn+ST
NYkRBBm/KmeZqmiElx6Nk3BCQtW5vcSrQIRZIeNEraJMpAhW4dkuH3fdq8BJsVxHjcz3GQdqSEMb
Nx70Xn5MSxrJdvAwpnYLriJiODVOZWqj5eXXNDoq9+o77w5zEOAMLFBQov0EuSxGHwtF6PGmG2jP
1RFUGAfv2DjePfRkUx94FM5rW7bEYp8tIitPS13z1GdxMxwjm/x60Gjl5Mfh4fZ+seREs/5fADEq
WaOFRxVCA6b6uTq7SkOag/hdfcgOtd3aJup3qxdUixREeKj9fx+uXGIz7qgrBwUDWSz1uQoc/+A9
PJBpI/zQNtOnQv2AcAFXDMrFWhnlBCu2H8cVhKqRyRWdbmttKnR8cyR67covV8WoaFrkY1oOgvrc
02iXPZQnvyTovYBAFdq9BPv2W82JKlecwcW6GE+I0t4qA+e39mxucnIcHM6ZvloQ2B5wJcRYKhXZ
EYmtmFDjZkA5rQqSKLAaSMU3sEZxRHblYmYEQ0LF0lypiv8ujXBoJel8QzSeizfx03CjCIdZqMno
JgjFndgOeJHylSZgtD2GneBehjwFZm/Of1+4lirMtTRUJP8MFiTpjN51zJ3C4cZUGyNyzQqVDhp4
wJ86K+AZ4ysDOSMj1kNlMBLFBtt6FSih303p4J+NfGfiplsidO3bD45Ar265XyhIDYN2DNdcNpz0
PD/APBKsTysDVwmdCn3HTY3Cg41aTzvdiO1kIzX+5jbsmlTR6oUXSeQSwLXIbKOCwpoGk9D9MwqG
6KSf8GpGCwyvy4ONFP1SkoncxrvS+5lvHi1eyH/CHGM00eUuNooSVMooB+dxLzr+3t9JTs9JdV8n
WWcMaP/MDQcKc/btLxWG0Ao7NTgHO3U/HIeDvquPqouyTM4hvnZtDBIjPU8pRyNWteBcuQJIuUDB
vS9P1TamhYMWo8dwJ+0x+I5XG3AdADGwjBBjTN9t+wmw/T54CLcqzR6kx+/RXbkzXW5N+opeXkiT
sY1Z0E6CkOvBOb47+5g294w53m50Krc5T5qztC6cNbMsxiaWsuh7sYdlCVtzY7ig2fvAhWcvOeI2
OAmcwG5VERdKMh/6hTnpU1MJkgzLCu/upW/Ze+7y1jPHFtfLARciThbq8NjC1UyxEi0WleAs0t7R
9/522IL66x55kNtH6joegNzwUobymvnme6XvSPrneqxX4Tl3Jlemk53YoM076Ha8m6hCcZjt0EUb
5faVA3ytGvPkHzygoTkED/7sdRsl+brhoVD+S/1B4YyXlOTT2KgHHl35ypG+RGJ2Sx2kyk86IDV2
t5uI5xbON8WpDznHb15Xz6GfZrmkWW0WahH0eehN85IUXJvufnQPv1zT1k6jGzz53/EwxnOjPBEy
Xq0YowmF6sAbYakEajgt+qKQUeVSDKwCgWMKJdQ6OnrYYvUwSdUSJP7RGWlNPK/b0p15LzloyXxW
n26rBUt3ZqJcCUWhf6CYoDsPJyNByU10Lp3qmLglTewfnZuSdIsxhdu+IOODfG/elzvti7drfBp+
faCDhDdrlvc79Fkki72MUnj1ssHv6PfJTsLJaI7mI96/RDo6mes7/ibc9W77Fu+S1+jO2ii0QS+q
seMq1aydl5bgQiAsk3FgliYiTPyQwm7smkw1FZ6ab7++g3L/VG1C13M8J/rXBV1zZximqM1VwBhU
z87MjFM57zTMwjt3LqoblGNAp8PkUdMW78tj876n0WNxKr9JPNKMa8N6icucoDTJ5mQWcP13dS8d
ZAnvySJHxa5N6yUGc2qGIghRZ/V1atARTn7qtvecujwXMfsbdtvQhgMufA1F2YhmL/VHkMNmrDFg
6Jxpxzp6GLUPb+QZb5by7uuwLEEY91p4UlG1I0DEjbr3NuK+/3qTr90QBRbtxtvUm2or7SfH2Ohu
buduv+Wli64vC5gzNtMtz7SYmqwyxnW0Gl8BjXxy1sGnOygdiWN62yTM+8FKconA6ETSRlEZyVVy
7tDINxZ3qZnRbnSEGDNbn5Qm//ceEQOgwVQ/az6o3dkXo0g2IsxsUuNzrTwOLW0ElNo5fv8kKOAM
kxwNJQheKu7yVt5UID8E2xbGB9s5uimLox6ACit3bwtgTZVwgxAtE78Lj3WMKlVy2uIoyhCxV7Q2
8quTnWJkihN31fttpOs0BM79TCiCixmGw+KcXGptP5lmrvdFem4/6zvpkNKjvyt/SS/RSXrgQK0p
Dqpf0TuBp0GQj8uXUEUcNUUTlul5SqZRpmPuF7/Vvg0F2qIx6rfRNLmBccjNdEQHVf02ysOo08T3
+pMuNTnapgUrwkWnFpJftaa35Ybz++alsmq3/H2MKEI9Gn2/bNJznB+GbDxaYM4IJrSwi6EtJx85
fIKqZRhdW9rKSzCgEKN/vP0TViWkg7QZJcIgnmWHJGpiKPTplKTnwtT2FihuhRqEmv8aA3zJ88A+
TDTC5ZFxc0Watj7ywOnZFAsUrUayT628szgavBYZgY/HmEuIYLQ0jbES6MtAQ8uUZufK7uzJlhDO
mjvdVlGibu3x4L3VOZUd109jML0Yf4hRTXh0xlAN5j6QSakqgNUoO4PwdSYCRQ/8g/NebLbGAy/A
XNknQBnoM0OBFBzm/PdFqKAZXVk0Xo4aMPrAy6+uS27xcWYdljcY2VgV2dmr2/7eEir5TRuj6lEo
2pYG884SSex0ExTLRgGdLGoJg5xRGKvQQUdOYNOYqZTQukjmWvDAqgPO3l6/lWi4kqNCWMG7GUwU
W4nYeMboF6bRncWCmqgvCdD/BXKpx9L/3aDrGOVQ1lPf7SI5fEbHHylbjBSvz34b0BFTpjxbERxL
QZ1Deax4NGlf6nt5iPHbkMXCazlqEdGOd7k14iSWiS5U/Vkot6UvuYX3sxVhoqMnP0Ar+LQds9qJ
tZKkhhsK4c7rULeFSY1pSQTMKnkbrLdGOKJsJU9cXXOCdJsEny1mApv3JtjE8K/b6gQqnbBDkflU
EDDq6WND8sIRkNES8ahXvAkqSApPZVHbovcrE3MnuAt/p92min/q0ZvVkxrl8LdP9bXL1EAS/VUv
jlGgMmtbYUSbqJO0/pyiGoFkeqc7YpuIrhqFn7VagiRbNj+6VuBxLX95e0beSIYqaDxAOgh5PcZX
SyEIzxrRRDHg8M3Tht0gurm/y7OnMX8SwwfFAEP2qzW8hgLi5YAUluQU98pPfScL+/QoPkeGHZkm
je5AL1X4VJPugxqVnDv1oJquptvSaQxBsD08GqNTOOGDbLmYBkSKigynXN90IS2VF+u3bNm3BXpd
botwADXhOONgTED6iQkaM63uDa8S+rMYByjwBXOQeg8q91qnhroJplNbFpgIbRuPGtUPmv+sG6ey
GogRbcy7NCBBzKt1VWaTyYp6+YsY1R4qdYjHwOvPXZgRye1LNy4fYovWfkMLK92MOsae23gVyY/6
Tg/eu1cvIJXwoIk0bd6Ezsb8Qc/cQhlPY+BMhi2npwycJIItoXDZ28ZJCc2hY3Pw7Sbgef+rtxWU
12NGM8Z1YNI26rYYvxP3cTFM8hCfNWJ7ozMOuLk6zyPRHnhEyVfRE4PEPHjEshGqRdbH58gTtN2A
meO0mgbT7iXwet3WkqubxQyFuiq0nyBxgzNwaW1Kz+yScpowpYzYxuh2FGUyYLvk3ZGv/M0Mo8Ge
KXCnOsjoL2Fqs40SVGADxkJFPSKklspmw/NqXznjCwUDDEwHtmmeSAX6t0sYyZKL1JDr/FxXg7DN
fDUHq6wYevFGKvVco/looJcnadRqMyVtW9FETUKT9vEYV6QrRdQ+CVNoFjTDfKiRZt6IMXEeRjWh
9qsI62gTtW3n34WCEARkQMuORBTFk5/LQrGgmhg71NFUHzH6s2gxPYaKQdzDylaehYRUoPfviSVE
nttOWaDQKRO6H2EO0noqVqPBI6q8dsMQhoKqVOSpUL+Gru5LYYhqlfWpJSXnwW125Z1i15vADfFE
F929q9tkIC1Hl64DGAaR2WW9a7up8xH1N25xPIXKPu1puIOBmzC1QrC9J2598VXEO7tKdPvOVHRg
42CrRdqxigsFBVG4Z9w1bl+7qC7GILfWrTunyV7VQ/0RoJUBcfDtY3OdoAMwWpnRzaDCbYCg7lK4
UmF6oxSm6bl2DKLuTwHVd40znjlGfHY+jEJfwDASTYxgTBtMIzu3NH35/vzJKyjjroPxfrUFCgW/
AIC3MQ4NOd4pTkTovy9pZMTF+CLR6KaiqOd1OCWJYGZMchegIINytmVNH5bbwngYLZy82kqxLSiC
cbEk1/WJujOJT419RP4tRRaGokMLcNfBwx/qTjAY/lILuko0q1CZ4ezeaXby79om3WtF9G8ftxd2
FR0xQIy6BcMUjX0Rpuc3cNAcfBI5qctRtetXlhkDlzYYaSTWodWXi0GMhMedMQeGew+x7Y7x8fmR
m5dd3aEFinyJEplliZ4yoCDtIBFX2qK/E6UlLy8F/eRcRteEhtqBmToaND94k7iEGiQzTqTQz85C
QN7yAQzwkU+229s7s+JAkd1Di4uIB1MLYfslSF5ZSqkqLW5SxPuh3Ge7jojNhtYc0s3Vg7rEmeW6
uLG1CH0FIQPO2+QR60T8c5OQ/bPJawNfE9oSh1HpPFEGxQqB4z3KtKb6PR5UHI6qXcWB0LQlBqPN
mO/ZtoXeZOeDpxH0dX0MPK7H66wQA8HYNaE2kBJoa4gr2ckbkQqO8EOhz7yn11karH1ermSW5mJX
xKlRtFDCSqKdvner49ykuDOqJzUjz8ELL3m65g2WaIxCS1InWWONRaEb4T0OCf3kbMws+BvLYec/
JUgW6pWOm3uzU+1oz/n6Wnyw3He2G6jIMJISswGzs77HAHHN0cldRbcfI1VI+e32seQpAJsSNSrd
76qgzM4jRcBJ5qkmpZ0eJfTKcPOCc+R/S2zM2QTjeNflXTXvCwIBV45I7IauYHO0jXM02aRN1OuD
UE1QtsYenjHwfVPR0ObNpLkuALw8OWxuJE+GsR9jCK78jFx199s67NCUqTnx87iVDzKuVq+3t4q3
LCbG6SNB84sRgHb49Ds97re8JXGODUtYnHuJ6CkiAN5UKm3VXwnlvSjwEBgz0Bel0E4iDqZ5Okzu
QHDZ5p19jp9hnVmg+lMSa9j8Huwc5aZy9riiE47HXI0B/lgYdNBd2rMRpFqyUXezJo+0O4Im+6N3
91uTCruP27vOMQZXhD2VP6lppeDQ2AGNrMej8yKKpCfqtzogGeV1uXD85/VNQal9SRRm0+baGsZw
0OI9tZN9QXkiXAtwliJkjIEv+5LnF1/GYJ7zYdLKnWxtWx3Ard5QmlCOHOew7H8bH3TxXG6ZX5tq
Xinz8YnJD+UQ2bp9fInveYfots9GW+8lTOOVUd+MkB/ShuquxkzzLWcht62oys7zwSTpQQ4r6B4u
qs2z+RAcqENNXuM9VxHms7xw2VlRN70A+o+z+ElI7U6UgvWR8FzdbYtgqIxF6DJFykYdYVRP8cxp
UlQA3wc0pCrp3jPcT43P9ihsMod3oVvHnWsVkalCEwBjTGO/GnxkJ2C9nco+1QQz0znmet0Q/UFg
5JdqYS+KeZKdpef8SaDNXsFDLY9Fn7cMRnxSqfWVCA4IRNU/kIp3t8rDbW3jATChlKgPIbImAEgn
kpCMmL+il9sI/0PR/hEUW45htWiXGUdAnHrT1ul05yiZs6cjr0Z5lsW1AfiDMxuIhUKD/B9xVRZn
yBGIr5Ft3r8kDudscvZcZy4581QlFQMcZ222iIAOt8HZFycOyP8I2f4shLGcUdFpY2VEMDGuuUlR
/yyQeFPb0V2y5R3P+QffkhljNJO+SpW0wdUwOh7AOe2aCuno9+mU0S0vK7ZuOP+sijGcUtl0faSF
eNXbv4VEf+Ys5brq5yte+/N95sRnVh1KVYu9keq9QSTZljQi3Ql3eLshqVsRJ0H109NT/DukxkBk
RFccg7Cu6AqSxzMHHyp5GYsga51WBO38mIghXsNOIsYWxUZgD6M8XzdrwNW2LZAYs4BuzzYpNLzJ
yr9Ln1ZI6QTEsg/DqaBbTrC9lj6dn2P/WRVjIYw0S9Kww6pGtL2ABPr4Tp1ku/98VRClyBzdX714
/QFjKQuQG+uRDgZYsAueaeneNkWrxm7xdcZCmKWVezAQ2fn1xxSQp/TX8+3vr5oHpEJnyoU5+c5s
S4mqYDBAIPy1B9tOt+NLlBJEVrdB5o9c7f0ChNmPoiirQhoQ55gbONLNC3o+/g5BYYLfSkALUuAj
xA7eJoIBKuhhF7ec8HB1o/+sgp0yDOrT/xf1Pm0eORq7usuLTzNGWh5D1HHWEJD82m80DCRQt5x9
5iEol56maAorRnMrTBlq6xrn2Xv6yyUwZtlDlRtqZACQPHS0tx3uFXrdVi2ExFhjMKT1Y2BAVUG0
8/Qzpw+9LR4rylkHR1fZ567EqkA1pQJlfHz7ab0jwvz4q8PAmtzAEhqplQEQnKdtvDnmbrW5jbDq
thaCYs70ODZpruEJ6Zzs/BcRE+E4fmvd2y8AmPNs5oVQJvM9Sd28VrZyMIPZZmDuLOdUcxbCmlZD
7acoLnEsyjtM1j1nlHczX9lslBtpGFGEoicRFYWXpyItPVwoGiVH2IKbOeb0uCTzeRq1Jq4LlHmZ
iyivQEu5hf/hadNR3J8S2WGABZ5qRl54v3LGL3Dmvy9wpLzMBnFeDe7/u1lgI093VzZEQ3ETSuhB
nKNLbBV9rCqYtahrOW7irpygnHUoOVu+lsO6gGCEBZZ+sK0IgPB+tE7/el+49UvhiLb0SuOPgHBO
+4r7u0BjRGYVuTQ1hZ6f37yTK5ZUBYMGZgrQ6vftI8nDYY5kJZt9k9QzDmrMMTP7jnp3vIsXD4M5
lfAhgqZ3kNxI9Y33iEyjjdr5ipTn22tZ8YNLmbGZ5rgxeiOeccCeTPKOm0xYyYpoEqp858JQlNOx
M3OtppckYYKswtfeqYmJ6dlEQbzIP/5riawLKEZkntCDv00GlIYuWAOXFjfAVHNoQOCMRPzGS/is
7tCflX15uMUBrSOljaN5ZRqxXIF2FPPJPznuZd3aLECYiFFW/aFtB4DEJNodRme6Q57khRMLcVGY
iGXUGssIRKCUjro5xYeS+i/S58v4jQPEExkTtwzFFKNM4ktk7bu01Z+d7MfnbX2+rrYCCQwqr0U0
aoLtHAMLLu1m3kt91RvqfEX2TvFdsRv36Z23OXt2eApPKIU4fh9ex2Nuow7CuY399W0mNL7AZjyQ
j3JlESP/kMwIaPJR2aFdY4yLXQWb1PHVbQuW9xKd/FW/72yUgmOOTKdQ0RkpOEOG73k6c4WEB7Rp
qJ/p3nDKveImOTErkp7Mk7yPMXfvdxmTKiLpz0rBhBYSvfXHzLd9b9v6KVVOSYrBkVvx3TM3mJyn
fjNjGgzvqDoMq3MzbboME0x2jU46n/MuuuJ8wWqhobcSbQuo+WFi9i7LQABeSbj9SnZxmDTyEtqc
SIUHwZyFzsDVVrH6OScuU1c/vj/zGi/WotKLVTAHQRFkfZQbMTvnFXkrHZkqPsk0yPGR19u7Zq0u
oJiz0GJyo6lXWE3tRLsioW9gQ6xomdD53cXYpRzfuGLnL+CYY2EFMjjzU8AdxN8ohZK+31b9NRNy
8X1G9VVTTZoJFaPn6R6v/AYqugKake1rvpWfbkOtBEYXSExMUaJyQfElII0bmZ7qjflr+3cATBih
xloVKfo0PyKJ9Kf+UHEWsGIFLxbAhA+DVOdZFuGoIDW8U50qIe/bT852887K/BsWzqnsQ7lvYyhy
iJ47d2ydUdny8k23NwJVg5cYmJBb6bkBjPbzlG9Uu3j1OJX4tyUFcu5LhFiZGtMTsRPeS066c28R
mtuU42N5y2DOvFfqmC5cYhmHDon6l/7fcpLNrBn/GMarDpxEqgelFPGakpNTSCL7CTM9eZ0YvCUw
hxss+pk/1CPyPiIeJRMb84o5XX0rd4WLVTDH2xMyvZeS2XyEe9QJuzKv7JxjQHT21WmIw1r2PCAI
B3F/ml9NQKU1uC++zet9vX02dJE53yJy9FNtYEfKkpiE+qhEKLdc+z5rPxMLXEiMOeVFbmhK3GBP
3nC3kuHlDVoejdc9J6S6bdd1lmgGLWi5kqlYzHnXEN4lhCMpNsSFVqtWlODjYme7E0l/h6em5CaT
OZL60oyFrcrTVK37APawp4r7Y+6r1En4EPGuuxxj8vXkvoDxVCPQvBwKphHXFZ/pR+5wjO4qAgZ/
ge5DxYiGq7uOboIfoVNwSAxUU+UT0R5J/8GJgtZqq9GX8QeFMe11pkyhb8k4KFuD2HWyLZF9cDFE
1wZhdk48PG53GxFFxTkCi/hO32wbtOK33z6dd/F+z8ujrpqeP7+GVRHE4qEiiFhzTPIfpf0d9dUc
qa4q4QKBcQK5nOd+6QGhaYhFhYdDj+N62+OvWrcFBOMC0AxZZHIGiFdsmw6U3CO3EXiLYKK9CI9D
gtpAx5PKdkNiHgOdFJSjGhz9+3pJWWh40gal3PcA0UjQkRo3D+veRVtMfr69GB4O4wzU1qzDsoG4
RvqjmlwLTRHU0V5ug/AkxoR51WCGtY5dOR+qo4vaRLt6rTjpKZ7uMo4g7PohzntAGPdud4i2PMvG
U6t5iYv9qHUjt8oa+4FGY4wzBrnw820Z8QAYU2BlE961Yf/P0/Ob9tS63LrqVdP852B8XbYXK1Cj
IYjTmaIe3Ps7i7zFdwPBs2ay993bK+FsxVej4AKoHRQ09AoAyn7l5B4nPfzgnPGv6bhXDnmxFuaQ
10Lb6q2E3S6dxpZckWp4V8L8Pjw0h+gp7SpqPDoVef7gFcNzNJkd6KepQTv3QM5ClOw6It/2PdE+
bsuPcyRZjnDMUCrGogRGtOsd8/WXtDE20++/sy9fL+CLTRrM1ioyAyA91XLQbtkS/V7d/SUIc+4V
rxwT0K7g3JevMGB36Q5NV5RXnrP2qrz0omy3IRxsM3azwtmDtUE7bEd3zbl8i13150Hd8uCu2Rbm
W8BC+RhTENVe13c1lO+tO0q6Ex5PZ3QhPsQDuouHvfJK6TDYWKcUO5/oHv2PmY3FD2BMRdT6iQYi
gFkJT/7W36vPJnk2bPO/3Nj+wLBPt2o39FkwO+s3cXMYv4pU0EmY/7yt7et5mgUMExNMgZEVpYfd
G+AaUAf38e7RbMM5U2uvF8tN+4rEFvouwliMRgCZoZa0dzC+yMNATjCZgpRHPkWkgPXgccdwV8YE
CqEXGmiOgwDtJiN5RN6RRwvdLYaf/KUI1UvnFPRROaohRIhbafoSbr69Z9R44GXUOLaPfZNLRMEz
Ukn7KvkdiL/rHPHpLxfCGAy0Uw6pNgDilG5dN/rIapcmb7dBVpeBRsa5sgZTodkWXkx2L4cqNxEp
gNT5ew7yOH0b/hfDt8BgTmgRh7ogJcDA5CMMj6fSXn0bD7wk6qqj+INy5dFLTcODtT7HbtF35RF1
+HOxr8FZy/ptfgHDHFDdBPuEgfjtbI80eLAIBncTad/cbW/vy1dFy5VTX+AwTh2TG0y/yYETFxuM
Uv3hkZl1jFAHHJq7/V19PkQ7wTX3NTFwIypA1IuOas4VfD2Vu/gRzJnNwRWqF+G8WDk/+I8YIKQ/
w4d8C4iwSW2eL1k3EQs45uROgYeG1xGKcjjJ6Ja1pW4ukpE3vGWtBn8LHCbMD9O8T/PamK92eJkg
b53t76fPz9s7yDlZ7CjXKu2S0BcBgja08vUg9wQ3IzSj3EaZbcAtNWEj/cEKPJA3oyQHREOkxyia
/xTrL4Q1r3PhK8YsDcaymxVRJ6qN5uaPv1sBYx1CuUF7U4/vD+gFucu4ZQ3zQbkhIdZxowl8HGMN
Evp6pnV/+k64o++Rw2NDWOtsAM3DP6aULbwKehlZMQELmesaZHo/EVT9Ytwbt/6fo1ms9+4G3cs9
HytKCYifaUuCx9cWTcLCffBQ7Cpx0+FVGG07xvn2TnEsLNv7Lph9Nj9Dz7dw61m4787gC3D1wOao
9OryQDY21/qhyJyVI/rPKthXC0anfW0O8e4ltrlWfNUCLDAY6zr2YSz0PTAO+iY7invJHsio0Pf/
ds800b8LvkpQR7HsB6DNikMfg8ixV6/JGYTLrz4JwZkC13R7c1bvmQsgxqbpXdrWpRjNQAbmuaA7
kFdmvK7gCwgmHsEk50lKpnguQ5IQnY5OTX8PFL7cDggvy7yqawssxq4NzTBixhbk1sX0Dqx+uEGE
tsWLGdY9zgKGMW7WZE6FEQHmbbKn44N+3x4fc06ab11umNqJLn5oM8YVXFrQuptGDILI5lKHzs3f
+3fEpbS2x5yormxzVW6OQK4M3h84Y9b9hcGuI4wLE8Qix2V2csdXsBSSh4l6b5LD8XDr0lsgMbFQ
aWVWF2lAEjER+z6wVcxlSrEgnjKs6vYChzmtGLnaCgpGR55tjF4Q4OcEzhv/6koMVGhgIMjcos4+
8re92sV9WkHdwCap0znumNPN/Er2NX+9BGJElnneoKdeMx/T+C7ExKyuspvjz4GUtvwLGlEfy3ND
/8tGLVEZAYpC46nTCAEqZHpLca9sQDLfISfEA5o/xOreEogJGAepE4YxbfOzgbxg8l2lNXnKyORU
d8WekyJcPVZLLCZaTCLRz5oSe9a4iOBGR5pPlVvbBawFb2jFmjlaYjHWVRtbKKGObetmttwtOjly
G3T99m0bLvG0Y/774ugatWJhsDdgCrx3zqzD4DW9x6QKqHxHGwdTyHyYQS4tHA+WMbaokZWMxqpn
AzW51Q4kh7b6rjqoXW6c5G74Ib3q/Pn2a4d6KVLG9MYJypdj8BniJEw5aV9Hx3AN13rr3wPq46HM
MKmoOekDt9WIqziMPQ47ZTC1CsutIGU0sNHiAAoZcMcWGy4ZxayE//tAXE1WUdJElxN1VhxXnpnT
j6501GmqOWR85mnPWlDzR6IgW7rUHlyzI6FBmwyUNPmQHZ/86u125x0eOVo6f+fWmhhr0vdF3+gJ
cMBC9DN1Avd342R3MoZIcGNq3pIYe2JNceH3OaAmV8XzPwYM4WE7Q9UjN7iZv3RrUYw10QRVFoMS
G2WYEdH6zlWU36P6aOHxMRPtCnF1Zevdtm82VvteFt2/pq1GHhUDU9UvHjWQGzNKmRhhWAX1OBdd
GngTUuBMnQI3/oze3r31Y/cPzpcnXJgYRNya4LdfOPWP3pWcbPMf6kdBmwmGLBCom2hwYpYimKrQ
JMYw6yF6H+c9E07aO3+K4ZoeYuargbd6UUZbGGNB/N4Sah9ct2ArEKmbQTsetM1L7H7cltiqvVji
MOvRpHoMOgM44NH/hVG7JNyNrrWR8Pjs27xa/68NYBVxgcZu0BCqaurJQMNQYfJzOPyaXvc8tqSv
V5NbIIypmLy+KoPZLPUYUZcS5Reuc7Y+EnAZ2fdPk+3i9vrg71TVGT6j7d7a8aa1rD5TLJfJGJEk
FOW0E/ELpm6v5YeXw6N/1xKR3PU7hF0mR+vXPNwSjbEj3tTGhjABTQPrABIZ7VvzfltL1s7VEoGx
H4M6DlBSOBX/HbV1XUCN3W2A65nLsBBLBCYGMeRRbLQaa6hseSa1mewMdeAG0XYpeTv5jyFNSO8+
qL49vDj2+z6jnzwruXY1X/4EJj5pBcOafG0OucA3ECORK5NPHrc7D4MJRowwxSyXOdRqX3eF0zjv
vs1bxmpec7kOxnKUddaMpvalDgamn55RRex4dodqkxfxYD3c3jjeghjzESSilKez+VDu3RlmoCMe
Pm5jzN+4cZ7Z5Hfj5149NvCTSATJ7ypJMboNsxU4EQZHx9m3bHmc5HAIgdJD7UDuPAX07vPvFsKY
hUwdalMQICw7RLBLYjrRGBVTvLrCVXsAvkhTB3WhqrFXcisqpDzvxPz8Q3GnXfygbm8vQ1oV1R8A
9hJeCBjmHJYT1pEFjqvvdTqABCIick4qePW7rKLccWmziblSggUmY9QjJfEjo4TfBSM8zYmOZu05
utXtjoouLe//do3MXsllXlRxCiEiflepgKGI8kvixlQ/d/Q9cISdODe4dhuOFq57SJDryzLOsKKw
yt71hQKyTQlph01nR99rGogkP++jgfv+sRZ+gtr2HyRGooIKYzQqQNJkaHzjauQ05Pa0aWVuOxEP
ihFmb+j5IAXy7KHcyI5Pxz0o9PmvsPNnrnXkz4oYRwg639BMFexZHW+RLsbsZ5WovySH9pPL0w8e
FuMSEdBmRZRgSZPbgXE8CkApp9D6/jFEiwovR7T6pr3cK8Y91r2WpWDSRKsPGJgUJz1aFRIBzWa+
laBk8JBv8VxGg83tg75qeBcawnhEsLIOudgBVTE3df1atA9ms9FexORFbN1UJLfRVl8fka7EvC9w
LiM5zog0LgxREGMFt5T7nYtyu/50HFA99l9ebJcwjCwxAq8AtaE6380t0qpEOhQ/9J+8czyfnmtd
/LMYRnZxA+p4ycdiUNNXkuBtbgY9esR4Bbvhbbmt79IfJCamaDHyd6otXHpEJ3V+J+Q4XyF5MSZ3
c+ZAYHG1qqyi9ct5c+zkeMpsMOzD0ysO71it+64/i2HjCc9QBT0ATPZgu4PdOvVLuROfh/eeRLSy
W076ev7VN3aJfT8TEoycyD2c4rcpI8VdgerOjMsx9WWzr1BUzDAH2+k8Zno2jwvZSQLIR4MSGjdT
6UnuW2jT1zak8VbZBq58RmX+rntKHI+nhKuascBlLDzKH1S9SIBb4UXjR/nyUD483ta9VfktEBjD
XqCKMdJqIBy8E5oPKew6Z4d4a2Bs+oih93guAwKmrqRb/27wQA9339dbv/8v3btIkf/ZJ8YAaVnl
j6UILDTw2dKTSLLNI6/bcLYul7oAEm8VPeISZl4ZVx13quo3SW6p7dne8dzs/PNuffpyu29v7HWI
d/kzmY3VpnYM/ElpwahSu+mpdynvwZUnCGZje1BA974KQfx8euDVpfK+zWykPjSp3hr4dkq5c8JW
7leXomH9h28JLci027NiP9U26Hqco/9/pH3Xcuw4lu0PDSPozSto08qk/AtDOpLovefX30XVnVEm
DicRXRMnqrs6qjo3AWxsbLsWHt/T5+np+hmszAxcSqLekBKWkOuXLUrIBqjFA9nBYJxUizjm6T53
d28W7ptt2Rg9tBkdgT+F6GvKRL0qPiYqk7qHAhyct+ExetTtzPwC+PTB6m/uQwt07xvTi0622Vkn
75hZvhk4xubz+g6wzpF6dMAaG/N9jY9w7pEbZbybfz81l7tLPTVdr0/8pOPHR/LFuuUrabXzH/9r
yk7vFKUJAqV7eEps7pi55UdKgOEeP1oci0Ht+rWnx+3+LxsOvsvLl0oU/LlWxGXDbxlHyfpK6rpX
XOP7UQVd/j//8iL57HXt504y/MVUATua1dh5XQFVGrZx4vgsGiZ8tUIIYWTFV/KUlzpCXe88ydrI
WHQE6Pf3jWGLxeNdet86SClb+899B9zQabeXnlrF1A7hRziSeB+zoPjF5Uj/94v+11zdIPiTpi93
DGTWpkQSsC46+yWv3ZDcq5yXx4m4nv39f1QH6mZPmpb3HI+NHYnJ+GmJpWrUxR5LNH4mKn4bQVlS
keSucLf2zX4i96Z115G9925+nrqd6VoLtttWiq2K5ccyPoHKc1+/k3/TLekXevLjmp8peBQKGOeY
sZ7dW0dQ4Y4t5+BvaiIS+wssANelgWfvukL8mLYzcYNozNqQQi0rsrEMshkt7iMhnwlKpo3HkU3t
YKwwI0VFZNlKjgc0yCgbzt6Ezm4zIb0tBkT6uFGOL21uduLuYQSoP9hyM/ugED4glR2Utjd7nfvS
uDc6b0t/1DsB7G6uDApf19hL4NMjoU4ikE+O2wrIFkQ/CPdABSFBiLbUdNOlpL1VvwV0UW4Av4B/
Ybai3QimTlB/uen++VuKUaLXj7UlnJrcim97HxQe9/m+bO3iSXMKs8Xncn/0dyX+6YiIczK4kgNu
0cYs9j6SS5krgO/jcFsseGlfB37TOm7pfBlEwYTrBhUzk99W9mGA0CjxRivuUNNGSkP54O15N95U
pD/d6HZoIpENJjLVDK3SiXXysqkICKbxmhXmeIMeXodrycZRXGiqkZkIR03ABkvkfe96wIK419zI
tjUbGemDcRfsyhxljDt9m9mA9hycEqXz9EMBg95MJmsUTONL24kbuSVKhorv8Ta0ipFs1Gjpm1J3
SNDdtaDXHHzrU8F0hk6qwdy/8x+Zu32udsfKUp5uxN7uyQn0abmVAe9J2nDWnb8tH7UHpSRAXAWk
MUiDbA6usQvAYQF1DfXYD9bk8fam2z4WH1ljKm5omXoH3JjI0Y54++zW1EogeWGuDS0a0BGQCSQz
snf+xi6900AkYOLm35+DJd54n4/DsyIREm4tdTtt9HsMXGzRLeuR+ksdiLtVofwzR9qDSXJ4HqYM
0/UHFE0PmkScGtQV8ZdmGpv4iFaXG2KfapLalZVYQPrqwXH83Js9eJy2ifXdCYCB8mqy2UoHc747
Rg5PhPv6MYQFfIDji/Poj8cN/s/OQMoRm4bMVY9vsQITu++pn0cFnUGmjh/FTnDmS2jlH7PrAJ09
x/8U7F1GHHAtPXMo9n/6dvExAOI6RXOuTAYrKm0jtY/es5l+ye5NsTt2JlYKQAkNJWE3Aj/KQ+ka
t4KwS0lnJY9feOUmaP7e3wM8tjx8YlCUyCX55D2RNN6sOVs33Rbk3vgMchJ+R9b04juP2i0oq8vH
DjXXbYGRYwsXjSejjXy9RyR3u+Fyyw+glaHdmfkBBW/XVD7fExPosdL9Avuz7aymMYmXEmztH2RC
uc0xbcl00+xSu04I8TZ2BZB4w8LMdGCLtxz8neSmJN5k+tibb9gq4JGSdvf4+ZLdPGXOeBce4ncr
H53Z43EZuvSwVbH+6wZt7ZlVAGQka7IkY8iXNp9qGGscF/k9enAlB1d/JG/RcWnISK02I/qN6iww
8MYGR7WN0PfNeI6Y8imfSpgbqU5lowd8pJCZwi56eHAi4Ol3DnqHbotNCc9ZujVgRvMDI4L4WRv1
uF+snfK61CyM+VyH7Goibw8GUAwi0yfIUnrXN3mluQcTCGebvDyIZ48GzwcaxsG5/uHFiuwDUG+k
Y/WCy6KAzldj17j+zq5diqNisEBv01mtcaZlSZ5fhaeY7AQHF4C1rBX/D8uSQKkiiZIKiLrLZYll
H4q9HwwPBkG1P+cdWEiM0he36HWPgYdV3TIR5FYqAMvafmVSW5lUcZcFOmQC2T0P8QyC2yVyvgfG
2lguyuXSrh8/67eoTx6lQoz7Eh6Kdc/4yr/TP5e+D3XQYdAINejcFgfcIImtHBUA9w+kYIgRWXIo
XxwQZAXXpJDz4gBQjZDDDWe+HR4CG08d8UC29LSzeXJ68lj4iisadpYPUn9qbWcXJ0iaSsiW6AXF
LFb0wvKE6QEoTR/LgVvCl6dd7zih9RCjjyQnzw9wQJx74tkbxd0+hcQEVPznZG4Di9Uu89MDTlmg
i/VRzrgvi2nVjljfi2Ud7j9vbryKvMK1dHYFyWw0UToO9Lwwd/3Ot0A1Bfy3gFgziqPmt3s3mvbJ
3sq7E54GchtZ9994rDfbL+/ryOOFepbI4RDCBfN0+7pG/0ySXvluug7HGX0DwAZ4wYJz41uHzcEa
8KlvjuI1CBswrJY5EtmDwbC4YVXwGbfpJx44U4l4FkBGvaR9MtNmqZv8dynu4kL9hINnP64OYT5W
SzBhPQTksFl22jXtjwe0xIQEblpudZb1GSEWnJDTWbw1xTLhWqkEoRMjt/sD439tky9t0H9JpZpy
iYiPAe+CtXm5fw7u5M2Le7A2lanftsT2XJOc8N+YnEFbgWrb+EDT9U4g2QRMhsfSVsZlpCtQXKjp
ar8cOhAVWU/xshZ6rQbS/xLIUjEy8ddTEk5B1mYgzUXAUgtwg4YX3cOYKGc1O9Ypr1mzc1mUPVZC
9JUB0q6H1Yzs3vvjk9NyltevyJpzAarq3xVRtnnyoywZVQUIT+Yhuf/IzPQd0wxMBPgVCAC8hmdy
KNtspHpTGArkaAj4BvtN+qhBCQK02xzA5Rxa8sFySuzH79q5vkDWLlIp0K6JUeFNf3aRt4M3DW/P
SRsIqymOJUa/9DHC2JjmqMTyrNQnUkb8PxmUIsUNvL6c1UwPBnXAISoaPyx/l4KUUEsKf9Thox0E
DG/hPag9DhFniOagGlFEZgXO4Gmb9GtBWKgYl32tonAunbrrQimVU1Qt0rv7+2aT25/Xl7eacj0X
QCn9lDa10EgQIGRONlmFZou++Rps+MY2nibfwtGxiIv+F5nAh9RETQDXOXV2/Own3GTgUh8MwBOp
2xiJ8daebTN//Fer+5VEvaMc2Fo7KcbqLP8pnq3GQvCaWJ3H48A4RmZyNQW0zPr9/2XRjx8gxPO6
j7Cs0lLIAM5JgfgbHpNKgPDXgEpEGItbe5TO5V1Wrv4rkcc5yAQsLn2dPeXomiIKseE2OF2XsxaK
wZL8rosOxfyw8eUI4RASKYUnW1LvcHa5QyuFuMtA0JUefPgViOu3MWro6rHSCMuorLn3F99A3YMQ
7C9NuBzkhIRRYreevhfsU/Xxf95U6j74McdhOh2HOIFDB/MjoNJxHvXjv5jkX8zz76ZSz0AsipXR
Tz8LWlDsMgAtDA7YtVzmipbb9PcT+iuJeggiVZendMSKFr5QA9BZPcbTMT13XKbnfPhKMfIUEQYq
mZJZCko9BTnP1YYhLPfcAXTlrWpxbgCJwu11BV1/Cn4XSJmTWA5zLgwQ+mWYGUncFJjL7xGzm0hc
VOzaPlK2pJN0A5RLODH5bkBGFZy/JgCEUWAs4dgapu9EgBp1e1jPbXrgNsFN47H6+RhHSTdepFyT
ib6Mt3Uym8euA2aMGpSWGtq9//0f7ynwbVVZFOF4AeSWOrpsmMq64LDY3nlpABJWY/LgxHpb1/Mf
Z1Kok1M7Y54DsIE/PBkkNJORjEBsDUhjiWiSSe3ICU7TB1PqykFerI06SDlLJTmToZa98+NTIlYV
bOQinS2TeWPlwM5E/TXr0/hiFFTL3csIj9lYxRatE6sFV2IJod4BQVWrIADII4YrjF3+miNP1nqy
Xd0Z9/Ndqi8jzOh3M0s4KoX3Xd+J3h7WOyfbR+RILQsjqBbQayzeM5hN9mte6MUG0G9HkU15vpww
9prXzco00Mvz4e9vv8rdc4kOQKJ6E+E2k48q2nUVXnszFAHNoIaM4RnQv1Oyc4UPkjiGXZhMzAL6
+/17yXQPfybcKatwIYR6mLIhHtAPCiGVnR2No3zTPQZbdVO5ih3dJZjpXd7EY257uxGp8O8ODVnf
+R2HFDqZMGjBSl6shRcX30O9X0aijFWj4Xtq5yDavEzc0e6PLRq0WOPlzP2lnrCM08pObSDK8pc6
TAIM5MeT8cqKmFbM+8WKqPeLR79tqoQQc/gItrc6VGYgqn1dV1av0JmqUOZO7Cq+kifIKG/9fW3L
zh1ieIYrz1oHZewSVYgDvkX29RDfRvYfzq0Rgv2bN/dityjjhjEeMa55rKSyG7uwOxtN2HjeMzah
8pobfy6KbmhPA2FU8PAOD5hRJtpO2gUouR0Lp30sD6x1rSU9LoRRRs6Y0Qstc9g94UZ44WFIDhsN
1U/BcjBs+CZvp0OwTS0V9sR67TZm/q54hcmZe1uSCUybT8xqsw0PEupQKILZvnPcev3rdS1aS39d
fCRtccJeLNNlR/QRwwrPkYTiF2adtcEpei9U3U4ihWRFtQvM+Fi4iSYyK2Y4mzVvppntxygeoXF+
Ku04tOJ5W5d3TeXy5YnxmctnXLFZGmWzYuyk2rYoO/Cmv1Weg934U/l0bX4HgGAvJiY26OOzAiBK
5DwxhK9fNVWTMGQhg72GOshRVSelCHGQkzm8v6BWOZAWBfPcirbDIdVR35vNciZ29CDf4OXq8E8T
MuwMq7QYX7JI+msbwAGrws3Rxb/oMnmRkwIOzJJwjOMeiXIBZXBUb7+qze3oRRhlekXt7RQTeYcp
OIs11LRuqX+LPzxlqXOp9o2wR1gldWbyBeLRbINLemKsctXqnEmhjHSQlKqQB9hu3qw/OTN5RVae
hYu7/hKcCaFMdApIKFGPIQSexJOKIZ0I0eDwwJO760e2kg05r5fRaNYdX/G1XEIOMIfvxZOECNC7
LmHdqJ0thbLSc53pWbuoJx61/ubrNfUKi+FbM7eLstGSgtHeOoeMCcwZglfu+m3zacYuiwdh9ar9
ruXnO86y1kHYo2b2o2HQ7nHD3atOjxzV9R1bN3qKJskqEmQycrS4ZmdSIpmP8q5MBqRNgS3iPxmJ
Ke3QKwK3WndSz3xd4jER3VkysgTKU+1+MlR83ck8+wJKx+UwDdpZCoeHlzEngBIMtv3OQOfCMlYX
E36XH/QjcCjBvJy7zGhi1ZieCad0fzIkmRsTCB87DGlvcuLvbdLbNsNor7W1ov9ZUxUZxKeGIVOL
jOKwk0KlHnDHZHQq9BHOFGAa5piDi+0QefK2Ispstc9dTJoHsAjuygpmi48BFqk+Jyf8p1eyusZW
rcvZR1GLR6lHm9W0h98EzqY0MeWHRwD+N8/XVWz9wuiChAEXQZaEHy6aMxUD10wepSAQeZi2MypJ
r+Yjs9CwbN9fj4GOZ4DnVUwb0FTnPkgRxtAfl5XkL+rbTr5Lb9TNeD9mJAdX79sdq5F2LZ+gYCRe
wnEiDyRr1IEWmF9XOD8dHqLv5GnhnV0yy5G5d57/HFHFCYh2EO5m9N2cQreMCWNLlzeeXi9ARVGH
0EVVkSTK450KvhhjPhtgSifMV9QPiQ3Myj0P8tbRPbEmlYXFCFwTR5nVqBDKSE+qAXAz4Iaojs4I
CH8f3Vcm5yosOLSfWt9f0kTwKiiahutCY/cEeT1UuQ59qa3RiR/azAw0U4W01LPN/evrDGeweOUx
Ef3J2NY1NRLPJFPeTevPfhH1zfAPLD46qvZLZgMUuJ+iI5IKGT7Gk7h2A88FUi5nMEl+wXVYauiT
g7RPiZIS3mlZRn7NykFVDUnTFq1RKXXpk3lOawCIo5tNJxLoAKvcbOS7rASHMf8+6o7KGSZG7UwD
WE/F0U9fM86btPc4FElfbgsB7Y153xO18IQQw/w84wNXZv0UtFj/fiClYI1YRFK53CZcJc1JtgEJ
Dl8+IDNeA5P30ooN+7nmjJxLpF5xNc57SQ+w8xKQ76pt2sAqN9LShcj5L6q6Oc4HAwWh0Ozh4wOP
golqu+a/irCJvKGqhqJq1AeEESdpU4wPUIBXub83MFQwmkeOmcddt1S/gvQlz3tmfvWhnuZ20bEn
ILtjKOolIbJtOPlJAHb5VoYmWMd3cVeaXU7irXHbHlg5rrUqHI73f9ZKRw1SL/YJX+ETdgueeb8Z
vqpD+ZzvZjfbvGOKFPT2nh3bXuz6R1Yiac2NEmVVxXSloIl/AeLOqS+maTkhpK6WrBl6/Zj9LCvD
4VDfMxnUWcp6ih68AjIO7W2emEsuZQvHxX1EXpKghYazWCmP9RvzK5IuV/lCVQ7TMA8oRCu7DFHY
0ixr3wKwPTxwlrCpPpiFv9VH50wkZR19PyknP8Yjay20Zs0dGLuBOYZRY2gNGwxmVZoigSRVUWVD
1qk95ee0B0uJjCd940S8mVuAP1Jvhn37Fm8nRnJnNZpDrvy/hdFPjt9lwE9pIOxJQ64FtWEB9E0i
gIlSlie4mjU/F0XtohqlCbBqxeHBd9tPAEiFR1HbNIWDP5Udohw3PirujLTj0DEqLWslTrDn/q6S
em2MLp3UIYPo1tHITSzabUvQJ5HetejJQFc4y0la9fzOBS5nfGZ6srzKEvCVLDmmWECKEQYOMGuE
Q+viv3m5FXUh9JN0TVQpVzZBTDZlhrI4gIAyQTvVEkOM5h/R8kKb3VewGmjCUZBFxGD4S6G0U0pU
jgMCDazKKKERWO+4fiZ8ncw3agYOZNJ3hdFaZaYBhLT3q6gibVoLNYgQ9U61/U5svyVOE/5c3wZp
EfuX64SRW31hSTbEn5a/sw3n54QrhCEZH1KEbLIpdC+TuE0lMnYDMcLC0YEpk77xAGAVMFmj38fz
ny4hlXSXokSUvijvRoqedqX6SIU7MSfi9IzUnd3Uh0L6zsTKTNGWKX4kJUl4NIaTJDfV2p2aDaAa
NJVRkV813ADIgZcNTCiDXkuhxLw2SPH4AMrBWP3qT3kBWNL35CQ9Xt+19cP8lUQX5ipNCGpRhKR4
YwD+G5MYwcc0bhNwYeH03qLQjZHVGjYMsSsFVgXVuf9e4M844tlhLd5aAHCyEaOOAnrsUKeTzG3L
zPSveToLbTJaNQzws2qUbxWP0sxzqCE/RCAynY/NLSsX9hNt0Fp3LoG6DLrEFQnGZ8YHrUC/KucT
dbInu84xDhJt5/1okH6T35SyqbyI4SYNXb/EXAvIWSLSjR7g2RpTlCxeArXocOCRT4uhrbM5lRs9
cLktSCB79ZjqVld6BjOUWvONYRMlXpIFdFQptFGUBj7JSjyktZV9H3rOVDcl+FZss/zqD2y3b02r
z8VRJnHO5aHm5GGxwUvkdnjIAQmm2c9LXUS3v09ImjKTHGsacC6TyvFMvjI26FQfwJuOPOIN0MAK
8LuomwzgHfvEKiz4fp7CguRZdTzPxVIhcl52WTTPEFsAyxp4EDeAUIApIvIA7162Fs+I9wY0NFa7
Yldb8aGwUeVkpJfWLOKSdEEPmKqBPpzSzULp/Exv+KW94CO1NHs231OXNW+xmsM6k0Ln6vIYQVxQ
SQOuckU+bjiCEooJqr6WtKdkH++0ijViseoAnouk/IiiFVNARGFhky1/zQ+W82b1e9kKbntX9pI/
oc2wVmv+2Lk86p6MXM6jkxPyDiX4laLS/JqPCYi+UZBZ4rNPVvpzLRZXgOQkCLiYPIi5L32HlkvK
bOrhksm9n1qhhgh1jNrU5GbAN15f27qO/IqiwuNh8nlR6HSkvF3ppVFIpVkahrQ4gPmKziwzpK0+
NwogDmUN4NE6WmguVxa0auSHMlZmwbVt7outb+F5uVd3MbM/cH0Tf0VRtr/rJ04YYrhFE9g2x81U
Ed9CdwFKaLltNSdug6YBlqKsBbbny6NuHF/NY4QG5yWw5c3uGNh/OmtG60TOLN/Liw7QD8+ZKDoI
qquhkTgJotIMetGaghxaqWoK6MOat0lnlXlqp59jdiiKyOw6q7WH+SXWZzIAgyzfSvLBGKzBR4Zw
GzUbJQigymbdOX5nGm+d8ZAWO1+1+/RPG7405cEIP2cAmOTelDghMMYCu0DkVfvKfpBv+OYYj56f
MuhMV2NLdFpqgmYosgSUoEttQeJY11OgMD+87N541SzQ0Wmbd4b1XWJ8zmI2Kf14HfSensujjs/n
paLpJX8ENveELkgD2CNPKO1Zm/vNvWbe2s+v2kRMxUy9besCnwTUycENZhE+r9/JH6frr+9A7wfa
7ERJ0WTqO4oEdLe5PkwPLy/IWcwAUAWu3+yhVWHE2AjZE/s9RjdB755Ks3S/wSyOWuTu7vpXUAqm
8dhy5Fd/WHHhhtJ55Vk08qYftXgvx6eWtyTpLY628eN1IZT5oYRIPJ2g4TU1LDkdycbgnasP0jQR
UbXj8UsIBo/DWG86svAT6IzuPzJVCfj1iGGWNl5Kq/w8rAfJj/fd+DAot5xUW0ZdA6NZd6QZqHYK
P5Kw1kpbKSQNCTATsZxd6nmzRUzDsBirm6zxmoFRRR62fjFiZ36wz8VC0jb4ligDkPkcHYosNke/
NROd2YhwaTD+WfaZKOpRQRqoS7rEAKYAH7oNX5NGENzrp7ns3Jne/iMClQ6Ag4IfAEHY5WomowwH
FWSEe6k5iKFuqVlGKnU20ygmnPr0L4QZAjZNlyR4OfKlMEPveq4tIaxuwqdR3bZy7QAN2OWSjV4i
5rsubTmIv5aGVIysLl3SCt2ShTJE3yYGpHHZna8lZp1v01kyrwtZPvlvIfpS09exLIPya+qhbMDu
EiX7rOXelFibbnktCxlU12sqh5MCZI0mgiWLdi7CMKqURCqTPSi7SZwdNIVvSR+gLTTvGKLWNg3T
BzxyEpqKlgnqpjXG7JdxXCd7NCSD+u2teL6+X2v6dv771PswKFnJxUOV7DXB4mfJzdPQ0tNpW/KF
PaSxc13a+mp0HZGkKGNV1OkYVdoreQdbNfIqyUAcLMWG2efM7DgVG//cIowW/I8c6hbl/BRwiSDH
+zTdJ0VDQh6z9M1zFaBL188cQUehq/xqkIm4vr5VxViwp1GpVVTkUC4vVJ+mWYkGgnifo6o/AImy
eg6zz3SOGU7gmpZrv3LogKHuuaJVAhiiPLupo5uG5a6vnpNkgPYa/M5gv17WeWZT9STQ/CaKk30l
HMqkxsD9NjQ4xiJWVe9MCKXafVgkkVjhqiYYpE8+QyM9CYnakA4xe8szHKEfzk7aMGhn0ihF97N8
GIDQBVs3OTmHOX+lIUlgCq9l46qFuJ9m/SblT2o6m8FwF7YorzfVpjTsORStKHjL6rus24CFwBDM
Jr3nwVHAay0ZK+X+ug6tvecIN0VFR9eqwuvUtkS54KuNjL3PU9Pg3kSVs5X2kxtA6MRtGukxSBhe
yuphnwmkdkYfGjlSuwTWrIZ7b5RW3CYknxicKqunfSaFuhpaqGtjxENK233lQW5ziccbD0pspeXA
UKzV26GgLgY0WBWjg1SSRAqnCLQjMM+95v8xEq9vxj/Xz2h9y34lLF9wdj9ifxRavWqS/VAi61Bn
sSX56C9ulci+LmjVoKioYaiiLvPwZC8FhVkDdmixTfZG/OaD7yMZtgPCi5hxO+gw4R+DeSaHuvB8
EQ2BwuGZydLt2A9m3u/GaKcPlVvWvT2lpp9+hCLGDnJzGnfGUB60OLhry8bLJ3TuFw1jg1e15ex7
qEtQV+ieaFVs8GhpYewNinbCtDmpqs4N2ihgmO3V41TR/YGJBw3cXNRzAVp0X+X6AlfOSElZbWtk
44eScQGWa/SXAQIsgiLzGlwguiKVS6UxzOOc7BVteAHa/p0UNU4R79XC6ioV9OURq3BPpwp+ThWs
ZpqBPzxaLqmbPSdoPVF7iAx0yRw4r8+2fvXCgdtTqXZqUVgYmTZ1oFZ1pqq9/ueaCzdsobHQVaTf
qfteDMaUcWkO2dwtN/cbo2jtMQVSCt8xqjdrd+RX0l8BkCpzDVfzOD1hrrYYB3L0+m4wlFtELgw9
YUmi3Bd9iltNVSHJSNudZEw36D07cFln8lEyMhzZNZ08XxWlk0aSZFHIpck+moHjz73V+u2Yv/+L
M5KAm61oQDGTaOw65JbCIstwy9rBleVwFzSHpECZZm4YFpnuE/xHE88kUSZZqTku4FHG34+TbsoR
cvoYNjV8i6szS2jUz2CYDulYu0aW3U6xaGZafqelxW0Yz7Yw817z3nTpYxL3ThAIExE0Nxlew2H2
Jr4xCHi0NyHXzkTQRYSAPMutW79IwBdBSxEPuFOFMo9DHqRZF+Hz82F+jIGz1EVuPf0R9NDUFbPh
kl2nyEcl03dh0BJekBj2eVXxNEkRtMUhA6nk5TPQFV05oMqFy5T5iSvEurrpi0x6kmahOtZcWTKe
nVXl09BYgqiQVwxj+edn7xu6psdYVGQoX9o0lsx3qtPmWQujWInedR2kq7z/qAbQpVHpVRG1aZSi
9+okSTEHWYV/23OlO2t6YRZpedJUbcvr0yP6bGzVBwNP1jBK2muOgn4mmtLKNmzHcqqEZJ8KRmFq
Sq+ZI7r43esrXN3MpaqMVLQooL58uZniHMbw9RQYfjRl4iZ37YHH0Pp1IWsagoyBhD/KMotIaejs
8/BHCh/ubd5uQAC7CZPaS7oOsGmCxiitrm2bIeiCrgi8qgLj53JBRSI1lZZzCOTF5KSNuikWDauw
trZp5zIoDRRbLlfDYVlP0JjReGjn3GL6pKubtrhWuibzaDCihOhVJmZKasAqtaOTBm9lyZlh1Dlx
zHo5VrfsTBJ1PJOBo1B8HZKkbz3PCd9/Xz//1f06E0ApWVnJfhIG2K+Id5GOIwmaXpguDGu/KH+i
C7XY1zSsouUOUookUX2YQGTG586/WAzKG2jixGQv+hEuFUwZirblSyzGqO+KLCX19DjHT9dlrJ7I
mQzKP/EDPZnSEEqcc499E5kwBv/mSqJnGx16Ktp8f7otzoxo36BnQ8+SdF8lhV03rdtKd1XS2oHK
ihLoat5iQxHrSKj5GzIPprfl4M5EoTs/qHKjg4lpooGIIRw6NJgMlqD0hkA6MUh2feCDljOt0Yrv
ty/S5B+6NK53Sp9EVsFzma0pKEbonPp9fZ9XFPPi0yjF1LhxjKcGUT5gic1h3LapSgadEcKub4AC
foAl68fD/l1uABeA73bsuHjPC0jlF7IXB48Dh9aUgBT+Uw1kgnHLaeDxDNCCoiK/sIsHHlziM+PM
11arItWPRkFRwHA95SFGmtDzWoEsg1ZzTsvZBrpApOLxP9/ScyHUiznlgS7HPYRMSG1F0mSju5q0
Gs94mReloQIWGdULTHUAdl2De3G5p2k4RrqmZjDzMfABcvSoA9cUqiwB1+36gtYkgRsOhRIZ02eg
vbuU5GdKU6scJOE77IoLrbArHUHbKRivvy5p+WZ6TaCgQzwk6WAVoC0LRhaklmsRTyMjHlliK2+B
qgvmIq55RTKsMPuoDOzrItdU4lwkZWjA4Jm1ioBsxFSAUtKf7lM5toJYsK6LWd1DVUSHNpDweIl2
o5JaCPJZmHBagziQvg87r8LcYXejKKn8n8cmCOtQbkGZQkRSYvmWM3PjT4NeBTHsszw9tl6qPLBq
WivGWeEFOKAYFZQRp1EChLxPO6UN0n0aqsDdQbuaORo1Kz5eOZkLKZSC82lZ8QKGS+AzOWO39KN1
ZjuyRn9XpeBUJIyXYNyCLhYoVV0Jwhyne19AWnG+r+qD3lYMT3Z5ESm9BonPrxBqKWIagpooyPDW
FNpgz0Ny4odascK4BSqwXKR2y3U6xkpjRgS5vjjkusGcJQoggrnUBJSXu7k3kGXnhTGy+Apjx+0w
WFr3nwdAWN+vHMpCpJwRRGqPTQSFkGfkTyGgiYxiNLWeYfRWDAQE6ciWqGjLFFXqtqKPV56juk73
qiR4PuDGLVE+iqno9ZwgkCkJN9ev7eoGopFD5pcJOmRLLjdQMro61Oo83beZ6CAwtrjuu0k1hnqs
5fcUtKjBXqv8gspJeVRpGc4i0J7S/TAGMOKYyGjT1NYS/hAKoAfr/OOgfwyx9hK0vtnO21DtnSRO
SfJgCDbXlI96zlr5isG6+CRq5YoRKj7yJ+l+rO0eIVGSe8s71ncRI1xZPdLftStLsejMWgkFaAum
vkn3vf84+rInNAPSXYUJFF1QUzP0Zy1VoPAK2kpEhOoILSjTFYpNi60t030xce1Tl6XxphoEDIII
smhyWZbf6aXe3edS0NtznMSWLoChb5Dju6rPjZd/oV0qcFhlyZBRL6KujZoJaRHP0C5RER84vsID
pPFWnrDa5Oi29MUBRTCoAfMVf4c3gTpMfRbbGfSrMHJzCry30exgeMAOQ+TyrhZ9h48b15c7t5cl
0+ddOfnOUAROTkl6N4YMZV+7UmffQvfjSnOfpKMIxYobRHVoSwjHAq02DJdzTavOpVCenoIKdDHl
OGc+eeZAeCeTXnYl5ZVVNV/rtTjf2p/Z0DP1LcYsRG6+QiGTdCAwq92vsjEnkUgpOKO1knS+9e0z
zPra3TxfHGXWZanJgAsHc8GXoE5DFSCL/x9pX9bkJhJs/YuIgKIo4BUQQkIttXqx234h7Habfd/5
9d+h73dnpBIhouc67Id5GCVVlZWVy8mTtVmmryhwrjhki/cFcIcZFACzi4ls17eziZjuCyJOqyvP
ag2UzmyQJmUvRTtSW4HwLKibGLN1u+f7V2Mp74SA4V/BnBddyD3e07DHvg6eLXT7vt1MaFAcbNZ8
FgRFpPm6Mllx0xaV80Iqt7NFWyV+oLUwDxEzhK420BezHg8tSlGQ1kWmTgLPHbepfp2OdTdBZ5Ip
t/xaM/T+VejP93dw8Qag0A2Mk4iwk29B6+pKqFiMO99KPwO52qL1G/HIVAjGkKzN3OBbbD4NjIIE
LFwMhno0fwvAI5VisE+WHjTabhoi7YCScfzJbtizLu68vtv45UYpf0bNfzgwJsK9oQQMpEBhXOtn
CP/dV8M6PXjFsfdReus1I1kTsrSVswQVoIEZUMIJUSopZbWqp4dKZX/aXnypi84eUvJSzGMZwjWX
dH7tr7xFGGqgt8B8MdN0o4Xwek3jgEyzEPlAjicmSpaCKNkB/N9acn2Zbv16WNnDJXlYGh4ZkaD4
xcd3IFVI0Pg19C5p9fw9AwGCCZPnA5YbRHaXoW8ErrOTR/Vk3lfRW7XBSlUNawR/LPLmfFpULJk3
VGLfu03LosdUCeKnIWbfQzrpThbHJ1Eu/7SNSA6YytYdAqawnS5nZMXI3RwvvgK2Da1T83VBTH29
331Wj20jBIObggRGk35mGboX9HKrF66IQv/9Nd/YbsTPAD4pCKU1PPk69+ZXnRIXfqzicIej3EWb
mCoPAMQ4YcZWCm+3rz6u5QyNB0wNQedNni7J/CDGXJrBbd4oCFwETGAIX/3X+IE+RkdhX2GwRf17
fPry+iAUGVvkWJAhvnnehWlIK/B0uyPwfmOPrmMt3hAhNtJgDaGysJUIAijmbKP0juPj78lUa22e
NqM7xOCIQZtvExiF9JDF3+4vaT4S7j4qmEIlMx2kvTPs71o/1DRn0hi1o0ui7375Fq1hL5augQLc
IlIeyKmKN9ZTR2ktlWNtdPMqtAX1WyRhSkkRm1GeHbQks4IMXn6hmhN565m2/frqdPyBA4oMD4L6
69XJYjsleagPLoJ9YjbgdDbTpBxW7tjCWaGhDglAJDuRk+Bd3WaQwipuAE6oRWXDGvFcheJDXleg
YEXq6v6KFuwZBlshLwbVADEF3y5IyJRNZe1jO1nRWU3HSqsr+srKcpL+DtVQPOQ4DgdOlLi5L/nm
YVfFOSmOwALwOXBEzF924QwGExoVx1QZ3CLpjAAt2FDHkq0E24tCVFSRRKBCMQKEe41ENGRJCQlG
V4wx+aJUTAgh5Ksu5rwSHdBoPAlwIPiIdJQaUY7bcHTb5COOwUqK4ETvzbV+ggXTi6QYqm70E4XA
Z5Jy4tMKBG+jm7B3VbAVVMWSZE91jErq1mAksyJz1xhXaw6zqMoAI5n39eJwFFlovLAJJxeFhW1a
+C/dlO5H+W8kEpMQU6peWzasOGFLZwV8O9BBMMFwWDmFGPpMKPEpMMGgP/PoOdMSC7mSFYVf2kWY
WxBqoEimUP4K68AcBXmojm4BgEwMAuBa/kjG4tgWqtsn2ea+ki+Yw7msKGqKpiEbzHPL5SKtqria
JjcL2+pDS5MW3BHJpH39IWEqQLUz8AHkEfzQgHpIWB5RZXTDoKZWwXTYDHT6nboY1j6XGvLz/rKW
rAZIZnT8Q4UAJYJr9ZAb2uueKk+ulKWOWLhyILx3GEqtxnZdTnathCvez4I+wheYs3IiYISyyD1f
ddTqakwD0Z2UZhNI6NqJAaGSv7F6m5LNgB66NF4RuWCFIVIFphykFDBRnMimjWohjSAyKAO70dON
gOkZ5YdcruzlgkKipWUeCStKcAQYd9XGSUUSi7Wi69VSYXhjRH/muRrYBQu0rZDQ5ASi8XL75QOc
yyCALYO6Dqlp7pkemRLWmUomNxzOWo0+n8SNJUxZ8RSEjQF6WZz78pY281IepzAFYnCqZFAYJcTg
j8nbNNvVYYZLG3kpg1wr5TgmWuXldHI7Zacm574BTTTZsuShaJKV7VswVUBBzPUdILNVpMauRWWK
omb5mI4ucFRboQaqOO02Ve+tzGFd2DWEULCGM+wN0rhda4ayyUZajO44SJERetV5EDdR27lNsVbb
XBKlSVREvg/GCrig6xWlcVyFWZrhDSvMuIlfBYoR70pNLE3xV7z6pc27FMVdrFwdidxKEJUoT1Is
GXhZvGnFIC7oAvB6KMPNbCQAKHIy0Nwsik00jC5r0eFLT/S97YCHUI1iLV+4YOFh2lEwgKFAez7l
tC7FCgIlhun1wCEkAGFKpo/7d+c2vYOQEc4ZQ857rlXxl1VoAiINVMJi/OKch4+e72jNSyHuqh4D
PkpMicIwO/HlvtSlU0JTFGwf9A4Gl3N1oZNTmgYET4oigNk4nBxZjkPD99uvP/uYjY4yBc4L1DT8
XYrkCLTDKlYHdfC90ooqRPJ6tLm/nOVNVCBiDl4hh7uyGgP7DxNwTkUeWaPwN/Z+9XZ4wpTKXScc
xzWUzMILiZIL/Ftoxvwqc+IaHwk5VUgmFwgHyxcBVk0N8GRsI7KvxnEfyMLKAhcuMAQiatBE9FwB
B3R9gT0xn4KkLiaXDgrAuHn+GgYATHjAWNjFRN5XtnOO8zkHUQfCDTQKmCaC0+PE6cQP1HaoJ7cs
ab+X1T42BlQNTTXue6dAy5Qx0qg0wirQ3DgcZEcGveKJqaC/M8JRb1wMNV2jcFy4iii9wwkC7Jki
XchdRSJNwkiaBs5WG4jwUfXI7MqiMu4vfeFiQAo0aKaTR+GYezqRPs58v2wnt9+L5/GPt/LzC56O
DhcOfK4KYPJo1b8+x0bUfCrmPVwrT91WHvqKnrTkPVHjHdpzRfR5NPFOHvKV275gLzGbCB4IeOYQ
zfC1u5l5LWTqiK1jg+Fhamo3PqUZnoJ6strp9/0dXIrhL6XxZay+aglNsw66ulffym9DiHk0GkZV
aq2Z78iatMUdRU4Hf2FkYEmvd9QbSuhwjR2t1MYtiOigg9ApPfYytu9JclK8V3Q1Pci1pU5WWbil
uCF9dChTOH2+mSpPqRiITiivTf5ZurBIXarAUuLdgPW7/qxgYhM6aqFHsvxEyUPUg6F3Okbp2vLn
5V3fVJAGoOEC75MIFCxP6+FjvDMAsLBErH+l+rOKmn2ZPOTVX0VqvkUhNTX95LG9gAGg94/5dt8h
GOU6ivUxJA05TfbTqY1VpcQp178xJMTw4d5qncmUj+pnoBhBvQYcXRKIot3cIi0R5Ljnm3sRtI4i
G5K4rOBkitkRNhIF2BYnWBxaUBaW/S4qpN5KlHElULg1CMCOzFA1KBdDcyNnEHp96jO1gSlkyXdB
3jb68xSumNvb12SGp8DWiipi1pvWyapN0F8WQESebcYRU1172aD6N8yOAvwyt70v43wxIWwutaK5
EUkuzAu73slWTWpBoTAHYkKIk1NUfhHBBD/BfrmSoLkt53+K0kEviyZDJCc5T60ZJzrgKZnc4j0r
s20qtFZL60PVDEZTBlbfIaT0MzRYBe5QH/umPKfTgdHEzFsfw3BbTC9JpJUTXVIkKKyG+wIQHv5c
Lz9GMkkKQIXjSukP9JwYo92iJkqc2j80SDR+2R9GXIsrChT6DHvhU6aTX2osYuLkevmxF/6iQbFd
AxXevozXIrgFofxSeTGVsMn99276LX89HkIzELpyUIJEpx8m3F1vWJMylpVzrAwEug2WVly9oP0m
qOFXG4+gLKh0wmgiZYkWecLJadGSHfshYnKgm8FDD5zJrqiOw9Zn5/vG6/ZBvJY0+z8XtmTSQEIh
l5BEAgLKttbWdQwK1mR39APL01cUbul+X66LewsosofS2EFaJOw/SGP6sqmMm0LY3l/UkqUCwAzd
yjONGEqA14uqRiVVGm1WgyyyvKSwCpT/BswsuS/mthA+HxNacZA3mSsqlLOIQ6FU8GGQXRBgMjB+
vJcxLyQYM2MISqsP/mR69SwNxamP/a0sGHWorzw9PMEfMm3XX8ApPO5u5sGdwVPQRLYQ1IfZauq+
vgdhCaKYRGy+JWFhh55Fkk3cmIO4Bjld3GtZwsxpCuiVxEegXlvTvmuwB2Jx1IA1yJWD0Hy1o35e
JQXQc87V4o2d7diFkipClxRNh4wH639l0xN6nlYT6EuWA+cINAP0BVUX7h70YtY0eCfgpVidU73e
V5RbFwjff/HjnNqnlNT+pOHHG2Ef509F8DAx9Gtu7ktZvMqApCHFBh8ICYHrXSI+ypVF6MG3rRwv
NxXB7cHCWJltb98XtPRsIH7Fmc/9uoDkXgsSR9WTmgKCUNd5EILplHjxB3r7v8nE8UCTTxDdG2q+
kj9cUjSkOXCtYUHmetG11EhIuhjMbeBJj2szqh4EcsqAj/8PS7sQwu2hIkbA0YCH0B06/Vvht5t8
6GxQE5iFRkwtJptKVe00j1cM1pJdRBw3Vy6BOcXqrtcWjjWS9X0Je1+9MPWRla0h0xN2NooQL1Tf
7y9yaSfRtoXyCkp7KDtzRoOAHBfKCml6M7zVgu8KQ31IhWh3X8yS1l+K4RaV6UFTlkEhumG2UToz
jdwoQz77230pS8oIoMBnFwXeSt4G+3oso+JcYRSKk0hHUoKK0O42nmBlW3+N4G5x4+ZwFZVR4N55
RMtYUlb2BM+XQpA7DvyNFH3X8bzcX9HivukMHv4nERGPLNHbrKzRGiG6WuiM6NLq5JOKSlsXr2Rd
l1YDuhqQ8CBdpKNN8lrpKk/2o6ru4MzASGAonyFhw6To99dXcymFU7Yqk9OyDXrR7c9t/SGpb8K4
JV/u28EDAc8acT0yoeDX5K4tWOKSLslF0QX56ThuGwzKabdhu7JhSwYWCoa6DHr2UASdN/TiGRJw
+sU4yiI6R48Z1kBbjHPwTcyF3KxXJudP5sJZMO4AXjRTWKNAw7ma2UCQ4BqEzp0muMzNEIP7KquG
5/unc8uxgZoMQb8Tng1oAmiXr9eEbxeraPQ6t0zdUn3rM9vL3aw4aOSHIH2rSssD+fIHfewx7iRz
Q1B9JONBew6FfeDkaEyKDc+kv+XWqpOVV2Yhk3n9adx2i2Nd6wO6SN38V7dLrKdpO9o/xIPy4/4W
LPlQV1sw38eLY41iHRPvMEIGgKOtPz30fgRKfEvVN5m8CzBM8Ucfn6nsBK+r9oRn753dtyvR3Esa
4+jlvoPoKt+F4k72tgrGofgGkfZK7aTRd4q5Rm+Y2G2Mnu2lZviSC4+FDaqaSkgMzAtkyLb6h9iZ
6IboHw3ZVuxQTQ8+/ufcIHbwGj0VvpE1pVML+0xD8/ZkeNmKwfpMONzq6r9KxOmqpvZdJWNwjVuj
7z3cV9Gr5kkG6V8biRkxKi2qakTIN7WBPfVmMH7kD3Wa277wFEbbGAjyKN9pw5tSBDvqKv6bVD5m
maVQTIcpKDrirGSKTaU1Mu01Ev7WPQYWgVVijTX1swJ5bxnzU3OhCCwYVL0c/N6l2SOKg0NhTTIz
mO/M5DOT0Zn5a/CeGtVOBX8j7CXo8+OTkpsMp1C6CTAygROqR0xt8r+PmtXpu6YLrDj6lmMAGnOb
U3gedv6ebCgY3vR2g00zcCzVXkqfQQb+KAwmGU/0rOnnNHqNheMgbjGX6Xn4VkpGGJ+6I4uNnBgD
2v7IQfROemqB7UYPVpyghbwl1BLIpnmINpI9fJhbjJpQD0g5uGDMAuRvTOsNq8ppl5a5b2pDRtwo
T0DoK7NTMmImSVq34G8bxrVG80/al+sTwfQKBV2lqArO7R3c/ZCSrmy7PuzdCeoCDKYpYYJ4h3w3
MqvmVDWu9lGq1KgApMhLaZPobCOLO338GSu6EfXyZlCMETmWxhASEGH38QYcY86c7E0CELeKRtli
lPW2ZZWjzZl99MlqqdvUzBHZivu6uhbukpA2J2WhB8A1CvsxMNU3xRFwLfITBvFhmIuvAYO7GQZH
b60wBdVWgGwxSpP5LpZO0UlWDSo44SbstnlsesTq8j+5HeyRYFTlc94aeC4M5cseHLYf6DM4Oyi2
4DG6vhBBkXe9zNLe/Ul3j/Ljl+3u9a9zGxLKAYLKBL/uNRPOorJTsm004NZzc65mCNJR76ZNM6Y/
WvlQFz6CpmAtd/vZ+H6jYeiuUdFdCFXj3z8tqjBVp416IErGkyAKj+ADM/I+eMxjZZ+Fk1GQCuBl
mLEcBYORWGJpel6yxTigp1abnoNufEf+7iGotMxIuvqhKz0HVZsnz09xqGYoyZaP3kXB1gfJyaZ+
08i2rLlq+9RngEOrGL8mrNzfWwcSGwskGJ0LLADlcA9aIcpdmmhZ71ZRCgxkZOVph2LHxkPN4/4Z
8nM+8IBdi+I0pKgkWlZ+1cN3YE8VxnqwAZiVnJ3BCvIqK5jhlQnAfauWKI8PXZ+8dTEGNj01wUdS
NwbYZpxOE41W/tVXezmlJlGGLUmdla+89aXwlTPCAE4OCqMK5+R4fqdhHPnUu34SqvYodHaWSbWV
+oxZmdBEh1zwjsCMw+bHdNMKSmk1tMOY+3rUjTLJJHOqBYqL17Z2CUCJTUFDcQj8DOQTQ5ZtwlIz
YCVT5FkmhpCxYXZNaPN0fxmfwLAbXYUvDTQ9zDM4I66vIxofwMih172bg/RRJSB9bMETKuTKjk7d
tlZ2mrYdxl9UMPXgodQjW8OcRqm3NWncFfBk+vgXKaeVx38Wyn0U0DUo4qEIgp5CldMAdMhJ89b2
bq95T5m+bfKz5FO7rVMHsNSyc4OpWfEMF44TItEHOpcm4bJygeVQot9Yj0WIjCtzivagj/wvi8Kk
L50B0IbYQr7e6aJRe6FJgH7P4AAEwbYhR5UkZt1tE9Sc232+No9k3qWbXbwQyGkoWiQzJc8hsB82
cmiAIX9QtqOy6dZu7MLbToDe1D9pGlCV47HYlS4MIO7H5kmqE+WRAx/rQTn64rF+r751iWf70oqR
mO347dr+lchFgF6ieenkQ2IYObWZvwNvvmvX4I6LQuCyAGCrAtuucTrR+jTWGCZhuFrhGen4U/cE
O0yf5KDbtenPbq0QsKj1F+I4BcloOhV5gDUlOwwwYKZ2qncYcpLt6xXA/oItBzXlv+viFGMkdCxj
kL67XfRK8hTe6B9VOICka+VOLURb0IsLQVy01dYJS1UNNlJ+S7fth/cjNeW/FP2dRr1S3FhWwQtR
3PuUkKlBDzlERY/Voywawqa1U4vZ1R4PiLpyldc2kLNPE/KuhTpA2GimT2jj709gkVgxzPNp32j4
xYI4TyaSUVtQq3nvTsFjhxEAv7vvrRXsRbvdAdDWfl+RN9+Ye/K4hyDGXMk6hy/hNjaaA8rXdCtv
xQPG7Oww0wdQivvibvNEV5rB1+2yctBzqo49agxO1x7rAbq4BhJYetsu1Y8HL4Rd2+ihiPvbJkYZ
mqmTBUY2WZNLMhN6ERiBK2w1WzQstdsEP1du2eISoXOo5QAIjiZgbPhF5CcMYZYJmCbpohsBk+Fg
6QcJcyRXVHEh04CdvBDD6aIepWkoCLjMvjvJVv7R5NaATENnd72tB5jlXMLyBxvwW5krLtDaAjkN
VQUiRdH8ZNJ4o0XbQNlq07iiJwu9RfPy0Oow9/nAIeBscJG2ftR0BOFCtqMYpYixsonBzOhUNQZr
jXyXbMTOEM60WnF4ly3K3DMmzk3cICS5Pr8G7Cox+EOgosiGdGRy2jddwRCSzNXiHqyv6DoqfoAz
zeypt3Kon5hz/jLOBDbocJy7S/gYNZmaumg8Bc9bGZxpsq3ZdzXBSI7sMIknRQbprP+7ogaNwIZF
HqQwtKjvtvW2r17G+eP0H6Ju+9T5OkmsOuNtgGoE5nDGhnJWwgvzDhSxCRpPwqei/ytMP8f+233T
cEvicyXjBiQWkTBogLsZ3OigMAfcenbiBkdmDA7ops7s2eh38va+zCVVBkIe3Wvo8UJ6lHsRRSFT
/ULCssbhV02OQ76l6vm+iCVn4lLE/AkX5kCVO1K26MByvVdqTk5j6MdhH6y5Yks+xKUUTmkVkEoh
+IgHmLxnVY8NFgnbCaO7KNtW4q5unFUyMH5qzRyu4XoAFwpdR0aF758gRZ9mYJUYXJBlbHLH36C8
oB7LB2Wvm5XT7Ye9+hj+nmy29U9r0wTn5fD35FI2Zx3UNNOUacrQU7btUD1Bd96evd4/t9vG+3l9
qPrPCCICYh1ORooEkERryKgs4K0dbRduMSZxq2JeBH0S7NTWVkoCs7LdLOpCIOcHpmJMh6aAwB5D
Y9eYjxZ37OLHOU2v5bRXoybFjqU9WtzLkzT8DoTuiBNcuVOf6KN76+A0fqi80Rs6rEN4tsun4qXe
+L/AsbTrDG03OeG+tOI925W7YZs45C06qj+84+jWjyuu4eLdBqwGtCqgN0W33vXFI5FHGxJjxQrY
vY+JoBhSka09U0veGvprAPjCnBHYRu4V1oBHLOT5zHQ7fG2e6V7bgHDaCQ/Vsd61nb2ik/PP3Wzt
hTju6ZUjFud5VqDL8W/t6M8Nbp5shxvJLZz+sX8LjsmvZ+R/Vx78Rd25kMoZ/zibkpDps2KCrr/f
AC5ppuVLvDZhckXMZ1RxYSlTccjanEFMpzlC9dxNp4kex7XM/FKaCbCMf47s8/2/EAOid/T3qDnE
lE6aWtq22LHSMDIL0zYsaV8/Y8ARCBQflU1pyuduL+21/9t+8r7N6OegVmtL7Cd7E4dtEGC6ZTWA
xnbFnVi8AZ8UrmiAAOBk3vCLlaJbVNTzuhncctoCRIo69rjWkLposy5EcPqPCZVi7SHB7w6YrRfU
RwlbuaLzs5291fmZiPZ/VsHpfB4WXTRqWEV67jGE94eCkWHZQ9Y9ATX3wUR0jQIxvyL0c/bTPaGc
yjPVZ1LSYF3InmN89e/pMP7StpUDFjxbfRDf4fCy98jZyz8QTgiFsUbRsAAHw+vzz8YCZX59drRp
h1ivK3zAeKoNtq9N9ocWRt0jmWOg8/1Xu0ZQfl9bkBG7ljjWVSeGBfYZlBCasA3DTd2svHDL5guq
KGEiFTiJuKNMfYHRSoH50tDRwb6l/nP5CK5hY7WGv+jE4xb/I4k7P9HDcC+vxhWLv/V7sOHaZFc4
nlOY4Cn5T0YZzpeK/tiZxJh7aLx6CkTWtjAoxDrJnTHlhvzWH6fvum+wg7rv/7DW9N5zC5Fu5q+F
K4sv0IV07pL7XpBRQYWmRqmJIS75Xx0pv53/ERMDWUbtufxTZ6vFnMVABWQ9/6yZu/dhVZCyA+QH
OHVUNnX/IMqWjEmup0EWTS2pDG08Z/rOT74H7LceBIYe216/C5v32M+++9lrNHTHZpQxJ37l6i56
whdfxulYCfKtnBbzaVTfKRHAk7SZVIO8Z+HZT8z4v0Wql1vBqVoegpN7kjqomreRS0vCq1yaO5Th
8Vyi0mNkzqFIrfBF3/0Xw/jvSvlciuTRaJo8rDQqd8ljNfpopfvOKtvvXirpT5n87CS4XNq5WcUa
LPvGF6I5W9EKOhqlIhy/ePYe2Lk2weZuFpve0ozSGvaVQVYsx+I7cyFwfiQunrJGV8TQ68XB9bVc
skphQFeiJ8grqZtFD+RCCueBh0RKRhL1WFbkVMSQEFvo8Z6uRrpLObcLleELhcqYx7HfzqYWzBE7
0v1IxVMrUSPyDLlgc1k+F07y2K1cjVn1bx61i+Vxhgo+DxXHBMsDb1Js6kfP1pyxMcrv9xVz6SFB
TzbGo6CowtBYcn1WqVcFUdJMg5uPocmGbVfAa1yjgVkUgnYVNO+B4QqSroUMgpRnUS0jcid7vZDM
sjkTZa05Zk0IZ+WCHHQqikcQ4srf/BYjZ9muyZ7u79aSZisXC+HsVVTQzq8JZGjesxf9FjDo7b6A
JYN4KYA7jr7q0SchQQDwVdpotpi9U2xYuUOjyJCjWW3lQVpcD3JXaHBEERxNi9cHExW11Eo5xBU7
wVyjhlg8kIsf5w5kCJQozlv8eOygJPgmrMEI1n6fO4w5GzkMJX6fPKTGeTgNGE9klOfol3T2Xxrz
L/7Dvn86i6Z07k/63/3ij0fTtL7BQHVXD1/BAwRgnrdv1NJsU8XSajBE1R+gO8vG56KsABEUwa5a
tcbo/1j5jnnrOOOANpT5K5Dk09HrfX1ulefTJlIpLlQSpqrZKXLxS9PCYB+RMfE3NFHYaIS9CFCZ
lIjpsxcUmFRfRZI07OJK1Z0OfcqJJdBSjEHLlmp7RcmGQ6PorQ+YWLGG41/63rmnFFsHW3PTA6VF
WiI0/azWNdqEszYV3vOyTLbE10cz85TAVSd5rRlkUehsbTBVCk1OfMFzIIMYgvEdEVX3Svpfer0r
C4q4509Bn++fx4Imzn3kiADmLD8Gyl0fR4fZLEmfQFI8yNSiZcCciFS5icBAX9H6hUWBuwus6SC8
RezLn7wvF0JLRaBqMftFLGP0c04HDOXyhIeRpS/3l7XwBAHsCjAJUiVzGwOn7aNeUa+mHoD3nfgd
mVdArfTj3JIn50cxmiwQaazkXxfedLRYYRTgzDoh6zwxdodKEdrbJRGdDLpvp1OMocUYbrdrQQFX
Y77J9v4CF8XNG4mEMtpm+dg+yLQs7zOgh3VQZsookggN3cai9uGr1drztHBw6Euae1lktLDfsK6G
WoqZan0iuTT3QB5cmcEwmTE62RmdXqpmreS0dHYSiPQAGAHWFH361ypZFoHKGgDawaU02eHoNHWl
W2EkbDRf3ddq9lYy6ePruzkTvGAngSsHQei1yE71RRET2EU3/iun8t+0KTFu4l0iyt//IAdHBtCJ
hF54PtfbhJWKibat5Gbxa0ZjE43qjWTUdbnyOC7capgORL4gBpZmNOT1eiRSKlncdCBazIM3VS/s
flIs0J+uKOFSAR7dw2ivBWeDjKiUO6q8jmsGQJLkEqGYzoqSNlaKKMyWBmnYaHqnbsahqT80PRJA
k9v5u07R1lgfF7RzHhE8k2FhvtQNuUJL4sEPUSt0NcBTm7izE62wNd9/aHSyCeI/909wKeK/EsdZ
FgzvzinGV0iuGolmgaJkoZYWHX7DhOpJvGV4gBj1zSFjdoBBpF93siAdPP+AOALbSLmAaBglr8zA
x+rmUm6oHp68ydv2uga49ENRbBOR/kmEYqUJduFC4r0G183cd4OBPJxQjcp1jd2X3DQLXjBRN/ue
dfJOEF9yJbFlVqygTpcOVAGuEQQWEKjw91+TssDTOwB2QexkZRHA5V5xCMvYTmsfA1UVbyWBv7Q8
OK7o8p2HDIk8iy2JJyLmLCWuH5iTiEoo4IB++dD5YI6uDhEALPdVaHF9GKOCtjAQsaMKe305m3Fs
WY6as5tPrTETH+sHJQmdFKjslKyRcy28E+jI+UcYn+xmUz9opVoTt+3Q+9NJJRqaENSmYRg8Nt3a
PEXOKZ9rE5glSuGPoyMMTyFnRyXMwwvrLvHPY97UzlRXf+PJp1+L0WcheNZh2tBjjKFhfAO8VkZC
L+hacD5tnPsns/D5V79Mrk9GFHQJVSX8smBI5krMzyMNbj6bs8lqA45PuEbBeQy/o5tvp9CT8AYK
8ww88Xoy2TLdKfFLERwzfzRJ9eATdPQxs9J0+/4qOZX4/BB4ROBcRNclus9m/bzIcYhSWtdRUEfn
hkZOECbxpqoajKeXVfQGhGuTshekURUTrBW0hWBS8SfE/EKa4EkYz0jJzDs/GeiDMqSgs8RgMyWb
Ly8L7qXC0AiLJk9Qbl8vaywxirWtvOisaQIakHpHT6ffkRabqk9WnleeGGHeQkUHNSc4TtHmJPPE
CEqaUA2zGKNzGAWPQ/EjnbZi99wm2274rQCki7HTkXQigMNPGKs4Tc1WFEKjyp0s+mBCsuJY8xid
//kcDWc5txQiGuaWnqWtNNZiF59H+FTbsI4y2dAxPdUo+mCvR3r2NAwqGg11XzEjKdfQYoAJE30H
AAi2MjB9pU63909j6ZtQt0bzM3LVMHIqF1jA6QhGMGPFZ69P8FDop1hrNyOwNOQlr2RweG8zZlQ9
IkBNDAwvmIyErR3TvO6LWHPeF7QkInwS0ROCQGq2/Be6Nw5KEmA6VnLOmQu/7xjFmIy1DeguV3c1
gRoCy83ENVwY53zNUsHKBYdEB7hn7ui/lhonla8VHU6D9dQIMQNcLf62wdrsxAVbBQcSPI/oNZkJ
d7m1wZqLlVKGyTmUtMEsMe/UwASKNWriJU3HQEjYcxnk1lgYZywKhOqeovXJ2SOpSQK7UpA7DJpd
poAdIDOKfDSTLjALdBpImGJSaW6X/EEF26paAd0fD0har9xzvmT1ub8YPISU3wyQx8SN6/1lgVIo
XkOScxIkz7qnYUZl9a70tpLp72XRmaPnGcLojPJHlVlNPK6Yz6WNnztpgcoHn9UNPaMg9Bnr8iA9
ZxgyupGGcbQVX1rz4BfMpoq63BwmkDlo5q50FNGsl9ImPaddYoLsYjdOL1MaPQvpf1oP/C2doqUS
oQn3LnVCmHYBZdjOLLdrYdf4ax760oWgyD3JKK3OxC3chQilqZdJGKbnKvdFs+7Zuze0Efqd0dy3
YnUWbjzcRhTIsHl4CfgoPE6mMm/LIjuPWzEMzJ7Z8egM7OyFTy15FMYX9E/dF7mwOA3ALkD6kT3B
MDZu+9CiAy6+EgcVd0QxwrYTDF2QdyJ5vS9n9go5W4bnBv0DcP0xlY1XiELP/TEHIA9tnS/NTq5N
gMpM/bVpD1H1VKGH/L44zkmdL9mVOM7n96pInZIxy86ikse2Osqd1RbNRzgOMVqGdHS+aF/tAfr/
Mmc6aDAq4gw5mayrJU+aIDOSPqY2sRVamMp0xqj6lYdhthD8XhLcLGDxkKyBy3BtQQrPSwWa1NnZ
x0DGSLelcTO8gpYua1JDxMCT+1tJl1QEwROUA/EpwhrO4fcyLaJBn+bnKJn8gxzScOMhUH0kQH1Z
4qQBV+mLg9X4RNqg4EntsgKPsyqw0cr8eLBpJ6KPUyGFVQlybSuTKBuspLo5RAUATgOIR0ElGFik
Zwq4XP4fZ9e1Iymybb8ICR/wCqSrLNOUafcS6umeDkwAEYHn6++izrlnKkmUqEfz0COVlJvw26y9
Vlad9aI2jj7tgUNmAllLt2n3CvfVHvzo4K4RY35Smcjua5k6oANKzTduTCSkmJQAOga4xFlSPufS
4AdVDAxkXe7nXpNNxDQzucsVF3fQAtOf6gk5YknadsN7WFsgEJ5jcUCOhvzWfAd/eLgh5WMW+GMV
j3YBoDg1yj18/iF0SIamzYIb+04R9ebzdmvfL+P7902IIBCeOHrR5ovk0nQy+WDTAENO3PoisI2w
M0zgjk89+mCdQ66ySOrzcyf2kII83d4oK3c+XpSZfQ92Ef8uTAvNmzzZZFXce95L5X+GSmBM5jt5
Y/uvXSUf7SweUNNpzcqhSRVTubeQiHrSbQ3JhK9eARag7q9mS8h3/u7lcftob7H/wahhM4PDnkq/
e91zD95w/y7nVSCwe25P4dpRA0cIqFbQ5AfS0sXGqQgYqBrPL2Nppvap81ITxFDe49jz5u/bllYn
EflldPlCwBrozct9Qrui4mWBQdndfTU40LdHo0uWPDTtT3A+fKn4U+1vhJBL4oP3vQnFEuR94PNB
wmGxcBoSaobVabggk8gQJ5Ymgad+pPZrb7aBw7MdK46ek+9nZWsKfjY43FngHBFMg039Dqoy8LLN
NGr8+1Hndy4atVokHXTv9fbULBHW//1OQG+QNkK6aplRaRLPTzIfF56AKlCgh2hFrVQIR5vtABL+
WgPH1AaJCtBF+XLb9NqqoNPwf5bNy1UBV52XUiev4rLxQjGhp1Hk0VTnB83r94LKnS6Tz8jObpyo
tR0O8iIwTsNng4rPYod7sjASKxNV7JV5VHdFmJS/U/+ny18z//n2CNeuxg+mlgworahKpUzMraMs
hachDW2D9w+eO4jQmtD4Sxze3fnoUd44WhtjXKZdBr+2Sq2ucCcP5cuE3ojRuBdSREP6lW9lWVeX
Ecz8iKCgG46qyuUy5lbZTm6nqjihaSDkUzXFE1R0vAyMEeljzx90tXG2ljDz9z3rzlSf8OVAlrdU
G0ekZQq3zUU8GQT09WCfKJ2iCAxL2iE0asez3zks8PJJO6D8MRybJKn20i9HMKhNEPZ0019Tjz74
WtrN0TM6fiyp6I4mnngKwsINR3ftqUA3LdDwgKfjnbQuJ6jzdWp6A14pOvigKeJFcfL4BDbjSmNg
clNb5eO1e3UOt5CRBQkt0BALe94k+KQVIh72pyHcSMCuRXS4zv759cWpnTgfrJTi1y2v3hv9S158
486J0icne8rMQwsyFY9Fwjt4W10T7yw7y7cJqWs0w8ylAwTslwNrRemPOEQibiaxo/kZeYuXxvJD
O/V20mxf2vyXsCLIOg/qWfI28D9N/Dw6QLyBHyQF3UQCIfT82PD+Dqp1IRV3oGIpNLJxwVydehDV
WWCOdnC3QLmHLNZbnzK3SjJNxCACPhuoFw30wevua1DjySp7BTB9E3I+T/rVzJC5GDarcSDZdTkz
iT3UYFgeMDMd6w6JGhD0cwMSeWY5gcvM5HcJ3j0wSw/y2DjO+GhmY3FIrdaHijM1t/bIvMOuPgeX
AVhrCYKTJRDHbqXR5poQsQ3pZGkcaxlQdirJXamF07NFxgj98PnP25ftEp/7fiuAjhGlZDxjcxr9
chKQIRubyStFrKcG1PuCqjbu2C+egC2XgStXDEUoB+97Xu7zcgg0jz30fR/2YsLrr31lU7KzJTsK
EMCAo9iDDt/t71u7J0F2ibYYRLtoZV98nnA0kKINrYh70QOGZ/qhVtMxsCGFdkLjjB9AjYkfaafZ
O62t6o1MyLIB8n12sBLAuINJHWrX863xwU1vPMh1e6UUsQG8I/hkhgI5x8xj7TdwhhT3PWTRWGip
qQRcI/WOXSdB+OF3AHA2WWaKYERX1Fm3a/ZFlC101LGhunuQSIk+dMDbv9OgJvXt9oyt+vcoHuMs
wY+CuOJ8s374ZjfTGbAUOvaROd5VzgBQPgUYBm5vz3bFi+WeEwqaFjvspy0y4mW59D/zBfZBvDMz
2/WS597grK7ywcR8fc3PPPDwnxVmcIP+1Rj/sbN4PtGflZPMhx23+E3oQ+K5AOU/c/FtUl441snO
dwPDqx/9LU//+pnAKYEei4P4aRaiXtymkteyRNOUiFMPzDU0IMmvYpPBdMvI4i3yBsBVnByvhRkz
YKC715o+MMgldkpEWXYs+Jv1jTj3OfxNjgbGCk6otuEtzGHE5WWE6BAFbxTXZ1zHciGlI9H0M/Z4
Dm1UQAvw++j8tLGI16ksRIKgXUYOEMgLHO7LjTrLmHbQU5OxAead3JYBr+wAhfhTWoDGQ4QaGUOp
f67oxtiu/bxLu/PfPxwQPcl7YYAAL3bd86TuBuNg+4eMhJCIvD3CtXVEVhCqAIYFMg59cXkVleVp
JStlXDs+YqekpaHmWDIsGralJL9y8jAoPPO4DpHyAZTzclBq0Fpqgg8qLpm6TxsbujN1QIAL0hie
KymOItPOJq1OKJZ8uj3MlUoIbOPlgoeDmPSK2kbSaZRDOsrYZy4ofQUcDaInbtAXkCIb7HCQYxXV
bgZipbrmu3IAwsYb+/oEWTlxEk21leO4cibwls2aV5AXQuiKPNjlZFDcds7Y6zKGBOWL5mbPbgcS
nIT8rJzxVNrlkQwb7suKhwdiLmT0ZmQj4uWld+2YHeVNX8m4q7MdSYrQd8Vp7GOk0U05Rj1caxRi
wtxsonIE+vFPCQFw9eIDvJksEP+gP3GRGLDapkhRfcJmc1t4lhwUKdyF5zAiWNtY72vf/NLU4lVE
92M15UaPsVbT92HI4Cr8Zj3/jQ7gu4moUFn9PfrcQt0ewd1TnOvODqHYAf9FB33KcRBbXHdrBw2F
IqAJZ31QTMXlere59GVOuIzVxAIdQhWoxHabPYprw4aoz5y9hSIwYpJLK7nN86FFricG/eGhFmZQ
6/7fwhZHQ9a7jSleuRtnoAYKMFhQ0B8vHjhb6lY6tL6KPartpC5CvfNi3gAdAkGIcOq016rS6rCU
+YOb7G8bX7n7IS0LahhUGEDDvwzAUXWoyOSXKvbpa+X+HMmGh7Iyj8jxgAUcYG0QnC7hL8LUy0Gf
WhXrQLmaYEycHkz+wLZam1c2xYWZxSWQ2G0rHANm1Fcrsj+1r7dnafXnDUCy3lNxKJdf7gZVj1Y7
tZOKudWHOt+N+Xtj4L8wAtcTUneoMANSfGmk1knKhRxUPIGeQSZpmKEE328x+q0sOIq4/1hZbDbZ
MpBRtbCiIjvYeANXF/uf315WdfS0a1yshIqzotsTroW69VuaP7zk32yqD3aWPhPTU8l72Jmakwc1
EQ1IKj87iHyLeGXttXsHi6JnfwYELlP3WgliuqwycTQ50A8JMswQwOyKINX2NsJndBnOfZUHeJ/J
W9dticCuz+dMJP4f64ttx9My7yWH9XEaQstCihFocq/TIgapiNubb172hQ/ovL/rYKZCymgZ/JSD
ndKq5jU2n6vvLanxg2Z2w9EG3IT3hghUaupRjtzgg2uwYXfb+tr5gswt0LGQ8wXMYJ6ID16aIAQI
QLOs41E901HteZcF01htWFl7txEiAdI1o0kBalj4aJpR1q3pijqWKUiBhOz2lQVhB52g2x26C0xD
z9lxTOTJd9som6y942jH2yNdAU4B4gDZcgJIMPwVsjjlJgHjhOGpOi4d9k14Dw4lKH7quxEioa53
BoFLIEotcnozMAmaEKUh77UJ5LeK7Tvn1Ui2kjGrc48ABy6rC5FSb3GYEup61cDaOk6B7YFoYsdB
9TNtJDzmUV1trw9GFjPPIGFoaUZXx5oGEmG0O3vjo6V+eOzZ0E/GFnhqa0gLF8FLMlPjwOzFWiMC
q2+hq+LGhVltHZq18znHhv8/dUs3jOtaBl+8jhsa2OWr701BY34tN6+h+fW6nj0PWADkiiA5tHjd
Ol3YSYue8RhRUtC05o4lJ0l5UBv2DhR1t3fo+qD+MbbYoGlRQbuDwVjp/vb9b8x7Q9XaQvL4tpm1
C2cuVtsWvKwZQX555AcJxVoyjE0sER/p5c/O+doBKtgPBz1/Ndk5r77eNnh9+meA5ZwoAU0yZN6X
4XxqdZPpMK2C1y7DtC+j2pGB9JOZuMDXj/l91sqDA80OB0ibdiMOvdqSs3HXh7ISSBTQJ7QYrjcy
lqIJS8Tcf4NDl4GQqe7MP51T5FVNTKVvwJ20roSuWTM6+uS6SFi0z+A5PrXuntCDoZ0t3kXJFnJ1
ZUgX1haeBM+1Frx4jgBOLzZoG/Z2Gkhz2gpAVs0g2PHn/irgbRYzR0qfZtT3RCw15GFI78qQE3k3
MF0LEIOBGN3K7F2CQPNYoI3kYGommit4a+3VCHriTpMBUjx9lMzV9ttbavXTgCabo/65U2ZxVHzp
1XnSUREnoZ3/UtOru0Wrf3Xy5xX9YGExxyNHp5iVwUKdIp4U5d7CfcmdoK/1B2uzK36eyot75tLa
0n9rpcNUW8MaFwnKB/rJzqBC5flhXnkPetUFCtnFJksC3A6SGMfbs3nlmS6sLxYafWkTGmCJiB2N
VkHiTjRMidiCC8xrshwjoFuz3hhyl4Yzr+kHVwM0tNzrKMboFYdJHDPn2Gk9SLIKlP62uuqv07MY
Ep55iCy6cDuQTLw0ZokRctJDLmNndO9UIn8R9SJ7YyfyMGORIsauHvtmrrntZGbGt+fzOk00W5/1
4qHUjRBvicAoR3Q/FAoTmthJYFa/7daOKrt5TZwqHjLtoSP2XdKzZ8DqNw7G1RvybhlVhlm5+5rN
b6qqwnByJuNG6oemrPfaD1X7h85MT7fHuHYCAaoxIAoB/Qm0xl1OcJaokU8KiRCdqzZi0rPCxFOA
SaCauDGm6+2Js+Xj8UX5BK0Oy+pE146djTZ6GfOJT+FAJIRH3cbeGNCWFetyQFWpOV2TujIeTPQS
BlJGtydsZUsiPYmamwd2J4CO3tEOH/a/xrmL943IOHkFZzw0uL2g54fUfxoTK3TpfpB7rwDx0+fb
dt9laC/PHexiI85MlmC2J4ubbGhskhl1ilhGmcDKJHB7nQEOU6pDfCznholqtJuFPM/7qAfLMZr5
vfGIxgh4Bx1/A3BXAw+IEs+WnQw7VeqvU5mp4yjaKuz1vtgXmtxLqsMrsvXnymbJQz4Sa0cQKe56
anf7VHlGoBFti/tw/vLrkeGAo+DqXmNnpkl2nsUTpFAstctUsjMNa181ESBxTdQ2YLU32y2lqetb
bJ7N/7d5Rctv0d7Hxmcq1r4Ub/l3/3MbFIgZNvyJtc2Igjzorn0MDiHL5WZ00OSQe4VA2mPyAW3X
oQHRTLrciA3eM3bLCZy1dtCVDBp4b3lLaqWqOLAYClwE6FriX4axDoHGNoC2QfLo0IgscjWoCZA+
0lkVMjY9JlMWNL0WeulP0ONjrxhBUYUC2d6cP4n+hK6Cgybk19ub+PpaQ9UaHgjcR8BirlCruVUI
lPYLFRf5C5ga2Bu1PnFjQ2rt+smHEXgkKJN4kBRfinwCrjBMvoeMnEk/yWa6z9IubBP7DhnnyE82
RDGv708YA0M4EOgz+cQSCVFSv5yGXCE9B0VlM5dHPaNwrbakhlfNoEyIptS5+LMsjiQNDqhZ6ypu
Uq+OpspLUfCx9COa5LeEvFanD3EsauvAWiJhd7lnlUUVyhCGimvzLvX1aCiPSc8Dzr6wZmPy1g4+
Kj5og/bA64i2hUtTaSoly0ai4jbVfhWAhs0kuX2gK0A7DGTKdfFFh0rK7T24ahTFHzQhATmNjrFL
o9VUMbQ4ICdE2gOloLHp0iB9NarQgg9TkEPe/rpt8BpLhFwJXtb/WoQYxaVFfYLAola62JAH48S1
6IsV2vtxn0eQNIiqcAhV0OzUwXrxQrq7bXttMT+aXriEtHcbUUwaFlOj2ovjyx+J0URCgbuAFH25
K5jlbRS4Vk36SILN9x1y4ovRKiJZmc35GZmf7B3HFd4Y6Mk4sGJLRHzFP4NvOHPD4gQiJFzuHzv1
DZQNkRQZh+/QHrLDzN6bOej0nFPiOXupP/vK2fBilswZuFJgFKUy+H64X+DSXK6mYDWKaGlSxw5o
r77Lt+ptfMueKGhHyG4Ix6+mFpHudHsZ194RgCcR/cLxJkjUX9r0ErOxjErWMVAXANs0kdF+u21h
7VS4uDLBH4DUOfAQlxYKxarSNoYaru5zVn4f6iNHb4Sf7IzS2kEmAupqW0mmtScYfeJAMcEqPJt5
I31wpDwtz+xRWcibMQfi4lnVHoxn7quIMOszQsaNhdsyt3iLa8ZbQqldx3o9BhSqzJ0093pe/lDW
g2GeoWuz8fivGkRpddYgmvuzFwY5q4jWCqNGVcqZ9szLPXhtXn7Iy7I4+v3Q7KoGdTGaQ7Hr9mKu
vRbwEOdEDWqrCK4XMws64xpESZjZup0d0qTeM5IVUcU22RnWdubcdAVFZDgg7hKJ1iVyGBVNm5iP
ldyBGQX09wyvxu0BrfkNH63MX/Fhq1jGZOQ6mL9il9MgzZydnTwz9gbhlo01WzWER3bGds2s0/Pf
Pxhym87xG9o2sdJlaGpJZHVvqfGl8bcMrcwbSIrAj4mGUWz/pTefCl/lDUm62CyyaafnbflIKMv/
OGkG+RygGCHDCESW996K8mE40MLoE9bxJsY9/wYMUDwl6V53ko0ndWW/ISk3N8GZoHJBPvdy1goO
lWBLkCbu0jJAWT3ArFlggbu9CVYeFmCA0WkL/RhshmULaafbdPTToo0TNzFDrS2zUPT17w7wyn2B
JkSwx7hbtFKrI0PiDN7bnJ7yF3dUnhWmAakW2Ez/apInq3jU0s+3h7Wy5fCIoLbroZNrBvJfTt4o
3HrwAHiLax2FMN47ZqQJ4EfbnDhRDUjaxjSu7DwLIA+E+6jGOlB+vrQH+JA/monTxmXty/3YuNNJ
F5W5uz2qtcXCGXKA+5r7kJfyMw6dCHXzvkWWaAoNqu6ryQmtZ0OCjINvkZmtxeQzPZKLsBboTHSL
XY6pBq1PwlKnh2aTMTwmDUisfE2ZMboxIVGGeDZMpN+Dfkwz91xPzbvOdLu9yitz46JaGzZqUuhw
hvODI7E4CdLOUOcmWR8bjVsebA24eGUMkduUr6abP43Y3hvP2kpWHhA75OLQ6o2eMnPZvebXoq59
W+tid0rxdgKhGilQ9O99kTeodYrqsW1KPYJvoT3ivRHngoEgpNfRNKITLd/4nBU/4uJrFk+PhmTS
0PVuFw+NLiKros2uc31IwBd+GQ25ld61YK6GEmLd3hkd20IWrby5QBXBmQDeGs1ayzfXl01aFUXR
xyUeWqK876R+gOR9ODW/JzkdEwrC0NsbfXXAHyzOf/9wxaIR02cekK5oP64PVfdNvuVUHedOKisY
yP2YfLltb+W6QNoV3dfICqLSu3xwK3QclNSthnjyfxhl3Pvvmm4oB26Ma+XmAzscso9o2VnpubNI
5zgq84c4m+S+BXMNqnJ3pfH19mhWrKCUCzZFQMqRG1zGtR5wd4qb/Rgrh9xbGnqNmc13WlP7G/fR
yq2H19ZGigQMMgSR3+Uy6X3DprJrpzjrXIgXVqQG4ZgpNxyvaysz1MDH7sOri38X95B0+1H6rdPF
WloBoKkCewtOdj1hsAA8LYJXtKYgl3E5DpkwjTGK7VaPcudLdEYQkoWa3FIRX7lSZ0PwgQArgG+n
LwzlcEs7Y2j6WB8fNCu5l1X16E7Z81zoMwMxfSuTv2n/s+23ZLCuNziqVHMcAilsJM6W8aOdctOm
vB7i4Wfq7zqgntrIsDYewbVpnLuJZgEJLJizOLUW6xIDbbVDrEYZFV6DJuYqbLzft3f3ynYAEB9F
EsgAgOVwqfNRd5pJGKunWGdPQkBFafrrtoHr6w5bAZ0q+HWwsSHMuNwNRtdlyi2ZHitS9TuR6TZy
KO7wCei+qCz0LhLglt0NvVM8/7lhD1lNRG9A3eHhuTRMasfg+ZTqgPp7gRr3YNN2Jw08kWHaAZvA
m43ju7JeqP9ipdAPi0znsgMs9Wje210yxXJoA70/unkXDOPh9qCuH28kowAHRaMvYm3csJeDypGi
wp1QTHE1Hov6r8Syw1x/mlP6TrVhamWTzxRacPssgk2+1K8fod3QW76a0Knh7QfePU+9G/WNcyDa
dLo9qpVNaEN8DelnTKBr2wuXBPlg5aV6p8dQ1PRD0upJpJQUG+/+ygKhPoc2aZxZBPVX/a+EGwBF
DXrMij4seTwxGZJsY9bm7XyZ554R8CZ8HFRACGrZiwVKldaAflmPZbEbpyct98IU7NqJfbCsLmwK
ujP1H7dnb2WhQHLm4vDOuCdkdi5NAgtO89zR9LgdnGSf1UUealk/BTmobJvc1zcWa2ULoqSqIyAE
AgHX7+JcUUPatnSlERePyilDSciegsoOeKah3GL6WLMFMh4otM/hgLkExYDQ1hc1dY0Ymfg0HaJ6
SMM0T56Eee5fbs/iNW8MCD9AdmAAXu6jmPuuIv7BS7JGo80Ur81YQISUDg+Jxna8V4Gr+EHof401
JMMZCGKMvV1WD7yjOz0pd1MvTm1iPArW7XXqf7n9USuX58dvshe7qXXQPFsNwoxzke6mNBroXnPv
wJtZeG+t3WwckJVk5ZxeQ3YNSUOs7rJHc0i8CWXdXI8198hZEVDrNVU8GuWeFI+59oYiLzo197fH
uHL48TyAXRWX2ozCno/th3lPK2WD5rc04qYYk6An3YCWWbqlZ7Wyky6szIfogxVS2B2Z6syI53FV
Djq3jCYo1RQycwysbIPwbc0aEuqYRxORD4hJLq0VSHklueyMuDagZC5Ckz6gLXgA12S9sUNWDv8c
V0HUFIlXeEGL2TOdXOggKDZiEHXunKzLg0RmXdDagLCWfCudvbIfkToxcduALnamGL8cl3T6sndG
asR+X0fUZY/g68icV6P7bmjsQevj21tjJXCE/4ieImgKo3MJHtelvV6RnJccqAkTCTXZvU7Vb6ts
whJSu46zGypt79G/2iq/93P/vqPDYcP+ym0O/xWJXDy28JiXT0ZGGu56TOL8Fb/GjH0ZTW8vC/2k
Ne6dIFYwAoaUK+sAz2mfGfoP6LmHzO1OsooJ0d7SfXIvntFxfvuzrns8ce1iTmY2LQi0Yf0vp6Xl
XSElQfKgalRkcdi0Pykvhggx975l0DZE6t9DoSr/u/UDhtYJBZg2f+vEFNT632lvgyNSRNTf+rC1
CwQfBpAvoIVQgV6uF2SoHQbIGOYLwcuoWJCxMcpSERDS7mae+NEGwQsfD3Vrb6zVyjUCmTrAb+Dz
wS1fYg0N2XO78Xozbluo0ndaB8pmS9uqcqwdNzRkgRQKZC9zE+nlzPe9Y5SAL5mxLT8PfRY5ELlX
gAKAxnt3e5FXrpD59wEMBzbs+i6uMyi3e1ZhxiVELPOCRUC7gOqHBSnId4T3r6zBS/Ygee0j2L0c
V8EGC3wnWLgi88heOghrGFph98OgecGAlMVvrU/KP/ckiIvQA9yHABAh1XxpNHXdPCFkNAGq+OyU
JAI8GrLgD33THtxyK+tzTfGBQ4Mlm93nOd5ZUpHYKmkbRl0zNrRpV4FYuwWHjMus3aSPEYgUQuqK
o5s+svSHL7K7tv8ljGNvgYJk7DcO8NouQmIE1ASIv9F8upjtwe0NOZmTGXvjya+/9N1rRl7G8nh7
B61asZGyIGjCx4uzmF6jG30yNJoZ6xn/ZHTDg6WK6uB4zV/Ud7fAKteYd0zv3NkEyj3UJa5atkY3
K6ocN1Zc1Mh8qwNkbYAI3zt1fjfo9QtLn8vup/B3TQsVMV/fmbyJeEHw/yQicqtTc2XsOKH2HE3o
SA1Yi4djKvsBPLzcjqvi4A+QhkI/hzO8gsfq9hxfN48AJ/bR0GKSGXWskkPPPq7ss9YDocLyaGw1
iFkO91aZv4zeM3hNFHQKTH8H8OPnotY2yI7nJ34RcoDEBY4G3mVEN8vAMyPdJECnYMdTSdkubaru
SDOlh9CvZ/vbw125ZD+aWoJHDZWnuswGOy4q/V4b+GsOFsXbJtZWbu5NAd4P8E3EnYtLwQYrapHa
dqyXjfNcmyjxFn2lnYZh7Pf2dhVgzR6WEJkkRIXoL13YKwvoH/Y4PXE3ljvlNJFL3oRjR6zZKHSt
zd1HQ/OHfPBAjVbPM9wHmDsJhpgyDXpvw11a2wg46sBK4oZDE8H8BR8seK3i3WDWToxikEw++QSw
6Q3g0toxRwHgHxuL6RrHWhC9UA4MDLtRhEl98rX8bNB6P+onYQJLPIlHn0ft8Ml3urtWPYn2rdf3
Ck0vf75TPn7KYkL10evSAugJvJB8V5l1OE9q6oudv/Xqr04sHik48jYyWMuU/ejUI2JGTCzn4AIr
QQT1ZmYbedk1XxeJ7JkiHTUScFMsrizflRIEAMSJadFwHuRGDT9TOEhtEtVFFbXYvWl0z51dEA60
e3qyKFpSqpaIe89OttoM1o4Fqn04hKi/zUKvl3vJ8UurKjvqxEN7KNtzV987b5sbdsvI4h0Ecx0d
JegO48q0AzKdafKJ0yz8d+v3YTCLlEXaAmOnd74Tq1wERfbdBmNip214M6ub5IORRRILmbQizRVm
zC0O5nBMk+cu3wgr166Qj4uyOOBVy0qWKIwDc1XbP3tvi0JnbUGw4qBfB1c0upUXrxn1AbHRfeXG
if9TGRPgoN8mq0XU+vuPjy4KKe/XO4gzkRq+3F0UZFldapewk4C6qi5LqIj7VO2qPJXQVpFb41pL
7szZUtSi0OoJJN9iBxBRNyqDQk3c69/MOg9s8kj6c1mXjxyK8C7IcPPR/ZS6h8wNCoccvebUvUEW
Km135RbJ88ok+6DgfvdOoPSyTBG2djVlJTjfYororaieNUWhXAStl61ej5XtcmFocbxa1XoCXje2
iwvVhRSaRNWfux7YKEjaAEOETPuyhJ6jgK9PdF5HE8LMGdLqwJzR53+xWT4YWex6Z8aTJky6sYJc
MbknxRnUKf0fd5eDTBiYGmRsURUHImVhBQzJjUdF687HF2X6AOcX3OUbT9ZayQogAEQhOiougHTP
Ud+HJ7oTTeKMyHXEkmfjfe/QNw38ZVEnAfYivNTBoe+DZhDRkjgZnecd8ikH2TgwWVvinCvXFeJK
iEgADQNQNlkcQQto3bHqOIkN/404kBly93KzULZqBMlwQCD1mcBo/vuH4Y5pP/SSNAQp9xP4nizz
TOtPf7470HDwPxPLcbRM5EYFE76FDFti/GjF15aj98XYgLCvHduPhhZLlxjJgGYaSWJLfcsTL5q6
N9bGXbtVBt6ys/QDNIqujraFnfo09c5LwcZHkaZ/d/qGQ7q1OIvL3ik93ilaEex4tLYOQZ14QZL8
vr08G0aWfkTa95walSBxpqPUjPbjLr0raHTbyDwllxEQcp8oACMAQgkH2/lym5G2oS4ffaQliaPv
cO+ZoZuP1k5Vkx+m6NpIUpYcE6/Zyocubli8J0iXzKwaOkr24NhYPCuJy80ce8I8l4LkQK3Ras+S
ZtoY3roVoiM+wdWERMnl8PS8pi3JlXmu+2Y4mKn72y3TTfmDxUr9ZyxgzZstoB3eXOzvIc+mtrFb
iLwoQHIC1WTTp1JX4ycb8J0dFB+hU1s4OyagDyBond9rFe+DbAA2MBkg6YUr2roT6E0NIEy1BZpZ
xh3//TpQ4nhI4PgAul3OgZcOk5Jmb54TMMIqYgZm4h9y1z/1RhkV/Eyd4kebtucabQ7eoZQEec/P
qjh4UAytyIavvsjNvX8MIAfYaBCiQyV2cXI0Tc8K8NhB04iFbf3DBy2Sqg50hPR1vmFqbe1BSQEg
N15YVGUW407Y5NSA5hvnWnPaI0i1QNWQD2IjrHtvv/lwgt5HhLzY3POGJCBYpy6nl5dKFF3LsMUK
bh6rybSPPU26ozNgelOv1J8niCBGlce+VBTr7CS9fkBy7GTT/BWUA+2p9foB3bhodzQaKfeDObFQ
9R36CPDLQaZoHYCCRou8hpv7sacgkKIo/HtepUW+NbnHzhFOUJbSiND089mx8uKUdAbFtOpf63aw
93lbJLs/ujjehw3wEFhf4BmivLg4v5JUeddPtnmWNEuOrafTsy1E/tNO6m990XlH11BeNHBlbVyL
ixvrP4YJOlhQi54jrMUOSnLfqhrmm+dJc/eKiscyKfeiVk9EH48WA88fNzYKnGs7Cb4E8oEQPoMH
sohPtLRVQ2Jz65wg4xyw9G6oQdN2ez6X/s37uIBERZIIGQgDbUeX+0iCAB9XNd75tjyM9V4eks/1
Nx8dgDSA2Pdfm5qqy/zblcHFqJpGN1qTwmBmDQErdsZfGkj0frgv6PG3frBPzIpaRMn7jXHOP7s8
Lz5q0qBnmx3GZQbXFjkxVEdQhqafuiTiT6Btuu/sPTRNjEfngF69T2iB2DC6toIgN4CjCm/YwF14
Obl1aYM4HwWDc922IRD5WRoBUuPoX8AyPNyhzxPsmdXnDD3zPPuNjrkN8/MzczVmvD6IXADvgkN3
aX6oKITHemqeNdC+H4rMVl8ol2QKbQ/uXVGJft/p7rSbPKP+qdjcqslIdVcx24vQ1vNSagY404wm
3/Vpqe5rNbzc/sK1Fwz9wdCHsgDwwD12+YGpr6EtVcussyG86bkq6nZnWgCsVBa6X2+bWju//5i6
auDLx7H0Lc6s82TtXMh2uPbJN2nQ8uoEp+DerLbWfj44V5P/v7GhK+xybD3CU2XmGFtri7tRdg9j
oe8hcPCILsN9BvlTQCIMiwMeMIZJL0NV/vgXI55L6CBHR352GeqhEAm0pZVaUJX1qqCR9Veh65FJ
pu/CBYo3m9ihTLfIV9aefYIYGdJVcHrBXL94l1ydDhrLIHOZWnf54B2ow0J7NB/96VfzhcWysSJr
eGBEnFGTiCZ8iCT9YQSB0/bxW9leOO94hGd+FvAoLRwkynxaJhNERUlR7FPnldbaWaZumO549zi2
emAK/U4XT8w9quLZLekn5n1HcX7j6VhxPuB1giwKa4DW+2WPQUJYzS27N860esRK4/qhQBpBQIj9
nfvp1r5bOfSwhkZYAH7+j7QvW5IUV7b9IsyYh1cIYoKsnCozq+oFqyGLUYCY4evPUu59bgcKbsiy
Tz+0tVm2hSPJ5XK5lq+FuOOwv1/c4IABo2MdMa1K8G8ZyrQn5Xyw6/xthHKHOqIIWe/SrkATXQ+h
w8CyYqD64sepaR/SsvMloVT71hEDKaX/gKtU9ta0/qJhNhNSSRCURP/L66K+JHrkRgV5dgbiG3Ph
NpMdu048nTrtTS0VQRTcmn2w3DEBYoaM4+Ua+tw0wfaAfGyQpD2Zz0qb+yV6T+fxVRER57MkgNvz
qFf9ry1g49Yj1ZoKV5YGtpT2PL92pTvqrvNmhmZ3xiPw7e3N9wyygxQiwMisLcZ/gMbatbEMS28X
da4Guja4eDv0HDV2kz+PWfO1kog7mvGd2c3e3CVeM/g0epz1wrv9DRvnGxoHkR8oIKllxKPrTwAh
V5brvYMNFtvdDu2okedYhegNi29F/xipwTg7UIJkaQp3jqn6lMp2nOLSNoA4J/6FR7WvGhTEzQZV
SC05V1MTDNFu6PKTjEok+m9pv+zruv4LfbiDgwhUjIChxX9QIPemhZyUOjkMVD5lsS7YftfHDEui
IAyC5jxg6Xm8TaHXeJLIWwiLNv2IW5dP45e081uoNUW7NLbeby/Ahjnkoqj/AgbGJKI4H9DMTFKa
CZcsoNkcb5wd6jbGsYHiRjqgK6RrZhzgo0hvcSOHQzTFG4OD6IpV5zNTxUlKhDo0OBaxg3LrLxLV
HnF2jpHd9f3ZtF6z5XdB/+ixrxCNuHknkvv6/3wBg9ai3+iaH82GfCvUemY1gGp05rULWHXrKOzl
6O9s/yLK30TKnuPROFlS+x6lKs750humQbAHr/c7mwfWzQA0LOhu2f64iLVTUpQxGhHUwHxBDdoH
K4Y6k32fqV7vGEeaP86i+89GMF2b5EIMWBliMhBcgAyp73dprgHqtyzak9plo2/PFtnp0HX70+o9
2TeFVgDBmtouekbl423Xuz5c1x/CnTNVZpspgroaOFImAW6c0IfZWYq93gzy421TGwEAtizcclim
iJdfbtCmBGHnCkCRoEn0fabroHLW09fM2YFlGHT096nzaGhgTZn8Oqo8swJTiru8diaoU+7JtLen
3xbTEvHQDowLv1vZQsHA61N3/YXcbMRxkndNp0Lgt4r+6BDljLu95gzQpnbBB3Cui2cgh/ap/AYt
QUJCpH+x8iXFPatX/NuTxUO6EC3Xn8Idt0sDvNCCyQx6y7Oeh3mvyB60lMcB3dcegcBXJihL8lwE
/7HoMGDQR2Ooxi1PUhdOByigGshaC9am8d4c3WUMm9p2M0M5qfYfmoGjtzoA8w4V6X2jfJ1TeugS
C2npfo6DPvfsWPBVPLfNx1ch4wKgk1Vh8Gqy3pxUrWmFpkcNl6+h+KrOaeuX8QA1tHm5ayJNul+M
LHU7kGM8ZUPrIICVsh93CmjT8F4LEpDvKFOC3QNUjB6tkmKXOvZwTJz2J/6nwMG1+QEQ2W9KZ+Xn
Dk8Bj1WuEvTFFf1uAhTN0xcyn4a+Vf5F0AEKCTq26PQF5TJ3GrIj3xzQBcJKIOPgoj44P1aKA0Jv
vZK8yjYfNCeGzm4lK46LjiuRAOLWmQM2UtjGxRYlVM6/mPCDqi2wbw76jjZeopmuXaduUkISE3qr
DokFKRwvAsGWEk01rCMcy4liBJdnmJZkRTQptYCYfe+Wg9w8T4Nd7fq0SH4DiDaHmj5Ahypt8/Jo
VGD5rhctjHOlOapFOqM3IXZ+jnWneDE4at8dEDq5ZUGTUKKRJth/G5EARz+qNlCtgO/wnIJQii8y
qgxaIMfLgerqAHxvrwJdkfeemkbjp8uN6CGAd4OeGOyCyLLXXl5Og5L13QAsU/dNBddfRT/vbggY
ENwGiQPD3HDLPaRxo8fFqAdR2bpZRXfUhqQEXt3SyAP9wbHIXRFEmv3kOo1mUiOspY7p8gHlsx5T
RarBqrtMDxZQdByJJmd3Rd9oEIW1FU/us8zHs1+9/3zcxFGuosHTQvEWbwRrqyaCWKcXqRE0S/XN
jPUT1ZKvUeocl76/p0MQx9OhXdKzHomARhs7CvdUGTVjsGRgS3PuPTmlQ43B1gOnUZ1Tp0PSJUOP
NmAxk7lPcwnMrJBQfW/AtCVYXBYDuZlmxyqaQxjmHVfl9Zgjy+ztCDfWAHqbbg4Z+oS+NrPg+L6+
JYDICLcUcIyxauaHPtJFlmTXCgpReMcI8kaCftwMRj9HoqLuu61J1KBdCvZ/OA2oYtZDmYhUZdls
GIHcDcGoa56V/JyiUxInfj1HKNUuzwKHYZPDTx7ulKir4W4JFBCX/Q2SYvZdbRvBFO/iJ/bIgrgj
uyDA72aXEq/58ZeIuAM2tgYyILTYs+4/dsdYjxKnQosOE2IGTvpSElCNHNJlOMwx8cp8ErwxbNlC
6RL4KSZFjof2tS2ILsU9HpHMwOqh+G1KvkIVz7Glg1YSsLh8E0wnO7e46fzI79BOhmI0OlHX5nql
pVIHzu2gk+705Wx0fpkeqkoDS2KOV1s7xLM7EKvebbPXboNnSMwoVNYB1EGFeG21oXaKB/7ICkg0
+nGpDN5g4L7gmOD1nsadqRHAm5pJBEO93hMwy4gZkDaBeI/nLWydZKlwX7UDtYF6dK1kxybP4tPt
sfEIapybaytcYJklXZUrvQSBNU2+aXHuLkr6hE24i+xqr7XRjkr0YXzT0DflJEELMr8h+TNkqV+L
GjOufQlfgpiOihRIL1ATX0+zJdFMksFyH9RU9kl6h5J3PfcusBN4hhQsKQvUa0da2+KeaiKnpYOJ
syIok+xhsYFziUxfAwNdsYiCzkayzWwx+Cs7N1B3W4+rmEadGg0kyRU2pdKQ/kzzdoIOJTQh+7jJ
vbJq1HNMTEj0gdLizqT5+HZ7lbdcSUMahuoWJEmB6Vl/wpRXczSMrR1IyWC7cteNrlbrom6NzZEy
7AmYGHAio/S0NtOOsS4vZW8HcfY81bWbEMMttHtCS3TokkMWUUQ+G70jv28Pb2s1UfRBMQ31hmsl
GRXtZX0dY4YrSijwFdP0CCLsOyuZQLZrjqJmyS1z6CtEXwX61FEy5KJQLrVOOeSL/XEiStL92PxI
E1xeFFERZWvZLg1xR68zadVM6QwdZFIDtveY2SINHpEFbsWMNJ17YIZsyJ8FqvM6ixh6tkInnpVA
NYQ3UYAQmP2Lc33qx0aXOtkOJmlxoz/DY3+vLSCG3AOMfdsHrussjAiK4fbhCDj2uEUpSW6QqZfs
wKm+R6WLTLqPd8XsexDEGw0BbGhr2uDiyMQQPfHQzIWP1G4waegiC0gedZ5eRY1XK1REsXKdeTGG
Qh15LgjtGGPTevKgyQG5j6a1glJ6qdDiPkNQt5gFQxEZ4eatzp0IzDSdFWRqAmZz2a2Vu/+zEd6R
tb5kODyMpIg9tf4CEN0uFQE4NkaCVAs3QHgbbvQ83MFRcHVX50QO5jQ+AqEUpDT3qN4IHG3DpT84
2tHhgyvPVaraqOgXSyUiB2aa7oCtva/jMNd3TaG/LQUU0dtJgMfcCDdg/kP3HWiuGEyfy1rnciEL
IrYc1NbBNL5aXqUx1RRBLWRr9lhPpIniGVin+atNKcdTP5NFDpA7D0c7LXa5VFp74OPc2xt1yxBg
LyBeQf8lKnbccWjFkix3KuYvM6ofDUjhy8R5GJrx8C/MMKJN6LqxiwsXefDgaapVBDNaDk5y6y7J
nnvj5baNLVfAuQOiM7Dt4ULP2UjqHAIPTisHhHYu1E/KYfCH+n0o3xizh2BAG+kRAhvERxgHJFIk
zg1KXIpsvIPKQfyli+46Wu2oaaJYdxYpHmwEN5D34XWQhR3UU5g/XsTsTI0XGU2yciCZv/To71h9
uhwBtuCL32cDvfj9VlFzPRnx+8v8xa5+/rvfR57FCkJI2/nilzYpWWFSICt7m7YImlnu5k5zvL30
W16M+hbjLkezH+T01oOgBkmaGt3BkLt4L6AWOAG9oZSCvGZzyS+McLE5MhQJcB4VIxlS34mGe/hx
bCQ/NflHNYoqaFth5nJEXIxW2zjOh06Wg25oD5r6swTjSW7mO0MSOPLWrkGIRlu7wcQ8bM6/tNnU
QYYEQ4DiV27Uvk7Lkw6T5p6Iahebrowog1MBxV2Zp3+IuhgX19ZBrG7xIri4JuRvb/vB1qwZYOkD
cSNuaqivrf1AN0YFIuRw5pKQn2qnP8kzPUOjsohF2O5NS4jQqG0CnIQYsLaUSMZiJXj4DExtT3TX
oLiOupVQy3drdVh0xnM8aLjwMLU2YwM7lxBkPoGBNvP+S6f4EmrEygCxI2DWRxFt/tY+wms4sJ+4
W4P6kotqNYg/Kg0lhMCKpPsML9X4f9Ax8v32KvF9WOyWywC9OG2QGgJfwEVqkgFGZFgpe+Gnd2UM
4pHcmKG3a+8742w6vdulsas0/VNXxeEEyTuh8uPWvEKmzwGPDJBFKPqu5zVSYydtlFwJ5q5z9f61
sh+cHKbmQ2PuquLx9oBF1jhnWczaBIEMAcKUJG6j134by2h/sCACuV+k2aedJpJZ2ApWKMmAJpxV
ZgBlWw9QLvOiUToDaUp00FPITY7DQXXeQb/iDfr06/PjA3MlLtQfdKk8mTb6VfNBzwEhGmss4+QE
PWowNuMloC4wmK4BUPpti5vDYxSgDI4OwBSX8ptZrClTBUcFcaqrkhxMHNTVyBFVZySZItTE1rYA
ZBcREgclsllu/WwzW/BU2CpBnT7V5hlUI4aIzmTjmRjpxIUNbqeTJa0cI8c71YTMH3gvbD8dXGRf
R0XZzboKYawj3sOG9HfX/4u5ZLkf8hkDMif8CY0TtVfbsVFYGQ/afOAH/j1CBRXEWkg397fXbWsm
QfyPBgJUB9jFcO2WSjJo/RzDFgS2IY1jvEIo3OvaT/LjfQQYQB1QHFRBbHSVNLH+uzlXejz6VY9a
74KvCeocIrKrrSMAzoCXSqCaURBkPnqROaEOSSUkokowguVqzA+xNLuN/bBMgjvhxrEJsUDG3YVi
PCgNOF8vobQn6ewuMIFszZ3wXHdUq1ZE1boxGhYmWLEIFSO0eKxHs+jKPFXQiQjsnkx+rOmtry2K
C3LOXWzXkiAibvgB7jYoLkIZlbEsc95ejZWhJSNyKT17zqy7pX2ql8OnXQ0mGNkjgiCeGbhNG+HC
1Ec9TugCcDJGiHdXzu0ACthWsD7bY/nHEDeWCepVNcVgA7P+26dBnTzOhiBJ3zSBlxhWNNSR3nIH
Zoc3bzVlY5mXEiSfZ5xfbimasE0/A+MdiFfwfACMztoDiJRKaTImSqApUXdH0EN3wqvp2+1V2XQz
XNPxYoAwgH6itZER/S1GrtRKUICSaldHBpjUdCM6dkvS/kkdQGtv29uKqyzbtNHW83GJ4gwurTMa
VV8qgbzQ/jRCOHGnGzTzUOqRUSuSEt9KiXFQcgpHHzK0VShqvYOYlQgBtTVyVm+WURkDvQ3v8p2T
IueRMqQcVebG6l3rRK9DCUmW/kkwZJa8cOV0XB0gowP0JHClBpfcqCP0TcuZKsGyb8KlPXeQvSzc
Q/4VKaNIvIOFhStb7GbKHrWBJ+E8c8LTwWCNsAXkl2vUx2hGgpErrlXXe11/uT2yjTyKIQqAXkTj
tIoH2LXz1PE4g+gEa1mRgJSBZAOSa/5Y+npna6+9iOth2xoetxDdVWAD2d8v4ruCJ2uaNBhagxOY
+BNeJD39D212iuneHteWa+CQ+n+WuJ3XdRmCP4GlgSkr/arJj9EYPbP8F1Hkwgyf9Bajk2bSiKSp
td8Gs/Hk5CdxBIGdfSrvD5c2uKgbT+OYtwPzB9c+VPWht/wv3eL1f8ZCMJotz0PKCa1btLdjU3HL
A3EfOoAbBamEVqs7u11KX7fS5oQUtfdKUsf3S5eITsmr4QEjiWwT2FlgafAeyLl7m2aylQEDEajL
4qpRfBrj4VvX7yfHOQ167abLnzFPXm+7x1X0R5mJhWXkGIDMAaS/dkS5SfWhGVQpkEh1L9FTJpMn
x2gFzAfX70XMDLCwDDnCLpz8laGoieRAHywoCN0pzlfzjw5hT/RJofUu3vcpPU2loJi6MTIcBXjI
RcMS2mr4+zrIpNHUoMtJCPYtN2sP3bC4zihwSZER7gSYEfwHmqtJCHGYJPXBHqTZ3z69QqtxcFMX
RYOqEQMmErN1TVTpsINrQZpxdTyzi/LFXHGuJ1EHl7pxTkLzXO6bT58Z+HWASphyNPIxPKKsfWxI
C/y8hZUYyy+o6bvGm2N9L6Z9PJ276m9MZs8ePu/WuAQAoIS3KJQa+MYTaoJqqCNLEs4j0M9O46LD
15sGQZi4iq1sYKgrsb4SfLjMxdYxTvAU1JlJiBzbk+QcmI/WVch5Hv7e9oGreLQ2xF+j5NI2pVYF
R/aQRbj8vpE0jMwDGg89WYTwuvZoVIIYfTkKTxjT1aEL9tvKbAwSptg2FC94BTjrPn1a4IcvjbCP
uDj+hlZHgWSBESmJzrIDC1K7J+TTmxNW0A3L0lqQUfEPA9EMQs0h00m42D/1qQVp8LkUNchfoyrY
UC6McEPphiRHuVAjoQVm0oSM/kCsXVPn38BvdOdkRHHHqHHVHvq3M1CIWoMWw5qGwCl6U1OjGUlU
vthaQJPdf3WNlVz5SmiSdNU0lGkaOmCvNCw8Ux2oqKVdYIMnttWXWc/AqJCGk/OjkR2P7WHai+rU
Iivcea/niVO1DUbSmC9GC+of5blXRTI5IiNcBB/Ldq5TZsSJn1K59hSoWxhpLAiwPOcnsIsoggMq
AYwPNhdqg2uPb9UUTLlEJmE7gBzKTo5zFLu57gIwYff5ndzXftVXLpgBQqV6S813rWj2Q0uA14aq
cPEO5znKrX5Swca5NJ9kNGRfBwYOgEYAQMLFll9PR07GGjiuKqz1FtBhiHbse8UkXtqR1p+1Pj3c
jmfX583aHreyVl7HSm4lVUgBP9IXkNGKNPhEFrhlzYs+WaDrWYVTDoIg8z0V3Reus7X1ELhjeZCj
OTEMDAHvmUMPcp4MdqR3BTw3lblDWdQ3J8FBKhoTd0q3eY4rZV1UoVYZUKCDOLAsWJeNzbDyA/b3
i7jsjFVT9VFWhb1ygMRlsBhnqK0LkISbRixcHxnXLISWuKWZjTSJi6muwhlvKh4ebr8NNWJIVDbv
n/cydv7jio4Nh1f19WhAdlihwZVWIUkWo0TPfKp/QXeYCAx1nQXgpoDUBk+EoPOFobUZKOZGo4TW
4ZA8aZDMtb+NLXotR0EE2bKCJAM0B4y+GczUayttVzh9iqwmzCWf1PIjreS/ensCZl0ERtlwM6wM
2uYs5Gw2sLprS+WIRuTBLKvQWcoqiCCFtXfS9vX22mw4AXvuBNUwXhAAruHWRkaHSK0TvQozOW5P
k9LEvyQw8rodyneiEL81dZe2uKkb7VxFaRi20uVFps3JML5POJP1UhEVhK6qI7g0omLLyjDICvF8
t566bphRORlM7FBL2hfICLwl7w9103iaVuwGmXgVje+LxDy13cPtCd2IRyvT3ISiqEQYMwR2FV7F
Xfi+uiuQiiaV3xV/nAykVFIR9imIc2/b3ZxcKHChUR3JIki+10NW8qhV8qaqwtad7MdCBgfRUahO
uekt/xjhb6kgiACXyICdLI/2Lqpf+gxkR6UFRZXbg9lyfZRKUNZHazDq+9wkAicK5rd+hld2kPPV
QN6/mwsq4ki9zuZZCQ3kIaw1hKmvr6dMtRsj16O4RvaEd0GJBJPVf9Et63eKtlbX0VXB7Xtz9tAM
An+EchUYgtb2tKrXS4iEVKGdVqWfz0vlS5Ds2FeykHdyawKhScYeYUzQ0PCxsM17w2y0vA4dGh1a
tUXba2T0wMjcXqetEQFWhOABCCp6JHin6xWCL6jqsLUfwDe4S3ATaomIFHljMCgeMOgXcFKI79w6
dWlhLxrt6lCXD+D8hIV/kXehMIKUEBoZoHThj8KkyySokg80zNP6wa6KoEqWd11N3o1SpKBwPWVg
1kATDW4GID3B6+3aCfqC5KUCccMwy35K1RtuBbr1+NlVWZvgDsKO9GM/VBkJ8dg3QfMYTRZK+XLb
xnWYgw30O6BQC6ApXGA9DKhLRkMDsuqwGOgpMgOavNDxzo6ftOIgg59GFnja9V5d2+OmzYyg5yar
sOegXiHfzV5egkj1JDu72+PaWh5kQ5DsQU0dpRj294vMS83xDyr4JKxbxy1jMyjSOx3kDJ+1gnQI
kiSoh4EJBobWVuysik2pnEg4Tbo/zWCjLXfCYtL1EsEIBHocUG2gDZQvBVOK4ElNXO5HunjVZLn6
iF6D4W+aTB6aLatDWxWCcV0fQmuTXNzuZrWzelDrhpkhecr4agGlB4cQMt5erxLsgDITpVKUe9AE
t54/AItSc5JV2Bl1n6BDygHTgBBDuzEaIA+YnQ+aiiu+4hqHUG5aJFTrwrMiBbcygqKB/CxcKrbe
q4o6i9IXlrg4Oi9ErjsDlpz+LZ3unFHEOnRtAIgs6IYhOcB7HKCY6wlTbUlBQWmOAkqOZQ6S6VQE
z7ueLNaOxMCfyL0A/uQOt7xMNKVuKyeQ+sbPpdeYLGjuLs+lWgtCwTWbDcNiAbwE7hY0JOH6tx7M
vCh1o2k0AoziT9ntHPkVDx57yJC6EKGRFvU4SGc0O0v2/KtGJaHuwrg5aV3qG6IGmms/ZOTqKG4C
xQtoOt+pV2dOv2jDArqz2R7D2hoKKBnhmaBxZHK8HTKuAVW4OcERgd/DY5UJkYD1qJMmA/Y17yK8
hXSH2n7vkszXuuo4Sep5IsWDWcqo5LfuUPxK6+WlUrNP3xcZYoy9UYBeHTBiLgSPoFprccuRglob
dqoWpvFLCSmn28O8jvMYJhrEkR7hzMcr4HqUU+Vo2tgxFUI92jsQm0N0jGdnPyc/eu3nbVsbqwdH
xUMIww9c6w/aRkO1eojTEJyNvwrrB8ST8tJ4vW1kY+chgOCoxBmJVk6e5JC2pMupkcdhOtF+t4Ds
DJwnuginsjFtUNvCeYxXTLgGH+vVoqfLjOI00HZ3YGX5orVfMv1RIcNZn3/dHhDLHtaxCrdevHCD
YF1B1yOvCaGSBOQ1kYRCnT3sCIjrUZyOtHYPZlGvqP9SU1Dcv14l2ENTPVslxuvOZTN9gpR5SZw0
hCj0UU+W0KilwAGRxu1h8TPIqtMoT6Brm5Fz4T/Xjpfq02KleY8iZ0qGgLYSxRMSKfdyJSF3Bm+o
l2E2Prml0HqHwgs6DID7wb81rnhFsrjQcQvNwrY8S8oLe1Lq/t4eF+9/MIFeWPRogSgZGBn+qGyj
1CrVPM3DxEJ7TjXFz7FBRG3a15MHIXXGNQRHB4kw/8yTjnbm5HOXhxEgbDawFZGl+vMw/q7AWJiN
Im/nXYKNCYAi0IcBLAXtGy5IpINWygZ43EKrRYk2c1G8TK3vt+eNz54+bNioH6CmBFfn35Ss3k6z
xpnysCxrDyqOLoDz0NsEl4E79V9J4w7Nj89bRGcvzhKknbi8cc6wEDUltZ0XYd0ov5s+XR6ySh/v
bQT2HW2b7JRE5nyY6NgectqKGLn4bc3Gi1MFjE4oX4AxhPN/eQJJbQOJm1B3wF+Rdfax7o1vkILa
9eN00JazMOnZmmFgBE02xwBx8ZqpU9PpqQqqsdBe1HaHjl/Ni8Zur8vUcgspzzyj0CqfNHIEsYGh
Fez3qywCA8Y9HNhkhDHU8nj0rNRLvT0ZRRkuvY1kNaXNAVKng6cnqOpa7Vgf5K6mfq7W/VGpnQy8
mFPmnMpp6jW3NMvZhyb68FR1URGkpKmeCiKngmLSxuZFfz4I0pHiMkwYF/uG2IgyAkmpcCqs3C8k
vflRGFIjqEtc8TZ9TAXAbVgF0PiofCcSaMRKW6F2EUYvVf03uwfesTqYX0HEGN3lqldPXv2uScfb
7r4RMxisngkr4VKPlo51wHW0yFYXBctfK3+b4T35okpn8py93Lay4dYrK1xaqvdWRfDeU4R5GcRI
jvLaVayv4MOiRuHKIpofkzsb/zOR/4yJ28KG1llxnWlFCF36yRvVJgZ3Dbi0o0Jb/Ljt4t3t0W0E
QmBFQP/BZOFxXeU27RDnOeP/KcK5Alsjzvsz0QXH79YyYVhgemK8Kfi19TIZRd632EFFWPV14hly
5tzhUpRAILywHiq1WNy6EWWaW4sGkAqCIdJqVL85m6ggpV1O4I999DD7jru4yvI7oX+z99vTtxGB
VMQAljChzIj2q/XYZjuhstXgGg79ZjSVxrH+ZJpme1dHJfXnUTJOKLcmX+ZK+gXUrOhpbNM6uDjR
nIBtYPL8OVKO7nTQ4pCQTvk+KcbZrel3iwKf3fiD1DwvbfKjzAUes+WhSK5Rf3RQKkNCvx7yqI8U
OFYTlYcod9nb55Q8Rs2zSAhvyzFxQuMtBsk8aDbZ3y/KKGVqdNbYwEzRnVuQ0WjxXS168t/yTLRO
fjzkouOQhxWMmtGPs8xspK51BHhhUjyrccdKEKg+WlUuM162q6EMBigYu5cAPb0eTDrE+uiQugzn
+iFNU5SFZA8U3Fn7qMmuXIJvr9qTHpiCH03UuVJ9Xzm7SHL8xozdMcvcJNIAsu4sNEan9+34TUmO
0ZCc60V0M96a9csPZTN2Met9jc8fsrYMNZDo4sHaXbT9khP/9q65diFcZsD7ZLHOKGAbuF0j93Qe
5xw4MXV4yZ803LkXpTiCmlx0LF0PB8V5RmIJjCvYTvgw0NEeaMZaLsOJVJBqGlxJ+UX7zJWXCtql
g2dAVrjskhclf7ZlCff8HOhUyHT2xj6R/twe9Ea6YDtAF6GVSEOF+EqsHoKtizWbEfA4zb4v/ehL
4Ry65U9KzkgQ9kk3HsmigjNbC+zpT22kj1RrvNn8O6b7219yBWHAtl19CTf/i0lrSZXwJaa102cf
iKf73h/2w744JQ/2eThpT9Xg5oPbFvu6+rLkrlAD/ApHyH8Dd6zWGvAg4KZGiXn3bfQTL/fd/lv3
RbT1PkAy6623Hit3oKZNJ0mkcxAj/d5X9kPYnXRf+ersqzPOunP+mJ6XYAi6o+U/gD12Lx3AGnzA
3jrE93+P5Llx0RZ1HA7VrvTBNry3BOH0+qTC9+G+g73A7m8mF+fo1GQURKhlSPO82efagv1vW42n
FH1/kI1M89vEjPyy7ER3oI1dCMusRqLizgAlm/Ve15YiM9UsK8N8kdyuPtAeirBu251ue9uWGbA3
oTOZ9X2h4Lk2QySkBfJEy1A2oKY29VCN0Ku7pki8VFSO2ZpLk4lZAeqLNpgPQsOL6OUgltvQKcd2
b0DWZwAs2g+hFgVgUgMeh343RDpgG3kveqKQPTGuXPQq8N0Qi13MgFAlZVjQkyHTvTS+WxhY9iNC
E3ukoKG8AEtsHBpQMBU0/1/1LLAddGGbr9igGTLqgIotw2b57SSHVkEBO/5e0G4HiWsIH/fT72rY
x73gRiG0y0WPaKmzPKtgF7qRe2t0oEr2UCUn5ezAjyrNW3rwP84/KmiD3PakrWhuoyeClbl1DJ3L
PDK1WsphbrBVpCbzkrzM8BCPmpHSVqI3ti1PwvMso0FBanUl5Zno84iGSb0MUwM0v06SSIceLDmu
FY3LvnK6zM9MqwcdYUkF2+UjZeQD1oVpXqhnJHQpgGMvw9g0PC3XXxzzRzfuFSfbD3p3UjrTBQRx
Ac/mswO9XOqP0zlV36amuIvM5jB3DyjUH9UHk+KWeXsBrirIzOUuv41bektPNQu8I1h656xau1Y5
xgnaVBiX1z6eHxx/wp0Fx5fj3Tb88Wh2PSmssw00FBB04QyPZkcdWmJSyBMKKad7cKBHr2blvTeu
4qGy4nZe4atu7b59h9qJl+/QZuLVXrqP9+y/8x3yKT/yb3/VdfqN2UDtCNV0Boo2uMjWNZ0Jyc0R
AbQ89GnlVfP9QvZVUR4Sl2aO2ywimrjrHYBOQbYIQKqi5Me/lkPLZVJ7sLeFWbEYrtXEQeTIsSsl
9Hh7aNdB+9IQSvbroJ01WqvqeQdY32AHUW69xaDzanTba2TBJOr4pfXKMksMpswIbtEAt7YEiaIR
VRQANZw++YXqUu8NBUkEh+yG466tcP7T9mafdOYAZBek5CSl89T63aHUw43Om6vFTYzGV3qIG0g+
ZBVatzZ0QW1uc+mYqB243dHZ9fGFF2eToY+LNLEZtZwXFGob5U5WX24v2nXQwiDRe4x4paGCwJ+0
KbXbMpLHKhwfre5Mvdpwl8SLvuWJIA5c35vWhtiaXozFVmmZWcDjh52DtvidVB8Gc298lRvBtt+0
87HfWYUbI1rbmXNNp1kvY846A7vpTcmenbb30uZsgwj39uRtevyFLbZ+F2NKoo7adQxbHdiBNH9W
Ei+mvrAYch0zMHUXZthnXJjJ+kbSI3sCuMvyYhNy2Hvgn2J/hMyxP6n722MSzR93m7NjuyFkVqrQ
TP/aSYbC5FOB+p9kColuRMPijua5z0lZFypgXX2Fbq7yLrOmxlUhRqkC7TyU+2hW7mco5/7fBsg+
62I22xF6WYWJATaLfldE+tHKhp0xHlGjcC1NgNvcHiOCrgVxbzRZcUvXKlMM/LQBY9PfKP1jqJ1r
EBfOqJDUsx4mZRS45Pby/WOQW75yAexjpphUxfiVRW5rU689Rfq9+XR7FrejI+hV/3dk3OqZA1Kr
BMR1YZaG/ash2V/nzh+zH3MzHJbx6CBvd/L+hHs6WqQEPvrRhnJ1AFwY59YQ/LyFgjt4HQK6Xrpp
DVFYychRyW8Au3Rjc/5mKTMeK4DBtPwsd0BmqdH0LTLNbGeSrDzbnQSKTwlM3oJpYUfP1ZeZYF7E
LQlVBJ1bcBI7gxSNQNuRL2lAPclypZf8oX9WibuIkupNW6xnm0lKAZDAhTpDI62TzjgeEvuQ6t+0
ytWiyTOf29HroJQLgWG7Pvyb8WHV0SML0hjcmda7xylwirQGYlEHyXDDj5xvA31W7YOpPUnjS7y8
T1RwQrFR8DMKljeAq1E6RPsYdwzXitJGA0GQXeryIXGcu06Z/duj2tqleP8CtoPVnK+4I0a5AIFh
acOXrWOHMDCSIOlHb5QfSFS4SfeD6p97ggW1tIm0FPU9XOPxnsgPatFADQ/qce2x0Tsvye6tXHXH
6fX2sLiz/cMI3hDR0MwqiciD12ulZZNmRXqjPdrjT8t5XMYWKPgwj04d+pQqWeD6XOT5rzV0kbBm
Y9TnuMgjtw0FzGDSHvMllVCBTH21L1pfT61dbYzB0g2CSh3bSheO8R+D7FaHJwhUQXgQuTNNoK8F
XP1xnPysf0TdF0TuZ9DvCDIKzgH/a4fxqaM6gJoHF+m0OFaKCmRDj02m9R6u9eA8jxVRXX57NP9Y
4UJanY6QIECz52MCxUWjPSRK504xdYX4MpaUXE8bGjCAqEZFkZ+2oiU0y4B3edQl2SNQwUgrw41M
wcG3PZx/rKhr34snCuq0DsNBY9R+zL802gD5uMb9LFDjv6vzjyHOyaUEpelKhyF4n9uXT2Atty1B
Hr7lAeyBHDsVUDbYWg9mmRe8LGjYSO2U60FG0uE+14tP0k9/jITVoeBKqHrh9XVtpXL6sVCXTv8f
0q5sR1Jc234REvPwCsSUM1Rl1vCCagQzmMGAga+/y3mOTkc4UKDs+9DVLbVUO2y27T2svVY0eJ/c
9NlS6zH2EvXQ6OOnVDFan+jTdLp9RawdWsCPgTsVyGCI1F7aNNpmyEfVMyLadTu3+5Mo8VIRABvn
EEWV/W1jaz5xbky6IdxkYmXeKPAJ/bEh38zmlHVBssVosrYkQdoPGk0AnYFzuVySMvb9YtfEjHSe
v4E5f/HyQH/Q7OzY68rGw7FmS8iAYrrIgZSw/MmMsiUD7iAzyj6T8bsNSGhq/K76cZdvYV1WXBCu
B+wA0kHIX1whhM10Nt0pt6M0WboTLwGszcui+/h6xC0HOlr0/3HVSacW5NXgRksLSH7TQffd0YpG
rQtqwA58Jcl/YjLy64ddAgVeB88FGFZBDyN9LGsxQT2YV07U4PSFil5ZgdNCgiApisCat3SKVhwQ
ZNXgiBNs66K6fOkafcFZXTNYm3srq4IxZbmGmi9e/wBlEvenPaiAg9xeoViBdN1CmArlRzyKolwv
3evDQAyUe/FKgZDOSFHprHyFnsBI91Qn+XOXdhuHbOV613GLIJAR5Z6r+a0W/MhexSwjSjRQ1tc/
KoG7xvjz7VWt7uSZFem7UaNf2haoyUhfjga4RSjGfzn6P8sHaYvFpXixHGn7cnUq0M+wjUgzl2Ff
aYBDgW8LNdV2U/525TDj2kWnFRG1IHaSvKM1eFYPkIGLKIS6zSVSZvLSpuM9NUq/7J88A4petd9C
VgYa2/ez9WzwUEkDTDwtVRlYbbtVOhVru3IdQZihCryQ8a77fJapUl2gkJrEiBYEvR7kzEqgOJ8y
+7AkUYNxFL/g6fHj3xXZBGgNUFsD7470Xae21gu7aqyoNHTfUel+LD5V85+MbZVOVtwUTDuYf0IQ
YqBZL+67s7UxOjtqr3R2NCtPrhKZZDfaG4n+io9emBA/4cxEvsxNzozejrJlIQeX2qdCLcYwyUvL
x21Tb2TeKzc0uvXgK8L2CZEiaetS8Gnmupvg3alJeu/NTeUbNKk3bui1fRO5FxIhdDN0VzoP7qxN
pB8LK0p7FNFBvzh2aNzAQ2/7wcpZAI5CYEPFXB9Sosu9YzaC+HmkVpSZuxxMnSXN/EWp0UV4Vact
9tYVP4cxxNfAiwqorbRzFR0HAFI7K0o89EzTPuBj2Hc/6fzKymyv6r5RvN1e3qpFkTYLulAHY1GX
y2s8kOuYNSzOqf5qZFlxN1TGK+uAlmATxBKdkmSncVaUcKmdObxtXCxHOtYgDsEIEyjxVAD4Jb+k
c5EmBKI+kW3ureSHESqBOhz5cJf3G2/B2glAnxbACXxKzMlJy2wRJiWq0uM0K4Zf6d+nIfPLhAXF
FjfTqrugo+ni1hR4FfFDzo6a7fHJNpfEihSoyfbqn9744XRxP/A95xufbs2UwGWICxEKF7Z0cXgM
tKS4ouxI84tH6Oug4LE1jSXjDMSjg0vpHxvSF+pdJy+1gtqRC8m8nLevKch3vO5PTSvgPbKAKZB/
SpOXnGxd+WtfDKgi9JyBHwRhklReGSDZm9beYkeVTVGJN5xQ50lg9d6zq5G/t/1QrqK9L/PcmOQe
fUq6heYz9Lv0pCYHlYCseVdZZfPgjJr3S1u4fSQGsUFgO96N1dI8Kmwovs+j4u4zzV0GP4GPpwEr
dO/L7d+2ug8YU4OICf68Gt7PM67xyS3tKGnrX3P/XU+h9ZZW36tkS31Hbk3/ZxdQmkXPFuU6sH5d
+i7EStr/PBP1rPjOEipamFDUgXolAEtlBvbXoWZ/+qna69qP26tcezJAbIdmIKaNBWzt0rRJ6Gw3
JLEjXuwOJd94Ktb28Pxvl4J5C0Mzml3ib8e4zDwfiqBcDuXr7RWIkyDfZXiMgGjGxJ/geLpcQe8u
bHbTzInc+gntPn/S0Wb5ePaNrcFhR3qK29ISN8LZ5VJaZV9StXaipLqvsZZhi2lwbaME06pAWaGQ
KisVkHlKHa1tnajLdtYYzOkR2hhk2ChXrW0VXhohlGhheFWW/gaKqy7YPIEhxD5kZN9+2pxPXL23
zk1IrozBt8qdRphQlfTguO2p9MguAc68yHd6i2bspJ5Ix4O80T5e7gGWXqTBwD7gEEnxAlQ4ULgQ
91ad7DqIsWoMeA7zTh/Gf/F4nhl634IzZ/DKUSnGQcedlTGoPwaa9aBoKMgp0OgC25Jn/JuvJhgh
MXIkclRpYYPRzS5w+HbUoDOqevU+BTVk0dGNfGrVOf4xI3e0tX4xeL7ATNY57nPFNH6c+PSLkeJw
+8CuXTnoiKPUjbQKg1vSlaNkoBRG8dmJgBn3qz4PeFfub5tYO04CWYwMFE1lqAFdntd5Maa5W1Lc
CUoT6JwFix5VOsg9oLT5YUtwNxxZzK3g43hS4Dg3U6Ygi7AjB8OYiLeX7h74qYX+i2j4wo7kBEk/
LeAdx4rK7uS4sZtn/gB1ZUePZgB6bq9pxRP+sQVImhQBeHxIOBUOp/aGr09HxQXhuXm8bWTlEwEO
BFAI0lzQXchZBNBno6fmeBpwUZhhbdDGz7MFAMIOo5yd7nxQfkq8seDHgyYpcIMIbeQSutdrLuYu
UHhp+1+1ZgNH++n2glZ37cyA9IXydFnUxIQBon0ryicGdBHdktBb3TTQD+goVyFul/V5iqpPWTNT
J7KAqLL+NssDaSJWbEWf4qdKTyr26h8z4mec3XDmaGhKN2ApJWRVd1ZXFwevQk+A1hoJGJt/DPVg
nVq79j5lZbNx3a1FQ8AkCr1aYKxBTSu5nwFETbJQcLlYOQv0cT7S0TeXV2Scvmt0xyxDJ/PHYIE7
YIssXu4ovzvJuWnpatIhQLgQB6YN2NSM/q7rloOWFaGDW+oXBfd+mrzzhx+pVz6zZIv2dX3tugZc
JqqEoOOXfgAvclUH86sb9VW9H6b0bi6zOxRBdv38wM3kXrez+7xpcj9367guvt524ZWb2cQjgygU
pfjrqe62NIuxxmsT6SMjflnqRUBUdSvcXUk+0QoEsxOiKVGpkIKpZanLumo7N0JkCMb3b3ld7rkZ
53kdADPOh7+3F7WWY6CxAOwDYkQdXUjpYFq5XShTorqRlobT9Klww7reAWvYqAmGJ5Swt7twcT8r
4/TatBCMzsLR22qsiDXJJwrpHKgvgAMVe3t5oho2wFt7EBI/Qok9UY8jSO6UsNzq/a+ZAfgTmk3v
s3MytK8AUM1JZ5ToFW7vuDceU6RTQ7prbPuU6htx0NplhCEUJPWwCNY2aV+dobULxk07Apca37sU
/ciSGdap0ht7r7sf5ZV8P5yoIQBuhxo2CkKS38yzkioFMZCYQt4EQuON4aOmPwZ1rm+E+6srE1QL
qF8LHIV0A7ljWVveiJXNY3/smUODDkQLfps+ZMTeeAflqYb/LusfY9KRt3oo5DBEtNGkESv3OcT+
jo1Vu8CTdEkdLuoyAr9istBISb3Tpmpn6TlwFr3+uU5qFVT59bznRqYHPHG0F5cBWzuVrXGHrIge
lTnPHwyyJQuwdlOIrRFDN+8CnJf+nKFhq3aVbYMFbn6F6j34oe2Nd2DdBAIrMQOKwFeK4YqspTNk
kOyIlPafRmu/z+q8Rcy2dl4ECgJD4uBTQT3nchl6WrAJ+gPYexABlol2cIfhfnIhJa51h17PNrDv
a34luOaQpKCBhnTv0txcFhWpobYRLRXXHi2jRLNu9vgBhEvzz3Kaxuj21bdqT8NwBlC+eEpl0mtv
mJk9eghOM8P2rXnZE1b7rAY7P93ftrT2seDCGLfHwhDSSU5cKVDA5rUIg0eH7KGuMILzsv0g1dv7
URFBvSFmZ220JS73r2HWXNuNCLEoPxR6fepHPVgaZGGld/oXCzozJR6xsxDIhVypNtloQyo9SsEk
Ib3vVvYHBQr/syBXB0e4GD+35FRSF3CLNCNO5CWNDrr/nkE/cBn3LpQyN77QWniKuPd/pqQvxHmJ
oVnoP0dqbR94Zbs+Bu1rv5w2hcjF7Si/dQDzAlyOohLwKuKXnG1d0vRTAd01JF/0JR//Kk4f2hgo
mfbEwZxaXew88pIm/+IxAuGTIBYTKgpy9jprHqDrOYxaDSakBvOlc+sXMzPvLZvF/8I1EE0glsAQ
Ldpil+vL2oTPY4lajWqWT0aGlqC6Nf61dnCRHSP4BXmFjUfo0gQor20o4UxONLb9iXvdPk/StyZT
H0xL/Xl7NWtX4JkpOdouQU7ZQpXaiQqT3VngqTW+6EO798DTmFcbttaWBTw0pg7EWDVmVC6XhThh
RJHGdSJe71JIDVaBN2K4/3B7RVtWJE9fNJXnKOk6kYbJiiVuphD166beOE9rVsCfCJ9Drowap/j/
Z16ONWqNVuHG0weMRpI7PTX8eQLcEtisD68HTSnceEiSRdYnWUrdBSRWIh9qMLcTIOn6qjVk5/ZV
5bsept9uW1vxBzE+BGoKRD8OKLMu15V4qTEbXeZFEyMHuniIQPA1g1mpg6kY/lRGUm5EQCtvhwVC
K3g7SA4F28OlRQo0XzuA/yiy7PJPS4BKriZlaxRH/GzpUrLwBsLnEK9i0kByClaBUZ7z3ou6IdBL
vzvBMxKGeSS/+V43u9t7uHLXAiuPoALda8HNLlZ85huVhqjCJYMXaTlGnVXInPrMJp8b09pw9bWP
hUIatOmg0woFWulAJV7WLpnReVGu/QGTjtcpexvGyloPHOPLv1iUoOcWSQz+lNwQIXkze93sRekQ
A+RGtcdiqz69cqZEnvY/E2K5Z/tW5BnB5NKIffPMAI2SfZpRiFvRkPAPzoKIl1ckQyJ/QV31SulY
n0jV8harGZ2fY27c1a9d2flL8wNB4sb5XXM94FTQX8aUC+ZopPeiBB23N6KbFYGRkjjQ6No95UB/
+/wTOkq3v9Fa/QC0iv/Ykk7vXLhdOoMQP9LKoLpbfgLB6cXkREZ/pxQ7d9qwt/bB/jEHhr3LD8bT
ua4VCNdGDuij2L3ePkxfbPX37UWt7x94G3CnAhkmF3PB4Kwwdza9iPPvjLxp5mvlhZwNvpc+Y9or
nLbGY9dOFYAn/zMoXUijxS031RcPiLDUd+1yp2pfi+WlVh/Glm1cfmtXhQ0iTHH94SGRyXjqUdVm
tMk8dOIjxj+P9Qtv+40rfe0rITQXhxa6tOggXH6lxZ5mMIuUSTTqHMrBkQVW4cT8q+s/bn+otbU4
gh8BEDOUBeT2EiUl6zUGR0+yvggBJm1ir1OrR6rTw21LqyuywPEpOvBiSvtyRWmP9sdiJvA74001
Nb8mMWor2b/ovIgLAj0E5N9oMEqPRmOCDNxTuyTqkrCwAijtVc7n2yt5H+6WHyYHfUtUdNF+vX4r
qt7USlVNIpAq5XvsLju5Ws8wtUjzoG8xr6yV+RcoNnU71NKWgDtcuaO1g9nNSoOO7ayNEDDIlkOV
GerOGAtgswx1ftSzbvJ7UF9tvG3itpJ/rwByoJjlAtUvwyVb05mn3vGSqF/Ux6RLX6jyQJNP5Tge
LLSmZu/b7Q1aO4zn9qQbLcmztB5rJYkAsfcYZDV3wD38SLeIadcal+8Alf+uS45NVQX7pVlJEmWW
/ttLNMd38irsUDkBtMUnUH2z6mSfY8ynM7fqAmsHBwA00dxD9fXq4LhLWWBo0PUiwn9g5MVX+p9u
s1XrWDszYDeDGeQUqKpIQYnDS9cgfZ5E1eyUYAqFqKdWGN/61ux9NLC2KFlWvhsIzkCTCECaA4Zs
8XPO3nKN617SZ7h0LCvWyd92GMUptSHBSvMNl1x5IJCNCYwG3BH0PtIr5DULUMFNqUSFMoRmnR8y
qMFo48M8ClWMwCySYKm3XvWVb4aaJ3QDoJIKbL8c4yUUHApl44hzMAMd5mdK6m855ZoN8HJjnkUg
u7G8yz1sO2XKldlUopzrmFWt/IRCCqHY2L5rKwIqiKKx0HwzEPNfWkm11pqmBo6h43ylmekb3ujr
W4PEwr0u741LK1d3aQLyb4MkkU2huWHWYbbFln7t4MIC2r4WyPww7y95XKIKWCKnSVT2R258TXgW
KpD6HF9uX0jr2/WPGeH4Z449cLVKDFLjHFGluyeeudxpCT3W1NviWLk+QpcLkgJHMjGTgL4hiTA1
bLEwC62Dd5i2pDvXrKDACjwg+B4B1pa2rSIMAcioe2JEq0rcQFX3DhBVOYOIg7ER7azEpwiAoUsB
SjU8dVdUJ50x9ZXWNPCCHsxRz+oMMiMTGmlVoJR7u3gp9c8ph3KFV2+gQ1beWWFZ6B+BTBgIT+mz
IXNpWGNhM2v2U8tfO1AZOqBwq/aNfdCNeMn2rAXCjrjPyQvt9qqyw+CkNz2rWfEVo8+fwaUX3nak
62sLvwibAW45gBTQFrp0pCwZLYOgxo+hru90nHxiB2N9h8dnetUHjHFvmFs5gEJkF6MHQvkBJ/3S
HIqLHRj58HCnJS7FblSyMK8bcyPWXDkdIkyHygOwTCqUdi+tcEVNF84ZtnnGdQXqRtb77dZU4crO
YQwFbwtiOwtxmbRzNfhqoXWLC39pp73HgnJ8y4DSxcvZzOE8/6qc37c/1Up0ABog1LcB1tVUNC+l
ZWkGN3vad0rk1Gzqdq2iaaWvYFSm8N2ln37aY5dDxlzXqs8KGlND0AK+2/uM9d7HgQzCgcEBLlpv
gk/mcoctNraKSy0FpIcWmvNt+2Myx62BQ5khCPkxrIgHAakx+qZXmd08Tt5cG1iwW2IgvjqZDg0x
uOobsxt4/b6kO9Y/ukbxjJGF/aBgXuvj4EH8BIHkBawLTGhyagSBOjtFY1eJuH6Xd1+g0OWy4KNM
5v9Z6JkVaTubbi6sxHOUSGm+QszDmCmKhofb7nMdM2MlohKEAAUdK/lQDErfQV+oSGOUTkh5ODj8
Na/D+VP98ZFHFGcwVgl2F6D80CG59I2FDxpftCqN8/QA8HBYNI/ekgdD8e32gtZO+bkd6c1wmD2w
3i7TOMsBfJvbu1bM7jUbr8XKy3SxGunKJkvLUsvGtuX5gubIXT0eE8v2aeYE49YnWnV46MLicIOk
RrVlZYp2aptBc1kaL/W30tiVZphr7tFQtBfLPEH0LMy7F6ts/SliensawAy2cXPKRHvvnnj+C6SP
Z1dZ2giq1PiN2GDE9A3f5mEVgd7F8bMiaAhKR0GXBA9B1W68jms7jVdZ1AfAWIJY8NJvWr108RyN
aWwWfjLvhFitGuDATfPGSVhzHPDtItVBWRQ1OClxXxRQaSu2kYLQ47lpdu5wyPiGb66EgWCl+8eE
9M6BvFSvk8VMY1FEVIzOt40np8wOm2O/a6+QqwmdEUdghq5o2yrqOhnpsrh/mckdI3+m7r5vWrDc
/xi650QlG4S0q4/QmUE5zwGxRmd2ap/F1Lb9cfkD7cIdFQtMsmBRH2oNfFYkbsqcbZT51u4vMZ8L
KnoUqZBAXrqH6Ls6AwSn46Jr9oVrIUz6wtFGnk309B5dMFPevl7WPuG5PclLIJyLd9NhWewNms/m
aCkSP1HCeWuQ433aUkpK0BtH8CtedfyHtLAWbJ8TozyL9eJozV8adp/Zv7hb+53zAMgZQuE6fdSZ
GOrWlu8T/cSUfVuNB/JB0dv3s3/+Q6QVOyRTMcCiZ3E3glX1O9PfsmnDfdaOHngKMOIEvCqQ5tL1
UoLIe8kg4Rs38JM+0QO1qP1+3OpWrfkKemLQlxCKDBgXvvSVadCN3LNTEvdZqNXfp6Z906pjHvdO
/6NwP3/cUc6NSWfdzcyu4L2bIXx3EWaa94X2knW+zvrd/8+QFCW0lQbkEXOymJAibOY/WkkDE+wu
vbIlwi7vHybQBEkPpgxQ8AFpnfy09jjNRpLzqKU7L1f3TAubdg9m1jBbdl6y8cS+H93zEyCbk97Y
QTNzjNkVPDLx4qHPp9NQy34uzq/UjnVbC93590z2FtlAwsgPDjBDIHVHmvA+q+jJUvM6eGItKzHU
aOnaPejdc990edxBiy6oWXHqifr39gdcM4hsCzUi0a3FaNWlW1Za1412UWlAznrQvLWPpfrmgDc3
sUgwkg+KuQC4KTRsoaom9L8Fce6lNZ3XTsuNRoumgtDAYs7PhKr7pHO/DuMcQQZlKymQ3yIwySMb
wAAj8gFAbWTAgFs1NWswAhEtUOt1RuuBGsubqtR3qGsHaTm8QDVoB6qwjVqIcPtz75HMyuCBmTgg
OipgFoHFXw9Biqeyt9sfbsuEdEXn4LxAmpmh/lvod1XZ79Hw3Djc8s0o4A8AoqPAjmMELgDpa3VN
mjWDQ9LYSyuoKXkHPBdH0n25vZDrT3RpRTpppu2RMSkRm6tT6WOYKKCGF0BRuiyLU4aaRO89ohH5
6bbRraWJ2+asWFWSKtHHHkaNATOtKZCg9c5rtY3TLDbo0g2wNKEKCxgooG1yBXEuzKWZLFgxKfON
rg0c8D9hmrSEbMTt9WxZkrwh8WaqFDNN4165Q3VhUndTfSi22uqruwZNF4jHoVIOxNnlrnGLDhNr
YMVajJB64HWBwuPWe3wVzsHthOoI0D04tqj8S1ZapYHCwYRYmE8OYPWp4jMHw8flC9vTInufeS4w
PReCMyK6vYvXZwqW4cQIW1ENg5Dc5fpoSU1GB+iNmxlIwQaaZ+GUm87+tpWVXUSVAlEjYg2wT8jV
a5uaKUvwmsWeTk/gUPB7LT0V9gaN1YpHXFgR///Mw0GgphcZgBCx5rq7jL429l3WN3ul3Rjlv0oQ
xedC/o4EEaUnlJ3Ecs8MTQb0LcwKgY2R/CigwuRmbmjRqJn+tt1Txb4PqubP1olPGMsYDwCc7G5v
p/yCvdtHQRgoFmwqxtwu7QNMDyBsSgleSS3MLBLS6XX+BIT+VvS99t3EBIDA5oPTypLOmJ5WLvMy
ZBJ5shzo6Dyqo3J0zI2nY+27YRARQkMC+4Pc83I5E7CDbplNJNYsAmYXJ9CTZ6YC/9xs5LarhlwI
PSOYByRHlpLpbdo5gzuT2HIPrLRPuDMyiOM5U7KRwK+dKmi4oYoOujP0wOUVpW1a0FElcWJk35O0
KqBEkG7JWFwFbCjRQ6tLuCJ2D14ofR2QFFAFykxFXA2v1RwNThMuWn8qzb1b1HvAP4KlBfV77W8N
BV3NUQjLSD/RPVQBmsGJvvxi+jBDYM0w8lhxZt9Kqb+4B9XGUPrzpCzH1iEHpwkGcm86bK/2bdiV
X7vcDG+fgutNBoAQ0ymg7MC9CXDk5Y/oSJI0CkmKuI5ovEVcc1WCwRIx+I7qBHrx7255+bdTkzdK
7qRlnFaYZTh59alI4mkYHshYHD11VwB/R56cojm42cGj07OXHetGj3DjbDjT9SHEKCa6wci68ZFN
TXq4O5OAXGecq3gufxnNb+AkW75xo62ZgCcB5geUKeSPJH8lECEaPWDQ4+5rOzxrjx9Gp2E3wf/z
jwHxA85uzCwrrVrv6ipOLMtX2nsoEM0IuB9zFOpve8XqUiCZIZTsAP51pDxwzhOh/dtWMR+mE0+O
dk2fSlP5cPAB0S6hJmcDdwJws/RsdkvfscHUqjibbcgLVr5e/lST9qWaf99ezkpoAEs4Y6IygSRa
Lrg4EP9I50THpylZQNpSaExQEK0Ud/XAAm3OA9tEEJlsoeLWDsCFYSl7X1LbnZUchu0mznjrj/Ur
Me+ayTyUVRMUoxI2+FcRsCU08PAM81+ErpBy7r349hbIabDwHVCnofkNagLIoEhfFKRUAHEvdhW3
4+CnORhV+eean2xcPabzOKMX/i/svcf/ACcD0ist3MlK10FRBOdNm1/Npjc7v2xoh1LrZJ+4oeXB
otFyD2G6cSMFv37XxTgnLnS0lxBiyHDysh6VCUw6oA00hzu7RCbghK4aEtf8MinThrG1SxxcYB4e
QlHyArHV5ZlsS6tru3ShOCkVghXATp7NvCHh0CRhrkCwsOpJv7cqsw8xCaccahcKWEnLu5NWV9kx
7ecidCdabgz7rH1uNGdxrnBjgIpJuio4Bh/p3Da40j0KvUvrtbLLk1Emp7lJnlr63OWAL97+4qu+
DpV4QJlEgwsd6cutsDSWTQOxaexoT9PXjB+grhjYU3tA47dND2Ob+fX4Yjt3usZ8AZIp3sq7ZouR
cOVBQxsPw0eCwQ+YKsnR6xa4nDShddylGGhbjNbdaWM+bzwn10EQMFRAvKJWjcrSlRBBr5mVjtyp
jt0D2kFvpROqG19w7Qo+tyAdIMOaO31RYSFDCEL039kSmRsm3p3zMs8UlRXM/WDQA2hxWZea8V7n
KO/QeFE9H90ZU/ma7HT+yzy4c+/TJjSTo56pPqeQoLoryx/gSOP3Cehtq79z/ZU+gZ5hmXa8P3Bk
XJa+H1R0WW671co+YIshNAZANiZ4TWkfemXI6aRhOtfOZ6hasN+NCc7RrNuqs17NKuOGRDca86xg
Z3MFD/Kl+y6VNWjUHClSe6hzO40bklwNgAjfDdad+rMhbw26440VFEmobIIXVhzqwroUh3l0WTjN
UBdXwVflPi38SdHuCvLjX2ymyHYEcTmK5KKmchZBEBviqgA44lpIFCQ6hd+3RZhDu+O2mfeiquRY
KFWLJByEERhMloJqlXqJomS4CtLlyJrMV9LnEbV/BgU+wK14/tg1h3zhyGDrwHNjSvbAIIIGLdAL
UKm7d/krIc/ptO+nQGsGv/SmA3UftKS7U/hGOrNyXwhVVvCh4fbGhIa4Sc+3pOfgntIdGpc1aKAs
FzORQ1NsgYLWPi+wYEJEBicOIoGXVhpvWqbRNmnc8h/ppB4IGJuF3oT79/bOXxfF0BMXNJ+YcgIX
mjwXrWpl4RZ9Wcet88kD4JWwv25SBDOAaN5PXkY8sTe+9cpze2FRuvXzqS/zDK2P2AWfXEvDNqdh
U/zV2yocFbJhbPWQgtYJ6G4ArwGElBxYy4zKWExex/Mc5DXHp3qrnRePsbDr+iAl9hsI6rvRRM3C
jFqyURtZSxYRUQhSJLwvAM/Ld0QJxB3KMIjl6sanfPJVkj0m7rhvHeWFN/N3WqeQwhg/VxPzk4Ut
G8/OmrPiVKEKDjozhDiSs2Yzgd4fYJIxVRNlz/qWfpmZom6UElasCEZaIVKCPAYiM5fO6tlZmZdt
0cRTy5wdd5fpVOWdthE6rbgqqiIInpDZiyE2aS+ZYreeM5pNPJhfy/SJUOWQqNpRI9rea5zA4UBC
jN9vH4+1lSHZFXObyNIw+3W5sq6t7W7Q6jauit4NoBhhBONobtGOrhwJGIB3gCkHxTpZs7JcMpoq
CmtjEKR8VssdScejk/KA2H82kQYrz+OFLendaMzcbWtUB2JrRvtxMe8zNt9ZHt/w/OuPBadXUTID
ggiFAhnUaFFIErOWdrFq7odhMo6m3pr7bsrv8rx50kn3ve9Vfe+42dbo5nUkC8sgvRWhFnD9MgSn
xEGYIRzUxXN1V0MDc/CeUAlS8iI0vFhNtiZ+rvdTmAMCQQzcovYue8ioA3nm2F1c2SEb75X6CaCZ
jVtsZTPxiwFeQ0EC3Sx57LoTCpVeSftY4+09AHDPLvtekHsQSO7R4vtek52xGd5cez4UZpH8ITBH
IoipwEvP5x3XW4flPbassfYzz/VAGQDQvH2+VnYPU/hQWxCUkaJUcWlltDtaaqU9xJ3zS7EiatVQ
3P5628ba7mH0RndABA5gkay16/GiJU5jDXFuaKFKFASqRXY3sjK4s3X3b9GkABuxw22jK9Vq4NKh
pYR5AhQQ8M/lympObVYUfR9blfFc9x7QisbJG1MfzZ82sx4WyLkWRf51KLLQTkg45k95yTYu5pU6
hvgVgBsAi4amq3z/V0tJ8mSo+xjKCKE97fBQ+kO5Y/M303jSFNWv6zFoMROwsfqV73phV3yTsyBJ
KdyW86nt4+Evd0PX9AslbswjXULrKXtzdnO2m9CdMnyPBs5WmrLy6l6s2pXqRFW6WHh0YV0l6o9u
/M35AQrL/qSxHW7xmR1BpgUOnNDEo3t74dc3uegjaWBDBMgQ6mTSSzihvAkpoQ6W6W/LOun8VDTo
aA7+wtjutqn3CuRlzHxpS7/cY5CBFgUyAHiY4GQ6NMlzb75RDhoDiGCAGXpuFb/5+c3gz5SlqGg8
VN4vNCE7vps23Gxr1VIKbc7o67N07GM9G0+WBzaI6VBaPyrdfZhNsmFsJVcQ60YpHNcS9lNOQiHC
4IDksOrjxi71367B1TvUizyIAddq93dYBt4FBBqXy64AucPgu0muaqei62i9N0c+7BZI2zcvbY8W
VVpZ5k9G86b0CZTuP9UV1RsQMxTc2i22TiIz73QWgqK+UA6aWjbVIautQT1NzM4huKvQ7JkYnG4x
xstqji5wiDpKMagFQkkFRRnJhdngFZNuzfi4vrqrD9MxfzaOzjG5U3fNSYEMhM+Hg33/qf5pp751
Cp2N2vTq/XX+AyRPJp0xdRZd+rj/2uR7008jfVcV99P0a1GPeQtJy1PXhoW2EbBe5z1YN1R+BAoU
yA1XduqG58WQYd0DGcqgsZPEH3RaHScnGb84VZLGG6dIbOTVKTozKPtuQevOA81QnE+tX5H2qAOH
4+inwqnDHlXHanqrzCVQtsazVt5XtDgwdIA/UWGVyZtwTku30fQ+JpVuBEVacN8al3R/e3lr9zAQ
83gAwOUuuK4v7wjF6rtedcohbqv7nnxL9D+6sRHprZTxkGCc2ZAiBSdJHTWFllFsW1/VMW7Lu7Hb
8V3dPnBQFrB7AGHYK8RH73X22LU/UgCwby9y9b4//wXSa0N1vqQDLwZE6XdZOjx2zAiL7k9WYCZ6
19+7Rn/f8eFzX2xxNax9RNR/4K5iZh48SZfb22RM95SuHWJlcdVPdY7wBZMByevt9a1aQUkBlXg0
iVAvvbQCjpq0bfRuiC2rVk+l3kEzGJPEG/DElVQZVT0EsCCAACIT7ZVLM0k35klTGEOM2b29+QN6
XkEd6KfmzQj6J2puvJS6OFjywTs3J+1dZoz90BB9iDnByK1FpgKssdPw3eR2FkIreHhoOmV5xigh
RvYNjd4bdoI6kOYOAQh7yG5Z0j5ETUN9wvh2jg525Z7KiY57NVv4nimYwzX1pH1rC698qtUF9Oop
2Rohug6wAPQXeHV0D4AMuOLin5H6mIy4Y1wpTfbbaCFPTXmnvdQ81R4W1iSYwzZKMBtAqwEEPM3S
32lgk/1120Oujjl+BdKs91FpMO3J2dZgOCOb85IDPm6cCHhJuiw99f0WW9KVIwozcEPU6AwMY8ut
byWbAdTSB46TbpVfU7e3J/C6cMw63F7O1SPwbgflZfA9i+KUdCcbCi1SPnc8btGFDkuj+ktHMAKa
/0fade1KjivJH1oB8uaVksodVR/v+kVoc1qG8l76+g2e2TtdxdIW0X1negYDDFApkslkMhkZkc1Q
qUpK77q11ckDqd1/rLFRn+SqamobRYSE6cF0itB1zEzylwws7w0KJX8ajj8Hhmcm1mWMllnuUC1o
3Uxh3Y4PeHIgtRoesnzwrGQRHN7r6/TbDHeI1gD9pBp4sx5i23hCa3t4UAcnFsT91WkDAQCIhFWW
rXBRKZH7sUriAdOWNttCmXyzbg6jrfjXV2fVF36b4UFavaNTe0Bb6UOnfnTDYXRmd0gfa3US2BEM
R+OWxqJLZUgGlsZGp7KF14y07YnZibTIWVQ7i3qoI2EPoRwJdA+aD7kgWzlUTWg4jQ9yWsfvpRWC
0TRuwoGMsjn4OjDiUGFXZw/SYqIqwsoIQZeF1z1QUQC+xN/oswoqBlaeTQ+91Lp2hougCfFidE1f
X7C1EYJAFZEC6hagO2OfcbKdYiXBrCnlhGKWX+kPajuTJJsUt4kxtN4GTDwXde6s+AijzkcnJ+Aa
SJq5SVWrFhyC0LgGakTLSd30JbHk9COJS/RmTN28uz5CkTnu5LIbTRtSc5wexnHcONbSkg78AaQK
88kzQltwLq9sZjS4w2FQHUHP7gV8qlObQovl6aHI8p0uD1s8bv0pfBROeWqC28p6r47gi1OnBzN7
1dvRa6Uj1b+FoUgeZ9UDfw/l8zA9cY2i6YHKVrXpgWavECXxFVpDh2QWBCY+kUERjokJoeCO/2JS
npw7aEutq2keQp+0f5PZi1CDqp+lVDeqEx/KXHbVpPWY+A+wfHYLMEnYCI4Ubg9cfAHnIU5UJ12i
S2XQ6xtIalNqxISaLaFWfjOAbXsRUa5xM/t/BgFWAVoFio58iqjL6CzGXakM9GzXDyHeW3eoJbt/
5PefRsCcC05BZLs4LrljeVqKAtICaRlMxk9tuglLQN1MEonAv3w6/48dNhBUxIGC5PXI5SGKF8o0
bZ0o82z1zXEzPPspBlFcR92q34fysYuFL0Xcrv60CnvwGJZJIb85j1vyrLN8Uy+D6EWSDmnQ5iR9
ks1NXhSetoXmEql/htBsqLf17E661/ab69PLN0P93xdAdgqhE8Ab/u4rLzqEviQLOuyH25qgSwL/
aBuHvJVkw7jzD9W35K1+vW51zVXBnQ8eDVQHgTVl03KyJzXU5kfFgoxyBr70LrtNeh3Am9LNE3Tl
H6to/rPj4XOQjAIJaBvgeC9yu3xsjUGKtCqwp+65bJ71MjkW2VuBR19LcnZT291fH+Da1mDNLgrQ
5EBy8XgApQIhpVPGdaBCsu3LqM79PhutQ9bMogcqvjL1z9jQj8h4xoAR1ri8S6GoaDRWUgds3aJd
t4920Q5Kjb6yifC8ty321d4+RDfdnu50N9w18THKAtkDIiIA7cf1cfNXk4uv4bar0iwUHClpHWjl
eymlbmi/peExDa1ta0qbqjYOadGRQaTVzNcDLuxy+XSr20s4G7A7TdNGx6tubruSQ0Kwe8dEoa5d
S54TvUXZRnkYZvApQgGxc3vRdmJR/iTTYp+BrnkAZlFLQq7NMwYMZhoWqCbVAXVGL7WOKeiYlKkn
mhG5uojd4pN16cIaIHPAMkFk+QIM4kRWp4PDpw5uQFpB6pcugKA8aTblDs2a5Ot34F5I7EV+vPnn
b+p+DO7izp7ihyRyDVf2FHfyZ08lgMQISqZrJyLDzaPxkGGHwaZ1vsnpPORzO2Eu9H4hDoqLZEne
F2O6a61lL6eoEy9Hye73I5392ch2XW0JUBMrq6GhkInbMC50QGhz0RVSudClGfM2wO2RbfWINPM+
Vm7T4g+BhGzdsc8RX2wmCWLzHc6JHsvLmA9tMNpfOmnytOzYyp1bLIdm2nXx/vouWzk1YA0YYZxT
YNz4rHKchM/UGtVqGJY2aMHSsF08SHvmolLh5U6GD6PeDdAJkCB4zuFitNGWMW3zKg7Qmapmg0d3
Njggst7LVIsktTdU1ZdQeb4+MrYiZx7NjLK8kAH3GQ/7uc8kEi0coxvjQIZkor8MahFIc1z61tDQ
Y5GrpduqGnV7rb1toRQoSEkv/AVlFdZ9CYYnVBugw3ZuHbxV5lKiXzaYszwNRksBjErPQ/ROWc0h
GiOT0LnPBWkbl2pbaKHCpQX1LwAmWJcHO0pOF3Oq0BKBZDsoVdmtQ+V9agcRC9jFectsMCYTOAyc
lD9vQ73tJ1Dsx0Ec+4Xhy5RYzibc6NnX6A/pG/4ZzokpNscnw9GoDebayowDuMpjotXEnO+M4UGq
9TuleLjuLSvrdTYsbr1KkPD20JGMA+h2RNWj+hb9DAdGsnndzNpWYKBsPK4xvC7agc7HNPTyjHKN
Ar9IX5vedPX4i1Vvsxv0eWQ3ebfspupDYJL9JLcRzkxy51mkDpKWG8wrqukBwrHoD+/cZDI8c+5c
O+rdBIDdPpzu5SkipuUu+kdORZpNq/N7Mm7ONYe2ayxoueEjLK9sN3SXH4EgkgRRmv3KxVBZjzpU
ehzcoLihDi3ocmdInARtPJMsX1wwoy9UxCJ/eRyxPXBihhvMTLuigPY0HLPdqmWzZTzojoYHtuQ+
8Y5K7zE07kJyEbr+Ilhzdrk4Wqr5KDkh7MbqR2wv/jLpUDwhedMJotf/M0KUxQwb0IYLFiZnwYtI
gSf+gNp65CeVnhDcIBLXWcpHJYWIT06Ld6Waf5Rdkrta6VTuHBdPWl+agrN/bcwKSsIAIeB0QlP0
+YahKLsA2I0xU7U6GKCttgffGUHnIrCzFjvRaYiiFhh2kHZxc9s7dWK2pR0HBq3abV+qr9aoi3AF
a8Hz1AgX0dK8VFJtNjCYhn6Yo1v+qHQKrYjUlZPKMyFk717f/Kuzh6czVNd1xnXKZfR9S7UEj/rw
VPmOzu8OGqws0+3Ux+tmLq+88EwVWFIATliWxGvn2Qb6PlJnTIJy8GJrq3Smm6aHQe7J/AiK7Bng
mzsV9MXXza5NJwO2oecBZM7oZjv3jQjik4XRTPBSeRfjdaJ0re/gt5FL6HiLGuTX/OPUFucfIzSl
aJLDllJW7oheFmGfocgC5xwQhlLnaYYFR8FzUIr+kf7PSnGfByqeawEmgjQrHuS4GrGNZE/N2iUJ
EgJItyCTXIu9pz/OuVo2zKkNLZIkkOvGncyvhlG5RSvAM66en6dWuPMTcIq4MAc2BJBtv0Jxe/fD
3mS+SXbXXUs0Gu4kkdXGkGQJixFHz3qPmolcQzxM9DiwvuS/F4Rz4CwEKm7W5yRY0N2c9Pe5/l+u
OOe1oW6WdlpiukI1cov4vgXr3PWJEg2B81qt6aBsOmMIqI2S2UGZJxF0bazFMDw4IeUEHQYKIFwi
D6a8mKo2lqJWLLdWZ79IbTD5fq1FrPur4YRVzyDSCrVW/gF5MIZWR3EfW9zW90aavDjabas94GzC
7V45DlRUiF89ZtGl969F9kUnGe6i6rVRoSU7iO8kVFXQklc9ZjezZ1hEcc0C3XOC82DVrU8McnM5
yrOVmihZBYr1HNHcr5vjaIqM8OCfzziDGgKID1Q0zeP+dT4scGu3Td3KSaDeg2hKuZEzoj9Hvrnt
fXqTfzXu9U1Gxqf0m3VAY96+Tjci7adPyDGfCeIahLciVs8ATuX8E9payicVmglBBm2r++UH0IP1
jRMelureyEAYqr20qGLdSj/wIkwszbu+Kday3VPr3AS0cYb3X81CLGy/aYPtJmBDk+ujPX7k898c
TCib467J2gPw4Hw+UicuY7CS6myLmw4p6Zh74G4wBSNa2+bIvlBjldHBeqGpCKodZACVlgSmnuwc
Jz3Ms6iyurbPGcSTLRgKBTydadG1PSMUQGiXZaKDCvzNnF+mSVBOZR7OOwYjQ4aMHij6LxS7RnBY
qx3E64PE9pYCQAM03ei92xkkG3WygE9WizPBrls9tU6Nct5INWxzHSjZIJ+/4t1mDGXSbI1XU/kw
o3lj9vE+HF6uu+DaOEGdgX4DkKqA/pk7jrsQ1B9h6iQBsi4JxdzIXwL7rs43fzU4Vp9EtxrYD5Fq
njsg2C/tsmzjNLCmCVehLZitrDkBax7aoOL7eNJICn6kUVQf5fGjn1EGTT/oekSNFJUe7uQp2xYC
oh02mYZTBxgcSvocsiXAMKFCWkdf5ldJua3D+qCG97Puqt/z/VBvmo/UfAKaQnAMfgIaeb8yP9+v
wNwAlQnuayTbyVqoziTB7E+PwLHe29+XTf8Q3QNgsMcr2g4T49FguG8SN/qOB4rry62y9bxmnztK
EttaHIioIeCVJDwanvFjupu8hIz3XUGSr8p2uXF8yQeudgi/RO58U+yznfl8/StWne5kErjjRW3b
NpFr+Lk6PtcmHkg1mzSL2+Q71drEeEPIIiqY+LVDG6c1egnRlQzOD877qiiliZpCozBbNODh3d7q
jwO6smJnE92J9KfW4vqpMS6dcpLRiSMKY/Mh2aWPPbDKG1EYXL1Lgb4NPYvoWmc0Aef7KVH6Xir7
LA0GDdDY3HQNs/sVAWIx69qhovUdS0s1hx6j8D0R9mqsbys8IEJHB6/Q+Ne5+bKKmrBtKMboIj7S
+zL1isf0bYHezHa8a6JNcosu0ffyUXqX3kchSQi7g1z4MTpv0B9l4ZmWX09L7ZUlMlAzhabiHlx5
4QulpH4L70I02739vO6vqwkYng4/KZnRpMgjwuK2grRr1KZB0007ebwfj/aPpCdqaRNpfO4a1/Ce
e0FxZXWTwFHR0Id3ywu1AQtl56pwhjTov1m7/pm65W0G+qYbEfv76s44scPd9qAJUFRDOqaBYbw4
C17rbFBRBbr+TdoPzSSIP6tHHLuD/2dU3HljqnBaqCqmQef9QlnqKfT6YPmCB0thCZXt6AsPQWuU
hTcLPHbzrwn50jkhlTB/ZZ65U7ypdWKgB2SX2L65H14mbZtRUr601lHFM2koKoCvpSlMHPc/5rnt
WUjLCJgpBrqZvmtb9GB+v+6T6+7x+/e5QE4hjQI5Cvy+etRn4oCowimOlvWEG09lGqQWmPt/Fu63
PS5mp5M9KhSwiKBotQ8IIG6LKt939l1Ymm5o7MPpSwQR90x02RKsIv+kNygTZNZzmNU2NDiIRGbW
j8Pfq8TLtZUF+obaGrM4bGY//NZtwMeh7NsX6c3x7G10iDOSyWT+Eb5bX3WFyMd5kxlE/UNa1n9y
lJPP4HaFOgzg8mrxGRFNiCx9HYbbphbVRNZyc7RHgeUFPQcsQz+P2FIaI2Syrbd40eHd2s2ucdO9
Jm5409wnj7Wfbq976GpgObHHBRZZL8HjlMxpQMttrjPGSLzJPmjj0ZhvS1WYX66eCCfmuDk0pAYs
QzbMeYtK0oHk9/p2qbw6sKhrVHeNEEiurQWYE4Ps/5/cyqsetKl6hPkc3dyf75FIHNrg5+JGZPLb
vYj1a3W/n1jj7galBr06Vf60VgWqq7sTGX4Z7q/ra7YatU6scGmS1kPW20b7apDv7DvAM29EbauX
sAlcAE+9kMuN0B5ZFLEGC/236Qa5+HG6yf3KTwE+optu23vTdn6gBbk+rk9c68VpcDIwLhwveYFr
cQzv0LfK4NKvOim81gNUDbgEenD8tiL10wztk1dpK++099itt+UO2qE+GJu9mITuvOn+oup2OhVc
CF/G2iwyG0sa6jnsGBYoFvJeBBRY2/bIWYCK+MyT+Adu0EwA+RRLaZAAtB+HFSoMgo2+OrlAVaGv
AlIcqKJwA0GJB+8TiYOr3WaQkP/ph/FQb4efUOMNpsfopggcVHKgNbZrg2rb/Srf2m3+pPmd3+97
r/oS/ai2wtIO2+/8ip9+FHdgaaGaRNmEj5Jum43qV17rdiTx42+GW7n65rp/8X1knxH8xBqP357V
pALpX8gOEt1N3ASoth8Fyd2CZNuZSN51c5+0VFcGx8O4FxXPl2aOwfV+4Y276e2nsonh0PHt+E27
lf3u+/La+PnB2Cq78LbCsZUeke6gnW4Xbbtnm0w7aZsDtiP4rnVn+9cT+IekJEt6LZTxXZ58lG6l
ve5qe6iU5FBCRRf+U7Kjh/lF2xXfcOk7mDfAx1j3sW+51QeEwVpcQ5+iH5or38lBSsIvscBReVaq
i1XiQnYLMhuppFgldOSSl5r9sdz3BVXUw4eQQVHggBoXsW1IhdV6CmPywSEJ0babN4XoJPW/ie6C
a0nSqfNxUdswIsAw2P7L9I8+u9OqX7moVLkat09tcHG7l+QULQrMwRE141uJDCQl8WbeRN7kgnSA
pNuXX9e9afWOeWqTC9ql1kiG08JmZM+bqq/cBIpJZZhtu2jeVeFykPp2l4wd6K/7W9uJvwxjuKmy
yZOWeasptR8p9vPS30qi1wzhbHARb5r71GlnfJnzSAGAm31t1/vgciSlK7mDDw2Bt+IgkmlbzcFP
54MLaf041vG4YJ1BlPOw7ADJuNe9fFN7nSBXXEs2Tgzxr+lgLwpNucfwRh8t/Dc6cbapP5L4/voC
r/qtg44ykLExMkxuPC1t5VnKIxrQpPEaZZtbpZtOgk3/efpcxMrfVj5n9SRP04ewNUoJXZJKs0/S
X8oU7yx75+DWNM3D3ZRUJDYdVx0qNy16d9DGXay4eTi7HSBu2ZI/jSBqK/puq4XlZqk6PPLpO1pL
fpQ2fmdpt47cHMM6e3QgHzG0tX99ktjG4j4fyDtGbAACZdAXcWl7pYxA9eZdHOjV4lZdQ3QtdtXo
uRgFq7HmXjYgfigngdzs8okg7yZ9mqgFKFxX70o7u22bTUJ9R96q9LnXwPsRQdNaVH9YcQKkDiCk
A+OaA8A97wRz1uCG1yZBBPBbM8QbzUT2XC4C4IbADF+vmiOdtj1IB4OsO8RD6s1K7HZyJjiY16wA
wsg6ndHCAsjk+Z0AC9krqY7CWwv/8Xv5Q/hUu+IOQEj+tsC+4MSba8kpO73FQ2q2FDdjaRxye9o0
zfyy9KI2PhbEOM+D9KoC1hU8dQKdyIX8sFnqZVbxKqxm4BhIoNGgQLBoWrw+9SezzbZDLGrRYRH9
0iQYwRj32CX1aTIOIG11MH9QYS3UiUB2w097E0xnxQ54B0E1anW1oC37H2vcDVWx2slSSmAR9NHr
zG80/B6KMiLRgLhbKbCcdttLahJ01jJt0UPugCTPgRphPn30RmyRVNdFRf5Vm5CZYb0OUPfgCXeV
GC2dUoanPqVz5fi46a1tvWwK0YviyiGBd7HfZjhPbCu9UqMSb6d1oz5A3GajRKErddJuWhS/Bnsy
w/ZIkyy4yq1uAB0FDPRiQoaTR6dkat6ERmsADJGOPyZj2Tpq7I00K12KNpbrsXd1B6DCDbQSoi80
wc83m1m2KmSyMcRE2deuBrSs5lYLqTdhJTilRJY4V5R0c9baAu8yaKFSoucmIqoWpP7c3Yg0rVe9
42RMnEeiLaEroUD2aYlCXS852IUb0ucx/JtYeGKIS7ZlYK50mzJDqbxNy0O3UF/I87VWmrfBxvzv
EnERd6wHR6ILlgi0tttENTblt3jYmmBF1L5m+baw8JxmxiRqZ7dtBIvGfvsiWjFiVyi9oCOCv/Sh
mVAyjRqPENrysUT3k6jHRPT7nFNYWtiiJRi/HyW/DPmr8CxZ+32wOch4HAXhv2oyVzk5Swa7tZy5
y3FaVfU36Hovh0l1BsEeWtuvp0a4VLkz8qw0qvRzDwHvRdEBlOp3dv/r+lZdi+VoCWTgQhQgLp7D
9LkbExPqSUHjHCn9aFRJEHfW9g0KiOgoxns5FMq4ccyG3RZZj8lC7cps5q0MIQ1EB6LkBykVXjBW
l+bEGpcVxdTqQxDtJ0Eag7SYKGHZeXMcoY0mg7AQ7dXBz2XaPZVpe79YzcDajcYvfV8Y3qjkrTcW
47NNl0ywmILPMriAaC9NacUjwz4lkeSOOmjvaCOL+PFX1xIFKwh6ANCFotK5XzZtPXeDWQOwqU0u
QqF4MdfOLrTn/WuB21lDX0xd18MCMMuPZUY30hSCbWgkZr8fdJ1Uqn7oEkG4WPEg9GqBABE3HtA6
8UUbpYsVBg3AyWVKbjfQm7at7vpedpWO9QrF0e6Pt8SZPS7SW3Y+1XUNe/AjEqPFw4qOc/0X5/GZ
FS7Mx3GGC4oCK5Vz1Kdj1v/KkmNvCm6kKy7hoFOHtVSymePZy3VH16hcI6cp7HCXGekeDWT2nzs3
yABBPgP+PA26cudOcX3u1wqCZz/GTX4P4JtJdZxLbdqnmyJK9q0UR3dtV/pzmigkASPTprTKX3Sg
NEjNGrgzLXqdG23Zt1MvatW+7LoFUTTALyYoTRhLEs/JYUZGoucZTuPIyW4Ksz7I0beKhq8Qmts4
sUnMCgV4Da2bC0lLnJf2TOxsU1J1a1F6k+nju5ya369P0uqGACJMxQ0DrWWf9Z+T80eLnC7PNMyR
JHnJ4hs3NRhiIUAnKsWJ7HDBNA3rqpNnJFdxVR6GTN3Jy0DATgiueeWmSUvBPl858ZAM/Dss/sYu
Z2ZujBD6Qu8vAcxuCD1Qk9St4PIisnLurf/TWlaVzzEWNCdyePdGrZdQJKO+bkI30JuGSIxL4Hkc
VlKjC6cG86amKM1OhxEkNW/acH/dC0RW2OqdeEEdWzEdMliB/uwEGYoAVNjCKLVycGFNcKdE3ySa
fniyhLrV9bRfgD6rbbsn6WRY7kwnEbxrJYs/s8LlCMDJ2IWuSiwJOVj26Oqttg2XO6Y3BPYmt0sO
16du3bF/j4pzbA3MpagHJHiUN7qb1Kyeafa1yu5kswWKuxE43NXBqWh+OV8nSBvqqMUC1ZRqKlEs
Cr6TjMhvfXlLVUYHJXCL1YgPckm8XDnoOeWDAyOjRWkIY4NYBM7J9n1Mn6/Pns62CJe/I/IYLAM2
0c/Os9QMuj2VTY0ROV2U+Glu1V4Epl53rqlE5qFIn/pCNkBcTTO/Tmu6iez6bdLakThSohOlakMX
2QtEJbv61zwBZBXFseYuyZC72DuOu0zjNyNrexC6F5COh6aFlafhDcCtNmljLYrQ3hkCvQFpzBcH
0hjuoETx7QJSLa8s0XVa1ZlNihpEcyiKlK4+mVOgxKCM0OXC8pVolEihNyaoGjRtc31y1qf/99xw
rhzbNaiC0igNqnj0qnjwpEjgvKv7Ho1jADehEw8adOf+hKhj9yjLoppt3CtRoM3QyhyIIcq61sqa
WOXfdthIT+KL2WdWWsqwYx5yx89CIhluqCNXPiQ/pL1WCiZuNdKcmGPDPjFXLileIiw4VXxHegHj
lWjKuFAJAadODRX8dgnEqH7bHJb366suMsCtujl0jVnOmKsoDf1Ge25Gy43Uuyl9+e/scIGryDSt
gsYCnr6zQ9dsbSCC26OsCja4YDQOF7H6Elp5uYbpCp/7L/Zd8iTSVlwNib/XmssY/8eShjKDGht7
hlUS0srok93F38cOirqCCVuN9CeWuHQS2AVNXXJYUrIN2kh728e9CO2Wsqiben3f/7tbHC6dVyNt
xtM5DFl4l50SMsRHbB5yfflXR4OnDLDoK6BJ4JNRkC/1WH22/M2DA4CVZPbYlTaxPkwRZcXqeNh1
HX+hzsHnMK0UFWUxFQB+yFukv0SbQJ0lwpGtjgcE3wz+AMAfz5+fgc1ASow6DezR09D4V7QWya2Y
iQzWpuBcXPU5FD9RtYYKAW4r5/HFqcMwL0sUhdrcTxN/GjZA4JU5Gmv9SoRxWo1lJ7bYBjuJZSjH
j6nUw5bdECDTYsEJIPp5Lpypy5CH+ggIc9+jKtRS3fL6SEQruuoAJ2PgQppUa3ljyRhDMX3pjA+j
PIDPT5Aara4/CEd01tkKijHuKIvwxIBbKwpDqLjHC1oOM4U0GXSd5ADiItf3zup5BoY7eBmAwZCw
4hYlqnqph5w1kJ94LPHnYflijbW8jdpC8aK5T1w0px11e9a9uZ8qMtlKJQhGa1PKnmzRMAy4D4rw
526RQmgal8wSU7r8TKOn6S96RKEy8Pv3udPBtOOqoA3g1jW4TwtqEqv4XmvPgnlcGwVaz1hbJYS5
sJXORwES0wI1T7wIVuNNJte1i2p10HV3U5+RXK1JAe0mqwSCBQtK8/u0tzej0ZHJuLMgSXf9Y1a/
BUB6SBszij+e/a4vUzOcYnyLAg0mDzWh2i2z7HZoRVfhVUOMZAWQfUND2fd80G3phKqdzej3WdSP
JSwcX0uk3kuw7/zrQ2KLxCfXJlTCQRoLvfBLYpWym+LK6tFwVtLnoQLP7XxbyPt4Ud22fSvRyrjk
gm24FhoxgwpqRBDwQjPo+eCMqadT0064SdJok++g8Ubi1J0j1Q3niIQi+gO20S5GeGKOc9M47yA7
qSioryXWXnHyJ/CmA2Sg1KSRk/1fzOZvWzwiY1BLMAIMGJpdvqBdn8RjQwpnIdODpt5r8eLJov6D
tQYTkI/gcsRY2h0k6OezWXR1ki4J2jOLaWMo9KYEW1L2YIMC1XZykqVefGMmt3UyCvbC2qlgod31
U7OasQRwdqHXAUkoFDbiOol+oR7fudJYKn8Rw06tsLvhydEmp86C0w2jM4Z0V2m44qSbBYLO15dt
zUVOrXBpW545s9xnsGKp81cVouXqcgAtmZvoIpjL2sZm7L4mLgEgFeELHC2cI9ZlXJdDlAt2bZ5/
R6Oy7Cbx9BdvAOC3wrUN/Z1IbHhK96m28yFkdwRzsTs/X6DskbW1SN9u1Qt+W+FFUNU5siRNR8FG
0j503MlBCyPws9WSKJAnIC4B3sUGr8+5C3QFmh+1Di9TRu07QPt3m/JZlr7UESm1G6f7gMbr/BPd
8Mb8lkaFmy1uXu5VkXjJWu7AiH/Ra4qWWaB0z79CW6S+s+oKTcB0n4zRJi73dfJlMOeNFovac9fc
EW2Hn5qBwKfwSydZUAOrGiA6hjDfDq37nmcQURxE2mdrcfjEDL92sWLnlSUzXMVzT4k5Evun/B6m
t1TU5LN2xpwa4jbxNGgGdFtxmtFfzTtM0Yk8LJJvhp6ovWBte+GZGVEJIkHskD5fJTtpWSqEWH/b
PIJATtDrteoDJ7/OncoNMAZZaODXcyYAKweW8QYhD2IZ7024ux6R1gYC8j4D9Wkkq7h+nQ8kl3Kw
rLEO7WJqHszagGRbtzOkj7+wgpcGpqtkQFiXW5g5xq92IAAK8i4FdSrRx0drFvG0r76x4M0XaCtZ
ZVTt3AkFLQS5nTKAa6bGr/FoodW9ZzhP1LTdvHBINu+cfGvGW7CckEI7SLK1uT7Mtf3ExMHxB+Jp
UF46n0wqNynEszGZVpP2aBJ3NhWwWR7Ni4ZEUhT/cfkHZVd0o3/28KOrjZvVpQf7f+XgKtNNtTt0
IHqsxx0rnBiVIN24HBgs4eCCy4P2HARk5wNbeseKaiglBLgAJmCYAc2MnDT+hIbAUN9en8RLjzy3
xXnk0ip9W6Wwlb+YGVmwjKrAwvpokF6z9nNwpHKbN7elqmgNXM/oCLRnqmjprijzlgxm4hDbovZ/
aY/bzouGTdEOPXAhEjpcnF9a8Qs7TMh4sj5xKI6DjArXQV71qmvqqBz0GbdzqfoG7Opd0WZfpCgT
8SetYGxU8GMA34JmUAfvdCx8neRKYWHndhFhPEpWEDWKXSuXCXS/vDpKkcZ3xHTSXdaitaT91lf7
rrL86y6ytoCnH8BtdCkHc/ey4EKYOs+KcaTSUfNHEVRvJeHFMHErwvsveoqhZ3k+TLlodanFpTrI
Er9rKoIn0HhMvajOEVnQAgRBxMEoiF77xp8/dpyZ5nPeMtLssGW9ZAV68bItwBuKqNiywnWCZ23I
236S9log8TwfHtj6c7maOkxiL/kQ07LfK/TB46UDxCBePP+YZq82Bhe83RpWtKcgGwsPaa6+Xl/L
FVT/+Xdwu8PMqrFuWnwHffloXfPQeEbwPXyPN9WLc6g30sG8yx+tp8gT2GXR8fy6dm6Xu+/XNSTX
jQJOFL1EhV/oLsN5VETeV+pB7nz0nBWiOudKrQY2UQ8C6QUjheVlE2UnL8ewwM6Jig5d+LrbTgQY
a59h4czw0A810fogFumhrvQnnNvl4rfZdMOSK5jjkkgluR3Mbezpd/Uz0JjI9rqH2iYQ1IopGV/n
74J5Zn50Mc+gkkQ9zARDC9/3UiUUNBwSoq0uQdWr+eH0sR/H01Z1pk0fl8e0K+6yZKMqAwaefTUK
qFBc/wQWjy6+wERWD2oEYHt5qpGmGsIa4ruoH83jF7lB+5fTfkeO9VqD8r8d9Pfr5lYDB5OEBQxR
RmstrxHSL3kN/eYF9ABy6QHpfkikMSJzZT8Yz3bqtvJrM0EwrrYIlQWzvRYZ4Vsm40HAOcCz4TRW
jUftXsUT5i18ubjVCj8TtCmuzuaJCc6XLOQxYWgpiP6xZ0NjtGjAP2USKendWgQWvLz1wW9PbHG5
QG4uWjRbOorbvf2jc3SSKNLD9dViUfzCORxoWQFxgvXia/Vz0QwodsE5FmSFWif5eHwqB/CqKR+J
dLSlHmKRf5xzY1RYIdMyQEqHPYFPOjk/NXOZodZkIpsysP3Nr+B4UtReEN9Wl+nECPv/J0bSpqzA
rG/hwpw7pZ86ZuQPjkyWlqaksrqYNHUeC2yueh86RRDjwJSEF5Zzm01q4/zIjTSY1JdCjolNX6zp
awkQ4vU1WxsbCJpxxYIwLGNzOLeTgDgOymDYYBNG4gGlOQRzaAyevgzQRh/pT7A9KAKbq7GbPUyD
B43lHhc5cBgPc+7gTB7Nm/p1mu/MGA0JSeRqheNO2cGu73NLsNfWJhRiquDWh0Q8oAOcp9AiHQbN
xnaOQcckuWGKErR0p5ci/cHVCT2xwznLQs3JyEzYGabmu1w+tjTeOq8gr9zMUugIwrGO1eF3HEh2
gbZk5WAkIOerVy9VSaUuoYH1qoBeQcQbzpzs2s9zzqFVqjoVY06Devk6RiGpwIBfSY+9dFChXD9P
H9d9kf3cNXPcEkGxTQL4tUA72WiQcry3QdUmJPlcC1KnU8atT+t0cZ01DBg4OOCpugvHzFOme2Py
HNunESBfteAtbt3dT1aJ28uF1E1TU8BkVG6LZpdGLyDVJQNqzFLz2rVbxXhLF/3++mSu+vuJUS7l
rkBtOeWQFULhA3xcygM6coii3C6o5Vw3tJoRoXADiWCoreGqzlWV+1al0EotKWjjto0J3rEuI9Ho
QHykj29nKdkmhulPkHJs6H6Qw42SL375aIAqbJHLGwhqC94q1twIlJA2LqVosMJb7vmmmJSsgxBX
Q4NZPlr6M66IwvaBtcn9LCniKQ3iqvyQdcnRofZq0AA1CaIMvxjTddSaRFVEs7vmrnhKQwEMajYm
OPPOByOrhSPVi0mDEhSO8T4alJuuiG4y1vddHLSFPg3N1+sLuhZUGA8z+wui2jxOYbC0/yXtunYj
R5LtFxGgN69JW15SUa5fCKlboveeX38PNbs7VVm8RcwuNBhMTwMKpouMjDhxzsjWggjtS2EgEd6k
qwC0hW7xmf52DhUAQoM7phxLVWleH5YoCqr+Cd32esQc5i7R3ujTX9OOK9BdJaA0gRcpa9a91cor
R3JxiIgbftQB5qa/61ktA2Yo0vlRGLdqZgUF85xpEFK7P49L+xCP3f8YoU6gGISjD348vAq9zBKq
mFTKoK/zv66Y+fE+F9GJX5daowp4CCU1v/GHR+QmnfV9uGgFIMuZkBwdLXRsVxQalPmA+NlHExo1
Mg4A3DLjPhitXaN3Wrp0kEpCsyxIkudGu+u1KbQWhU8VkU/BJHqfaHagodYugnaYwAvZbe2zEAhY
EyNcPNFgWgeNJ7ajRKut+6GEEhU7hwfVZmSUXYnmjxbLVf5Xw5vFG0BHyYIxiL8enoDlqrJ5eADd
O5GgOODQkiI8bkLBSvMRegRr4dbi0l1YpLICLNpmg1xCjFzG40Yo7XaEZIu0El4trpqCBwaazSG6
QTdsSVUpeE2H/RHLb+idqS3J23D9S1ng8qke7h+sxdM7V5YEZKhVuMXrKWyCpEpR9kFKR+mbBz/l
mVOelq1538riiFRA5/HsxGakU8KSnCtAaSG2apFlnOsfY0+ObQ0Onft2Fpfnwg61IdhaicNRRRM9
b76zZMUHLW5rNJHMNKS4pmgYXSf5bV4GKvLaPLos+UlvBhEyWQ95uhJuCEsXFbh+BaAE5vYfmd5l
OLUTj0fLXq179b1hYskYvUHTgZ0Jtt7crBpNPtIG/rSPyojXQawREFFs5V3RMSZy77LBJqnolAP3
HDAcRJAyPrEKLUo23CigV94rJqOuovo1bAbJAk8FS9QQGdJ8Sp66tOqJAt1vQwz44tRF+A5/aDkI
lhShMyR9qOcyIHdsLo8m0D+x3eVpsPPxm4kQARwFxSN5ZeqXHgKzdhQeqKDIQ1x0vUtB8lyquTTF
+4GJz2MjnpHKkB+TWEiMsvCD94CppBWTi/cqEM6AaeBxBeki6sqpfLmQQ2FAXDKSyuBAiqJrr5yr
vMZf7O/0D6cYUaUDQXd/By+P9D9W6aJkmHIxK0SwWhi5Vm8H5d2vvhjB3/TS831LSycfJO8aWipR
RAGhwvWcxhL6vesccyqWABxWbOxWXrk2iXO8Sj9DUDb+oQIAMQQdPyLHVXEtM8ZoiOKdoXmNteqB
BTxJG+xSc9KsJ2xSkjZ0749toeaGe+3CLrV4IX4r00Gtdh/kEIvv2fh54sLyVEgeu0sHP3v0Mz9C
20s/Gr0qMRuP594ynxOMYUyLDSADa2oniw+Xiy+iee1UoOBKBu1h0FAixV759DmL/919sKTNDbVe
2UVLrgr1N+huogaMNzo1fKauuaYNYMyP0LJXbZIUzb+p2WKu70/0siEgfpAEQCmCrlmFgTjGGrzu
HlI7LKoPXNMQ5SP4um9l8VAAswi6D8hfQQ7yeqvWYw32zwp+SCGfIJTTt6ui9YuH4cICdXGMbdV2
GYBZqO4J0KB5bBywmDiC+Scgo8EYKviD7g9p2b1cWKR8fCIpcdT1HUiUld+ViSRfIrbvTNY4XOAA
Oo3U5agepC4nAvQBlIR02Zryz9KlPCNB/z2r85xcBLuJ30rjMM8qyCsM0KluYjt0g7Ud8pNWvnEB
F2bmO/vCzMiUqQf5ZvhueFECzXAb2ld2SPxfSPETq96jYSs0XpEHNFEGMMqNf+rM56/JXIP6LY0X
STcUpBHQoG2DGm8ndCAs4T3cquWkR2DNqcAmXpQvo2imtYyX2T9U2AWsAKhCYBig9CPM8E0qtkKa
MBS5NErQhgxFDI0N/6DB8pjGa2mypahHkxAnANuN9nj6dhwrwAgAMIGd+nEotqK6Ab3q/e26YGKm
FcasyXM6gM4yKvWUJGXeQx/TlF6TXbDGuLtwwjlE8BIUbdEUj9voepOg5NUWYT4kc95DBGrAKTto
ROq8t+KvFsdxYYdaklrslEzWumSfFt/AWIMOYRWNvuASASdBBz4Ggk5gWjDXD+NYZeQx2ReJYo3d
YW5brdmvVYT14lBkbQY3o9ot003uga8xbNLKyb7nbKk+9JEJIM5/seoXJii/66uJOlQRTAC5Umdb
mAAH/n0TS1X7GeMFWAw/00fRTRbI8TZM0gKD49nSzrMiC9c1afTR+fO8lv9ZigqubFFeHmn0Tghq
2IqiZ6XfCj1YwQES1YScsIGRyQaoq6vc7JMnIfm9lsIQFjfGxUgpjx/6bcaU80iZgGi/1YSMO//Y
7dnnyUKKVk92n5zTGMOuMUOrNdpzpCdOaeTPrQ3N491oiU5lopAQzsStZzDNrXrqhWDtanooB5nJ
VSGk8/S8cAZrDmTa8LCm6DKpdM94zR9Y0Ly8aCQw7++BxZ18MTHz31/cEBDdmaIC8dk+6T27ksye
5W11su4bWfQwF0aokz+00K+WCxiRChfhdco8scMrp4/ayob+QVNR993VLFJx9RCquSjNo+GMlpTH
dstZ6kbWBbwfcj3Qow3nxMfCmgxlJxulzh1/1dtqE4CRzxYMUKcbrCFaoHDT2zO0v3greeSgTRs4
I5Ex8wKJjdBa58Sc15b+6rnUOKeecT/SWcRC88aSn4Gs0BGvnHEy7s/+UvEZUD5cukgzSqAApo5e
4LGtkjAQUyjQ0C+QKbW8GJ3HzUudmH5JioQocnpKlZV7a+nMXZqlzhwvM3UihRiWEilWM6DZJR74
PSe3H3IXrCmWLgQYGCPUtOfs/cyofr2PZWxjX5AwxpiXN1FtI8vGZb6VOJpk1Yp9f0aX9jPepkjq
IcKAWATlm8XQ86Ri7kutq0qP2GyH3LZZ548hO4DH+p9npOZ+hf8Yo1YvTaDc4HWAbQvBeJSU+uC3
77LSGWFVEpaLrV5cExNbXDgoRYMyY8ZGqJRPUH3k/IoMTVdRDWjfWJQgXZbRr5RVIkci9IY496dz
2R4SshLEKng8Mq7XTotARaZ1aFfyuc2vTRQhXhuKtdfwvNvoQ4YUBoopqNMikUT5IDYcfL6eO5IK
7oUtCqtD2oYPz3z5Foibvt34fEAStP4q8VcpOmn1en+MS3720jw1xjELxynxCmgoeDJguzmyV950
9svq6b6d+XV5O0xUwOe0M7I91KErwH3kA1mL1i/hXWSlnRA1TpWeefWj5B6SKDW7Zo1mYnlof5uk
jp4PtDAAIEBNoV+iNkCx9iU2wPilcrkytqVjh3rLf8ZG7UtfSJmJS7GEY1TZjawZxdg9NmoR6IJc
EgYaA/fncskvX9qjtswUMh6awuZ9CSajUHxq1T/3DazNHLUp2L7VOG82ULhSG+hFfhalFSe8th9m
v3lxv5cRWjS6EvsuayFPloAOtsUtxz6AeE+IE+gqfQvAeN0f1uI6cWgxwVFmoRZKrdOI7CbDCwAh
Fw8Dohhfj3snFkhTfNy3szh9SBAiHYyX0Q2LoVeysTfNELaoVj5Hr4t1j/MOw7BG2bm4DwS8J2YS
t7kn+XoOpTKR1KyZ4WrDs9w6jHT+L8YBeglWVKG5ANnt698fBm2OlBjwRj2oplIJyBXgStlujXZg
qcCNzqi/7cx75WIveOwYM3KP2gbDwZRnpTGYJtG8/400nN0rPGAzpagnlfqO7qqGZPWDFAPVzQ/7
FIvpozv2/riX/D4PZ4ysMj+jrqlxC8xQjnE/V8iQK5Q2SOdPMVHXhICWrSD6hIAZaPhoHSAGmsKM
NGHUQAbXxWeDJ6HYP4jxSuy5uBlBLfdvM5SzSH25b0CrhMIRGBMhcBwP6AdK1nCL85RcuHc8/jWM
An79py0e/329hGLFc9iMDXcWq5QE5z6y2UYkvgiakLA0uLRdOcrUqGh7dObUG8QobqSaOw/yplbA
LOxlZGJXelvWjFDhFIAdoTeGGBTfa2Yr6jEQJR77fH+z0Y/dm6Hw11PHM9B26CtYYR/rD+h62U/e
n8r5HR1L+I2Vm4rac7Mt9NAh+QRML+QB6Q78tNcEkPOx3DmvKmmveR735OUS+xngSW8AUyKtVBKX
7QFXMbeXawKdpBUjQQUcCPY6xR6l3ZBzhOEzILUUZ2UWqXfqv0b2tyVqFnuNzase1/DZz0052ZQa
wsLsEBli+V4nJ4Rufc+v7EHqCvvLJIK2GSyMP9CFdBGVuiEXRu5cZFO/YasCdbIqyyyk5WSzadnp
SYqqZCSpKA6OP4jCZmXM8/6jDh2KKDz0EtDLiE6ief9e+E20M0TNXAI/py/Rn7Imgysd+7cUEgTN
MRtWRrtwGK6MUX6E6ZJGzmHtXIfFLmUrM2lifRwbc2VQa3ao2CPVlLwQctjpO9mQAv/Uliq4jaZt
CW24htPjFmpYEEMgcpKdil7bqHG8ZYPYjn3e4MbOvv89i4t8McfUXYA2e/Aa9RKG7U+uL265fDqE
camPnLALE6DiM9ZkonplFhbPzYVVyp1C8S+DVjus9klrNbJveV5oxBlvNd24Ymplvml4y8Dkkab0
2EQNeGB6cXpT6uMkKmuJJDrP9tdp+XtIP8mAi83aQagNcBQMiU2/U+Wtq5Jty6lk4nIzzHlSJowT
4Mpg5cnKGZGgM0GX4zVNrpXV/PHFFx8h1XmX+x02F4NUf9hLW+Qyj2Ik76SmM6Sy3SQJiPGFtTle
8vE4PDPBGojUUFGYF+HCrl/GIqOEDFzF+9CgIEY6Munbzs4eCzQykO79/qalMyv/muy/7VGHtYzA
QYrMKhY1UJ0CQrZFKJh52ulDgVYnEckjlJNSMMkNYIautdBasb+4qUCEocz9fgBJUt5Y02KpKTuV
O2ctcANjdOjHCJCz7jihqNJpvS2NyGWN8q6eAPFD+T6CMm3oyMxEWuF0/2MW1/ziW6iXZzVwzQA+
QO4sJFbPoqcB9GeGMpoo9U7Im8b/zZUH3jfMLlDzSJBcLzW4dcsEffLceRzewbndTxYHxaY1ofuf
lqcb339hhhoVenrrrFdy/pwl0DoAZgxsjUUFrLzIRlAyagu0fupRX2ukriNPTyVgvOqm6E1BzTWj
Vqd4y9eDZwctM5gdP76HylDuFGiWbCHkJJoTD+iHEueTgd6f7uinRbS5vy7U6+Vnj4LSEDkxFvJL
HF2P7n0N0bzo8+fYK09NlZ/9Vl1rlF/ah6hDgyB6LrxAKPh6MUI1ajv0f2CW5HF0QsFXNmrNoSXf
g/7l/eEsOjg8YxDlQPYSFVTqpsj7UUSevODPSiz8iiPZkhO754+8AAZFaK2EvJGwH0EZ6klcm9KA
nGqWa+b9j6BeuHimAUcDahQ8b/EPjt/1eJWhmLxQqWsXfbV4qSU6UoKGJ3wXsm/4/NN9YzcxPyQW
0GmLCAhvdQnAgmtjTMiMIsd0tdvFxZkp+cdwgKZ10bSkYKcNMxXY92zPrlzIdDPgPEY4lZkJYE6p
oif22qwPtugpFYbarafRUpvOLpJ9FT/ioDH1ZDXjW4UyG+v6jdlxnd3XmwmyXlJj3B88rWP18xko
f4JfBE8rUDFSnxHXoLceVa12p/B5OmWCDvhT0tlKSzw0jZuj7TOmkgHcls/9VLtQtlLObB+Lwgyk
bTNCi5WU+4CzQ4GgDu7lYOM22mHHJaRlTvV5LfdBl9z/+l5eAJ8gulAQM1J+KVBKoY5Lr3aLjfKZ
foVmp5dQ/5scz2h27ENlCriPaqeyGqt32j0kuM79rjGmE3scnWhln3I3TnmW57j4Gsp9MbkYM2qI
2ePt1kSOWm9NnzA64nVcjB75/TUaEfn2jZVnwsL54MHXCwYQEFBByXX++4t7OG2n0tcytnG50Bjk
XG/511lOm8vhMeE772+RW48AkQmoHCO1ARpabFpqi5T12HtNg50adYWjZJWbxe9aVdhx0EAHyt/n
MWdMHGQT5P67Yb5a9bVP1sCpt6HH/BHiDB5Dxhw/1CmNvIbvmEKu3RjaHblcAaEaPfqPUm5EIq+P
jZEzPim1zvTKfu7y495WZmHBTSAXBpISYAVAvapSc+6FWciqWdi4YvTqQSy3z78in98IaUZahSVK
cSriYDO81NWmLw5F4jtV0Oi1YEj+W8iBSZQXVyICGmcznwUBOAy0t4L+AM2H1LXA9LzUlqnQuEIN
tjNhn1c649sDotEhIrkmGUP7HQ62HD2U7EBACWLGAr+SXJjn/eoCxzegXwp5fxD84V/UN8h9VmUe
7ifXz0tULzQgJdWeX8NQ3EaCsxkJXVmzNpKg3AglVMEIZuGuddECXvt6Gpux+hIKR6W0kt71cgN9
n237Z2XNZ2dyPbhZhGnGsoO+EM6RWvNOA0CUjQLprE4OynrjcRx0cQBFqrTTRoKIAHXLYXCm1dfM
7ZkD+AHkDyqe48ipARd2fcIZ8CPzSsmrZ4NxrM1naKJjmXC6Lu9WXMntBUBZog5WwkuNxFWwNNrF
vtpkxkC+MqIaE4q6og7NA93iIDPXOB0KtZ0Z2qohQ3COM0Mj2KYWu/Ot6WGt3fCnRflq5qmvmiOi
Cw+XS0IrSfAD51Yf9cGI/qjbbJNB2xFyD0TYcU5iJUaufwFmBfyGgY4Q1JZli7F5S7F5MkL0MbYK
O1lpCLnx99RnUQ+SKRHYeu6yO/c6CIJ1xcxIAWDXmiIX3aEPOa7r5ac2HgeWuDyPfuzkL1Bxx6Az
w/XJ79ePinik3nuEJSu7/YcV/WbOkelHshh4R2B8rudcY5k+lTJJPU9WjzkXHMmZnFDnttFxNFID
pVh9Vh00tphX+/5Jm8dDmZ4FGRCDAPMDZkXKdMaXDT+EnXYOclflDyX0AqPqPSwOCSqk900tLCFS
vGjw5HF3zmmv61H2QicHVYT2xHAkeakDcO6jIatA3IJ8jMGuSQbOX06N7NIcraQxccGErVwyZwUF
0DL6TOt/PHVz9Ro6GiAeE/BQo6ZOKgeBqwD3c4WmIIJUE7WwwAygI4DQOX+tae52oWZUNWhcZzUm
ZMqpAyAyfh0hAQJrgBF7Aoi63vlXsd6Na6K5i4Z+hPBwyrEz5r+/cACJOHZ51gihy6slIBVm6hbI
n5VOGa7corf7AXMGlDiIaVgN7pa6wFrkPiWFCSNXOScyYChiYuZeQ0pGT3ISsrwJpp/7O/D20Yve
B3km9uEAYpZulgyZvryIYj9yG2iet4dPcTvq3wyJTqmOlkg7hn7lO2s0doGfwFwr2NBwbTgXmAdD
I/piQMcLR3M9tarYsM0gJJErP5f6ZECw06ktvX1dGeXNo5UyQ11hPVdGVRSkkZsCFysBHTuaJQn0
z4nwm8r0bZEEx9aoAJBNgCB6fy5031i7R/h5P14fv+uxUqcjQcCi1CE+onjzHYZAMEjvSAvXPUEQ
VjQG82GCRjD41UlhqwTOFV1WJ5ZkK0u+tJsvp5y6zuQo5XyZxZQrZOROgqKLkG4tdnF1vj/pN0Eq
5nzWTkG2XEE0RjuDWhxlOYubyJWQGFSzAJLPIssThXvsN1Afvm/s521IT+6lNWpUZduGIFepI7f+
iM1E7yyNYDvpqsnrvK5YAEOQ1ipMjgzGZHw+AXhuy4C4h3a+h9Ak4GANqd9l0m5YUtnQuLRb/bsi
kcMYkQ6pemMwGoPZqCtrQYMVf/a/MvP8sejgw11HfXYQRV0V82LkdpZgdLvNRHxHIe3jBJFqHkDt
UWe3jVFsSjuy/Men1uotmeQb1hIS3L0fqZFth4GcQ4N5WNNHXlw/3E7wDooIoC11NIe+wW0Rzp/W
aoACOU07GU3JOTLijEggKft0fwmXjgd6V2QWxLezOjllj1djLWW6MkYnnrzJpkTPvY3MKHtmLdF3
G8BjZ15aorxB1ZZ41A2wxI5EsPzSKlvLU3ZJaYsGg9zCG5tv/rexUUc/qLRCYLICY2uhqBM8tMOx
CwfSrODH6LI/thN6UebLFzTMqErSGrphGmcc6BUil1eMqt2liesjGJ026FEhAmD4rYh4dNp1jNPb
8ZkDF8hXvebTb9cR3wBNlZlxB3EUDXFkpz6QOCaMXXl0KuXkhTuvPPDc5/0ZXRwqRGh+GlWA1tCo
2GngB7y82Th2B0s7Ce+lmX4XD5HBb2JTsQGEMiFHkpNyJRW9YvYmAdGjhc2HJkLsNvvWFh/zx9po
Lc2ctq3FWsVWMeB5TvzKYG9dNgJEnMI5T4f8Lo11TxK/T2J+iN2AsbyDeKxjZ/SQYuBWUBq0OvK8
fxB54PTJMkhjb1qm2RDv3sJnE3fa149vCikJAn2IoVjgFiZP9sN+/2p/PXx9eW/9KT4xBenWuK8X
horcMkQAkL8GYdNPz+ZFrJVCxh4EWmXmer8yi/ngTChqGytb5zbMQn0XjbiA9wigJ6DD7rHgSq+r
hswdt+JL+ys4+b+Ar7Alh3ka/zRmf/Ze4VgPMUvywojWzujsXa5vKlif+ZnQMAZCYzqBXvVCk5aB
kLmFMexRFdj5NgDSUHbBTZ8c1gCXP7nbe+Yot8qNkFOKJRnmNqmTPg5Qs9bZjXasdvIGapiOYJTP
0rG2IFNhN3Z4zp411zNZp31VIqIemffkeXUB1qaAcsCsFkZMoc3fBAB8Ycl6aQcWAOkGb+SWd1wT
OV1c74sZp7xvUXRhFeZK5jJMQyb1UUgO0ngSW12rnoVeB3n1/Q12G21erzB1qRdMpwzgQc1c1jvy
XWII5S4U/yEl8nxU0eGNrn8JxUVkQ6l1DWV/FJSKDdwanD3ca7GW5loYBEgTELZB0hSPYIEaRJdp
oJPkucCVlD9D88BkduitQY4WDjuiflQzwc+AOJGmbB2kVBtEOY/ck2CI5hNP6pUH1W1aEm+LSwvU
LYG0ZMZ4BSxw/hP6nogaPXDJgR3tXPqj8lbuiv5O3EsfGkSaUMO9vw8WUieX1m8uC1SkUp4fYV38
5Zd6/xJ/Sda0Sz57wz8QwRkjU9yExaZ4Foi8Jme9cA1jVnnQcWGTAEJGZcrFLBNaoSrx5ElJj8eO
Uz3KaxC1+eBc+haEGMjFwwgoMiWIj1DnuJ76sJZzP3f9kSGxdFSREV2ZQvrs0iaos5u1ntL4KUxk
+/6b+Y3hvJQv/Ee6Dc4h3krSNvbI9J0c04feZVfykTeJ/r+Mo98PM4kx0hmGruqrXB0jGHeFXfEa
6MFZ3icm84DDEJC1m4E+cbS1+bRcXH1xPpTFMFsDPYAxNPskQFqje7k/oXRUPxtB7MtBAwv5phuI
JBikprIV2RyuV5Wt8jlO9WFCi9QaifXNy542NO/Pi9GUfZOmRTnlrkC8Ufd3+XOy47bFUXXWrrhV
U9TEyRNbqDyImVxm5x2KTXLybX8fPEVkjfxwaYUuJ2+e3MsxaTHcrgxDioQXu/enRP9JbN9foMVN
h9KOiCowAiCIulwb4WRGiD2Oy91+K4Iqk3Sfxav2DErdZ+VBiki6UjS5eQ1hoZDshOAdEpFI3InU
QlW4aYo5JHGFE5+Q/ql+VE+INHfCd3hac0oLu+/KFrVSDejt/YBJSjfehduGeE5pta9rBIvzL6G8
0pURapUCWR3A8w8jwSZ5EBz2xO/XttziOIAOhBQm3pIoel2vUQgAOh8XZelOv/sP4Rh8ChXhX72P
+1vhpymTGgmueBR1oYeHnmC6IM5LcQKYel66yVugD7sn27KGHUGkePTIq/7oRKR17ptcmDtYVDkW
3m6u51K3PhgO49Zn69JNn/yS8KfGxrZbIS5fOEWzCgZeMthscx/c9eT5GROXOcNULssdokQjLIDp
vr9ycSwZQXkO6GmgN1joQ14bAWVJynVFULsht4mADgOloQogwf3Zur3/8Fyas/coBuLFRKP5pUSr
yqLMgA1RChQcE2h55G2SmP+bFWoobMugZx581Kg3nhk+J/kwrozjBgCCacJANPgAlD7wIKIucilX
w6j2YKLltpP4wTKaJfO6LCMd9VCMZLQavct1zd8yAji0Nlm2siUWJ1KECgH2Hp5FdM2Fi+VYEvy0
docOguaQ3kz1thq5tWEumwGmHtBi1FJpnIsUtN44+oDXVOi8lUDpreeTnnU6tFgAkeTf2PhXN/1C
1wwULrk1phs6IJvnGCib2bGjBRtAwusdOTEpoH0e8BnFWDkS++rJkTnyL1CEXhnm7da/NkSFTBwg
bIC/K7UL1j09RR9fV6C7w76/KW+qovRw5q+4uAsZicvlIAcIQiKgC7Hqw/Dpf2Wg8N5kDlBKqAmG
RmE7Sk8GqzIeebINSEskY86++0i0n1v88f43LS0vtKVAxTJT+98UqoMpl9IUTHxurYTBE6exmjFN
Qb3iIm9KJj8jB6IflwjYBjXaKyvTOAWqyjQoJqhbbpc+GRarZxa3U5B5AgY1ceQdar68oWublcv6
BwB2fSNgbS9sU76zLTsWcFjYBofH6wHFaL0wqo287U61hYywlW8+cis1XlhwqSTm+c/9Cf5pZrhn
nr9e9KQrBK71/dYFBNNS7eIkIUXE2sXGSwhy7JZkD46i9xaKGE/8fjhm27Wq9w1GgJ59+hj16dCz
AmbAV/W8+VReh3rrKW9NYCmvkahzAR55tRWXpObsjJnstIGqmcFmf0YB1Kz5HmSispJDFIwx8joC
D4EuM0aq4f9OT61v58OXBG2SHmT4uaOx1v0JXAhVkRoAZBuXEhiMUfe8nkCpj+QgbIEd8Qs9LPa1
b8rMjnHq1+yg7dcu86XzgJsPdFBId82+59pY0XJsVTJs67LtRyfGhOtD4/54lnwawhIULoC7QWse
FTuGUSgqQxS3LnpCk+3Q5NkGTIGVzraaRgCBL1fsLQSrgH4BfwP0F3ptOBpyV48x2tuTtMXzRSKH
6CwdnDMgbd/3h/VTa6D3+aUZepMpiZIxEcyMNtprt9JZ+s3tLOvAGfJD5Xh7W/pFbEKeOvK00czo
w2Q2j48sCX49tsB7nAt9JN8rQxfms3Xvm+bVvnC4bFVPktbim+SRxOouUgAte2IDS0MVA9VEZBIf
02dUtQp3kqz2DfIFoDcCIlsxSmcEy1xtNs9CtOO+G25T85+awUuk2nujEazlv24qnfMZvZw+6m6o
0rrJmjppXT7e1d1BKHTQKnz7VqZrht6Tfoc/QU6DRGZkVrbOPxmPCbdy1H7QDPfmi9qb/NCxDO/l
rdun9hjbAKbn7CfwWn6law6jPdbSVksf0/5UFhMR+l1SbEL2s5ATPVEI6iVpqgvM26Tq8UGpDE02
Ru2pA949NkU8mMVtz1tpD8bX72JT9WAgIBxjV/Epj81B1aFaz7XHoDgO3kNUgxK6huogCD56kkBp
5itO7XavFuYkW8Im/B354U71gWkm/rBKxXObQeEV0ArjHxTV5iL79b6ptboD3Xxbu2+/Tp8AzTCk
2UDP8oEhn1ApRul5Lj8ju8+AisQHRdX8k+v4b/xPBqCi43Frblmy/UicZ8EEJyKu9jNEHAC6GpGy
/uundzIdZ+D+MVw67ZAmQceviLAUrISUt2yrKk0HZURYqGwSlv0dyu1BfI0+FMaRNSurGldtX6Ko
Wts6tycNZQF+7mgGhwbeQ9czJuRh4iFr17i91E2knspfYqS9sZF/0MKJXTnXS1cCSEjBKo/SEdK5
dAlYiKowa+UZtysku3R0a6k2ClY0FGSm5bdIOKUdqcu13ORSJHFlljoepVCyFT/DhbUTuGaKB7Ek
yTne+s+y0QO3JpiczhNmwxoc0mzMpgYnTekE/7QYAk+Bcs6cYJ7xNTfyIL0SFiID7kuXZ7ch0VSL
j3yjeR7PILkbBAAUTDwQT2KxEr3OvpLyDaim8RC/AX4IYq/UCqdjlIoViziGkQ4575OaX8MM3aAm
f0Z2YYKaXyYokZMavMYtObvAUoKlpOMDu/OtmNkWel4g/O0/O9vvX+6fmoWsAeb0wjKVnJCLiNfS
AIPDI8aqNqCjxkn+6sjv38A3YDk5vcIl5RsaftZwGDf1UXrYVMzBi342tUEAcOxB3Hbo44RP8bcB
fArw8PwberNASWmNa3yeN4BB2i71SO4Vr/JVBtNdmxWgGoEu6xwgg/FeAgpeSPEg8UhuZY+xoQH4
wq8UTm/qDJR5+k2gpZ7f5aATRgqy2DNH5ag9Da/KUTkMdvupPQSHtbTd/7PKSOECbo1GERqFXPl8
J/sDTo43kPQlfirOgTU5mp7/DjD4gKTQjHgX3HNtsj5JDe+omvf32UKict5nf38BtdSsAERBKmKp
C8FUEt2zITiWOjGYPyPi8cQ7saXJ9n9WrC5dZ2hSQe107rYDK9u1c1YZ1suEGmEQ93vYyOhnhfL9
L9YUBSv0N2jvZh+4ca/icXkWE7etgYjl9SZeWe/ZP9z6j78/gorF+lpK2EDG5KtJ25sBB1/dh0Ku
d3Lxen+8i55qVmfGW0EFRzVlSfMHjc8LCe0V0xefH9iq0e8bmFfpZigXBihXqAlFC9ImtnGHPfMm
ORIeQrvpWV6ZsMVb7kdl+l/joNwhN1WZIvRc48bfwm/mLf7SntW9eC5PWb4yoOV9eTEiyv9NY1ZM
oQBTU0v4X5AQTA9JoJeAC+/Y/XDQwHv3fn8OuflX0pMIpiGUwaAejkwt5X0UFmQ14N9s3AIUv+/A
Lb2nW0kC4+bwAsGdeqe46aufQSVvJeOxeMtcGKal4sSaZRBWaOgEwSO82su29qbtICiEJ8F3aoUP
a4rhS25nTmHh0kRchE1JrWOUoQs14/Hia8oDHtWBXNlS9FyJz1U5Oc1g5qgsQUYjAWh1JAPriKJe
ZQKBZm+bb6vU07M4c/LMyteoiZam4urLqGVv+0rgvBGPDjFy+HInofukewj49yyGMtDRY6zyvTlM
2yT6vL/4Nw6JQ98cQMgzTQdiVboRuVKDvmkRTj2iH00D0F/WcQk+teND6VUm13vo6F/Djd/ma4Gp
nAmHsQIqmLtoro7Qr0UUzov6MWBO/vjoaYwxiKesAWKn2o6vAXjw5H3eWgKInzUjGm22/bo/6tss
GD4BsAB0vs3sYQB7XfvhvFCDINSa+rFV0HZMGHBJsr8SvjGDnLU4idFlBW+tYzhuknKj/B9pX9bc
tq5s/YtYxXl45SDJtjzQie3EL6zsJOYAEiTBASB//bfonO8eCeIVK/tmV+VFu9LE1Gh0r14rC9vq
SVc+5mlC61b76EFV5leqgHU3GJSNBbnwaMuXoQNpoYDBJSRXpWerHxj6RrvY6LJwNI+t8tF3X/n0
rbe9g4Hr8vpMXNwFizkbpNuI4BEGfJ6Yk3d5X1cK2EF4F9spgRTCnQdGGLvbwp0t19qZh5Gs6NJ0
W25VTrboYl59OP3o9z0Y4Mc27FRkkNRnQnaFfqBJFbTDgc4vUAHYcKvrC34yzuULT8apDpllpWh/
joc2KDK6d5Q+KloKSarpppvrUMsDkzT+jBIl+f5dtEeTvPf9CyhloiQLk/rWdDrfK57Qe6al9PAv
FgHJWGxIFcy5cvxV61TN7WKGAgYgCEN6EEkXlOPN3xtBsgtNXwDLQ/hZekkPrpuz3km6eHSVf7ou
ZwfizOUeNfUtaofLLCeWG4IieK4vhwsQ6vPJ7owhA7Ga1sej2r/beRKl4n7OgVI293raBWCTWDqP
jAOtws54HodnQ9xawyF/au+KBN1TVX+cyy+ZvgMFUvaeB0XE0Q9bJY9je1OP+9rxOXg/2qBttxAb
q/tkCc0WACi0FWQKlVpAcXn2nD4minYHzqdI4aM/ZdNzjuYWszaDyn1Suo9FQDXrEJo6/+Ad7nf5
E8+BLIZIECl3+rcB75O+CUtTDaFzvLGXL0METK8HbUEHTT6oxHwmsE72sjlNRVtZvI9bHkK8hOBG
OqKLPIlG5rdfnF+AcE7h9c2zck2cmZT8Za8VqWUzmIRubHU/AG+kiGdjikc8VOgPvtkvuGxG2WEs
aGDUp1FqNeVaVw4HiYxTOsTDR9+jOd72vecqeZ6euGA+4tRDbm00pK04QrAnQEwF7SRLG6b0HhAG
UKrU4iJGNmcOq4ajXyTVCRQvnS352iXKkAa3eHfk0NF6jC4DKSpWa49l2jSLGJirsNEhaOWlQd0e
hnSDU291TCeGlt9PNoo26ilrelXEY793ysbvi9th2mI9uojxEUCcjkaKqdyuwx3bYTScvKXFP03y
en3rXebRJAPS3psSzc6LFAYszdecwzgE2bRDWwTKnuDGnR/G13Ej3r9cIPAYLB5M1VEZx+DO583U
h5I4SSbius7rfWY15K7n6hS681QDma5v8fxf3vkob6CBBgk79P5CXffc3pxYBSAZTMRp7hz6x9JM
/STpomoawplgw6fFVhf45aIBwABshg6zSN/JPdijCZoqFONEXLoe0qY5Wr4JdbasXL4swITw+bCA
7DqclnwRTCXYIt3cwkSOrXPDysrdAcegB1xtSDiwqjkIRSGHkuFt0U30Y3SHKcqFM/opBDgisDil
PlpMxh0gemnkElHujZRtJZmX6T0/j/hKyI0aSybPRXP++fTno5V7LUhrY6/hvuflgQrUocbd0OW7
wttiAVib+lNr0mJ3ntdZ+oS4d2zrMO2sg9nRDeDo2oB0Ha2naGxfVAWk/QuFUXPgJpliA2Cv5CW3
sI3ubeNV1Z6vn039MrCDd8ZBMdHNj9hFVk0lZZJbZjVMcdbUu6x8V9kOCu5+0QfikT05Kdob3LfM
5SFUhnBs3/PiuUr3hXcHpoMGvcfjT+s7zR3fXTg5xEYofen+wMPxWU23kAlHGeF8XTlUwr2p5VPc
kvSYW4CCeO3ktxndYm1fW1Kg4V08LJGSxRE+N2TXg6NzpZ/i2e0fUpMd9Cp7uT7TqybQP4lpRj0B
hs5NOAroUE2OsWRahicL1cA93KqbYttLIC4fhQULi0tpaYSVoWFTbWsts60prhNIiSTwC/vU0fqQ
WXUfZIM7vVl5Nx6okrGgmqYugvhqddsz1gVVX+jh9UGvLSDeZ9Cwx4sdB1N6NpQlrxtWaFNsdc6j
hY1TDtUj6I32182suPtFkFezwcaFyrYM6SpLB3vDVqc459kzBSsGmWnE2I9pi21s7VzaUFPC5bIU
0eU4f7Y6W28NMsfdWPxmxAsp/vJRJwr12fva9t1WeeYybMOb/sSgdAL6Xk8Nl6cwOPR7rhWB1vw0
6ddSBXDb192fxhhdn8qV2BQWUX0CpwpQ93D65/t0BsFjVQGoFFfFrTYYoa7dJnYJRrPeT/GsTs1f
02Dupjl9dNTipqPpxlNq7ZygGRGUikvmCHHyuX1eaK0BLss5BoZyDpiRNntQ/G6JEVwm7HGxOcCb
wfF5Dl5U0nGcWKZUbe4geeGQg9aE4xSy3Nf7MKlsv/hiOHs0LYOFa98o3r4Z2tCY9Tsw+3Qozebk
nduHompvWW982Zj/y8AZH4a+HFB5gg8dJ/l8/JXe9Yxa+DChPNqAsehGkCmR3j5qL0azy613vpXj
XTukmAgAigDNRueT9K7UTZTKiWnMOD1ppCTGDpiKG1puvUDWDunSkQsSTQP8+XLRS4cuqyjVeY6F
GEs0lxdgr3Bb5tsZCJR49uv6PK5EZAi+weWEDBU2siyu12cN8USfqrFW9+q+zsmLWypWoKZGf6xo
Ue0rpjnRaIqtxpWVEwvDYBCFZDKysXIsAriza05dBsNf9Fv2le91Hsz0tv/Qhu/Xh7iybmeWpDik
UitDawoM0avoTWuB8gPUktnkPF03szYgFDsWIrSln1J2CGZVzl5P6yl278sAZ6R9fa6twMiCWvWv
W1pbs1NL0m0xURDfJDUsMbLz7N+AEQZMjQn6t1X3azfurltbGxdQQ9j0AJ5fMqulWaPywmNT7Khl
5GQpgFhaaLjh5ELRWn2mDQqkydfrNtdGiEfJAsUEJc5F1xRk40HJW+kYIToSzHhCSzeY4ygIKndj
sQHW27IlJczK1HWT0sPdqwbqQw0cP2gq9Lt6w8qaI0WrALDUUMFaerUkf2X2tVO5rTnFkwcA4lA/
1pyGlih2SWHfkPJYKBEDAoU/WTnf07l/VZBxSH559oNqgeo+YPHk/hrmn9cnesXZnH3V8vvJw1ko
GleUHGGQSNHx7I43egFiHPCDERAHXze1Os8nEyAdw8TFIVQHpFJS3Sz9jqLqo6cQjsRLBDu34Fji
LUXclTAEJVeI16M9Hk5GjncmmpKinHN47F6Nk3TfJGrkZTdj+Q90w6+Pbs3JLESLELPAzYDe2POJ
TLSZjMyo5xjguuHAE3faKSaegoUxtzfXTa2UFQCfxZgW5dXFfUo7tp5s+M25mWNSfmH6a0V+l87P
/tEtwnx+6NlrqbzR5q6vQmAqwWRX7K/bXxsqAg8gFdEfC1yGdA+qrtLxrJwwq6Yg+4p2P6GWmkZz
B/WC65bWXM+ndhiuCBf3obQ7dVD3eZOGG5eLoHo2vtTTo3E36zkIDnZptrVBV8e1KJX9x5q0QZmY
m1Sp7Tm2WtQeR4CE3Txqh3TjzXoJu1uyEbjY0VKBFyU6OM63Sj8hQE9NZY7NMYS6u4p0exN73nfK
Gr/qAPRqosI6jAoLePGLdWGC7Ah5Sgy/ILdtd9PqhQ/u/7IJ9PnBEl/zxvUJd+5tuvEoWTuwyL4C
kYbWVXSASOuciNYUrpXMMRDbqm8w42kA9XwwEqYFXpaPYQcy7KB2+3+RJUKPATI2yItCNUVO+7ZT
13QOuPNi5xvUDky9C90UEPGbqhVh9XZ9i60sOqIslLwRSwKLLvcOEnQ6TXj8qXEGIsFIyyrNb/o6
j9hQNofrpj6zEdKbE2UuqHPjUYSkm71M+ImzLQqPc9vhWuw66Ve7VKuwThA5l0LTg3liEBME13go
mIJG/tkGQ6U1a7uBqdUhhSN7ZrmgEMHOmT8PNrlzEf3unHHkOyPPU5+V3nBf6CYN3VJjEHCo3Yiy
AVJSs51o34xRDBGyzUYELET1VE5q9iyy1IXi7FiHJfq9NrzUys0CbovlQYuUEwpv0i5vhr4tsoEa
cT0cq57dV9OT26Fk4Lob23TNHZ5akv1RleV1O4+lEVfODvgFAEhnREIsymh90PIHpwQzGJTiSObX
Zror3qfkbqCT7wjl+/UFNrF+0vouLLR4E6pQ9kY96Hx9B9T+mOfhQ1SNhp2JBPsWIO4St4VjcWpi
2c4nW6hXqll4lBgxse7s+sFhaDBALMEHfe+Io+geHCABkVQtp2NvT4EOdqIiMoD6KZ7/zVjxHMKN
jktP7qnSSEe63m6N2FKVo6GMAbTGt554yxP6cj7/a0PaQgUbVK3vGyOeAmqEpb2vgroMnD27JSxq
k7D89n8ak7yR9BHtVWWFMeVIvVtAZgGCfd3CJb4G2CC0pOBIgK4HrWjSkAzBmtmlihl34kbYH535
1vvm9HuA9MvPVo+U3XV7l94N5tAyhvLL4nVU6QLten1mGQj6YuzMXU4fRXVQy27DyOW2h6KrCnUr
Gy4ShVcp9IG8XWcTsHjGPEPr+kR7sHKjqrRxzJeZOd8MoB6A81xqSfjLlvItSlc5aa3YVtzv7BY0
8vNRCZQ8Zta3F63YwkeuzBvaKtEDgg5sZDsdKRQoyZh2JE+t2G6rYwvomBJSY/xrVC3U6hwkjxYh
bNxy8n5jwlG54XQYUtKwHUSqGXQzerDAQhboSEWWR7Y5u7uWcO3AGwdUb4OTPThGX+9bPa0P3CLF
xlouA5NnGV13SCjh0seVKF1RbC7ATDQ2VtxFrvNNUf3W/MkBN1P21zfmsvHO7aC/DjvDRg4NVHoX
LFL9bIOSvNPiOQst1fDrn7bYWdNWi8PlOppAiOPNtegPoLdGGk620B9Nla3hBdmWe9CpQUKSGV6E
fBo7XB/RygNvsbWcawN1QEBtMOQT1+zhClWtztJibX7LO+/NEEWko7RO1JB30ejkweB0PloWe3cG
7Gqf2/qBmH5d3+QKAFpfmRkS4G/GX9e/64LdAoUvtPFiIy8zjTBa8gGtDdr3HLWrmINEqwcT6MCf
mvZb187/jL0WtMhZliPIalM1MIrHos5R+Htk7Vut8q8tkCI21X8Zs7vx8Lw8zsBDmZgoeENk+mWn
oY2cMxAd6rGm3DpV7fOphrxV4LJsV8+vQvGbacO7r8QJi0lYWzbdco2eL5DgKdUK/BJXz9NYAayf
hEVdFn6qkkDpETeoheuPD63n28R4zHikWkWQjM5NyoaNY/aZDDrf/6A1Aj/w0vQFbmJ5/7ttTUY+
ZWbMWeJFukOqXZto4jBObRfXZqP6Ta0kQIuZo5+4tX1QgNhGHyofPza2x+KdL74Ex11b9NoAXJUe
k4R1lZ0quRk7mvCtLHKU7z06sDu38DUwCJcPfaDetRAidqLrli93AKbgxLAULak9cYzOxBQQrwGn
5FSj46XCSzaovFuFPHXZxrtrJWMPXmZUPXRrkexW5VR24ioaQFDMjrNjnX0dJg4C8L0SF0hBKtyn
PfUt7neesVObDcjFim+Aabg7CD4sHc0yGpoYVaKk42DHhpP7eWX4nvnOE4BY4BzUDCrGJWgmd6yJ
jM5Pf8JN1CxqoJSaNIfJvM+LmzQtI88VG9916e2Xz4KzB3MKBN9kfIbu5j0tTG7HiqUfjO6mSUGJ
PWshra1d8vcgWM0yNMhRoBXfxFaTeW3HTDO5YU1OPKAFtj0y8KQu2cRi2hXFlwn430fG72vzJium
O0fbCiYvbxzLAMxGReYE63+Rnh04RYnEG524NyIOmks7+TJCgW74Uo6/yvbZeRWgy6ai2M9LH9gb
kFuT2GifX24b6aidfYIUKKnow2Yi505sN4Gm7HTyCuwpkqf3bn9XgCP8+vm6vPvOBywdbMPVZqoo
sxPj+WsHvIFkk9NMwJK49daD/RLUi6VFgQhxIKJMJG6l4IzTfs76ynRikaGpsnnNUHqz77QZWG6z
7m+QnSgAvHDCMrknw9P1ca4u7IltaVah7VOAndZwYs/Z581TnTynUIHfcB6fJ1RaOyA7DBwTkCai
s3uZ7ZPbHRAGi3alUTybiood0paJmYepk4zgQaBd0YZeoaGQ3LcGMB15D77e+7bTxFvepE3rF+iE
Tg5C7fIfLQRr3hTPg6oMiiz0oagE2BzGeoJWkYf/OQ2pWqIvY8wzmhx6Uqhu0Mzl7EIsA1jecEy5
8xutyXkTgK23roJcaOzFtXj1zcwm5Uc9L9kAnILZ2RdGhdvd4rNj34IwRBl2ptkgTajlwAQGCjWX
fxSC8wEnffmjnztoE4HxA2SlRgKZpJIBiGRnRLxxdUh4SHN7RJumoVUBLQx069R969CA2FX9rXDE
gBeZVStPFei8wBGGAqkVTNARdJ8EQ+z+GxTlBjYBF8hgAAE+/cMq3lFfVIlFH2b4urehG0qQyKNt
40i0smyDhiVVCOYxDnrBwS0FKLJ65TirRgrxKGTYutDG3JCQWzP/x7azrgq6akTxZdD12tsrs2Wm
PyqvgcdRB6tud3ltgl9zqurReJk6szxOCRBqG7l+6ZwD/YNNAmAVHM0n8aW0I8vSLv+joul8VPoY
uOUYzK+OABsr8n2ogAd/dQL+Y28RuVicK6ye782pE8jB6Q7kfskLmDvgTm9dAEYHN75uR/Iof+zA
gyF5CRQBqPHO7aR5l6Tu5EGt1PzIFDdER4rf68pGXLBqBY2G4LtGHUu1pLggNQnvx56SY92BAHD4
nUKrPJ1/Xx+KdPP9GcqJkeUjTo7z1FZtO8xQOcUeCqb2Q62hjvU0g0+Ss42H6/K9J57jwtTiv05M
Kaifi05gPKgMhe5xgOzE9bFIgdSFAWlZKF6qg1rU5Ghz403LVL+yh0gw8wZIyCBTzRs3EVFeQCv0
ul3J8V7YXY7BycASUXsipRhY2iW/eof4Vi5+zSBKwPncIkCXE19/jC2iGoCUgORY3uMMBItO6sLY
2EdmFqsiUO0nWu3c8ZGmP1xw5LrzveNkfmPfp+q3FN24tQJNgvIvqx8XHyJddVbj6dzk+JAmB8pE
f9Ft4jfz/vrUru6ZhVnVdixglD7hhidT65Gm5umI7amlaehUmZ+V9sauWV29ExPS6k1QILGVEbsm
7bIHIKFCh3W7zDF/VRCquz6a1RN9YmrZwCejSdra5OMymrz7gNC732S/N18T6zaQHgL8DUV4GUdt
NabGVd6TI1Np4Cq/mQsq/i1O9i0j0tqXXl81A87b0Z1jJSHQGbsfJ2djtlZdE/A2/38k0u3BgTYz
0fBNjnqFNlEQ+itftRrs82B2qtPv/2ZlPpk9UWyHNtb5yujqOKUQoMOsaXiMsJfGMX221Yy2Omt4
XkCJENhT5JXOjaD7lI9ZA6kvp0vwzrL4eHBFnex6QE82NvWWqeX3k53G61LTkhpzl9BXOlQhb+OJ
bNUJVw8n2LuBTYTmHWT8zo1MCxFAYnBy7Jjzwmf3t9IlG3tAzlX88TLeJy2ohn6Zz8aTk4FUTmab
FWhUjsh6DmBFGx80s7qjVRmm/bDLq/6pxzHVx+JeaUjQjpFN0zzq8iwkRnrkdrKRq1yd2JPvkdZQ
18iYZLZYxgwNFA5Wjt8Neb2+GVc80iKVhbwIkNpIDEn3GKMjxjlgn9BhQKzsFntbb+owK53J5+pW
Z7b8Zlmm+Myc5AAbHcy5qcAyogUCJBVwF/wfbVZfXJW/UQaxhfKGODdKZ6AvvYpoQ8N8i91hJVDE
WwlIJ/S4QMn4QrJJJKZNpxGhTgFV9w5yMsoAKM8cZTp5KkScib+/V84MSstI7EydPDaTYw9UiC9a
iIFCP9zdsLLiwc6sSAekw6vDpCaGNdUfeG006DPcczv1GxJd3zFySufPGp5MoOS/EGcMRV9jDafh
ObPjJufhYNyDT8B6IjgrZu0n7L6HQNWw9br+X0yjsoJC7oJjM869gKmWrkqAcjzm9heC2zltdsjt
qFBj1vLItabAqvGwn56FrT8gAtyIvVbOI6YYHRs6ntyeIecykadQJwpyy+M8ViHp8boDC0z5fH16
VwJL5N4dC3UdBzzzMsm725TgQ3GH4ph/AOzJ4sS8K6HZV85HJCwRZf6+bk7mOvmzmv+1Z0rvmLar
U6ZCLvmYVTtOb7IjOWRIFoUDf1QZ8csMNdv3Tv860RLChVFq/mbdL816TMqAWhBx9xsRaY/KXtM2
HnSbXyZd/JB703piYSZslNN13/ie7HGV5Yfs6H1pvqZ4b+7dWMsiBTSZbYAGJCRSVfVpafQ8gFrj
u3dzfapWrqCFTxyFkyWFfNG3I5yiRyprKo6N+SHs99rdWIrVE2ziD6R+AMKXMahKMWDzZWpxNIV2
l/HXfPT1LEytD9fTNzIrcn3iz6qj1uRA0gCZKJnUstFTrddzqzhqmk+UN16Fmvmq9yBvAh7OqL7q
hob+QueItBWIG3ZUPGbWrmVDqCD8t+13sZFPWv8gvG5BO4NSAfh+zk92jg/NhIcPGtRbbwRTV0ge
AM/fpfr7QJ/L8q51PH90Q9rsc/NFD5vhfTYPGSoJHtoi/8VCL6p1WAloZ8lygg4ag+Ypn4vjotlp
Wd+9fOPSXT3jJwakW3BGNz7wxthJSfeKroc9b8WN4d5a7U9mut+F8Qry1I0xrfquE5PLJ53ENlqB
fdCMMEnLFzO/TQskzEojvD5xcqX9z7ZaVKihXYX+ezlhB59Za0XlwkpT1FGJgmNEIIey09UMd63X
9zvoc4I4VRUkzE0l2Y9aPm5chKuTi3Iq+i2QZL+oWVc2b3mWKXCgzQ/jDbsowruVqgTo+DlwnY30
zGo0gXOE/KQN9VUZgjiqRpJWENY8Tqb1CG8VCqQUO36wRnpLnoQKeeLrc7zqhU4MSgclUeuMGQL5
oLG/T2c8ICDhe93C6gSCh3GpkdsumLbPtwrJG80ibk6AMCEg7v1RDYHWBfQfm0QJbQLF2ort1w0u
8uVIptk46ecGiwYcK4BTFEfHyuDHzWMh5sgsyiitoNFrhaYaZeYWCbJcDfyzV/E8AkYDAzVluEHb
AylVpBk5Zj0vQcGAHn0IWtvhoJfJvhqE50PkaQ6VEtgXywNvhjOx58lL8439unYyNQBYAe5EQ/uF
nKNBvT4nA76j8hdGqEB/u76cMvTxc6CnBpYPODn6qaFwTaDJAAwoRlj9SCO+175VB2eX/exVf/+1
Doo5mo7WPnsGdB4kxhF5KG5QhO4etxhKVx3E6bdIsSPQ7F1ZZPiWRYZ4r9VqpBkfo8V3FYvZ8K4l
x6zccLarQeOpzeXePRm/mEeFJhom+H4q/ebb/czCaY5oHnK85+AWoL72l12Y/5lye3l6I5cEfMK5
SZ54vSnUEjkL4vhZ+6Hb368vqkyqdWFBOqQ1UwybLBOJfuWduBnCngTa0ch3+W1+AKvroUv8fJtc
Zc37ANTwn4EB53Q+sH5SB+Z2BIm40S9M+kPnkbhTh/E7rccb0S8s+al4TelLCi7HWQW/mr3hcNeX
c+n3MBYAKR7q559gosJTVEhjHO2++U1G2vjOpO3KogaeQDyWTrlPQYCK+q6SHrpUv9WpftiY/CXy
lLLLwEOhmR/ypMiwyPxiU1GKJu2Q+1e07BX9OlAogW+claACvERn6GnQUdanLBgKZSfMf+MvT81L
u6scVUyAiyvAgn6omTRBa4GP/peWmYFqBCoLDecvMT1/ttvJiKXtphWF1YpmuVSHH+ioBYaW4Bbf
4lpfuwgW0NxnbRzEHpKnymlfq5OWAGg9l36vjoAGR4x/M9J3tT5WVrszTLaRY1n1SIAHQEEMhBwI
a5cdf+IdCPGIlXUqPBIQAJ3xrRdg/iu+5VUSzhTi8Ow+4WCPHflGtmntJKGZwAThg4vWcNmuk416
OzkOUsHE9l2BqHbrubr4UnmXmgvfC1SElhqVdFBGrk0dUeCEGu/eUEA9k78OovVF+nH9OCz+85od
6Z1WZXqfKSmS89QUYdkneWCU4Huz9AHXCm5YvCcI34hR1sKu07Hp56vWzw1T3QY51Jns3PZV/HLr
9yHUFw7ZcYs9a22lEB6gyI4WbKSNpHlMWWWgGYvB1dYfStL6tvV3RBqfhwvvHvy3sJerspqkJ4A+
d2ak0ecvRXevCFDA91tAEBkN88eIh9YRF04TvXKS0yhUmqZeieRFn/f6IUevTDjldR+iI1kJOsXQ
DhNPwXNLcy8wxnIIHQ6gGrNaC628rHkvRwLQkBvWaZIEmcOXaGlikaiZGySdUgVemRobZ2QtNEJQ
hJgQX71wtZyvMhmMrMhVBaFRLwLS3biub4/2xlZaNYJ+VhR+cEbQaXpuRPEsVKdJWx7BgtxUeOq+
m/3T9ROytoMWItclz7q0DksnJB8S00XzRnlEk4CvjR+03sLOrp0HvOLhSdCUjC0qxzhd15iZikEg
VxQoeHtUYHPu7Hu460FHrYxvuM3VSTuxJ+0mKGh5wkVK6JjqMavM3VjzYDM3vTYoRP7YuijLAEQp
HbzMGi2qOx3a9HTbnwhcijZHlioiD0QQQ12A22JLH2dtpU5NSitljUpXQ3a2PDbpD+SpQ9X9WwrG
z4N4akLa1J5aWj1LeHkcWrQ7gfZID3I143de26Z7ipcdePf7ed+oTn2r5A2SLwa2S5WVWtz2nrol
O7Q1Yuk9Wc6lMjgWRpzhtUdcQDy2EAxrtzpoqsC0ANwpQG/SrW65HD15dV8e+zrG9ZOEWnEPBr4j
Op6TDWqdtW2JkBC8/uhRB9GW9LzobXSVVmNTHq3xTgfMdUBXqfJy/TCvXasgsHBQOwDH34V2M8ks
xhJtWb/aC0bKgTO6GTQv3Dxjq/OGS2dRxESxQvZ+AzOaaaSAy+CIBLOY96b6XljvGbVukwxMQZMT
ZZvdf6vhNa4JQPYQN0C9Z9kvJ/EQ6IMUpdGc8qh3wO9wK64pB1TSvK2Nr3ycI2N6qxwSOAXqpBkP
Ew9s1NcneC2eAKIbeBc8n4BVlRwyrqERnZ3JMu4MYDYcQ+hP0CLohXs7OTRSur9suluO5ELHBDIh
cMEDsC55s9nkda2LChVZZQY2+84B5YL5OM0ksMt3sBr89fgWDomFQR1ri/638xlO6NBmvMS6ZvpR
J29U/GQ/mvph3irtrcwj5J0AiELH44JDl0ZFKHFQBraBy6N3ZoImNutx6roXa5h9kHX+uD6otXTK
wm4COsdPvK0sbUy83HXGxVrnVLo/j6CtaDpwnBBWgISEeF9Lrxpveen0QY3WtUDNTOgsl+wvmxw+
1xLHE7wkC83axVq2jcZUbaiqo8LaYGx+zkPoIhodtkjMV06nDe4j1Go+2+1saZf20JKmQjTVkZlI
cnJIpLs37Y3hBQBgmuZvSrbC+dXl/K9B+d3L6462mbYYbMO8jlBhn9/U/lbbktRaS8Xb2DVwcZqz
lEilOxBnHQrACWawKw4A6OvQjk7MsM8CV/fL5xSphrd5Lz7s3LeCAwRit2oBKw72zL50QTZFXokc
akVH6MH4hvpFafJQ80DrWcwbnmYlwECCE0E3SiDoCfqciRNfZ6Qad+gI4GOdRIpa7EihA49uZzte
ewcKGkTkrPWtg7JcqNJzycYliA4RhGroQ5AcLERX0QGa9NXR0XjxIDr1u5bYAE94Seb5vKybwG3Q
mZCUrvUwpHOz111BXwShGeCufI4gM4TH9/XTu3JvQgwHsPSlWQX1RWnJTZ5Q3U1IdaTpWIFYphyC
PINDckZ9C86zto0RpH46P0A5ZJQVI+BcygqvPDrzb5tNt6MKKmg85vajsgVMWcOv4Q5Bsz76LBAU
yFQEjWbk2pjT6qgxxh/GzEmiBJ2CwB5maWTpWg5uS3Ts5kAEBJPGgfnALREJPjRRyVkXaZyOgEKo
/E7MVOzUrq03Jn51NpbmOg8I50VH9fwu6A1aqdPEKlRf63pP6sbYWzTzdqS2S7Qim/mTmST05vpq
rx0wAD0XYB8avS9SHl2fG3MPNOZxdoaH1DGepukbg3Snr4IH9bqplehyUZGABK7x2aglxX5aCVw0
gOrVsWG3lh2X9dYRXhmLAx7Fpafpk7ls+f3kCKO/wO3nFEvcWM9j/qwkPtfQX2Uero9jZZ0+WxPB
W7YU5WUkZJ+nSKRoE9Ypw33qPpRoJ7PQMDXpEIwRP68bW5k0sMMiqlvUE9HrK51GjVZeamcaTiN9
LPr7im5x2awZMODvFsoM1FplBJroKMQzC4ymA1V1RAwNXUBd7+yvD2NtadCfutBE4c2LKsv50hAb
hOhjAivvQNJ5FXgm/dIMr9tYW5dTG9Ly27TJ01YsIwFaaGFXjioadMAB/KW87RJWLM22/zMY6aBO
2MbgT4ehASUDQ8yBJl6QwNw4LlvDkUI2tRunKqlhRRn2orll0G9wb+Y6yOu/a0K6GI4UvSS63Src
hCE+7Wf0IH4073wK7a3TubrRAGVBg7JmIy2x/H5yOtFYBw5y6lZHz0SlnuGRGKGKtsURu7bRFqp1
AxQ/QO3J/d0dmjlqlOvro9olP7zkKckcSFG5B9B1bGzplXsSsBxkU/FMQFuKLPzeGyw32tnE+jSt
c8fMrvOdzKwOuZka0fWdvTIoIBBgYkH9Iy8lvctb5oqMKl51dJUynNqXpvowugJ8pRuvkbUHH4q9
OgRtoee0iOGdr5FV0cYhjV4dl7zjs2K+DvY/bD5SS/W5cucGsxFwaNz3Gyd3LfGO9mADzhstqRij
5OUykSzRhVEd1bqHCBukw8Znj/I7DioFW6T3tcWQwbpzIEH49zMLfDfA63B/6ILWzwecDl6CEhY2
5fLC7U3DT+vvQviq/vIv7EC31AL3K9hn5PdXozBbtBpWMG0hNSf8ursd2D3dwuOt7cnPrl40ocBH
yVdT2gGa3Qw5PZb6R8vvPfGubVFKr5sAxgF6CkhGyLR/w4x4VXUqehTKO3XeM+DCeBlfn60VV+FC
JgIX3tKajqvpfFWySrhZYYNrHMOwUEbsqn+zHCcGJA9eN6pgNkj5j8y7B8J7nonfsvvNasjauV0q
WDhTAKGAdOJ8HE2qNejTauix1e6B2TWcEC+0ZMsRrVlBDgH8WgZwAxfCaFSdRmZrBT1q413jQnCd
/DOm3/L62/VFWTWDNC9y8MgqAyt2Phhl0qGSOQz0CPTwvoo6dIC1eh9scvrLVM7LfQRm9P8x9Oks
Ti6KySGEKfWIHTZ4YF7sIxjclSSPETR2493y7sk5VNisr0UZ5rs5tY9u593OAqQUv1Xv618PG3Ce
z/AYOCYEYufDBgNQM/UZKmeUvpvj98R+Vuyn3Pp/pF3XjuO6sv0iAcrhlQrO7uSe6e4XoSdYOWd9
/V3sE8amdU3sOdgbmIcGXCJZLJJVq9b654fJlRXmsA/KbiikHIXs1Bq2lqslE1ioeBytS2GWajqr
kGKnXslyTaKzTI4MFdUrIC4KaIsNK8xlJYq2n0KGB9KPOpEVnmb1QsCg7NAmjXxARcmM38RZKVWx
DDByJK5C2oopPEot5+Ba8E10UaPfENcsHUUzGlAuXAblWsPIuwktXurk9ENgT0XhJWi48sHocN8f
6OcyT/YrU3S4F6asGvD0yoSpSTzocb+L0haXmQ1yXujn/B02+TqQ3PsmqYvdM0lHf2HSV3KxGVtg
/83xtUJv+A6M8qTRZkeaSs6lkzc6xtvDehZlwYCpUnP9b1NVPMb6Lu8+av2xSt59q+TM5lKqEFyM
6LOgwkDQYGAOYGwKv57A3befGxAByKQWQjKVlTurijOFIVEjiBHbsoEHQ1aZ/7xEcGWcuVeBTCST
5BJrKefnQQbnv/KkcwUm6AjY1bscIeObRhtqoWnSESJ/Fjv6pyDZBrT2RAKeS0skk0DydFVpPKk/
+rv37DKOikdyMA05BieBX6wvOyfQK8780ah0zwTjmFM7+4HoAy/RhPawAgBRtxun2fAK/LyRME4J
dQvgxAIp2Q9bj8fAsPzb+tcLGPz1bIEBHZRN4VuYJeRo5T3v8Fg6y+Bh//15VgqnaPRe8mmlPd1M
r+oq+51tLTt9AYLloXa3hWBPrrVpIQ57P2JwRmUxFw8oMjfloCKTKLR1c2wCSDz4kmBs7ltZPE8u
R8ds3sxqUigtYHTAiZPWGUlKClslqcujvV8KSxS/SyXckItjG5+FXGylINGQGT2g4CPsQgEQAAfl
f2RfOFPHM8WcxCjTKGDtg6lBLohiDXYQmo5UI+0svzXtJumeczDl3J9Ink3694sAL4gTaO0r2CxQ
y64HD6A2UsdeM0Gjytp14m9L2Ny3uOggfyb05qEghwKCsopRSqukXaFR9/7vL6VbAYPGRQMPEVO6
oaeDSEPj5z66cwzFtvbP5S7ZCq7xo1g15KdSkfYZknde5Ny3unTVuDTKzKOZD0LXGzBaO4H7zFOA
XDqGwSEDjinQmFCBr+tVkiO8nAXVAthQfpcgMSmKaz17xeMnjTkYkaXrzKUlxgd9I5SkMAbWxaic
IhrJjwqxVc28+7O16HUX42FmCw+sHkeDTw+m0R6G0h613dzsguRVziX0bVGcBS+pdet3lH4P93u8
7/AW1ZiR5XIQmYIG9EsDwIMnSQP4l0SeGyxcKqgV5GZFiEvc6mHrU1qNSpqmKI9BzykVvLi3K0Vb
yb1EmuDn1KELdox2/Tdf4+yr25WDZaTRv5KpgLAzc4r7td6ZObA3vWQRD1TyoPRyeGrQHCNf8K6L
cKE3ZYT7NJANqnwYQK6Jp2ujvPoqB9ez0AN7NRi2+JeOkZjOMoA9aSWui+At7ko8LhM3Aay0br/L
1auErIk17qFVmK363AD+QQJhklBy2r8WvQYZPdTkRfRa3fTBCbWiQ8In3evZUUHxUZtf728FjgG2
8U3JrLqs0gI4DqMifv4R8/o+F45KzCUlB6EQT1oWvw4eial0WW1gLuVQXSeN5pXNYy4e+vwxnjoC
xpd0FEkwxZyT5faGBrMUd460O+WXYvbbpFn0BjLCbOriCVb/kkEPE2VuK5oOF7u4OIvQMKCQEbr9
mFvHCAKepB+psdAghvCIxzRnOLcBHsOhxRc0quFJ+SUSdOH5sa/J4RzCQhLquEFPpEMfZFHwZAV5
ZuhAL8wggQaYJzWTAWJFCROa/DBp3V8NhiJXTShpIAV5bSWu0R/d+TNqSBn4xoYntFMKASe3v9Bk
DRlGuByo3pCvQ68sYyRF2VMVQW+fHdWMoOnBavBsPMbdSpU/tEaxAx9yO1MCfpIAUHXOvloMIZfm
mZkEx54U+Rk2ljnZeKMfM/1FhuSmKR6EVCJZ7whg2su6DzPW3Fau1kYBGjKBkh5yKT1uj28qSImM
PTJY4D9jpc/MpjD9TMUOVFdV/TOIarST/47RWc6fdApGvH4XXZtidt0YpJoQVxh1XOcrv/LC4DhF
iVcMk51FTgHdBmmw85//PIZdjo+JMKWvt/00ZSlNzBrqa9Hzzm76A7ejMtHlgNsPznBmVFUtFqI4
Ax0oilhBw62i5yB4DdS1vhpfBYGzO5YilwLtIujroO0M7c/XjpvOYpmrE6xFQR96Ugn2DX8SJhhu
ko3eGSnpOzToQ3zHuT+PHMMstsaolVwzAxjOaL1jHQxOCgl1baUlLyFQoPeNUf+/mdM/o2RDplnL
ZawnMDZEv8zs4E+c31+6KlzMIgsnj1MASZuM3kcKk2jqa6AFIAjOiZRzLpPLgYZq2NBUH2XVv14v
A+w1hgjBnP2ELOLQnrOgPZbhoflZCFsZUubKSlZ8VwRrWq9sdR5Wd3HRoI4CHgdkwpE1urZOUXtZ
1yFiK+hlDTZIpkjPUIG1q+H3/QVbjCIXhphh9rGglokGxGc9/u5VW9/Hudt0JEUL+v9miNltcTaN
3dxiRPF7CLEcMjkRmlA4z7Slgw5gDKRNUcgEFy91z4uDTq6MuFRKjGbMPtDGHjWHPDzfH8eiB6Jo
SSH1OIBYmgazCMcSSjK48bsCyWzJ5l1xFlfkwgAzhh5gmWSUYaDcSA7kHG2oKnLun1/tMTfb9MIG
c1QLopGOhQIbxVYnrypJtgBqbx8tt1z/BsO77RMQtrq1/SvH69a2TftN8Sr3rK4FzpcsLtjFhzB+
Ls5xGisTPkTRNnF7FAdPrF7uL9jXG+XeYBkXB/VVHTcFbNR7KMY2u2qXfIY/lXMzktEFLarX21pN
ymfhxVxXTsehI2AlneGLODwvhsg4PiVZzKQZ5jvX8OD39kyyLUgJMpDU7lQiEMMuPCDmAhJ/K92a
RNgYtSM9RJ60yj/nb/KP7IfkShsZf7k/M4tBBhAcSgMACAPLBdBliRJ3goJg/ak4GiCPe2mtb4xo
/b+ZYSZAj8VADiqYSdJtFh6U4VyDKiZfK9UvoGr/JgJcjIk5ZuexNmefAsu1MSAgpwbrpT0onPLM
otdCKgcyfWCaBpfJdZhRfSsVzA5GjPAVbXtEF741NU8mawG8AMe5sML4rZShbTuWgVY3sDZR53T+
WlH3g/beGx8ovVataYMWLwFsFSye95dsMchBdQwNiwBYg2rgeoAKNCwjCNLhsiJ14yqYFZVMZi05
UlZXOalMhQcAXuj5xWBRgsdr+Ou8ZaKeagYtdMBNvM3V2ekqdBKR1Ek6R1MOQ9kR3D7tGpd97SkJ
ULxJgKJQOZ6zuBsuvoCJiRJI0kBoii8Q7UH7XkM/N85X6RbgDSPmXQaX5/fPaBkHsvRwwEvCR0ia
wVES/h6TF8EHB0j87f46Ll1xQfQhUVIfigdhd4OhAdvXxtleewshAG84jfE9j6ZHLXiQoQ4uVzx9
iIWGfFB+41SkaSrQ/rOqCqOsgScpDQFAsWp12wwgdW2VNnYj6MqATizJwA+lzx6e+NGmm4rQRfOe
sLbapnsYklKxqVjAdmh94VRY/mduZB3K5chYaxDxsXP0lZIcxA5un3XoL8o7c5uEtQqM0mgdTCmy
doCxBpv7k7i0WCD8B10RQM0QymJatVKoRDSAkKZ7wWw8ZGOh5xPZrZi4tfnPmUwwe5Ao+urxwStX
vt53kFMeEh1sr3sNh5Ncu0FeEUH07o9nMXdDkZG0ywdc8SwJBm0K9JsQgWX82X2gt75YoUA54oYJ
TtmGEyoXJ++PLZZXqmhjNUpk7Cok5vNqqxVbTdqIGi+1t/RCBa8Q7mR4z6FpnXF0UZ11I6C4+jmQ
fXsepsApzf5dzefItorhM0661JPq1FbVDISU/eRy5pRGRPaScfEBN+Ms+xZ9IUCZlw7SOOh/Ocm2
9b3/EfREGJz+bzI6oDaCbChErYATYIKVDOG/IoDY9j5L10CgTp5m8Ua0OKXAUIOPBW21KItd+2Kk
6mVTDQJiVO2A0W2G/puXqodQeTK/Jznp3+/P4NK1l0K2/2OOOe3iMY2A50ZIRJH+V52+Sn6/CuTS
1bPYaVvOpYy6w81qwfNRedOhr8SSHIwQAaotaCSABgYaoZ7wM23GY2xuNDN+AEr1+wi++r8YHhWm
gH9SyDATRCbfqPom7LN9krVOUO30Du1laAFB9S9MOCcZXfyb0QFwhFYj0HPcUIvXXSJPUgIMfFHV
XiWUrlhY26LkndmLK3ZhhnEQY0ZWKos7agYdQkW46sFzAmSRI/vzNoKgN+cFuVgGoYgl2jRo0JLV
tUeKoQ+uTwNdQnLxbWzXMQgs67xeq1Ca1ES7zosVildh9dY2Ksf00t3g0jK73dIQJVS9yPZ94IBM
3IHSmhaMq7YRtlgY2xqe7nvL0gqCj01GdRgXIojNXI9USoVYrlS0TkjNU65Hdh4doEnGcZOl9bs0
wkynPkJXwfDhJqmxDguJxHHhDJ1tJasu42H6FgeE4xO6behcBbSPGZBeF2oXakD86plq99KU27MA
+kvIavCGtWgKQku0xxMjYOnfjLmRjK4f4JZKr+9iaZ6cQjQ3MgD7nD1NHZzdZ2hjoB2IeAmgUHs9
qEKZ9HkqfaB8zRKqaaPThd9EUJAlPPXzpSHB6TEW+AKiFuMOZZ5CQB4s+fsp2RYg1IUI+d8M5cIC
4wttl7fmpAAoHTaHInF7aNT7m5yXvV/aRpfjoOO8SM/EidiDGhLjiDRPmMGy3z+LKqleTT93za4/
3d9Ei8tzMSb69wtrIRjhO4MC2vEUHN05UtAo2Rn2WBqhpxp4UN03tzA4+AG0WiU090LWgTGnx4MG
7ROcKU04kmneDvoPkFzK7TavjlnCCRALY0PSH/jNf4mtsCRMVtEV5dDRgFStp2aPfvBQ9+3edO+P
acHxUMnB6Q985Vc0up7CBO0PQQ5U2V5EN7Rm2lW31QTehl2IQ1dGmIlDcWHUFNoNkORuV9tTfwDV
dl6BcoUTxZcMoc4G/V5K34focD0aZdLmyUqwX1E5DAPVFcYPXUhJp38AbczxhqUFAsgWgG8U9wCY
ZlxdlqdMiH0BTSjSyk/cuNiC4HHmKb7xrDBTZ5RaIjUzrGTSVstBK0Tk6inmXTYXwC/oHwVzJZD+
yBPhgX49cZ1QgSulTvJ9JqOoq5xMExmrTsWpbxR7q1H3SnMWADgTUcsOVPOciOoqXPkoaYTSTsl5
RYClzAi4ZIC3ALkQJV1gnkltPrW5igZG1KPccAyJaQJGKtQHqQhIGDyqqa1YTte/BVYO5Urp9/1N
8UUnw8R9mAcuFzhgaFVqTLBUhXYagwaA7jyJIAG9HYZNJezqUEDJr3/CqeMFzYT8TGPXYyfaWv46
iBXUAw6jDlKFnSb89g2vS1ZDd8yB6R2g1qL8zpHUEORdJK+yFsrVnLN+gSIHdA4UbIDOSBGYYmbK
6kwUunBuAN2HaE6E2okerFNLtdHgE9rGr0wjZTC5gjTbhtATfFUvkiI6JsNBGmPSQPsFz9WHoeG9
eOlc3cylrKCej7ZsUEUxriWOeo83L0DaglwE7ohL8qpUq5ZTNl7Y+aaIfD0IjhXa6EH/fnEUBKNa
h1YZAZCWbkUQGyufeC9ZxiOvBL7QXw6cPxJn9B1D+bcZQ53kN6pWg23BegmHbR/+NPL3HMQ4hRLb
qejUw7wbm+DB+ozr3xAng+jxSwdNVZx9hpis0ZrOWfeFAEELIWhJBngIbV3M9wxwBQNQcsrHn9ht
2p27WV7NsfE8lLwwvmQKDI9UhRTdY5iE6znu/Wj2K6plkEWJY4YbWYtJMca2lfNQE8uW8LBBww6W
9Ia0Sp0jUy0B+39rrdVQHUv9beIBn5aqBmDs/GOEudyhhCvkQ1cB5i+bkJmybCH9IZi5rQXa0Rh/
NatYQzZh6j1TaV9Cv3FCiCspvRcgH4zlBBJM2Lf/HEgH2Una1YrSFm1bYZYzFkwdeq8ABM71m+R7
0bDVy/eR1762sCevrDB7MhdLrUWPIFoCVuWa45D0C5n9DslEYGnQjodEE9sir0l9M7c+ILZts0Uj
aLbVrF1t7s73Q/TCvQVhDt3feCSiO5fNX0+gV0JtHwR0qAOac0mA5SL+81/YwHFoobhjAmnNXMr1
Gkh/6NUgRy6ftHmfBegC5rUTLHk67S79jw3mpJnENPOrGjaQ3AVgUrXjxMNeB/ul5dwfzdKaw61w
ewWiC7gqxrMQKPpSDwEGjYqjGoF/POBR7y7cj81LC4xX+Rbw+1kGC9O8FkcAqiwPLFBoG0BjhKZx
hrM4cWjLhtIFmlrRR3MdjCCLjInrAROKnrXInVQkU7ehe3/KllwZLAP4fZrtBsHvtQ2gemp58mFD
ejPMH1D8616rAB2fnFvr4rxdmGFSm0aOp6fRUaTdhwC0J3QGwQYvnkTjueHdEhbSYrgjQPiI4m6A
+WTcrZDzwJxz4LbztHkw1ObFCsRjqqP+Ysb6SRLEFXr30cCSjZz9urBcV4aZ27IAZpA0KhFx5GB0
GlVGfr8hoGolqlhzAtDSGHGNlakGAaDcbKY4gIxdIPTgN51xZ5yljTX8Kh+ohN2rIjZ2qsvefS9Z
uhKgavBfg+yrA7mULklbXAn8opIeNaOFZLySJ8dgbDM3q7vYq1O5hW6ehO4JHxpQClAntjXWkx2B
CIwMfdR7ExL2p2xIIx0NilpeeDJIIj2Ijo2cgvxSku3qc9mdA/JVxQxAwGpmyj60XsMqeowhKav4
u8giDWo3cRY43TgRU/vnj1qLhh44NEBZN/IQCToTEznETGl4CbbSRHrphymivKoLnNgt0+DMHENU
PQhXItNEeLCYTeXneWWUMi4rSgOK4co145aMmumALBW6pTsl2wXQokNN0G7MfBWHRDK8vPqZR+vW
txyxXFm6XYxIH4OkfGpJbJVvSsfb+UvvnIuvvGHnbKcmSP2iQz9K5vbNOzJmZJoeeqXzBJDkAgj+
PRzmt7zeNP1R6ZLH+567EHiAaf+SpwT/AJ7o1/FNnkuhChNcs1LKHPak+7ktQGe0n0jgKw5grf+j
Pcbz0nJIhHnAmrTRHj1GRBnUTWBtyjYjPYp/wl+ZAxoPDOmo4X89ei/eBJEQmmNiYHJBUUoE81VQ
GqIbAxEg+iHIpy5oOGfSF778xum+iE9oez7O9esJLRHMcm2CuIw2oOrbJ2hJjCMSKu22FnSnBN2e
kq+n/LWO63U6iF7kG7ZZza/Z5G986Tmb96WigBQ5fmgLr7C8QDG/3V/ypTisIK2EiwCKFNDWuv5C
U68Co47QRiP3PfAZAhr7ZaP1Snly9VmZOO12S6EYU0+nH1dtYFCurYWl0ckF5BL2SVG4aqpAygub
HT1lSvBYNRppGvn3nOvr+2NcuBvSNQdAmRI2Yh2urbZtDjYmIIRBnHQSjJzM49qY3+7bWJxHtO3S
/i5g49mESSFW6MevcP804s+21WlHA6UqjXgKDUt28BAAJRzFiQAseD0WPwvqf5HIyvG2tCYCHVM7
7zw94KWz6A+xrntpiImXgtwoeaDjItqEnZdVwWk0n6Bg0qvtaqx9V2mC1f0ZXLhcgdMK4Cn0qlMA
PuMbALcUffuF/vVfx0A95OpB7O3SNLaZzKO7W7QFFlZUxEG0BPKy61mELn0ftBLaMcxIBcf70LkF
6EpL69gm0RrKXTy+4sUzFkmI/xpkXLD223TKdOCpo+zXLHhpqL5K4g8oNjhFZ4/B0xyrjo9tDjbi
v5hVHSVISkcBERPmzZKnVt9AVhd95bmTElWxp9DJeE+JJeishdcXkjnouQNfKbN2oGLWmlgF1LM2
rGDdCxQW31SzY8ydivKSKaxy3U93eVIFO12vRjc2+6dQCqyXqJK1gwRuBE7oXdrz0M6l6VhAqtA4
cr3CjdGHVpUOwMo36LGwzmb9NAa8m+XisqJcR5NZ+AcNb9dWqtbQ+06RgCBSh+MAQcJiNBytz7ZS
oOPfdiVHltMI6lbrnpJ29u6v7fK0g02H9l8gmrJNpfms5MY4GHgoBCmU33y5d6opSl2xDPF4HKre
RuhrbTXJfSfuRhM9T2Nutzoern1XCntxhrTw/W9anHdg2JBj0pEDZ1+VYjYWaaRRHBkEk5PYIPP0
kXQ8luul/YuVNSUQDlKxP2b/mlbedMVASUebypkB/nDFuLSIH3XxquqyY5M93R/WkkEkueBHlMYV
J/n1Qls6yIr7Hv14TawfsuFdEtH6fFDneqtHyea+LfrxbOS9tMU41Wzp/jjTRqsmpMKwsi+4waQa
nENx0XehCwksI97/eDXTk+biNlSoZjoEFvZsbFWlB8Ka2A1D0/fACQcl12kY15rYTa4ySrmrp7Ml
kTz36/1kZvrq/oCXjhraEgX9AFSdsJ7XX6IU9aT36MPeq3MJHt4egMMAxNheHySjnSphCwkD6zRE
bc8JEkuHKa6BIMBCL6yBV8i14TyoQjX2MdO9cq6RsLfUQ9PFjvkXmGfkvyyYQW5Cv1GCKOWkGVUf
AwRkCJccU03WqBNUTjsFvAf94pCQadMBNRTBEsnE+6nHIdCUONk0BfDeuj0kCqR/kzOe/5zos7TT
kSwFFInKUyHqX0+eWqr+0NCGhax+RpM+iaDyJWfTX8QTCDcpYP6FZyDXfG0FLeUgiu1RYy1wSz/g
ufDaKqGxnq3AJ/e9cGnmcEdELlv+guQxW1wuQivQTBRYYxrOK2IUxzH9qYWc5/bitF2YYXb3NOd9
lJqgeEQFV47OwaARi1d1XxwKrQKg+AOhAbbzCED/pP3CL1r1U+iXDmj3DOjKhdnn/SlbHMsfO+x7
EcW6vDZzHH9RU1Mh6xDiH2XCiQ5L4RBPdpRxKQ26xrLUITCVCQ4ShENJAVVS5vhwtvvjWJ6vPybo
3y9C4TAJudDmAGGW/ir3TUeVH9FIKP4FiBwPgz9mGF82cf+r5RojSYG0kF47a1P7v++PhDdZTCgd
67orAnSU7aXQJEJV2YFocILm8qL/GQWz730gUwS1otTYkgEuxzp0TDSbgTf+bwKMhcsNjlwdLY+s
xgfQ51Zg+DDUqYmnyJ9Kgv4Y83x/wpaWHuVB8JuB0RFdV3RCL5a+0MM8SAZAorAdLeOj0QSCdh9n
jFuOG9NpYU91yjqGx68FpDQbLiO9nPzZAkGgjpth+hT1n+ivL6A0Egrf6zFwpfEfX1mAAwciCsA5
/H+DR6gSoDyMAZszGdHiMT3OZkPEAFh+OdkM9fs/nUY0rqHp5YuyEsABxu+SsQLhSA68QJND6PI8
Ffty+AjAlXXfzO1NAZTOSFVQfmEJq8UETyGV51mukaCSV5EL53ZLV7JTzh66XSkYwXUebRDQsFFZ
9LdYGJll1UCMDOD30EXHFDOv7ksccBNoj3QbJwhUlqf1/aEt3McoXTWYHEHLaiB7zOwrTRmmIQuR
igd1bRytNOWsDH5MAG6zBVDgJGpCxqiwk3nai/4/3tOwjcQjdjWmFl3b17sgSkVkgVJUanC4bkoF
NNHDiNZR3h643WzXZpg4qxZRq5olfYxWDYkzr0XOX5eeddO7P5c0kF7vtWs7TKDVtUrKZzRh780h
c5MK8NvhMCitPU6nQeTJhN7GQ2qMqh3CYXB3YG5cUjXHsTCEuHHlD2n6IDUtWBD29wfEvvRMSj6n
UfYDBV3LUG9iLida05mFFfvDaSfaVUC6Y+hBT9cLbEiKPY2r831zX7IYFxN4Y47ZZ604i7lewdxg
F2i8IQeIFme1Xbto1/gm7l35/VgjPVsTe2/Y7mvknQeSeYmz5aUv2FrKzZcws1sUBRDAkzCcDqbh
fJi/kyfLG33ybJQ7+/Xcfk57O0Tr4v3xc60yp4KVdm2flbDqBM9eRpq1hi4+2Q0Bgj8TADvknuSr
8GBwlpktUtyMltmHfarVlWhi3qdXXNtbYaNDNAc6NvbYE118Kx7Hyo7e22/tuZoCG5oFkWedZvV7
fNQhYG3X8Y/7E8GEwpvvYTZsGBth0jSYhwyJarISPXNd2qXNuRJ/PdfvuRuzXxtUbZq+hpneSWY7
34hboyPB8VtMPnuXvHREexhQg3iW7XEzo3vS+IhW2UF+O4re6t36rEm98olt92fRG5zju+gp9hOv
vsz20Px7LiDhQkskyOYznggpniTJxWA8JQTx0QbuzQUnzyaw/ykp2Y0lxvsif8iKcoKl2XPGU4y8
XfLY2onHmXb2xLmxw3iboY5mhHrEeOpq8tFvSvSmNhHZJs6ap8jAnTzGkZSp6UotxZD0Q3Lsjt1h
PlqrsiHpird3WdzbzagYZ6p1PbPiGqMqHQH1FkOE6E5PRnkjGSQ/v4zhGi1W5TbLbFSBKpNU+iaO
7Boi0kAncA4itgD0749B9UEDGzUFJlwfrFaObIBswLPL/cGcbZTzn6WQJIdHYyKFdzbX9uw2m3hX
H4Y150z/f86MP7aZO5k+d3hUV5iIsXbMz7Hb1Y+1ale13br6qXjSvBaoaKQM74eMZbPQAcI1AnUK
JF+vhzwmutKDkHo4JQkUS5+M9iX+lQXKSgGnfQ8NElC3/lQApNLKDa+Jgrke/mu2L0wzIzbLPKrV
iR5b1lHobDMm4+RY2m4qodLFGeeyLZ1SjSN7hJv99TC1ADRrY4+Vbb1uO0MpklSbzPl1fzJ5Rphj
X7X8FrKEGJC89VfWLiXv0reMM5DlvYnWwP+MhDnsk64o9JlGX3k44WwbARt8UKdVm22naW8Ur2bA
OV7pZr8J9xcGmUg6W3WoFB1GVbnlL2Ur2Ty2ee6Q1OvFaWdLrqHdOZw04lTPuGsiho7uuEo4+5tl
B/q3x/2ZOyaE+qXSoIwJQ+ZKQ7u+iy6XLrffZbKN0b79fSCma9r3fYJtnP63TQBBIJ+E/hqTWa8M
vTZI6MPmYBud7Z/RKx6+J+5j+pmXu8xJ3Zf7BumGvV2uP/aY5ZpCMfH7EPZa7RfK5a/lB5Rk+1er
rTiG/p/Q8ccSs2whmleTvA/H09uPAIVo+1F13tP1sG7WPFUm3piYdbPyKA7N2MIFT/seFUAK+nbD
QSD/P074ZzTsmSeqhdrSC4N4Tl7DluREdLpd4AicILF8jiNJ8h+HYCJuFtdyO0+Ytuj8hiDrbSDs
Mzky2f1VpAB0BtKH1PFYFoRJFEET4Bf0aAWaaf1g2N+zU0zW9/1t+dC8MMOMp1cCtY1NmOk0MAzb
WuoJpFjpp+/Jr9bN3hqB6HvQDZF+JWzPaKmsdjzlxcV778UXMAdJP9dyUGv4ghjPH3skDZg5TPIZ
8CaUxu+brXVhh3nzx3FQtmZV0gkN7djzH5F73LynT8OaB7XhjIg9riQziRW/gaXCDY6h/eyvkw3I
xTmxiWeFOa/mIo3jroYV5SU86XbsVI7ozefzfQdZjoB/po2NgGgLjcs5gRn/t/JQEICKf1uu6fie
8JS65WHLo29eDkwXBpkQWGRlE+gZDPaeQR6KQ7sOVsr2OBFrs5M290fHm0MmCIqJOEhdAFvWGqw1
cD7N3atvPNEknhUmAGoRKLAMupXlg9ARiwREfDEOJik4Lk5/h/VwtK1B/AW0kTRDcn0SD1LbKOqU
TKdW7BXwbvq100dRserLweJcKxZf7aj4oz0H9XBwhtExX+Ryc23uUxHSGyeDBLv+sXwA2XvsqMRY
SW7hE5/oXkh2JgSfP/7qgXNhm+32NtAZpqopbHvpQ/jgh4+9230XLcd0/cK97yCL7n9pi9llmj5F
jVXCVlfs1Pkj9UkaOVO3SV3TdxLxUQeqNdk0jozdp67+R+PM7aP1UZkGazYCydk/7BwdtOkBnuT0
fgVkkGs9cewtXRYvB8tsvUmM017NYK92kCV/i1zBFjfaU75LfeSj3gP7XPg2j4xt8V5HW03QbwK+
Tryhrl2pMimUIKVH0PPBi6CBaT/rJOpt2Xl5OfMkfBZvCpfWmJtCBEl5pA1hDdpIxzKxm1WAhMZ2
nnhXEjpZN7vxYljMyVoXQZzoej6eHGV2alcmMlmvz76rH3nPcBbJ+nVLvRwTs/FLEeygUYMxveV7
gyRH9VPJHJP0Ls9BeGNidn2iRyGiDAztvNDuvxu7aNN+rB3fBobdvu+MS0HzYkwsyS4056FXMcFU
8C2oSLMXHIc7bzwbzOaemjCN0gE2vg322y45fiiOFzrRq+ZmJbFfkAz7dn9QX7njO06hMjt6Dkw9
7XqEk91DYyfujx8V2Ry8DyV0T6oTT263Bx3dS+Cs7fFgr3Ok1ja/eLrdvA2nMtvcBwhc8SW6iofS
SwI72ABvbq/Xgfdr3fNIAxdvzJcLyZyxdVUrdTdjyJP9ZpD0QXd0Qnn9DIcHjeMtJxNIND9txaqC
pYQ40VF1go1Jfimck4/tT/3XZjN0cCDSqpXKMreYQ5mmVS1hX6uf7UMqu917/wOt6Hs8QJ8Vortr
56V5eLGHHZJPoKQbCOaVl05cPOovPoIJLu1YSwV43+G5zqHeh4+S53WfFek3z9+RbAt4CL/FS5l+
YY+JMEnR140Rw17pfHsD8s2ufh5t+4k3LvozN9sD7Y0oRFvgfmPnNpumRikzDXOLi4U7bEJi80rq
y95/YYOZujKJo6lAV/zJyT4zw+3Xlqs7e+l125HdoUBOhoOEX8y4A2b730Exc2e1Vj2KEQyKHx8G
kbdJ4AXk+fl5JqiqbrPVw+YUOhUolbbVy3n9VPx4Woeu/Wq747l3A/t1bb88IfbxHJmO895cM7E8
TUwACyoVhwYYeXfT5n6kWz6T/oz66xy+uCCmYaEZWYmfRwNusFJfttv109MT58a7uOMvjDABPOsN
CXKHMOJkla064LCz4ZX3R0LjEztPhgiafhBBg7KFvemKtYTeE32G64fPSiI5ZSJzjrqlaxcUs4EA
R6cb7u7MlSQoklKNx2w65UPsQdvL1ioIiegAR/NOPJaa9Ct4GRB0pxQaEIhl6+1geOsaHUW+0+GH
oq8iYrQk+/0MYIRnuerjamW7L+L3c/2R/LTrVeyeIaoIRXb3F2fdvlrCbyb14juYhevasO+qHjXi
N+dQkIo8JFsU2FSCTxFEm6zsmrxA2gn/ndPDQMbe3XGWVbqddR3Nq5DaQ2887p7sKThAI7xX/XY4
QUMKqN5tvwd7XkzKXbRvXQvXayCK1+jD4iz2rctem2WOQ1+v+3nQYFYjPhbA3OzRauTyjsIvDbPr
CYYZ7AwEbSTpNbZHQgKXgOJ303DSV5Dj9LdB7lokf5kdlAMsYv2IodDlqHa5zy1HB5fnZ/AzD0jd
ELU69N9innDSQji4/h4m2gjt3EIeIsZTJrG03imMytpInTacS7FUQZkvGWNBaqmqTtbUm6CqVYyI
iEMnR8RXCzSSDGqW80IgK7iE7UC/SgecHlubSsFh718EqcyIZR/MBsjFk4IIFph6a3TMHuWHxjme
c/u1P7zEh+L7/YBye8hdG2WuX6ICDgvfkP6PtOtachtJtl/ECBCGAF4Llr5p1GL3C0JqA8J7gsDX
31PcWTVYDbHizo5iIqQXJLMqMyvtSdQAnOJHZXvbA1wh9zGNMSm7rc3GSh2q9EzFRBe1doIRGSpl
nRVZZ1NxsOaO8MRsxLmb/Wc99z90GD2Okzqoihx0GqO2g+feLn9ON8k8J7XBSwzJ332ee1rMZU2j
Tg31DLTaRbo6Yi30tkDHhGoCQ1San2A+FkufKMBXbrB7tjZnCzExOyvbzx3/bIa/eku2e8MKVroV
eqa6a1cdQfO1ic24a5Obo/j+atz/WOaSm2skxx3kG5IVzwtrfdRM1RLnM7LIHc/gmNMxiRreNmNT
SqFXYvQN09s+QcPXv1KDyxA9XdagDGkwzrUXNr0+kXH69J4BNoqSfO2qxmQ9WeTG/z+3eX96zItY
qF1xbtvb6WVkWy892wI0HMeJHnsAhhwxjqBXzDK0KoJIsZ466CzgdTGM6yAaiDAKhD46ttEr9tu6
BU4RbejY+h/Wr89q+fxvtPyLAnNMTXWddNEVFFRoeWjmrkYS0ze5ZpIK6/e7/6LDnFTXzNRyQltl
FHt7io1TRmzt5fKc2FznnNqLR5QYX9n3zkp5jW8cbQMnNBMjJQiDW5cbBI8r6BdPzINUCUIo6Vhl
fqys8FgQOOMtkQ8zgpab0PHNYslDmxjJPFGh/kORTVt2RZIroY5TfK52hfHRG5tk65sc92L0oR1S
YSxyeJajiz5DJUwhvf37bAov3mpqoG1MNSPOQ8bliLHIwSw9Cx69rYQ0lo2K7PtmYjbuvzs5ugwJ
7hrFbWSM6UyY+JUi3tpMXv0d3uecoOMa6VfC6wobiQ5xSQNSjClt06taRNMbKWQr7Mw4/8Q8lz3Z
+HMjdZLKKDgv9fgTOqDIGNZqBvz2PEVFMZxfzd/R+rro0Wbn2zue8z9qjwaEGGuhelVayRGyu4V1
AkIIiUwgec0fWyRqCb7p74AGaykmlzII9eiKevkphjbFC85x8ZhgDISSoanfy5FVXcbz3r2QaI7K
EA+Y7zbZ+4gNxjhMpV5pJg2OKj2Vdme8ng/rykDDHLwNdNUsBGM6x85FMyM5euTEd/lFNWZEtjXb
epk1+Etldk/RfKHMW14/B+XvwS9jw+pmOjtnRQFpWcuLHoE1XfTBW2p5C2kfEWFsiH6tmzqRQeT5
kpL1q2fE8FkU7E1Ya0+ebF4NgZytzWJPdCtwhKOZfsQOV+k5N30zdAPfvFQDL470myHTibBeo26G
CT33JZlvfhgZMDpne55nPkKSbhzAWC1FntO+4T7G1wrrFJr2eOptJLhrtzKzA8frGLMwtGaG/7Di
miJg4YYHfKkANQo82saCvU420gn2ZYm3wJg4sXUmn57x/lgjWagtGuMA+w3E0GiPXXLfZr2jVJ50
KWR5Wc2MBCHn2s7QVQmH1AfghT01EjN1tH1SE2H/mPQNd5aRozvSDKsTMQ2UVIYxLT4xpIx013UF
LBj6C07ndW6+osGWTDYFwV/Opmq0tvgkH67Gr+hw3chLw8hWC31OJc+3Y0d94nhPIzXM+5NhnhVR
uZQANcfJoM/bmCJ0AEbgRrHakDT2QdtYG2+jzHkl55GOC0oVICwYG8RA5K3iOLj/VKmw5SGABZNA
EVtLUK+xY2wgRTuYaqCAujhg3+RiYgIzEBEbTxpG3J476sxroyQItEsPOXLBEZ21aE1dePHWdZET
9TV1sp8ZT9zpHbMyMMN43BS5LaCdzJhINPLyS+PJYFchJVbuNA7iBqIsJgv6xvHiBpG+Yd+oAU6F
YnPjIVcYw13GzfUSqShtIORSl7Yt2eJCJeG2XAZGuJk4uWW5O7STE8t46Qj2i5DHIj+q3RTP5Z8f
wLILpzI717S2UiP2nMJzSBxss11nLdkAqhaoKwT1v3/h82FiD+3SSGZhlyI7MX3tZ8k5lzSkQcUF
pohtG4m9zROqmv7bY/ZGih+zO0qMRlcYqQkDyUOJxb2iFyTGE9jbBTY1ST4JDP+Yon26N54Cy5q8
hoZvij5JSGi46nH6xK3NU9FhL3vINqO/Sid0qXwpu6PuXa+LFAhXr3JUyCQvLudlGaqB4WkJhjeE
pHTkPJddr0XLO+dEeD+CcRgxwR5c/AJnLx1CfR5j5P9CsOrrYjeKGSu296JiCx1pYiNHN6mO9nIb
QEgCjNpl/viXjBr64XEwqt2Ikho3jYrKSWFOVvLVyCRHzVw5MmamcF2sw7PRdRvVnwf1MjZERzC6
36pkcn7FiAd4JyGMl1nWIiAIpjocFEiiOTMxVLDysGnrYsyW8CB2vPLK2Js95JrxONOklEMN0AxQ
uAwe0c+Xi9MRHlMjXtcdU4zXmSJfi6gATEkiAZKOOM0BHGYF80o1sCQzSSIi909T/Wejv4cXexbs
g/ooCGZR7xKl4WxXGMmd3+sgY+MijKIrcUq1vc/IOiF9Y7wGm3C+TufhvHz3LdXKVTOYq05jpuQF
i4xNS0sMk5ffGOn+xw/BjhOAcgD8Vfk2IejVgqcEfnd8vp5etfUrauf6r9jZmATeMPWIA5OXBBzL
2N7RZHQ+90L1IoSgKewUGJbpYR24soU9OE9ns3ZbXA+mpTyDly4Yc4nv6DJqPmm7f8RaBfCqWrkT
3VUPavoKjFQZ0PSljc7JC5ok7SQyinippbakkVL8IU0Xk5BIyU8MEJ0rW2+J0C/VvCJFva6jeV4a
/uGxBo4qIIUpwQibTmFy7/3LSpihslIE3VGyZWNi6IsNL0vDo8BoQ59Xl8m1PXfHxA1N3Yg3hv7+
mIexZxzFqT88MCI+BRiGLpSUByL9Nq4OT4xGjcaf76Pr6P6MvFDIxLoDB2aPQ8q3NXkxvN+Pebg5
cszzBFgIWjoE7AcwHxl7HBeozSAQ6I7VQnRkSwGlPaCLjY8Z2uMuO67rMXItd/QYy9vLtSKLE9DT
DzQbj+x4ha7Q2dx3Wlt3ADFtC2iHOD7mcsQyAoYLm5vQ4oFQgx26iabAfS87FPIacZdOMGSkb+Ry
SpraTX3k13POwqORi7sjx4heUfmZXocgJ0ENJ5pK5HTXaJoRTjOiJz89vTHy4Pkxi2MptTuijDT6
02J2RstHh+aH7LlxmnWC0PCtWkk/AvQcPiZG7QgrNIPzvNncQXTQTepEjyMUaM9+eYyys1l2Z/d/
I8FE93LTidgJCRJJg90n5e8wnv8LAljMiNE9yD5k4167dDWr/IbKhBbBEVUzrK8xH1OgqvPtlAYU
mFdAmwRqEHhdd/TRrH42W47q8j5PL2lwCbGkNdJVAgMBUGHFyNTx0AYqT2HH9HU6YIKxD9WkyX2V
3oMSAwenSYnoYRwo1Q0dUCgVx2sYGTMGktKAGmMd4mmsBn0y7Y7L5fpWckfO+xi/HTODzMnb6mKt
ohV5wUinkVqLQ7lOjXT9jpwx+d9ujnmdvIl4zcIAP0PoL6SS3losnq4LXhw4qkUDZhkzUcUKRqpj
oTuiWxoVQb+1rzORIyS3dXGPhJAxC6EeYMUeYhC00a3tdh9gpaJP9M2VhIf9XqoQD61SsiCHICXJ
9vCp7T+X+vF92TmPT3QsCz+42W84puqkji7XBNIq7M5P13myv2ynbvLuI0nOw0wdPVesOqC9b0CU
vB3JQDHkIGkEUcTteWVKNOn93HAdrdEHZUCCUW0l1IJZ0oEEXCoU5dfbfn5M7eN1idyf41ir1szR
SVsjhD/o8893jq0f1fwBdUbzz4AnUUIVd6qXJ6X4maZWUnHua5RBnB4SgOj4wTrFe+Ny7ULlGlyC
/ogtJm9iGJiNfjX8a/XeFEJtTSPsg/Cw+v2xkIzyhV3XM+QmZhSA656oXKDRqw+i/lgWay/alPXT
FOC6/xsNhrEmq6dBVsX9MdR+Z82F6OJi4vP2N/MYYZRO1mMvFvQQpqu8GJI0v+RTq4D7/5iVUd8N
6ywA5gKsPyB7iffn1at530z7rL9V0ZaaMyFTMjE8OyUTJzOBcsghOJa4oqtub/hwiKRY3FQkJjpV
u+Y9PN71BWkcrCtdlUfx+fc229mkMFdqSV7KffJUkm5+SA1395jjsczO3Q9g3gdZudZFElf9cXm6
BsSHJ/fUWevfuW0nxj4wCtNqzLww0l/WQjRLVKiCLYqyvJzOrSj+zagOzoER1Eru/ZkEOMvj8/M6
X71W5HeXGT5xJoaDoT7/aSNiFC0yz2irDREWcNR/VDcH1BkR1vrJBDtlyv54yXeyf2ixJ0nIf3hK
bokXOLXe1OKcOj3VR+wy4nwVdK8TarC7ROtGZ71udft3tb6S+UdgOFaIHHRpZIfDbmLueC+xNKpK
X8yyiGJKEzWJqFPay5PmvIbvr/KPHv7UnDjWxWrNl8Wvw6J1PxcCMV4ulvUjJLxiyOh7cgOIxtJG
AD4y5raWW/+cdCnOW/zIJvtSPj4+X9736REM3is/aOVJfoEah8lrpP2Y8cAGx74vCsCbpktgAJnG
uNJlKFbTaz3rj+osO0nn8qRn139huYFhRZHl0MwH1MZ7Ftro0vfFWeiPXhEQvZs3ynPWmY+PaSyr
gvP/IkL5HJxTL+tVGCo9tE6xZ4YQYxCzPBx/JqLpP9VWa6Mbs0mIeuSQpVaUlX4KiI2yvqwDh4lR
dkENEzFr8Na34XUSGq2O/m/D9/U6A6KqXHikT6rAMxIJxng563R9HYRTNSb1FZ2bpAny2C7iDEue
H/8uceR3AagS27LpUi6MeDO/K5i1ZYoWiims/0Q0zmjhsot1sj72qCRMfqDkGpKFvgAUysJ1G/fZ
fUx+LN5EEzCW3QFLF39h4cskLUgSP+ynR/O0lo1ggVUK1uJzx7F1Y40HQzLsSqFCi0pN6cFlYSUE
PT3JK1Yiv/A7bagNY275jg6jJJ4Sn7ukBZ2JC39uvf19BaSQ0TsWjBs57FzeGzL2eKNVBG0c9EHD
pgNGZSTfL7pLoUyPaBvNyHk7d2BMV4JtLTi6+f25UCEdmIFEXzh2pQmM2mjYZ1EEDQYuTbsi3cvK
6Hnuzohzf0+CsWCe1qXXtozh3C/6JbFWi82h44j7iCDc02Cefr8I+gng1DE3ispwYczJqjMtzlGN
CPU9EUanxADuxRnI3MflhMgvG7QQGCZaXHivGvfAmCd8IqBJEV4oktJrCXMq6Z43mc+7dObJ9ro6
y5uSXnq1606H2Z5jjDnfvzE4sMU6drb1fYbvVwglU2LUzoFjX6j83yvk3VXc5GFAIZAu6Ai4gIJC
6CR8YJxd133n3QSPD2pkB1T8vE+Ki4KLiH7pv4Baxpv9GCm13rNB2RwQOIdY09GjKxjxt+JmDo5q
AanqyI6H7jPSTH9PidFzJcyQj5ZBqd+uT41xOr2eDXebGb+3azvHMM8V05ZbeGkcn5ynM2wGWcj9
slKo8k9Pr08XQlaWFZIfHM38bp4pc5iCAOArXarHKEwazurAKzOMhKAZA4YZAQbpXx6L3AjY2j0R
Rml6vRAn1TS9Wcof+y2Atq7ufu+vm9rcr3ZRb+o58dG6iqwuhzKHPZlJ9Z8vdA5eBOXzqtmj52VV
FeRsB07tajjS6X5FflrZHOO5P9Bnqr58+j1mrTRD4urDSLns7gxu3TIDec0nwHEqBRz0s/bjeY0X
w56TJ9VYldZPa2PwhPYvhvDPvbKjppVW6f45BbmiQHUDpbjlzvxXpuqLBKOBV3mGyTaaGDcLEmXG
T8Dihby1siNl7ftjY5RPr7EMuMVS0uPatG37Q3xynlYWHfMKjeeE063CvSPmub2qZ1Xtchwacnq9
vbWnuCSndFN3hZpNjg5QPsbQ9zDsnj/m9b0IcdnmqKEc+2VjG/rxsfz/xUp+3RHz7iqXFCtikwoc
naLNGlPHR5RmydnNNya3D+V7NHvPCmNKIvTWhWKG0zPXV6BBhDaGHgxiHQJ0mOkm7wEYKYTfk2OM
ShbKlSfIkIzlMiHmGtc1nz9dDOejdvfwLhcYMNYx4MF72P7iL/05Una4phMqzCJNwGbiG8rrAqKo
oVGscjnCOP6AfpFh/OYMO1cVjGkjE5oRYT7bmm7La2wQ6Te+uwJfNJhHuku6oNTPVN7Nk10Z6GZF
rmVmEssyDrmDiU1e0MFjijEZSnduo64ouuPsh4Io054nxodsOhiCe8HIK+8IuVfFGA9pNq3VTIGI
pBmAyfx1dVpgun6341zVSCvhnSiy2w2mZyn3fUoHYgibgToAOmMdy7BcfY5lybw8Fe89VRijEapF
rwtxjrckQYPu7S05fpA35McRUxmub5rvHDvyvc/pnkPGjuhnWQ5mPihGZG2268rGm7I1OUQ4jzW7
ISv0kIptckjHyUQP25HMkfPHSC9mh5eaxdPjkZzrPUuM/aiiSmynGlhagtwr6J3tPfnwbMdK0R8I
vf7cvb8LnLVco+ZeFDUsKBOwM+cWvA68AAxRVfDvISlqQ7IToFQfH+G4Rg++z7xgedulHvaz0taJ
Z0wwvL5u50joyQTNQBqO0nV5Gk019psJGRBkRPEK1IApEv9QMZS/gFJGA3vD1qzLy2POqKo+osMI
YKxgLc+lwcEprmy2Px9/fCQDBlkYcME8XfmsTFQsyqTHBgBPjEKvpgvJWLj6U0u4ruCoERwQYwSv
UbtqhsVNKF/HSBugSMhLTIzboy8KbBuB3/iTTA3BTo4c0hZm/YOaIyQPACnCs32jlmFAi3mnLlKH
JkgPF6Pb4TZ3Ue08k907z7ng6M0tZzfQmzr+7/VLBwC2O4+vf6T6cXf9N3s7+LpfCZcmps7y8/I/
Ha2vkWsfC2fuIBG/6o3WtDabxExsF1Eej7WRfOM9deaVUrWurkUdJ7hE03I/j6eYQi8x/G7XhlH9
Blyi++4efghL7kgQ1ZkHOsWOKCZxia3lNDgKGyP2XmpSYgGmaJ8ljtHjCPzNEg+OV08naeQDZ/mo
brW5gqwpRwbH/faBDDLGoZz2k6jO6AmaqGXAy90itqpRyGhNY9G5vLoFz1zc5GnAUHkBOjUgqmnK
TMU4g/0fI2tairEw/1UWYMAbYy0UPZXVVKPwEJgSUI2p82IsdruaY17H48UvMux4YolNCXlEjzC4
EgGi0AKxEDPwosqJyEewZO6kncXXb/XiH6FbmoKluN5iW5x+XF4xxsR94Ufd2wFPjHt7DabZNCmo
WCTkuSD1ylZW8CpUpIMB8GRFpwU37KaffKBSbPK5AxQu4ENxW8hKEbMi12V50LFdkS6Xfmy0xiPj
AXeM2agKsUmUEFqF6IcGPx9AM4PzYhnu53LHQxQYT4INqDGOhaCFvah4YMxErWBtJxZah+b7ynRe
FtaiIwcX4cny/TGL434uslIAK5E17LRn3hbxcp3V+RTRqwTcxG1+OM4Rn4hzYuH6XIwFf362t4wf
h+z4Y/NFlpGb/CxNck28kT2dtlhGjC0EFpx6Q9lQp974RB9vjj5zwUVZhldUHKlfUAX5os7ESAGa
+GOxrFEWM+pVeHxdz8nVAP3jZsND5/qLu/hFi5GhENurfKUHreXzsjZpZ1hA7L1To9QA22nB8X58
tH8R2i+CjBgVvlwIJQ2eacQJswkY1pnpIP+1m204tLjSw7imUqJXWCBDX3XBOWGmb02dYc/+6Vib
Xxa8Yct0OdzRL37X/i/umHfool3C8Eq9b7zkJIHIoHXD+VU6XJT/v/gMX5QYh7VIBKyem8C0Pddv
KpGgHXMndXt4+j+xJ6Q3ZBuwURz2/vLMfhFlniL1XP2TTK2s2lye0aGirYiDWdfGMN6V+c433595
HWEcdUCdHWc+eGvr+ixfdOrLlqZ5Eoy16m7RR12ZV6fh8PeXZ/2//KnsblXxrCZJQmOZV33rmXMi
I+du3CJqXqOZRI/q75KiCoyJqYMWUAdnGnyatrmlLvo+cexg+YokJzIw4G+1stypYRxcEzhrbmDu
4h+8FNp4dvCPqVHZyXqYdDUpVfpAQvftY0CQjyH9AvkD7tmOv8VfZ8tYmstEnUhqSQUWyAQYtExd
BNjahvNizHhkGPuiSb7Uli3IaBHRz5g+O3WG9JaQ2owD/IuOvmJgrSLzVMPPmL85zuplsUBcdLAs
Mj/bnvn29hMDLCf0w+q7bGW8ewiaFwsL4TN20HPC9fEE1eACGBM1mXlV6NHstglYvXyOKecJ3IYd
xyyNh2hfZ8+YpQBTmFePJh0yjNwak1fBNnYuD9SLWpxHEs1YJHWaZppPQ+h+XpgeoVinj9kYT9gM
DosxPxdfrMXqCjYiguTh7oReFYqdt8eUGamhqhvLCJ4ALXnYLbkoteNpjj9HyJZlw1zxdIFGiGtQ
rQzdEt6MhV9zfDqOWceG7ntjF2lVFGILI7QEmUT4WPBWnQtZISFbGgeAQvBKOByTjtWw9wSz7orI
N0TKbfla0FFsOFj7pxkQnETyucBuhUPoPL5Fnsjf4oOBPW/yK9qZbrXA2cJryXQHO6C0iDfM/5EQ
Y3Hqs5B3NQ2rM8d7wXOP7QbugSsYj31FlS3ShsI10qQrBON5mQMDRd8IL8EhNnY33/AxR7d4/IGK
3TDtBkd3mYh+oEyodDyv11M8+VisQ5zISF3Uhg+GK72oPAHhvFO3J3NAMlK0dqqnOMTlGS29RmX6
xx3PPD32mrDk5V4GfSDZ11ECttZm4CL1sU1On8VPLNdASMGFv70txXl0iIwVOddSm05TSPzVNl+X
mJtcb4/zfbD+OMbbPXqTOol8fBBiVGgxB5KYvloeokPnuryT5bjCKpukCytEpylVvdJcnl639vEJ
O3vw6B926jw2OM4wT+1ukcDgIjsp6OOCsj1x7fxMPFeyDIpNy7lMzivA5umUIMQ+aVrlBhTuxZTX
Wk762BR4us0jw8RIYeP9U3CxbcVFIV039sT4tUANH7rHc0E5OnALjQdH1/v/NSTLNSrd3hMA4x4r
Ns/xZBNxlxpZnmoGLescEwml7Ty06+UbrD4ddOD1enMsFpuNu8a50mtXSEKw+MCo+DuHF97VMM6G
kieSX9Aauon2bfqcoH3csejNoPL2zCFGP/ZAmdlE3Pkat3gtwQuQCF6PyJt6q9WtzLFMfvPSSX/J
XP3xAVgo2C7XAymnst0kpqCQdOaGihtfV7F+kArIeiE7ab3vMPDGWzXOOVM2OZdeoqlwmYLNZfsp
vpSbT47Wjsw3D3MO35ZeNk0Qhyl1m5Nfa3SfR4Yzt9eyY0MU976D8jPZWBhkasknGqw40s8lzvgg
+QS9z2UF7jLrhHLF8dU2l/J6Wpit0eeW1+y0rdH9NHfu5yFehxnM1vJ/tI5s2q5uwlmvoVOC1n8A
ygwvGe0eMf5weP1LmvWPDN3m9Aa2pEyl6bWS6U0Gv9BGphriCV1rHCo8cWGCIER1YYYFtuj9yYzc
nZHs2PF6xjk2UWICl+6saoEQoW0FUXmwUB2XZ6V4cT+73G6a6qHiV6BwWicbwXglOXJSAAR3JnOO
EeEYRLYFrpHkuplRIJHWwOaLlU8iZ+88bco9KvccUtR/f2CvbmmBwfX7URO1LZ6To2m2M9Kjh5z8
QibzzHGyOQIgMzmTeFI0ddCDIwSTGWBtEazInJoOJ7sGEOV7r02aCLkWd0iStgaAbcwtNrb65APx
NMEU6Sa8tSFUWMvGA4kfD1kkbGTTFQzRaTfBGZyh6E891admWHef7cg6zswPJGosVO1ptoTfUzzq
ng7oMdrkXSfnKkxxZwpZXl39R/T7sVCMB30DAowu1RiNiDFhDknHFJD9+htBH6qOMSEvG9TKdst/
J4UDgswTnUpqpDUePUEynzueja4p4lnd/jFfo2o1oEKFdHBPWp6k1yygbn1vAieOZ7JHkxqDz7N+
vB/HZ72gqjTbBU5MbiUBjiHlyRrro2OjxD/BwmkJlC7aHP+BcHxllIZ7QGaIx9NoluGLJ9ZJb3tJ
O7c0O35e/cbVqNgDvZwBy0U3py8VrxI3asIHxJhnVxH0VBT/Q8xcx7bw5po8fkbN3YAE46bHs0jX
g1uWUzam+5/I8iNA5bnnt7D3m1EdUJHvBa2JL1USSDi12HzFOp+PK+CvCOB50MLj59ZjoeYSY6xB
4bddJ2kgZp5O5Sohy9aQ0Rlqyy+Cti3mbtXYHIr05z9ijzUPRSoCRg8UIyDlZw5BdpigYOIqc560
866LsQvY9wVXmjb0ooiOQR20RDkKSs4rFEsQlurzFoOvz4+54wkhYyQmaB5Js5pqsVySSYTZE27J
iXd+jKGQAj2/6FQI03mwvi5144r+4U/q3IX4nyPy4zmaL2FkXfWmv84KXQe15zXy+jhCYMiaewBg
4Q8qTxRhAWsFGiKgJP34KMdLtAPSzIscidEk7HQISgmYUgpUqiJP2hr6Id/6pHt6a+3Lol9Iaz+C
C+26j6mPTysMqLPmJCqyS0L7VZevyUdlK5DQnWY982AzxhMZAzqMTZH7zhezHgcsEQ+Q9pukxfKd
hXsIeMnY8QTNgBJjVwKx1ttQprK5pu2BQJKPoAsL1NVcHu7LeMfWgBZjVuREShThDB+gNE+NhTIX
HuaaYBUFxuRQAuLcFUfrvnnvmY8FsNT0m2h9/O3DcZvvUQhB6wA2znPtM+elZj15ZaZ4k7oDtcZY
F8S3pg4W3HD0bryUNThAxpCoYKgpaOa8WcQrrD34lJZKQnws7Ntgh84n14fiMcVYlWvjCUKggt5t
ejo29dfJ0+Nb4vmFrBffRxJlCiTsbWIhyXUhb2jx1cgGqd6dKx0fk+PIBOvPA0c21SSPMrSOzekm
JbM9N4PCcQnZoZQmaDuxpoeGLjuy/6CjCBa6la1dyXk0eYQYI5HN9EpVcxBaY4PtPOCg6fC+zhiG
PJRESaMJ6+UMeKbV/PFF8CzpbRPGwHGORT1PKxGfb4x2YV7pwvO3flHMjSXPRadK8d21mCGSknW6
4Jqx2YGCDqkiRAynfTSmkZnY5cDbuDiaoZO+SDA34U1mYqalIGFPl+JTTESueeExwdxG1WPeN/Hg
taDleb1uXkNTAmDDz46kDjaxoRsK+SLODY07Sl9MMdZa06K2lDqQFF9jrBFePVkvC4PzoI7HHjKW
QgFNFsC57JzJtNfO00veUL8vIZ2xhj+GfpmaYP4Jc4B4hjj+w6gBGNBj3IdpKyU1HXU89m8xBnek
Bewm59x4JBh5k8pLUFz0C70q4AmgjWyLWYk5so3It+FhjXjViHFvDPt9JF3SAbbMYpEpVSdnPYUH
bYyEBBXpXQonQr2y17OpBUvvbXHAjEZgp2spXO54DWyjojkgzwh/N/PSS3MG+a2/g4vy6XMe8vEk
zIAAI/uT80y7TD2KTErOq/XZ2Nqh2fyYk73wjk7Aq3PA8FX8g5eCGc9iDsgy8o/DVv2un12PV7Mn
yY/AQZ9tVcOr5fA3Ki8DOrP7yC7VrxMh0bA77/lZxa1pZrctfnJkcvQhH9Bggh7aYlirBXhZmh4Q
i9D+grK38vLOIUNv4pupHZChojIw6tjPWp5lunew2AdY1rK/9TCiZHXoeAxRJXpEiR7qgBLKVW2s
JmAovACTrK4MYkcfvuMrc15odSsV/Z2UyPZmiYp2LmY9xG+JptDZRyQC71oOnNJH9jw7E2xuoSjf
Z1vYvJs7NcRs9lLhiMi44/fnYEW2aSsN6qrqpjhY04xzQtDgl5J0fzhw1+1wpF5ke7ZyYLFEuod1
g8v8skTlLIHtcNX5jiMpo97FgCHGaLRh3E4ioIIdw9j2U59Ul5iEgPG9zGWBTKeLwJRmS68+/Zj0
T7Vkt9qc8wMei+p3XAupPvdpSG91LRj5SxVsYuCPdCpyhJ6l5ry4dbz6OWCYsSY9CoblVMe5ysFc
E1IyjYzGEd/K50YyBJkEBbk6C/H9uuwt5Xya8eK8UQ9lQJ4xMnqrerNWBqBy8hlEJHha+LynfDyS
HJBgbIyPPdFqFUJGMVcMmKdoiaecYImNuvglWQeTO5TFY4kxNpGS+oIa0xs021/YMUzT4615tUri
GhzDJvJoMebm4mNpjhaA1rNJ9zxkFna/mNlm/dr0hnYg2Xy1yq3Gnm2VEuAFkclLPHDos51ZQTkD
yHYF6UnN+vfGwjP0WB14DLI9WU1S5K0e0UfodPIW88CC/bbFOQp3NMVhZu7SXcxs1zC5qQ4qeQ/M
K9ucdQXYdZBRxTDX+fv8So7Nh0/s3PVkA9DarnJ8zOl44PElpmxrlhaF6DC63uhlpLXO2IsRrWZ2
ijQZh9Ljh11kazh5oGBvK7Vx1C/rDKygXeXuW0xox+3mV4YF2CbHux3PGw2YY6xMls2yXA6g5pn1
LH/WizwmC+4s12OHT7xljwdvb6wHVSP3cPgwAT95k43rIrlgL/Tj0+M8EDd7OiByvWh9HlLttvef
j7883uIwOCTGcORNGxc5XWdQmo1qdoER7VXZKT3rUpD8WV+jKapxMx4OHlfwGBuiFZMsvdQ4tvMZ
Th5xYK7Q+4XEHm9ohqNRbD2nkcrrNaL3E/0KD/0v9/HxcUwRW76R0lkgCR0uZu05tmonHFPLES62
t0pToyKQ6Smh7y9CYf8FoGyPGeBI1i3cGEiW0k2mfp6BAW+O6Y9q8fjrnGgMAKj3nun00lw6taXa
cVq3C9qNXa/SwK5iA4CSaDXdHQzDetnsnVzhGZzRiP1LsNkOK6whEnWlpgZncdJ2iJTy1nznzcKO
h+wDKlT8Bucn5xeMfyVgECjLU/uVAhw4AFVG+QT7bgxuByE9rwfvw+3lGpADdEjQBhE9z9gsa2KI
BOeIbDEKk1w3m3eAjGWYTnzMYU1gGZqSnE5Zcsjd8Ln3DmdezMcz1GybVTSZ1WVDzVtpV2sPyY7S
4QNRPI76sN37/qbEaeb5Et2W0mHR0s9iXVyIseOT4agsO+yYXitRa0TEYu1iPTO0p8i4oH6Hea7O
xMktpSdufysvHmKxa4VIEuJEBknVRcbYIphmcA3ffue1bfHeCrZnSleEcFpRlWoVM8Ma3c3hXXlH
QY3WCf/HmIhtm1JaSeiLGtIXoaAVPF+wle9iXrBKrAPGW0m0emEJ9mNrdfNBHmjXDUB1oF1REGW+
F4Om1AA8ZB+TtxpQTYAe4rwaHKPLFmOyRhLlSYilSnpNAo9UPKP+l/gKXSTY1KLpMjvlUwSXSyrq
WJoCtBAztSf7aP1iYO/b4hDYJhd/cbxsAVDP/5JjrHyjZlqDDe+0kEAnCnfR8qjN5bcAqwp1012E
xD24O87T+JfL+iLKeHdNLkz1hC4l6bdLe25PjH6PZfafXAtPg+/vQvFFh7HwVZdcpMuEnuUS4Jzb
uWeiZZwiUpXY1gYcPS7B8WzOF0HqcwyksAaUZX72QLBEOySdf8OAJgXQpJ4y3hU8KxinNzmiP+7I
fBFljL2AmaRG0iCSz0uQtNdti12bT95BNAXA6Ru7YsnbHPoXq/9FknEBC6Goz62ACwTATEW0pxWF
ugPIF4ez8SfzDxk2WjwDUa8vaeDxHK/WndHbyBdl6y6ga4a546AcYbnxPLg7vZpIihhO6HIw235N
j/KvKCKe/StrLA5fPKVjQ0U/EupUpiuqMDfkLxXbxui5OycL9BocfmyauQTPgNfeM+5Mf50lZX/A
3iSferKWQUoS1fSwfvoccLjiWS42TFQ9rJ5WL9SUYNeqSE6yg8ruc6s5MxvpdJPzyvBkg7EhmR75
LYpvMMRLjPoFPx+L3u2tf2A62Njw4kl+Gik3E2WexAW2aGPJ6G8KuXXFxElg1BgvXyVz9PbEgN8y
Ywdzn49/Avc8GWOS13IeRFdwmK+Sze/UhA2pVqufKzwHLq+tdjTEV1UNWy41LDplnf0Ca1bFPA/R
H1oBvwybFP6PtCtZbltJtl+ECMzDtjCSFEVRpCRKG4RlWRiJiZiIr3+n1N1XcBnNeuG+m7twhJJZ
yDqZlcNJD5QmyADfVmkxwJpJYb5ZPg7qeZDBkSm0dq65delqWAKWrtJqc2455rjYqK7pikG3HWHL
GsvSDyaCOtavdFreAUb176UN+jLgv3X/S3ce0J4ced0m8vT7jwiEp6bL+XxL920unvE9hVabqHNB
PHaolujMin/dPsvFatJcAGMeUphcQTaOCuBm6717v/RVG9CGXpQ2Cxjjx7Pg3Ra4mFGfC2T8jGSc
C304ox4InqKN6lZB8hBsnm8LWbKQuQzGsYxjq1piAhmnk+eM4KdKa86reTF9MRPBUulnbTOkCv0w
m211SF/qn+jPiC72B3cp8pJfnguij7QZ4vad1JsJpWvAmEK4Dp0HNAjl5I7GpIHucg6OmhOLV3Nh
NDKZCTPHblSSEcIuLsa1XZ73WHyoGIqmgfhfQn2bzZZIUSeBdlqkbQ4GJrKllpggXmugy16oCEYv
OPosGcJcHqNPL6ONe0ggT0lI+pKTeF+AF/W2sS1eobkQxidGUjOMvQwhjXfaIFrr3LfiNXHl14tF
klWrIek/QLfPIBTt1K+5xBBfXoT9avMfQJ3c7KsNUZvomjABJDLkV7bvtU/wDJR8MrlBIHFalLjf
kIHfyyBoKGxAXQhztw643fUjTd5doSUH/RZDfEOVUVuWdEORTebJrsiSMNUD/X5Q7CT9GwTTe3J9
4WHG1/P/j1OcyWIu2hUDBufwAlnPG4N4b9WDEaS7EbU4pwFdm3MIXTQBHmzdA08gnBo3j7x8sLMf
wBhrlmGCbpDwA5zTWwgeRLwwAkTDBi/mWbrk80Nl7FWPzqVyriBnA+6X6iU63L4Pi3dupgZjjWUm
jOHY4M/neCeJq85xg4bL8byUy5nrwBhhF5clyDQknBW6vd5WJPF7W3XuXgpM09odkVYDJ1BcTH3M
JdJTnV2yKSrLOiwhkaYjTp4nuBePHA7cGSieZoxDHhN1kLEhhlI8Yd7bghR7rT7e/kSL3muuDOOE
VeM6Sjny1jSqwcgmFtKrRH7hAONi6DmXwrjhoZKmCA0EkFKhO3mCOZztYuO7T+sg8nhQQW/HH9cX
MRqapkwTY0KMML0sMGelKRDW0iUaroTCZwBA5JwcNawbYtgkohVaqSpKKsTQfqbT6Bj3KkF3OWpz
f3V83xqxicTLmGuhORlUI29bOKiFN/aDTWKE1B/j/6MvfxltZwIZAIpiOZO1SKbjXRghO70rjurk
6Dz95Km22LZuzCQxEHTOxdTKMpwirhKyDfHDBawGE1pINg8iKtfA1+QgbiD3Q3d5F5ljKGxesTSr
ixnWOij2nfBh8u8O6+BTW5k27/NRf3HLUhiIAgO9lU095GyGteVhJOBl2kv2XkPL4m2bXA5AZqfJ
QFOSyNmltnCazxny9Giw80bMM1q27/v3uGuf+8C0b4vkmgqDUpXelmOdwVScxtG+GvtGT3HkVfEs
O2veSS5C4kw/Bq2UWI7MuMVFcHrKY6DclydBA8pzG7x5l5vBEHXS6yI1gfEikg79SrjPN5ef958D
cpc1d0sO77OpTHDTC1KVnkecYf2mvGDuS1VI65In168Q4LegwghM1d8j0Q6oqbkZ4kU3/X2obO93
NaZqIjWQ/nxxsVI8uve2na+cCXZOTftX8WX/zOs8XvY6M5EMvoSgBC1ErA+mrWMAzcdXoOYn1kA8
cz8k546rDL7kZ8yK1hcNR+tSeteqJYKrvgQft2/B0tNshmKq+ntIgJZIoQwH3Lta8ZPWFzBPuRJf
rHZ7W8xivIZ+bSwcwyZHTWSuNwJj05xkE53H/nQf8EdDlw/r++8zdzlrRVnvdfz92nXAH02XZXTe
1cEc6m09lgPcmSLMPU5AQtGHFgShyd12ssdoHW0n0dY70mz3qPzfa8eR07b/X4DqWznmSht9k6eS
ApkayLeJ6GKRM4rQP02yjmvy8cFlFVi0CV2BGYsSzs1kDlPFIuc+pJbXIDJ9L3bnJw1zFS1Sse1T
ZUegseaPXFId/vA0umWa6OhH7u2LIG0WmsoYS2itEPtFQaYA/m+BaEEs2fJqbLAg50oyL9jntiz+
lQ+YiWWuc9xMvZXI6YRIFXdMSu2XJzvoNoHCBWaN3tdbGjL3WWmxi0dOIcrR30qieIWD5SPeI4Yk
Xn6hwPrgvrxePckOydN6vUbH6Yk+bRDCoPr18QEuN/v+FW+pPYCG43uX7Wt2CAwGREj4Z2aJX7ZV
Ag2Ido8FiqDLkFacu0P/zq0TYKKJTgTNmki/MVTblltZIdHKruxP5aHc6C5H2KIfnCnFIM6g9not
51AKkecJW4+QTLiXcIC5zUtPL5IiYmXbP7bL3JdwintTv1JRYMEx/ZOCnRRR5oZ3AWX2CQIb5LYt
0QcM+mPUn8aFWCyF8Y5ug/c4Nz+1CLWzX8MilBFHWi5iae7JeZs2SudZ9pf7j5/UiHAnlr5CzVsf
lQGnVjBaSVYgjlZpJyf2Vo+reGcWNrJiSeoEAMXQNuWgAisFzPiwphun9s+8iHgxFPjWms1lioMS
S1kC28InGNy3CzaEhXeKj+l61DfpHq+Pv3tGzUTS4HkGWdMlNa/5FZqHGfHqtZgSATGI7ybY1hFo
rx23m4DzZQ0GrKIwxriNAIEb1UfwIZ1Rc1mLmwQbqMBX8cHLJi2nC2YKMoilptgUOvVUHtrk08N1
FwQg8+SgDwf4DQZ8sioZS82AEBRQz6AQRZmWm3/mQK/BAA9S9XLatRFdU7zxLE8TbReODLyvPE4M
HpQaDOp0AnyncIE2z4hHsVNlJBF4+OnQO+fYvtLMN+4duxv7PBg9untD2jkw2OmdgbkkoA4yttK9
COruy+pzj1JOaOsuNzLl4LjBIIwWdhdRaHCcGZZ1OMleeaRzlxg/sQuB/G8wbjDwkqp6hItNZTVk
c9rKhS1+VCixY4Up0Zy/exN+mzybrK2KojWKjDrpt4ufPUVbEDAeQN80EOGOl+1ZDrP+cRsmgx9J
EZ+roQRkbYFZ3nuBF2+xAcdpcgg2fxkhzzRjwAMzuddMALsObWKMdxOe1DhB3uAYz/5NBjLG0ZLN
MqIw7GT70UBdBA2SDvIFvO0TXEkMbnSDbMpdA/vHiNVXmhH8R3coFmy4OE9P5sZNMxn0MLIoU1I1
nlBQQu8MqKkoCTfiFl7PDA9vTQY85KLKhVSBrW9Ol21PiqAi4COSufPMi10Xs4CFDfBDtSyKc4+z
u/pxSRCMJa7gGpYd3hUtqa5O1RCdXO4QLX1s4uTe6u3bt/qrme/WkTIIIhhWGaZXmAmSPRgR1W1l
g03KuZO4oFFbhbUdguzYG9AYKiduZJsBPGqEWIK+d/hMSVxbYkCmk+Rzpte49de159W2dcWqeHAr
CytUSLBV8bbyyynl75vIbjDOJmkqFRH2hATlFgujVmB43j6+mAS7y6zVB0caNRr2qE0VazB0xcQe
7q8H7SxKqTtZ6ycjRzioOOVWwaCgHyS7wv5Itx945nCkLd2VuTTGhCck8cregjRM1ZDCSeyXK6IT
7gt1KS85F8NE3FNe9uhKOX8FDQLJwAcZXN95NaZFs5hLYay0iIukGLSv+AcN/gk43EBOj2oWt0C+
2IA9l8QY4LVOpawPoU+D8mA7YeUb5tpt2uiI98Mn3iwW1o3yvtXSC2km9OtHzSwj14rwGmv0W52c
XoR+dzHlScQD6YNnhDxRjKvTzKkAxQpE0eTuybGQvhjI5aSeIe35Iz/9b1bIThwYErIXDf1woR8f
lInoZ9R1abUh5fF3LHZHzQ+RcXgNWNAj8wLNrn6NEbKNh8liE5sv0OsYEc1yanTR2+KGijdWBlqM
w6+kL5dfZjEenP8Qxh9msdzHLb15ztZpWwLpWFOO/z6RM0AC9uOZE4AuNsGYqmnhdafp6KZjbkd8
FrREqC4IqjFBDWv9D9MS51vS3/0nfn2LYa5GZLWdYPYF8AuzXRi4B13eEy3n8KIxjhz2NqjSJLUm
vYJ4h0T7COuKEpAdEhzcbYUWne/s3L4+5OzaGTEaAiIFCsHvepRpaQxG8MAjm0d9DtICG16Od3GO
cy6SovZMZKVhj5WZQyQam0Fl87ZVvPNa23YrEZW4BH7Vua3jYlfsXCBzK5S+F8xhoDrmuxo0ysH+
6nNE8L4X/feZTsNVnfKuq6DTabrLamLtU0RLtG/U+eBtEZKWneg/RsiO4eSqnoliD1t/PgGyHB0d
AaA3CsC8wNGKWvMNa/+aXJ9ppZlipMtJTd+PjmjvYrusSROoR2P9eTBe6V7Y/8dmWJ52jDcVNFkH
jxOETrtn7HOgKebUqTbZXXYErwqv9XGRM2puHAxwRG2ZFLlErfHk9Yc0dBDmYWUXasIvH5+fXOL+
5ZDk+9sxACJeIlSgVYijfCQnB7FmYNjDkQsgizGJqchgRLcQb4mMQV4v51FvVBOpZLCXDXvN1dZ2
Knu5z31/L2o0k8Q8SDo5UyMTSuEAtZcUA1QYnhJW4CngQNVSsUtDB6ykYtGLZGJV5e93TI7PRRu2
Kq6x6h+rd+txeG1qtA1tovfbdr9UR/xNEhMgjI0uCIWpQdLmtPPej+3Lo+X++knw0geJfW4PRONG
xgt3DTNvkiiZlk6LK8wHC8W4rMvImo46cjXPAinterBNkOm6tfN0qLaV/+9Zzg8eeC3Fe6iBgRxA
NhRVRCPh7webXK9nKVNLEYDshesjXW9NXq/O/Q9sAeFy+31NNDGg8ps0Bv6jqmjy69iJXynaEivJ
cMN/WN6FvEck9R7BY5N/7Rx8/dHcmx5G/iob/CvBBk+t25956emjy1BcBguFZOhfZjCDt6TXqq4Y
YhHVs81WdmsVhXBE1SIkBp/Wii5i4kikYMLo/ptE5iO34jUZR6zuOOYPKAwbBvhWkQ5Gz9P1ZY+4
+pmfaFmIdX+TyNzOay+k0RSmIi1FbhUnPFLmM6RbuMuNlyKJ3yRRXJ+dZpGfJ5D8ZrCiHvnZ3TQ5
8sdLYHeBdfyAH5QpwaCNblGel1IXHIYuS7KF6jAonmDCvwtuSlnBMy+HQWlk9HoY8XQHOh0Xq+4N
Ag+Z2rQ6iqwMJgVq33w10RXwnr9Yvp2O9rAJsOwGlNh2/Fw92ufdwel5acOllvfffiHzEfr4PDRY
iYVf2K1RmMCqii3sbWr81gVXII7GJrZ5d1aJRndtmu9gZOx5fe9L8Pnbj2C+T52p2TkWcUygs9YI
hndRk/BMknLDLXrefxj57HswDjxNI6tsrALa4tXdH+TX89F9+qzfec/7pUrXbxoxrnuYJoR2MTTq
1o4TWC2Ix1GtDffbjUYUEmOwsfKyrYWpAkS0PlY4b7GnBAYhPBtZYHOrxkuPnt9+D+Pb5QyeWO/p
Z3acd/V1etcd8LCA7bIlPUYeac5oE1qcBM7Sm28ulW16ES6hfMklKnWzvd4ne7kGLWDsPKgrP7ob
kSbAZq7YvRIsjkD73mXzETnXTffOg7ZFoPn+6mz3S2pE8WiZ+BlXFBGRBfGbIPRGbFm1sHqNA6M0
YL9hYSzj3hCVuaXntQj/jOsepk7/GCAxwR10W8a0mVLMy0HuYrURui9BHtLiuUKkCGnx0RYwzoGB
DhvKRQV319jXYd1SkIG0DGRMYtlXULAkVzdbl/YUROR958UV0dB6c5/npHQQpFb+YT369j04m+wu
AR0WRVj6qEfJ3rSzl78pXv1mbQyUVZdysmIddw54ekL1CjNe2K3H91scEPkC/Zk3MdIsAssETj7c
X6WKnMOImOHn2YlSLy5/DCGJJkdICdZpWOur+sYxsIWY9jctGQgrK0vtxRDnj2SUaAuJp36oCbpE
p9Lj3RuO91IZEMPAYV5IBv3UDl0c6kaY1r+jz7kuiH0eZNLf/YddKYouWqYkawbb+CR0QncZDJxq
fvUskg/3evhD3BiG+zfnN5PDnJ8xSiFOD3KePSdMCbIkInqHqV1yBC0iwUwQc3qDMg5WfGno6VEH
n6077zWGN7gtZqm7FuHh97kxyI6MYauFIcR0dut413tlE4Lc8Y78XMGzFCRot1+Zi3zLTZYsWuK3
ZHbUNlXNqO87SB6xFu3lV+hFHymZRjsHAHHXsC1eupkw5iHQ6eDCkCwKd7J7sRP4rRAwg+VJB241
f+F9Oj/Rr2hldr/zqo+xXgV6KWS7kdDIrrmvjc9LYPBOj8FvzQg1Ta0gRdghunrFNDT6XdB+Yd+2
j6WU1m/asHhtNWCApfauG7Yj/wod8GmrFaaUu5XgBB+01SXZ7fccqYsud/a5GCw25aLOh4SeYW/n
O/Ou8+RTe+9UT5+C8xH73PXVSyWI39RkQsizeZaayoBAkBJIzmXbdeTw2b0Dq7hrx6VFXJwpx0DI
5VKI5lmjsrCU6q0m3ioiObjeDtz84BIB429qMSAiTimGEM4QVTmtR7ecJrWNwWKL6HbmCo/nZDPZ
zf5zegoOhf9p0NYhjhegEm7g8pd9zW4DtgzFlkXth75DS1v/+czrQFt65M+V/Pr3mQgTLBznuoWI
zv7aAIzXtjBhtP0zAH+m/cGjulkOnZB3MvGyFiXJZK7EOdOEy4BZlaO+bioybMtf2fb89DMO1m3m
HLod3rwbWtDknORSS6wuz+Qyl2I0ulSqWsiN7zan5oiElLJGIsM+oImQcwEXUja/iWKugxiNTXIR
ICoj+VG6R7n/8MG54ouIPNOGuQVZGDWVaUJE5Wx3/YvhYlTuEOQ+L1+4/ESdCWLugFmLudapV0QG
TYDE5Jlkn6gKYW6P9hDKbmMS6bFxOyc7um6FGXRP2A945pMnXk/z0lVQJF3E+jQUkJCawVWZ2Wli
xGKo6RNNRlWZrdTE4QVBi3kfRZbxGpPwP5Wl0r9kWXQRW5PeNu8x7N0QTb2Nb3/uBzShYASY8w2X
gq65OOZoFa1Mr9cS4jLivL1NZOeDfTon908Bt2No8Qk6l8UEKsJVgBO/UNXwBt6edkcPdNd+GKhg
OEHynBt/LX6t76NkH585Er+mlv/rKHV7PCMYwkv7GPmjC4rVj33My6V8ve1YqJxpyL4zcyWc8DYw
cL8Torxn01qQ3AS72tfmZu36GO/7Re5Ccr8mlGVI19d7B6m8D/0RtGg/IrCTOJyvuwQC899DQ5CZ
vcpmI9QSPXHx7DaXje8/xuDv/flqX9EK+Wm3svdXQ7z6XCYT1ghXJdXyC85gczrFSBKTl/u1HIT3
nPCJpxoD4aYinJs6hxjc/k7Caqtk3Lfyj0iwxca3jLvbJ8mzXZax31D0KEKHHW7+MSJ0EZprpfbK
9wlawPHUK+z0FzC85vL0LEUaioyGFEmiyWCdOc0etUjsDQnxWBHArExOIJ3DtGM5krG2UZrhGcxS
TDoXx5zquYd3ulwgDkFUfzemdhrY+xBjbKvb57l8Nb/VYhxhaJRlf6GGaTwe0KCIidHbf3/R084V
YdyfHOYJCLcEKOKMsh0fJF8/rdV37L0Poh13uGsxxp6LY1xh1Mp6alKowVLc3HEqNbh6ke1evdd6
tW7fAu74+BLTIq7Z9wkywH1OBxMjElAQherCwfof7CCilJH+A90dYNPq+EBMtyO6yzvbpefRXDSD
41c5i2Qzj6Xj89WHO8byxmwgOs/0OSbCtqk3pXlRygpH2h4GB+QUaDDgQMjiy3mmiEEVncFjfRmq
64Q1LwhgKFUlCM5tOkz5aN6BPAK7+X4csKr5g/vtlmr+82/HdqcrfXIdSzPCATqdK+DLIWvn88L2
peLxb1IY6CgmWWv6Ahby7LzlKcGe5uhBJE8iQe9E5NDtWLzwlv7FP93fPzbJlglHc6yUxsJ5dg2R
SLiazrRXAxUE1Fw/OR9vsWSgYG8G6ioqOmtYqp50avR61M7Ssbvajvgk0XrVfflgmx6Pvm+p21Sf
i2LApG9budetXKIuzRGjVYKhSbfbra+Sy201W0TgmVoMkphy3mJ/RgHbODmZ2wSK7YC3jPM4WIz6
ZkIY8NCHcZAvHYQ4Zk3En3pwOL9wAJh6ij9sYSaCAYleraY8a/B5BthCELnHC6ltc2W8Sfa61bnU
L8vW/i2PhYu6EuVmMPGNUE9TNlJQPVRnu6orV7Cc+LwZJ7cfSONZmQNifbnC5KaSumX3cFvtr/D8
htospBQFdmYoSJoeNxcXo+5VD1ShE9NdRJ5DHzMOpHh/fEQx2Uk9DfRS+jE5YYZstXbrlV6SboUo
n9uTswjYs7NhwkD9XFSddk2lY2WSbAimyUaq6Uo+9TPHrfNuisFgjlVruCoCvkIhO7GFsdIg3gfr
p3VdES73HrWgW0fNxCpa3hnn5IqjpnmR7XaVguysJ/7d3et6zWVpXOrhm2MAOxiTCNMZqVxI244J
wa7L1FZP4QuPQm4xM6FohoLcBLgtdHbdud5FrdKlJa6NHd0rTu2HK+WxCMZHlS7dbfCoRb0M9RPl
IyP6023jXfaHM+HMnU3SXg/VopYQxYDeeLvT7R2i3ccWua3GHW1anQ8c9fGv3Ma3WJZko8qlusU2
LOmoVUER3NtjZKsbtFXQ5SJ/VQCeHfBXxXLm88dQapVQwgGjkWXbeyXB+i2rd5D/33DJzxYtVFeR
ZAI/Hpp2mPPUFJBPhNeG+g1PdnUbD97HnwTrxNaHTxCl3v56yw7xWxp7jIkcVt35epGQXKJFuWg9
vtMR1axy0EfAkbXoQGaymMjJOlvVpCnQbLtNI0cfXFVGE23tPbVvhwxrYXyex1rOi8wkMhiWNmGh
TQ20U0jvFbJ9twa9rTu6soXijfMxHW5ryPl0CgNkaVOF5aQM0tEb/CJQvYPI2a7N/VwMfCXnbBLy
ARIawbk+tOCXzbBBZ7XhTQ0uY/Ls5Ji3VhGnqtIVODkHabrERZEYY5DolueToy+G7DNJTJzUXsBd
oF1GCcmkk0NfqkeJHOun0l6Zd/4P2852wSF3D4g+eX02y7g5E82GTZ02ZPLQQsnN2/bNO15rgk2K
xM6DmIi0V38f8GCLdweYIGrKzlWottAW56pJtliT5KnY0On/w7Ulh3TdvZfvt61ysfAAVoj/IAq7
XT6WjFipLMgUfbzQ0Z42uMnWamzBty/VOrf5SbTFePRbIptE65ShMGINZvoM8p7YRr/85Nery7vJ
e1Z+Xak//PlMEoMpafOf89RKsFKgwuFRdH7uX9GVtC0861F7/PV4xFbJ7mkMhBgNQuVKH1C94r1v
qZne+iEM1MhlqzajRG0JrA7NLvcKUPqdvj4qpThFLwfnq3LuDctfYkRNU+YpbmiLzn3vrV1Z5IK0
/WZApOGt9XdU6TgSF19qs7NmwCdvusRSxo7eVGmHBdfXrxY09Tg13Fe2wjtOBn/kS2yJ5gRZtdt4
dCnEqbi72ia4mUuCITrJB4nb6+i6L74KSiHM1mAhLko/luNseAfNM2YGoDRZ1fU4wvUp7qiNvV9s
fdfgwnJfjFSnWybEwJGEFvhzaEFnENmrPmgTwbqWvlTwkYVr/6/2ygBRG0pSoRgQlub2duO915pd
Vb5576ArNbWTv2HY1mcgpDJhTUm5G3UR5rpBdIh3XUIsGx4yCJFtum2nX+HujXNkN2RWl6uqlQn1
KM9OuY53lxRTX6vVrnBqW9BI69sIEje5HW/BuJlvP7hdsV8bNm79AgaVonOY6np3hZv2thtsfdnu
LvZ7QrL1ipLCu3mwrojsvT4duFNnnBBEY2AoOo9m0UeAoa2DftzLC8+BLdGszL/j17/PQuGwl7C6
VerxHXtvi141xau88mmwXMtF5xRebYfhvbDt3l+jBdT/2dsPjw9nv0NH6lMMDh8wdPiTL+7uexcb
z3M7eB4Hf+Q8qBczq1jDqtPXEBr52a6g5NIaQn0VKVIJAQaY89XoXDJHSzwhJ8PKel43WLe+2fPy
S4s16blg5gqPfWy1UvQlWNxrpEgIBj5OW/EK8oV19yrWW4zW81KSi1HhXCpzl+sot6QaZENHZAZP
u+35MYts6YxuOpVztRbDwrkk5hafk1YHUxKVZKHPXbWL1u5xlmvFlbbG6+17vNgHOhPGdgqBV7tT
ywzCNhhBimove4t3+vEcO93KLg34nNoNsBLs7Ny794q9LtwAF1s3CM/v0QIte5vnv4O5zWKMh3fZ
UKWb2BEe8yuxqzVlMbqt7+JLei6HubtSVNTj2ZqgL8bIdrvafsTWK9+wXbKGb6Pz2anNKx0v4cVc
JvNk6dqyj+sJuo2d/e6lKAagYXvN5UjnmehXI84MNmo1+7eJbtqD4r+CcnBv2jxPTQOQWx+KCRrO
6RTp+Fg4QGu33WaYxUbHbmzRttYPfs2Sfo5b0pi4IO3LWo9DSAsbgun69br3f1TrPcf6lsK8+Qdi
EMVK+rZoI0k6ytlKeEQ9eortUOBNfC8NCOlzMQyEaJ0l94VJbe8ZrUk7tCatHsnDiwtqJTAKbfiE
1LxvxSDJNErpJc3pt9q0jqOB+OEJ/dW72os19N9ysypLsetMP7YJYxzyHBPgEAcWJcsrNhiRwL4Z
NEfcvsOLJURdx9STrqmypLGxhzRpsaSAwfBYToFB07ipPb0PsfO0Rgk/RezBzeAsRcpziQw6tVIp
xKWkIGrcNGgiFtCwgMckMmH7vcApaC/a4kw5FqCqeOq6gRoJTlEtbA2H+Hz7ABfxaCaCwaNG7wVs
G5Clo9CRequ9gHGnsxMsvP0rTzYTRO1zBkjFJOZp0kOXwXbyh9JuGkLnaDdcVralqH7+fRhQaqPY
6MME32fThwRR9voe252z3f5A2YO4laBFO5+pxYCSoAhtOgoqfJXxs3qVsBDiLDmZ6CB5wuVN5Fke
A01x3Leq8WUOG+9tN5Ea5oAKMugNuK8HnloMPNViaYHgAIdYOWApmpzSN56ENWCCVyCkt+UPUJ+d
HwNLIgiiS7PVaMZw2x+lx7XsPFHPe9vKFzNPM6PQmZ6wskoaMykgBgll1T9t3952K4xhYNXpnYuK
5JO9if3bInnIxDJA9plQ9GIGywAD5LbBU1Z248ZL7zdVSvAY+h8PUmewYjCbTrFEiHs+CURdobsA
HRu3VeLAEdvmEhv12EopRMQpGX6J6Jqwe5lnEcueERVjg85UG5rFIFJ0xSKZDIy/eFGFPnzjylv9
ekhsH44R5Es2FpLy82eLEedMJgNO2OCotnGk4xZj/Outv7veC6D458V+X0HXn8b+rRoDTWM7ynF9
oWIwuglav4lUHpZrI1cV2rzmGgoGt2QxwHRuht484/VwBBm/9BiSNffRt2wO39owcJTIjSbFtUGh
D2+T07Z2t2MMUl9lq57Ou8r/DPhRzDK4f8tkcAk7jhrw10MrpBtPjUzamBhu/iOqyAH5ao5vXMbb
b2EMNk1yq8dtDgWpsG2yun2bFtPE+j9Gp4sMJo3dkKaZAl0M7x2t1I+PqyKg2XD0/ZXY72ZzxC2G
zzNxTNxSmeoQThrECYgmToNbHfJN8wwuF4cjaAnSDRRHKTmyiuZNxi7EIS7yK7oxMMbrhK8PZweJ
fcwtcqQseai5FMYSRkwRZOcOUlBKsJDUV4mruNiHx9FmsadwLocxgjSvB+VaQ87XHhmQjRxX6IfF
vO+PH1ikzmsGXWxOnYljHVUmT6DhP0McuHccL0I8cfR2BunQw7K97tGsYJAdHWUgj5fX60OlkQf3
etdgaSpGgoNiu69fwHd0+6gXkyzz38RYzhkroev4Qj/o6GyPmLAnWAeLpiEgMshIP6w7zr1Tl7Br
LpDxZdpoZApq7DKiD9nPrkR9Q3Rw/kSFYXC3O5JsH0s7946rx0fQ6Y92+owcn2aDof1soZHVlVy3
IPc2amc8lr4lRJj/MMY3VdooyE2JH/bcoA3E4vMNLuHbXADjiK5FV3ZjRY/a217sXCSK/y9mQ+mV
540W0x9zWYw36q2xuIj0nqJpFYODyIAUzuoIwlvx9Wf6opNyVWHc/rkOeS1ovFOk/z57CqjtMGo9
tXEFO+et+9y9ba+L2ci5YgwAyec8vly/vtLm9BZj+fOj4d7BWlNsmuemJZa8oGFYlmxhGx3YA5hT
NFpJvI4IWY5Ntwafk+y19KOZ2Z1pcILYxYhyLoo5t17s2muBkZjjBhyDb2+FA1Yb1/LPDiaXOfDK
04o5QlAPx6NWQJToP2/f1WPmcXB1sVVnrgyD35PWYuw8h4Tq0LuYLKCEEhw7WHYR35+GgW6LEvQb
EUQ4FDewsHWFBh1+D+zi42KmCtvVNk6VqqRWT+3Z867bY7z7RX7SDifMrH5egyD1eZ/nv0DyP6qx
HWwTOIBGcerglU5bD5yLwEL/ASEyHdzjZTwW6ztz/Rg4DmWz10cJ+oEY41juIxKt8xjN9QS1QB/r
Fu1DVZNPEJ8LD7Sb+YNji4u5zLl8BnXplE86yZB/9dGxAFBEsypeATzfS82BjZjnYhjsNbTWCKcW
5oK5lwuJti2tl3Bs8r+A7veHY+AiN8E2kdbQBWkQbM0mWQdSyZScPafyW3v9iTG6/WeC7QCcu7AU
/c2VY7CjQqzedCXkwlyA8eZrH4jvl3eeGN4ZMrhxHf8DvRvH3J8ssu1+tIHaoistxVcD87BPu2c4
ui293ua6MVBylsY4lxPohqUHWyz7K0n8g6cY7/wYLNH1MKsq6ixLkj+oqIB8Da7xrGM58PnHOli6
Zq1pss5UYIKwc81bvWdrTA1Mdwj3LBvXO368X9vdRt3IG8xIcE6RoyFL36wXmgDEB6RsPGkTrS27
9hJvA6pFjpxl7/+tI4MmKBXLnTThJDeoZI4tGQTaROEglwUKzfdzi2o4fx/j4iTGzEZYIufJGkXR
6qAdZU1D79EXUSF2n2Ec4+eDf/fqxu7XMMaF+1DhXAl2jFWstCtK0/Rcx8nxVmgtBOvGQXig/f1g
rOZW43nfkUGYbJiuRqngfNGagf2xSoA97BcbXf6vdFdD5KGzCzuob39Unj9iqZ5z2aiQ3YCSmA0G
DSR87fGXD8qcOxcj+bwjXZRmSqKpKaqEF62uMgGklZ6FMKMqbicPKSJ0G5DaedH8NTRE2y3haLd0
pHN5fxxpa6o5fQCBCW+N5OGFHNEa7lwVotn3ore2MahooRGGl8NZisIw/WzImkKDS036XU85r+L+
ip3OMFqvezPQoF7xrv2Sdc5FMLdRS+tEUi4SrNNxdu+Dd+CA82JwNBfAOu/JimQthwDkvOgjA20Z
eD9j/snFzAn2GXHkLSHoXBxjGkLZ162Q4MjMhvQRes1/cQQs9rjOJTDG0GnxiPEPSEDVGJW7d3Km
ERBIBG8bHVcO47FBR9aHXQ85eNmfwJwZ20ff2CP0AX8BRxT9yWzkM1eJ8dpxcs2R5vpSyQEw5p7k
gzUPV4mXUVt8ms0lMa66a+oYe2UnCk7oFpQuoGhXW4r8MVmD2dfhs90vBQdziYzjNo2+bJBUweeq
iXpEQMf3aJxryuZsyraKM22AiI426CF2RDSOjPULeiT2n8+3vxXHvtmqQlHVSmokIw7w6saJZ0r8
hdDLaPcP6rCVhFI4X8pziG+kta7YPGepb4wkFuwmsWsJbJJG7shONR5vK8YBIra4UDZXqxjoIYKt
IwUt1TqwedscFnN5M1tg/UZeYBoZ94pmPE4n3VZBUwkounOT4z22MnOtfbGUMZfHQIXaZZnZUzBy
TtJJ/CxJs9qhU/Xsq4M9YbwoWJcSeapjsj98cK8a7zMy+KFdJnUarlS4M2B3E2Vs5OHGUig314/F
jbG+5rIIS8HoxOXxYtO1aueH+wCrZNHlzLF8HiDqDHb01/Aq5zG1kNN2BDWjdzSdR5+M/tMHJ5xZ
TE7MFWNA41IV2Fqr4JaB3V0JLj+114/b1r4Yj84ksDmDqcfKBOyWhjJb+F0lSAiGgw+PdPIEbQvo
3PMPA5atbniVXQ7Us4mDQhunSUpxiIm/5zZD8uCdnZmVlD6rxQ5//dnRfm7iFfLVqEb2R1Wz8xx0
d0jzcKtq/yUa/Aev2HG2OA9NTYi+fAryYlhpAiLY98h9BWfLD9f+P9a+pElum4nyFzECJEEAvJK1
N1tSq9WypAtDsiWS4L4vv34e2/PZVRCnEJLn4FNblUwgM5Hry/ase5k1JlgdoLUBPT5xuXo0zbvk
3bMOT1pnpdQhttTkTYZGnVXOS/gX6T4/td6jl0SeHXl0AF58n8IJ0Gmz9hwVg1Gl6WQDEmIVSWy5
Xk7xbl3c/RXLhk9P6Nz5j+qsLnwiw5SzpYIGwL95PJi7DzX2DTvYFH6GqfpLZ6o0b7S64yl0RqeW
1qu+OYfHL/Ff0VP6Lv1QnmGr/j8ogmJAKmZFeT2t5HZwEj89fiTHT+5Bmn5UeuF7FMQSbJ28b1J0
yqcmD3gTLoCIfbXGyLwc3r4/0g/H/eXyOqCnRXrTPC9quqAWiT0XHByOaKr59PgYosxc7k+u3D/p
9l9oXAOhxCh13nULtV/vLnxXBkgP6Oo6m5X5K3OspgcGUaLlYA2DgBaPYBmI6p9R23pGuUD3tmxm
U69JKRFKmtfVTAuoGXq6AEyG2Bzp2whLUN+JwPOCz9iTgm092NWzLgbSQQnpjIu6/AndxHFkmWAU
gBCHbNecjkd/jw4pRDBrZ4UmiHlFTr4TWah5gcGRg5POINf7SFQjNY4N0ZOHEct3R++PoPgKv+t5
/uM5e6pWZH7txNkmiMP1YSseSpZzNnEO+qlXoAOH7sLE+4EgQMOnzmEQim8C1JnEMOzVdqK2nu9j
9Nrr0tNaGVVsyswMji1Lq4wixFhO9vEFnSM77SOuc03UfU4mUp2JWYNOc/iE5hHEnR8yVKLD3ftz
59Gdh+Kqv/dPqeHrkhE6cXGVhMcAzNEltUH609qHc/h2xhI0vArTad0se5yewsOReRN2pgT+Gww+
eO2DEfyVjZ4u46NYHG6aADJzAe9FKLWwHVm5zjzMJiKjOAto+cZafOz3Mb5KY1/m/vyBcu++4VZc
sp+IqfdKmqUSZpQFlSTv7dr1RFc/WmOrcWo1PKlRat6IUtASPIWOVy7eQrwZ23syP5JeU/oY0ftP
XKmBaj0YYU4IuGJ95mXtY2U+Ma7xopX44/XkMLEtBIbkGCXqo95jHmWMlzwLiDyRr+0Xt0fDxPz9
PiM6Isr1dC1W72Y2iOT2gKW378089RlN/dn9jQtilJsugOs4UEWVTFkNdqohK7NgzFuPpedJeM7w
fTSdCzecQ5VbfpbnGppbzDGHO9jZgO5A5BhvM4xmw/i0DFUWcImWo/BcieiQDHLXMs3C9C0hvyak
GGKbjdZo5W0WYLmUn5JLmfxFmK3hZpMIAxwf+sCwwkl1FFxnIdxZiVhxjMP63llHN7rcF4cNGiag
BS2sruE2mpwUE9XaopekJXnAqTwU9WV2UVFYHI32bNyLaZnUBAUCSLFXQ3nVItGMSTY7Ls2DYjSe
2FTuRCt87nyW0/E+O/Q29beqEAhxjG25nFKqdluGg+gLrC/Mg66fVnZqXmkorDd75QL8TcHCMCV1
qcCOBUV/RNg1cqzMPDDbp3SsfBE1fpY81m50aB0N7PbW5Vj/o7Ue3a04TzNLB0lwOUXm7ke57yjd
VeOvizIWfuCwiAtapr1+xNXdRADVGsLKzoOW8S4o7DI7GM1AAtoO0eH+7Wzyg1cIC8mQ/acqoJ0s
SGFYQ1YECTl2Xb7r3XOCxvlfJ+LAN1lfOttx1UNLhCPsrpBFECVPXQ0goHXdmmn7v0GFcoqTYxYX
KlYDjXIW42Ergp3Rnr6Z6fk3fh4jIC6lJgGKjnLzgzs2fVWWRdDEe9N55MWRlr+h+TDL/5BQNL/j
ks6pBAfjsqfLpyK7iP7Hb3DBTBOt6o4wbaJYyRRQcaSyQSKpFt8gsCyU+cTRCPCWcXEYcBABSG66
THVWZWHCwRlApTXZbkxsz7CeHOczl8nv3LmL/VHIVlgM+4FuNQVg4BVvI7MI5nLv0vVShuLr/RPb
si7OvyRekxpXysiHtqZZahWBG7136EtrO8clYR7BBKhhVPv7xLYObj01V8AvNF3VKmdcNEjOuEUw
JcVZUulDH82y2MXLoFH8LbN8TUmxMb1pVEvUsyIwvc+jRt91XKx/vzqyhOULjSteBA7W5NLHNt63
+ePUaM5q42KwYwsijLVIGDR/BRy4oiLNQrhxZWTBkn3BsqazWZwWkpzyzPGkqQm/Nji6oaWoDZmZ
MGIDtMYLnZNdR/w2yEydNG9RwdviYNIMqL+uo5xbY7VGaQxFHhDsyPRqI8Jq0/pPzE5ZO07yUHN+
ajpufTfXp+wfcgpTyyzjlLMS5L60ceu1SLDnzYFGodc1R1p/cKa/nMazZy+XBxEF9MiMXTsGrh35
MCM7Mp8M3QmsUqc85TefpIZFUSlz6eIE4uGhL4JlfBuz030V2xB8kODw4dD5jpYM61Y4l6yx3UVU
eWDNQJCO3pvNy30C2zz8S0DxsstscMZ4JcB560n7XDTvRvfw32isTF7Jfs0be26NJg968TxEL6MI
PajYfRpqOuD/yse/jKyMXhExezpgMRfcEMthvW+ZSfcsWlfsmANorqmsu7d2FZWHlJnxHih/yH4Y
xDwktEvP3eRmKLJZjt8XQ/r+/ofpblBRkyiPBE/XAxbiuZj/MoZv/+33Fb1ISDdTgJrnAcuWveu0
D32cauYuN2VErJsPBXAyHbVlZzHalPUEHtHUHYdnw7w8/QYLgpkrWAKGJBzl6oYp5ZGR4vfNGM2M
8WVqdZq6eQlXFJRLGOyk4OGcAEGlb/w8wdiALnDYPCN48+TvMEj1gm08TxED3l5gyK/JdCHFl7bQ
2IL1I38yN1ckFCZQgGPF3IBEj5G5vPJ760CeZ9Fq3sOts7KJjU0RWGfjmipcEyXtIOseAUrSfyXd
l9aeNAS2juqKgIrONIf9aJIEwZxLq6Mx9o85I0BkS3/clyodGcU/bVkayZGBDB241/FHEzV7vrtP
Q3NW6t6seaS2MS0WWIl6zxQfLPHXfQJbd26bAK5BlCCQklC0uxh6hwzrWaH5/GS61ndmvKl4tGCL
uK67apMXCxE88hIMmq6EDGZBeYxyMuK46uM0YN7B0U0Hr++hKsBAQ/mHgnIjRuW4E4/BTLjUPwqe
plikei7r9gOnn6b0ceGxjqKOJ+v2UWjyYem5tfKUpR7JXrJe9+ys3/wzT7brWA51BVaN3lLocwno
k5HnwRBlw64x4++u1eyWtLU9G9tOkIslYicX51NJ5jMJxeG+fKz3/zN5QNRhfavNERPfki/mapkn
KnK4lRXSl3F8qQd64cXHZaTHhkyFJoTZPtB/6SmmOloqxE8Mr+zgvMjq+zBonoJNecfW1P/xoxxn
a/VLyQz8/sH6QT991vz6pknAgSNbgVFa8TpodeUjOH1HbWSs8mAyDo7A/jHykJU6mdu8kjU7Qdbd
rxCM2yuxIwRcJY+KIJ/ltzpDajma9qw9ZSi36DK+KoLwq9djO8Bdxcw4cvMqWqeZ9tHYJciIjNkQ
H0M6R94wR8tpEfPgm44R+iR12DNGytFFYZfyINv6qZLy8yAMrHesFuoPURTtTFe6pzTsMuHXVZL4
bj/pYrjNw2fwZYUFhCaMQ96eS86qpq+7FHHW4Hjtd0l6nMyvpz0s9IZiBAJb6/FUKh75lJWUN3kB
TyIKfXNx/RK0JvnxvtJtCukVFSWOx8p6O7coqFTRrsOQE32zNC/iz/tEto/rb1YwDKumoaTpmjO2
UBYB7y6de0jG505qSNzjYyWh2GPC5JhG62mlxX6qLgV9rCpfm5LQMaLqA/KgRhSDSt1/m6uXoXnT
N8f/dlZKEONIw+bYRw9GrCfUclzzsiz73yAhXEgXygKYb1POihZlKUXcFEEowjf27CQeN0jsIf+1
u09o81JcBHtYQkQofO5bNYlCu16MAuHkSJuDCdzmIjY9zFtgf4bGrV/FVH071tBdcIFBPeTvbykR
2VnE7GA7eFf4RnQQ406Efxnzn6OQpzj/OvNQw9vW63FNUVHPTMzjUrV5EQiChabux7AuNb6ljidF
NcVQYTGwAQrGOJ2a4R0g1r2OXWpheW2D3tp9Kj/fv68tc/9qbRzumghhlFPMIkmK1IWeTgTxizdj
FFfsii80/HCfzpZcIMmODDsgvc2fBNAey4VXNQRwEadKvs0e+uWQphoiWxfkQOgAbkkxwqk+J3Oe
y7xfKCwb/25LtIzL31AjJMCEsPDIM1eFCm97k0le4XGc4iL/zLO6AWJaHgdy6BeNKKhNCK9vI8MK
eI6SEbVdrsgCt7Hc3lhgFRxsWPXKJyzAO0Qy2RMrqIj5tGSd1zjfc6ELNrcMHpjD9Cty79i8tf79
ysuoZcmrNh6hV/W8r2Tsu8l3ufx69t1GQR6VN6x8E0z11nksR6BnTGnAnYw9N1U0HezJni5VN4Q6
H3fDb4eDywhd89YUJZ5bhgAW04+RmNOgTMJDHSdv7Rhrwa1ut9THiV/CcoKrQUavs1+sifncHZ7Y
0HvFo3Brr0vN3LNctOuVYf/2l3Xi5sNWcb46aTYOHUndIQ1M0/0cu4OXYPKSJfIkucZWqsiDqzDd
kFIuFZPGQBTu+zRI+/lQEK+OL8ny0gvXs+23pn0Kq4BN2Y4l+ymVeH6S3e+w6lKEZi4U6BXy84rV
0hlIFiJTgre69eboh5USRGhnS9dctiG84PNfOoqJRr1wdlvmpEE+zuHbbszzs5PMH9oBqLf3Odqk
xCysQSHQUE4USsJZDGesljSwo2LnOF/iuPHKiR3uU1FhRf6+uCsyihUYahZmlWWlAVt8m7uJj2yD
txThYTGHb+lAYQPqfdo1j0NE35ByPHC3O1JrwopksuxF1Ptk5Of7H7XJOlQXZtzFk6GC0TaMLTUf
oVBA1/OscximntSUfjeeJZg8YOoBhtSx4bfcqsaSGSX6zEzoLBHJqSmaXeZML6ypn3LSf8TWG6IR
0E2Cwl6do7VS5yq6OIVjHSNyS4PI+CMunR1ZvPIz4Kx26fTj/ultmqMrSooq2g58Y1aD0jx/sIDf
IoEHjXVmTCDZjzWK44f75LYyyzYSe/gPSREOq3t7lDJ1ZVxLIw1GSRZApudy71TA1MtsEvndlIXY
a5Z2OzMOJ8wvZ8MZCLj1iVYFuobj9FtYddMuxtbJ39Ef18ZBCJs6rpqVFaM1DQ7BZ7XFBXVmr14a
z+qf7zO/KalXRNSznvs+NpcQRDx4gzQYTf8+gQ23hsLR5SiMwSf4CbCwENlQSZOngZwbd0fnp37N
pEXVU4ya5f4+rfWiFIcXtCgsORo84GArrlqB3cVkqmDbnML+0jTdKe7bd/dJqFMZq7kBDQ5nEF4U
Hk0lTpDlMBBe4MC6pT4XIvfCAUE389w29QsLvT71xzL9uOSA8mbZZ2uUfjRNO44CxGiWfjGjbNXp
vmnjEm++yboV4NpyUKgTwOBwU/vTkiynDE0TNMf8ku2N03NuASnYHHZD96ZpWggz+Sqt8guFrUxp
onEmNszEzbcodqkL0XVOIvTBoZ2QntmQcY+kc3XhfRV62WLkhylfxuP9W9m8eIsCPQ1JAQAEK5dS
JHE1diMupXZk61dxi+jDJMuvW3WKtpF/qCjHjO21legjFy5ZfHTlW9aei/DjfUa2fNobGsrxjUnr
ZqLC8eXjSwKfyoLvRZofIvoREuE3c+vH3D4ZAKm5T3hTTS1hus6688ZS53PS3mqKHl1YASVHll/i
4Wv3QloNkS1LC+7+paLcU1UCCxhjWllgJI6FNoyp22dZkp6aqjOzXTKYywNnbvOHHGVzrvrJeIPs
FjZKGzUAp41Q+kK2vVfKMNS4f9sC9O+HKVebtWVcjKXMgnY/vDM079mmel5xrdwp69s5hBFE2yYp
vNapd/P0PdGh5eguUHnERprabSMgOH0U7aMIEFrzjxZYt66INe+SjpLyZJCic+PCQGPtMh0i63E5
DcupsX89/LmRlPUjrtzhrk3HXkaQx6m/1FG1Y+FZZKlGHjdtFQI423QoSpNCcR3Tvkaue+3Z7WTo
O/0B5lK239zsUpRf76vXpnz9S0lt17LybsHl4y03+XhZ+vcyYb9jnK4oKKrFIuTtZwvGaVeQN+bw
rtQt4loP46fH9YqAoiJRPkjZSRyWOTqwrpccc5w5fyfJh9UxiWjjYcHM/VPbvh+HMO4AY99UM+2s
NEMZz+hvXYa8PS5tGD21eXiM3NDLYazgxffy5T7JTV3FEm2KEoULh0U5xhJmEAKBaKKmn1P3oWXS
cwxdB6I6KPu3E3FFRTnLhQlgaE0ML8kYB3TyS7kbi8ybKPEqayq8hbbYNd8+93BAgXQae2PaemmB
mGVAHtfN273tAJvBwU6yZtrZaMnqnF3Rh8i19M/cxOjH/VPZ8MhR6ljL9zaWMzhqcnSYhrUbCN+b
VLHH2nk3xn/a9iUjn7pHxnWh8OYdMPiKjo1cBMDvb3U/6SRY6Vd/XDSPBM/Ssestv6ajq+mj0hFa
/35lZAY+kS4v4TehdcB3+BPvEGlEs+bwNnX/ih3FlMUWnLOMgZ2UnNBK32t8H3Xm529hwqUg0BYo
vb7Ot1xxYbToPJMNuKiLi1kXvlmc06L3uxwlmA9FwnZRt3/mhS4e3GbLpWgbQRMt6m23h1dmedXC
70wDy3qiPHrkg6t5lDelDkm2/1FQEggZ5xNmEfAG9G7pTTb3rIR8SaIHo6ozT8TBRHWO9KrdP9m4
K4rKgzAXYVLN62hKFhunisW5Nwx73hfw7CMPK4NObDxLk+yWOPujrXUZ4Psn6vxUEaJWRlIOfhtW
nK0uP5W15lXdfLr/4c9RC0KNbOH6TeAPIJ9ev0TvRELfdpR5VOpmE3TMKCauj/vJTdejTFCvedSF
rbpfV1yq3ujIkk04qvoyHU/3jd22QmGcAouKUTxBjeRWsofEKMclxaeXde83cjgOJdvF83IuFvNT
UtqYAA2758btn+MmDuJe19W/yRw2CCOnSrFjRs1ri9HghrkOxrRz1noWxlXeF3UzfbvP5lbDJfLX
6I6wAEECLhXr51pxbmeyyAJkPv0F1fIJUO6Lg6gxsvyyekALXTdLj17o+CHpln06kEOYxacutT00
dB1msz430jxMdRKMMft6//O2DuH66xSrWXVFLpMJX0fazIta4VXpx/sUthwaRPNk3dQs4OgpBszu
uZ1WNWaB8uwcNe1eJvVhGGePnOAdIJ4fTgWVu/s0tzyaa5qKSUuZKEqDr2cefZUD9aMUGCrVhxDH
mbY/7tPalGMTsy5oiHAtPBOKkgw0ayQ34T5x+2OOBsK8ds9lNH1OB8dfCvZIh73ZRPspdr4kaalz
3tT57Nd36Zr8esNX75IoZZyLaM4CzJFRLtIjSvcYV6uPQ00eu+59ZMS7iaFxt3moUSEqxnjwGiQP
dn28i/vmgCbOgwvfawkXnxa6XRNbb7+5DmYIsTYeq0UcM+7GOHdwOOZ8KJM3+Ye01XgXm7E8FmNY
HNwJdIoold40ZXZTuoh2yxqLzcPYH9r3plP6eUTetwLQMmG4F4AEMgaNx7FVzEAZ9l/KigUzM2CN
DhaB8R0XL2lnLx7fFN33qfpeT99te/FIgQ6z+sGAW2mGdN/qjMv/g3dM9xGOOQjUum8vn1iRKAcA
OwQ9qXxeP5WiWBty/WFe/MVCz7qbX6LuoUkGjfXe1DBkgCgWvqHPTc2Ld7kzDkM04tBDK8gdzMW0
tt+XjcdFe6wT3RDjphhdkVOEHA0cWQPsWHgM0ft0rI9G/ORq50p0PCmWekkaZpa0R9rExj7b2n1s
zK9mfsG+27OZ5vv7ZmOTGGawMFKIvDNVgYlEOdaYkoPsWI3rJ+O+wYoZSb5USOQtieYN0tFSTg/g
ZaJo1nxQUuxli3iu/TYbXo/oh9G60mjFlvNjXjGmnGKVTnhTVmJxPhwMfsHw9QHtvn4GXbh/hNuW
94qU8njZyUAiYlhILLBveVM+pNZD6Bj7SJb+zL/BdR0keuXroKoGjYe3KY8UCLEUXZ7WTwOui8Ea
5hYwuqbAXtTxR5PU/lhpiGy+nIjOLJSlqYt65a1yi8wtza7HSZqxOIro0sp8lw4w5uGhGz4gleh1
JtHkajZv74rmKkpXrwlHdxkD1mMWuM05t74UFFPWdn4EHP/7+5e3SQhHh54Cjlr4q2W7IoShN2w4
7Go80dk0H8t5GOAGVcuuJZHrdX2piTk2L0wgO/h3+VlF4oi7qKm7Ee9QFuWeab0MSeMxXXLw1ZdT
AxsTzavwaSl82p8m0wi2iXUVrOLoZrtOtP055CjHOpXp573wWpa9NJKU3vKnbLNjhXaKwTzEeXpa
ol05C11pa/OMXTxQFka/ccbKZTYdyfrehZQ2/Zu6zRdPlL1H6bK3JZyA+/e5dcCWifkaYTKC8FgR
1sgJyz60KLwgdJyC1DC8DFqNXw2Ver7XRBSGqEW6NpkcTP/H1a4pLjl6uu6zsWUqrykonqM5ytHq
YoYbLDPf6v8yhyN20Xkd6rwWhv/uE9u6H4sKgqU0qDuilfZW2WYXkXYE9w3NJ6VfF/JSTfO5jd/Y
PbThPqnN63FMx7YFR4fzK57mlbpVaCGBEyCyIGXSb6xd0aK7SjcCqCOieMI57+Y8Zjg8x30pBiyH
TfZZnv1HTpTHjIbmyBObA9diuAjD9FnxaDQ6zdkUtKvjUm6mSDEMVDU4LjL64lTnGh5WKfpJjtHo
znDt8NschYell9JxF0wWDqz+gPSq3yzpS9/Ty2SRY1tWf0axqyG5Kdjo1SYOQm2CDrtbWRuswUht
xKJBktSBw9BaY5+TCpVDdDojyXlf2jaPj6F92OQoeuM5uSVW2TSs2y7FcD7p8BYTPh6FtCvNW7Up
bkCw5RgGxbyTKtNDbhexMeWYG0zdwpdWTX3KehPv8Vgc7zO0qalMYD4djxWmtZWM1WRI12kIRhTd
kR4q+rGJo8PUpx6Xb+4T2ubpH0Lq4sEOHas8LDHmVmEPSDNMe3d8SXumuR8NOyraRN21iJmWOg8c
HnpjLr414l2c1fucRfv7/GxJgk1WzBvkF52fBujTucxayqI8iLoFHVcM4JV/YjJBJ3Bb0k3xtMMl
Q6qFqMeWDTbte4bXZ5yHh9nAE1tF1fe4N9/TBpXxPHy+z9bWAcJi2+466o4uY0XAxZhHEbbZ5UHd
NH4hvksL2ROjPRTj031Cm7Xca0qKqcg5xhBG0uaBBNCOb80xOqbd1nlqqWCHiAisep2b7kyjdMAc
hvu9Z2Hk9zYxgL3jBtKomd/mdvQb+nD9VYo1MRIsXZwm6ENlf+TiL5N8RTkvznUAalvaIBw4E/Cw
MZpBFeatschjNCfCjqTVnnWX9TUZOx2m0JY1BkQF+nTR57X2cN9aK5YJAVBODARaZRt5ot9FffmF
d/WltYy97JGTTkyNWmzJD3QC0wKOQCvU687kq+e4caKuQB0xxyDlYnvx8M6yhW/2WEIx9TozqaNl
3bKHhrJOOOu4GLptPhXJvs/kLkJCIAyX3X1h3dJCpPkwlY+GHctUm3bgOZXEmJ08sK0pkI4ZhEC3
MtvumGXsUGWppgdmKz5CLxk2g6MJGh3dilGmZkOrvEMT9JwDSov17E07fbJ79yF2Hmy0AOFfXdyJ
aSy0ujfkNeGGPjaLYf6JA3ZE0X0aZ2wyYozZOjGySnH3FCbt2wJJglzYR9tBxnYp/LyUj6QeH9gS
esnY/ob5cV10ZCOlZhJXNXfWLJPZ4pjDdef6Mtb8j1zafpUOJ17rqkOb0oPMNZqWcbVo+bqVHshk
WpoOphuKZQ4md3zD0Rw4zM6j0PreG6RQjQFekEBzPsJ65T6LrgAq/4xGc1F8xEI+v+mnXV1w9Au8
3JfTTUKIBOEIAeILU2y3PFlm5RQ1xw3W5qMjnHdF/qOYLwbjvx50OgSTBgASMU3kOZTsnNOKFGkx
TFFQg5wjtDXmpAXqtcYWbxjJGypKFrKmU9yKAZMTFdJWkj8lDjCgy99wWW+oKFbEXroYe4NxOcNg
vB3Qk8mMZ8vo1gJh0SW7kHf+/Uva0jNQXGF93Nc3QLmlah5HJ6nWCR7Oei9jme+mT8z5ODO86NW+
xK60Mhq8mvwRAWYOAzrn+x+wda4QDqT0kbeGviuSX7qFMYwlgZ7TyavyHwg0fgf8x7mmoYSbLUNl
xOpBI6eVh9K4Lajn5JoazyYjqPFTZAHw5qj9HUmWoRZZAcxGWj94gVRE8yRdXbPFlk5ZBAAmAqVx
lMiV0+qXmgx1mZXBktDy2M+s8sLc/l6R+i0QtRrNS7NJzSQmUA5QQQS5Ww3uJZ0cNxWYDYmWc2N1
XlTXz70d74pCt/lk/XAlVnMAHQJTi+4YTIgqgk8cgDYmNCqD2H3BZu4lP0v2wMeTLTVO+dY1WXjH
kK1BCslVR1FqYlUVC40iYHW5L8LugvzwYzrY739drK/JKOZiksxFQTYtg3ZBpHTE+g931MyTrJr5
05FdcaIcmSXaCUjnsgzGIfPM4Udf1791VkAvE+iUQQS4yseV/9S3MSl5DyZY/REEmPtChh/3z2nD
u1hnwf8hoQg0nzqxJJiEDUwMIHvJPDSe2y1oT9inyfTAJ7oz6urByNnH+3S3PH7kfDEjZKK04iA1
dMsbQOKjruMOQDbKxj66VV4dq8TuvSTsgINPBEwvHK3jNFnOx9HmGEGuuJ8W0t4LyekZpU/pk2oG
aOX9D9vSOYxic3R9Y9IRzebKdzVjPLrI2gZWPR8dlyMYWQ6z/VguurzYVvc3dtMAA2916/BEr6py
db2TObQICKAKpnTOs6gPS3q2a7Hno+uLzicopY6JewLSjx+9czvnEPJxN5fJu1FMvtU8M6prltoS
aQATcEyAAB4A2dTbL2pmoEdESVkGRe3Unmho5Mc0HDRv3pYJuKaiKE4zjlY52JC5aWob2M/G8a0Y
SJAinKvD/dvcfF7xvmKI0MZGbGRqbjmyy9JKzKUokQz6wbGBY0SbWZWsRcqRAMHooTJPk/WAzZB+
5fIzq6ffMOHozRMr5BkGTV5H8q/uuIpyyfKiKVG6vMzWJf/SVpWn0eGt80RcxxGK2NjnpOY55rEA
yndf49ZaY5dkx6UJd/GkCUN0RJRLc6Yc0BEcjJRob4P/JbB/z9KB620SQbIBTxFgOxGD3N6WS8LW
zvgEIvETcgJ+3TwWw/gbV4J+GDSBotqE81IsjzvmSwmXp8JAflt6PHusBvndcjCRmP2Ou4AOKUYx
w2oLFAxu+WklYOi6rq4C2bRHWRjfZutPM08eoLz35Xzj+cYLQW2oFapo2N96S2iWJAHuUlcCJacL
PbcyDkYXXQRHaCHHnZP/cZ/cxj3dkFvtyJVU8y7MkQdry0D0sxeWX80Udaay/nU7gYnc10KTgGOn
ts+GU16TOCSQa/QEF117jE6Jk2pe8a32BiYww7jeD8XE5MrrFS8hiSHRU1UFrSGOo0vfxdFL1SeP
DOOrS1vtyvIrWmn9QjZeG2L7TGH4adZptGvD8KKcBhTZVxRRNHjcfgQGKYos6dsqEGV1LpvmUuig
dzckBAN+yImjtXO1RopqoWrRZ73MqqBpHa8O38T0GEWFZ+exF066p22DHSSr4VagTmZzoQ6AcBYV
gmdzhdSIaS87SH/9xYljhGz35XCLKVTVHdwdiPzU0z3SPlyW2YK9cDusBqqt4szGQh6GgppeWGHO
Tywx1YjlBnPwxVFhAncAzlZh+XPU/cYBIG2Bk1X7dOmxM0VavzH6jqOjuKp1PNJWw7LOxFoWd3Ir
TGC44thVRnpJYte40HJqNRqwcYjrLTFrHabhjoqTWzSkR1IX9ZIE/8MB26XtC637xGMLsw9Fkbge
LztbkzTYOkQQRBaNozgEPNVbgZ86tzfysKiDLGy+GvHaou6Gx/vSsWGl0HSPgXdk6jD5qMIhJqFD
mimmdRC3jwLQG42LRQkY//h1KsiRidcGS3RJKaqbOqEsSi6bwAZ6Ll9eUBJujP1/o6Eor4wmq7Vl
2gRZafvHGvN/Zqppw9i6EHQOIKqFt+QyNQPWDbPVijFp8CrKk1ia77n8nSFuQDVhJgxtcrgTNci0
O9NpertqMMnMjhE3dmYd7fs+PN0/rVV2bgMzMEHWLDdFaAFA41vZKsqmXYDkiSCdRUFDvzCz8Rrs
Rh0SHeCmjtKqWldvRyerDK97XGL04pnLz3mIGTv2NjU+32fo57sBQ7ADuBoEaz/dTSs562Z7wOv+
zZy9TheS635eSTNUwHWKenhEgZHyncN3Rco0OqKjoLhctGZJFPdgYNy32FF0/3R+VnOEKsC7h3uF
RwdoubeXgIaFuasYPr8Jj9wtvK77KGKNjdykgVwtsgY2BEvt4iZ1gcRwxHEDzZNIPgK6mFgv99nY
OiPYkH9IqA621bRRPTFIrZi9YvgIALr7BH4WVqBQweCuaoEHU1ULrM2J54yaZZC2U+PFjPRBY1ao
yleV9CdjXDTv5KtLcauHtwQV7aimEWNJgKIJmsEX87Gqdu3LUO+b6GBckuLRHDSCoGNQkeOoKOhE
UK8MWBnavqB1eJ5y43NB0JhqN3mjsZir0P7MHlAgMMPN4eKvF3ql/HloxEVvL2DPsMdd0WHUisIP
MMdmbw1/1Xa3m8zS8MJ51Ni3nx/s9VzR4ELgXjkYH78lPIRLwu0QURLadvLqkBfRDjsBwjb2k/Tp
vsxs8bjWD1ZMdQxQqWjnGB2TfWHBwXJ5E+RAv+Pl/yHtO3sbR5a1fxEB5vC1GURlS5Zt2V8Iz3jN
TIo5/Pr3oc9970gtrvrunp1dYIEBWKruSl3hqZWH3Q166oheRHJdIyorqLtXBEwXAlIIXgJOW6VX
xOVxLiHI4auNJP1VTxDbjFbqmeO7+T51fJkYaV0s4ftdHyLxsPNI5O/zkMQ64/Bm5BGODseGCAS9
YjQUxATRaUijWCGo/+qSHWRBwUxeykwkzTI0kQG4NuIcevdJmlaKNvZetQlUxb1owEU5NVxujkW7
ShRGXXA6HEro4cJBCIEC3kp0G3o+4PUs8mEN3xqSHLA2coDXxPtjqZslgj0kU95zwnqhQqoy50Zf
l0HEx3nl0WvbOEn1+pjGjGTr+hUNKqTisPc+a/ykBqAMb+pJtCrQ3NpjTcQQ8nZw+UvqYtLXYsh4
scwKt64h5EWsBc2ihK9sZU8dhrQG+sgxyw5dx8oZzwodXrMSPo9MHr19KdFzDNPlVb3hi6ek95Cj
6S1YpF4U7ccHOMMJ6sMayrJTplC64yQreGno+mYTAsLBlrqiXVZ1aLCcyOS9KYFDXw3erKh8owOK
9lo1Vwee0cjNZshGMzGS1zzQt60gOF1cEzXtjkOTHuUxWynhQo1Xgv6qth+POb0XFbRdob1nQqPF
u4829PCPqGyqUgvsFC+zA3QWOBEnIissdh4pxTixAx+leaw2WSr9kC4fU7+/UFBH4lDBUgvkkmjt
ri8IC+tCbzcYuDNbYyQJv4B7JxeV8SS7NyO3hCh/JrR65vme1m7iyM0Sp7s4HUZ7/C2nsu500t/b
O0WlHY4L1UZgFSNIv3VgVeiVeqW23abuoiIGiHdSrHgp0+0MwLlmOALB0jBSz0T3eUkuvS84HF/l
i8fnem9k8CMwTYMHL14jqBve/ohQSNWohgRv0tGzeh8IElFPuFJmKPzM9SEvi+4eKAqKhnQCuve8
bFA6wDHqnR09Vf40KrkJLhmDzL2MTm93AIBiawQeP8r0M66CkQq1k0SLS6AKKgW/vkjNuA04zDpJ
bfJZa0DlVge+cuVkeEYjusQISOjFiEjUAqYV0zmAmENTuEYzeRnbUe9zTdgoAC4aZCzDGk+XZJt8
dZEVr43xOIgR4VvTaxwlXtVHfGgxeKf2O5OfY2/Jq6HJwmC7P3d9GmMGyiLmEpH5nw7s6kBSMVMw
URyIm7CvLvZQ8qV2MLKoLUwlUHIM5l1Q0WGYxJlBJYDrAchnGpjAVdPl4bYRk7ZORqwz0loiYfQs
NbCIUtMJQE2JXBhWnmj2MEZ2qf5zc4yiLXaGYPQQiTBM6d3y6wtRkleJIGyklMMWvFhVNlVYF6fH
SjNzqmgGQicXng/ANqVzRUVStuh/93GqWSgs+VYtOZJjHI80Eh7aHaAIGEbpXkvhwxAPoolswh6l
82BFNPa6hkW3G0xXioDsU4Gl9SsplTLdRn0e6gxJnnmzoPpl/OCFocJ/V/7LS9Q1orwSNrxqpYUp
a9jmRi6SBfh8LHgzdinGcPp/bOFvaVKhCB95StnpufADhnHpnhorVwoTGOSP727GRAAlFlKJXjyg
lOjirYTEBR4VyPQJGy2V29IclVpIzSQvM7xbkrjITfTrYm+IfqlHyw9GjKClHKAbH/+IeyeD2Ps/
wyPAgLjDdcbiMp3ruRY/ghPEBXJMutUD88wRolJbKmPodI0cMtRyjuYUgwOUDfkTVONuGQdQ/tgD
Xk/Y9IO+GdRgO6ACSHLJKLHqg9/4RsRgcu6k0a2Bgp+G9jlA3N0STDipkmtgGW6yrPsdBBhWBNqk
mKLFErCTbhbFJpdXpIhLhvTOKAu8ANQf3hVtMHS/rlAGYhn2sHnoEuRsve/qz1xMDbOOqnZgOPEZ
SwAADzhxzP+gR5ZGRzfSFIEmthkA48k/1i3G2OPCblRgESE2eSwz95EmvBrqp0i7YI7gDjQ37rhL
2QIQDpsA5OCzUMvWEbmSZxzePBUkitHUCb2n+/J8BeufBVigDfqqQ5IOl8aNLx2rU3zuivB6x4cg
FigMTsd65Za6rs67RIukjZ6k44aXmm858GuzQCclw6rMU5pGhdF6i9LIpBVXlC7QtDiKE2njJcqv
vlOeB6Xeca331+PLmSUDr4/gAyE6MNNuyaAcjfJpkkpotBEB4NP7xmLKlriXgh8ZSbjJhd2Gjdiz
CBxgYLlgjdideI8Br3CVr4rAhE9WaIwypeKtKHkzbZ8kjlvg33/MGipysBoCppY0mWat0DQxaNCI
v2n692xMiIHhNpEFG3MvdqhCQ+LQgYncpUbvlOblJFQAEK4CRFnGiPpleI/UPmYYpFki6LhCoWVa
ZaBTBikPS8hz74OIXDW8VRQ5yn6dftHDf0MI4OBQcgXVJHokxmjiS54phTqBaxammKWIe/wxq7/+
6c3g+lEvxaoTmHXM/d0KHT+WcoQlnyoWolYpb1eG1hZuOyAEIk1WCNHxn5OD3PGoxaEygof1Lbmm
9kpgugXaJtHKhrRa+ywHuqv+c6gO9N38J/iYpkUliszYFB1AqENtE3DFZqICELZ/nL4x0OuJzBq2
9aApgYb3MZJUzRPO1zZtHb7g0eKhyqd9FYnOmsS7dw8TIaDW/iQpYbRvj0yOUP719FhDUfGjirlT
jhVHqeyEAitBMEdIQT0bnkHGtil6Q2rZNbx3CQDhrOaG6XdA6PUx1s4D2Zl1PY8p3a367NCiyTc8
rgewWbZYf0j6xeoaoGHqLN96H7AgUPlfnrAA8vbwgrow8CAFJcnbCnm5AxbThat2gl/gkcrIhs5z
BaOAVXuA66bf4l0BNR4LnJ8YhYGZ+WLglJfwKU/zbJ3pFUNxZwwRmsvQZ4EuU7T50Jw1AG5vUr5D
1BCgMk84wX/V0On8+7G+zlKZKmXoHUEERk9dh7GoeJlYiEAmii4FySSxXAgI/v6x6wNM/E/bNo4P
sSUl48VFqP1LCoD4WksSKzIwtpNwvGQWqtDb/4IjjIAAegVzIOi1v5WIPBSFrKtqRHZy2JrACG6B
/6HpjIrG7Ln9LH+GeYABn/7+KmQA7O6o60ELqIsoNY6YsIwcNQt06zEvd9IN5F4YbQywaTwSiHSH
JdcBiM8H6NGmSX1SevIRC+OsSoI71+RnKa8YR0fj46GKMMkAnDWaLTFhRbcBoHIfl0kriKeYWNtt
uyzIr+VpSQqLXMj7TjFNl7MODB7pTMAd0SmteXWUnCRcDDEH0WBZW1a4Kr9X7vrr8UFSqntHg7qu
Ht0pEZIx4sn6eGMEw3Tf5N23qbBOqLUw9hJ829n2y72/jMjKdD2bQYZOHN2RoVSo5USvMtBof3rd
KiQn+54sF7+fNsTcuc+uxTivHz99FUDeUaNC4toby1KbLmVtnQXnY9sd98vj74XNLXa1CegvkyUG
P/70EcUppL0SgwF5mLiYjtHaCk65HK2PwFwul+Ti2iQjrS2ZLxF5/jaWDFbpPMYdq5TBGGV+iPly
Igyo5rcRQt65TO4mP/T33N1psqf+f+7WwL0ilnMivbuMrOPT77fBMU3u/ct6LPHzN4gu3mlJPbLh
KhUioeW+GUuVE0/n2to6FdkfA+u4+E3sCxFMj6wO1ivnMGjOcnlFk1LlBv21nhd54ilb8uNiN2ze
dbKzc6var8yOPD/z5Nl9fUyTbg3/z/Vd0aRUO0y6XjKQaTtZwRL9qeZI5C9hlX9BWFzfOhxY4x/z
9uqKIKXvXtfg0EdDPHWmLxPRslzP/IoYOYPpI3fyckWE0vbIl7qpaiWeZJN/8o7/7aFR6q3lahbh
0SCeLhakMR7t9tT/GqKNmyzcF7N8OSQmiyT1JL27J0q/pS7lwhqhwWkw8wSZ/fNv08y22vLgrtBX
4RyY0kg5zzuClF7HRoMkT+hLJ0v9cr9fBUbSgMZ2ob9Pd7Np41DKfAjBW285Upk5/izeRWsVENdi
icPP/NIDebgbN4h9XmlHaDN2O5rblGz3+/1peVSXfz09EdP+/ATZVUesL1YqdN7v/JFEuhMt4IJK
4gRQXp97axuYznL5RDY6efdN0/xiSAkNjnh3qJQFEaqm6hUelxZs1tbHR2X6pCdP6mlRD8R0D1/+
L+bRMowW3URRlph8aHkVDK4d+NX2ObGqRWChDCN8D6Rbu/HzQHwrWjCdAkPJ6e6UUs+lBG334ql2
Xrfb4Gkbu47jk+VRthYbbbExBVO0StP9Ojy2mQzNoIelfCDk5XEKVfx1ColPWB3azEukrAvaEcok
m1zP1uotxxnJcfFEbNtePX8zI5X58OtKPim7oulp6GcdJGb9UR2wmPDJ8i2XESP8jRIgSkT+ycDk
M2XzxzASIkmIJXD04STWCKFcPsGXriJyMQ/u4SCRx1dED339jyL8oUg5AAzJ98IwUVwny492KWcm
Aq92OxD3wAJV+JtQ4Q8t6r7KsPF7AfCip5S8Wh+CdXKOsCy/F8RM7Jfnw+GLcZw/HbL31uwPQerO
PFnI/EKNYJqtX81xPwJW3MKqe7PoyUiW2NxDNqS3P8Pzyn32A/IdkOQwPT3c8Skm8FGMh/28a/rz
cyhPYXQXWYgr8G/F7tCRdJk+W6z9T38jp/9LhJ79rovMS9saPOexe3lTSoe4Lyv3tSH/HTM/onwV
R+tio9VjDmaUX/HJ9MyGKIzQkp4DoWXzR56uSFzkEtvX00A6vVp7NbI7a7WyOuK2HWEIynxsDuCS
/9E7GlUyTbJgvGCS8SQRBX/OnY03ltBZFsPvMG9Hvn19tFlWR8EFhNbcc/DsNbZHXP/5EPJkzSD1
N678D0+ULbn0gLkPo0n4t2csTCeDCbZy8sHbH+lLsvZPhwuCZdNMdu/mc8SYnvlJTDxQPToT0zV6
6vFVOKne2flwlqcfW7YgxMaz9QX+Dn9Y8jLv5/5wTNmXVvOrUZtoNuaruqpka7dCuMI9rb9cZrhC
NczcySZlWvKhKaL4Atlcrwdz63DEcZaLlixsPCBXeCg/NtMMy0HvdeyKrhgiA9SswCPCoX51v1kc
sURTmji+0jY0sgBxhp84wuqB1XbqCz9d1hjAy2SW7WDSmmKla1o56r+9MGn21lGBwW3C/jrcifWG
YvlTOn8/1J56UX9u6TyY6mL78YucyNPb+3tnfeIBzrglJltUVAkMEcDQxZPQCwjxdLwNzdBKTIsR
V/0UCh8ol0RZkcYIkoz/cSTn7WX58YsjeOMjoCOavSA6+YzIS4CAYSAIGRhmfzamQ1JfAQLCNOFF
sahgOk2S5FzCA6Gyx4O1Znx/8oF3rF19n2JNxRLMFLjoCMwNvECQyq8J/zUsWTc1q75XZCjjKMMG
e8rExiuCYW27s6fH9WOdnX+4XdGgQqtWD70qNsBKSmoHRmLrhKRd66EVn6JtsLhYPaMzh0mRMoB9
7Ht+lmbT5YiL2jobBDPcvYkXjctyL/OB4xV3lAEMm1rDZr1UOpVOaU031W/KxHp5dg/frKzqz1Du
I6GgAid99NNOlnGSDehYTmCpGxvqe2AxxRA+ukohyrw8yip4ijAYcXr+7oj/iyEUDMH7iUSuLd8l
07pLChKvW9ksXlqSYKZad5jWfNKTB0f2Y6qu6IhxgS3QPugMi/VZXXykK64n2c51C9ahzQdPfySB
7nEx9DLNPQW3s91GaIK1EVV0pIDLZeb9WIdHGYfE4wrA2YJSYZ+tveP05JitfyfERoRrrl9z9/Fl
zbuPK84oK4GNRFgyesEhSiQlZ6Q3l8ejZj7V5Gnz7iambjKvbcqWPro2ymbExdjXHno3TuGryi16
03bdg3FK39DOx3j5MZmjjEWe+H6E2f7JWCDi1Qi4Wy6O8lSFsc0VLAbDa/0AKzzijbIYRe6FA6eC
IFbQfay3e2dZk3FX/Tbd78PhX5wkmh1QMEN/ylRGpd9BrWegh0+uEc5MMMeORuRDUFituMJAgf72
WFB+in23rN0So+KZDkMErRAX0Or1GekrJHaWi4VxQM0E/zA85Ewm+pbYJENXqm1wbQHQ8YkYUpxk
3GB/VGAtib2rmqkkxCI3idwj3iiPX1Ry2Y4dyGEBe20NprgqCFCDLW27wbDOSenxhjEZ/plFk1J0
X86GOApL6YSOvTSzc8yOd/wzunUZ93YfzdweJaXgQRamSS+AN+uMlxFAXkK7GpxVZj+77sgxw957
+3VLjtJuIeIMoWvA1vq85VWSffIbKNpjnu592C0NSq2zsg39DlNwp6KznHNgyk88lkWZ5mMqM+7/
lgylzEPZ5zrARyRUJ9Y8UIDs3CepOezlxmwEBBwsKZyk7JEUUiGApke1ylWgZ0n7bXmKOTJukQ9j
WimG5NGvoGFEi2wp/lxR+lf5whK46VgesEG3SV0QYoxqgduJB3KGEECBETn9PreWbKfBUWPQY8g3
/f7hDEMcL9OpbV/Dz8DpnjKWUWfci0RZh9aPK0ysgqHhcF5HJ7mzVM5JXi9ILKwZkj0T3t7IHP3s
4ZRQS0cdtF63Fke2xFu2Jp5Yzx1hpcxnim+3pCjDoAVireoeDg6d+1FNmqcAdFjZoJn85C0Vyh4E
aS7XuQ4qr9tz8/ox2AYZL6vGKtXp4fhsmyp5TwjZce/r7Zrbb9eWWexRN0bl57/1lzTagBrmgDfv
J8EPVdIs/gLwFQIrl92HwZIYynLEfKI34wDH3JmoCXbRUjOB6ZWpxDIthvgzbKFEGY1GiPyq9lvk
KMnaurQEvea/42eWaWIomTxZ/St/PFYAQOy6SSwVsrX0hUE+PvYnslhgbXRAXhmGd5K8BxZEpkKN
rPSCGLiG0unc+7ZCyo1lEB8oGrZyaIMtu+4hM+hR0UYl5qUYABwMJYl9UKw2qKZqpiU8GVbDSuDN
FAhu9IEerOMLseKT6SThVLwPhNw5cfZLlHX8ZbjcoDeI6S1ZfoyGZNUar/aLDuxZMMf7LUm33dJk
hr4sEaHMiV8VulePoNKY3SodCJJedUoI96IsYClRaGCZZUakQTe1V8NgAJscUjLuX/VDgVJVw0wF
zTz8bq+LCjXKIK+9rqumgP5sjch49Za32MaB/VjkWYdHGYwRyxnrzpisZErGdcb4OsvU342lXYKS
b1twkb7mKtFX4cWs9KWMWWrHeDdYPoxxMTSCclZVAxD9f86stfhXwxG/GpGIbuWyCs4s0aZB6CI9
AYyRBFLWFsGtYDn8tnKKd3gyVlJwJtt/Iwk00mszlCG66UFKRc/AWQViJf7sUeWqyNJf8c9lZveL
Aur7zXwOsYwG3eBeZGolDRf4Ewlljq0j2ujnCvEiSreabSyalpgieTEb82JlW4YxZvgXep2GmMVN
nE6uLKlteTRPnJnoljKyXkPMm6TMh+AhJG1K0BkmRQssPL8SBzlLhFgMjmZSbbc3SYUkQjUOqdRf
JHTsvG4xQt0cld34gWSbj9IbM+E2U+K7JUeZELHF5FkxPcDQFLG9/NLJFMytmVXu6Vc/cJr0CD6m
/9OUV0CmM1/P2t6xRLtrbBSjRtt2a8V8bLBmMh23XFFxRynmQ6xOT+ZXRUB8vx4vhF90JtBHbEyY
mSQirqtZOovs5PofcEkD+fqJnAIzajpMbFm6eKbJk9j69h1WdDxvkIGLh/lP1AHoduE476OyiwcE
x42JzQHcQa5MVlA1z8sfGlSY0xpCM2CH42S81v2bjRQH+WbVUf4mbfOHCBXbFHpa9qMHIuepC7Qy
l6mJpqMdOo5W2cL9l++XP+Sot5IWd8A4GRAFrLfnbbo1K8t8RhqRcXSTMbiXgj9UpoDuKhxV1UxS
RywAPr1eeAL4K5aFmA7l0fcpY9TWoh4LJb4fk9etZAm7Hd5gLrNDa15l/7BBGaIib3uv738EoPo0
nHG9dfAPmkzrL8PMdkVIuo05uPBmumN+Ry8MFZ7303/IU4Zp0FJPLhuQd/YOOqBtTAAzQoGZTuTJ
SvwhQcU1YVaogaxMHJ7hoNGIvD+d0PTmL2w0waOtdPVtWN8M4Zg3uEA6mXAzfhb83UoHF8sdQJ5H
PIkCEm3iXfLO/yXvm2VmYx+w9xy5zP7FmZPEEAuWqEwQdgC7pNjsldTwvXbkT4NXjdjLJfnvflxj
0Xx04VHjG0Nxk+vG4IaGiGV0GAXdIUb6h1NWKNdjJxQG5JVpKBKb7ilNR5+YoHCcyJ8u1SFKfCJl
tp6/PZaZmZfS1EICSBQMUUz7SW+PVgu9gc+rQjz18UkVVBICh/IxhZ/RH0r3QGIaDPrPsBjFhq5g
wkAsShFhfUzOyRJZ+w+/NPcJaoz+br8U1kfOXGTu5k0lnXUh4FR0mk212dkv7eKZIUyzDAPjGJvk
JtgrGgw/BpCzkjUXNA8HSBlIhaVULKyOuXhE4QFXAygLbHECMMjtoSYp5p392kd0V5tn4JYGxNBI
dyFxR5CoXaGHvo8sdecxTnrGiAL4bcLulSQNcOiUB/d10ZebUgRZWSJ567Y9UPKYEfokEdR1AkYQ
QNHAbsISXbrtCDNDiV/kBizAvvho37wNt1p9A99febIeC86c2t9QopxCrHT+eAlAqXTWGolOhh0L
Vmy564boZuk8pjb3HMCEiGJgUcK0hoTecJ4nhYwAAZYtJjHZFpndimT0kRiR0CVzbE0ZkxbVuOO2
vUraxQtKXBZDNOeKJOhY4SeYigl/i77Awe/7UvY4hMwrcferd+uQhC4CdI1fpEszdDLTGvcsGLiZ
BhAdVLHgRZiwNAH+ciutkcLX48Cn8kkql5HhNp1q8gD3M6PjZWGom2YwGw2wA+Txec89xHHWmP6C
rGI2kZ5F4zvgQmieYJyQGLfbtbgslgER3w4sW/7TZ0QJ7DTmO8FLAdEGc+y3/KVcpGZ9IYGQNQym
VXzyU39B+ZqQvbr00VTJkfSzxf9JWyEw37ApubCkFU/QTgpcOuGJ5UPnIu2bH0SZh0gwsjrhRONU
2f5umzjhqjI/fJcj2i5JSLuL7DwgB1Zn4vTVR8dAWQevCzzFx5T6KQmJcYw3UKRn9/GdzsTYV4wB
Jfr2pIUGwIkJsKlPQ2tlATDk1/1aXoYKK5qbCbNu6FASqzdGVQk+6KyjZWMPhtl2jrGTSXUy7SSz
MNBPVlhr/Ji5mXfzDVHKjUW1nPoNRvxPoDnaAORpeSv3PusefaTK6TEthojcgZFmfqzIxUWdZFZc
dZ+S1VUkclJTUcluJZm2es4tZpr2sYSoPGVvgy7hojHFsVrlkrN7c5eZPsOmzygjlgNh4B6YWQqQ
5ukpSq6quCTvPOMkWRLJFtjl01vjYjT9F25fL9s3ZVG9RHh5KkRTtn6MhaVOHJs+CnTL8Xj5SEhZ
kzg5+cqChUBxzz1ATXksrQHyEQ/mKaHi695PMZ3vncbCUisM46bLXDawkQVtwkniaCww23t5Aj1s
kwB6xwQtpVJvhT7jsZikiL3TmbdPp8BE5eLMctbqdGW3Sn9LhLJ9Klo+jUsJIq/n/V+Os9bNNXJd
jmAJLUndfLF1rPUWYwj7JWZafTfYP72vVnaw+9ztdtIqfcJr/AD0c7JahY65Wj2bn6zkzU8579FP
nO7l6unnh6Ovegp+ooUO+1+/DGTPWytHO/O2IKfFboWmqXG1EszRdtEqgE0iLEc0Ke7dDwCahQEc
A7QI0l53DH1FLEvPQzVwdLBLWHFHt3u/DCRx8z33zuphmb2SP+TohEcKkLF4LA3vJOsXM1LPSsEA
Z5gJP3HpVxQoSfYLCegwLSiUTrYMK/JREN4uVoVpmMHOf7+Q/rU0RYbt/2mOpo8R+CZYag3YMh6H
eXuPYXHR+yzP5GkqNicFkc19SJwjWaDvaANxekHHDEt4ZqZpEEMgFp0ASYB98lN9vRaeKvGiKuzk
Ex4VgoWGUrTnFJa33312JLcbW0Ms9/z52Dj/lGwpTm+IUpqLWXZPkGsQLS1oTUUwlhT+5VlLZ3te
fxnW11fuWl3rFjnUZpWZ5kHF2qgLOfxzN3jLPKXc2OfccnWB3yEjEeTkq8QKD/7Be1qS4ZzZ6pv8
izs9Zn3GRt5wTumqyOvKEBWNfMpC8nGRiLoECjMrCp7RxxsiVKDiR2KV5AqIWMb+Q/3rCMicfoEi
2uExL/fBys3p0b1WQZVpfSm28klfBPvjk7Tivh4TYAknPW0yhBfN4w1QGPf8R41EkGRhomC5ILK1
6VfdOSHmS8ewZjMTFGBLxaYHAIcBGoGe2IuHFLC3yYDTw6g4Zhh8+1RtT4SbhgXXx4VmLkzFfObX
Awkz8n2QlgymZ4/1ij6VaePkHnuzlX5SjhQNiFMVxynME4KX7TI2n96mGevdy3OwCmxkzRl3OpMc
veWeUk1EaFkYYR/5qT2Hn+oKmtm7aLiEUbef3jb5cgeghoDVhjBn+m7OnFJEvPXx19OZTwOolrNX
3NNS5TAHd9RsG00lq+/h13TivmUxq1iz2nJ13pRKSkOlIp0B2mjH8FEKfE2el2Q82Hb69ClvIqSg
TePf9EPcnjOlo9h82moj1rrhCeNk1gnGbyGjBfNdY8nzzJsYlJCCw6JTZFQAk3XrVlQjjDJfF3Cj
UJ9fwnq5SMgGQAQ26hGhNRBW99EMzsctwSn/ceVS8tDXamEEwbW1/UApEDJ01K2jai3QYipOMauJ
BASz2jNrWq/4nMKGa7JoV0BzP8iiv2R7cQR5mezEzZd2Wh+Sj2noiVUQmQu8bk6W0lRtTHPN6EGx
MdeWE7vFonX7t9w0jn+he2hRo9L0+fJSbmOcsrE8KHttqduJLe8YBn9efa5Yp5RWrANFCFL8kBgd
L1unXQJvGoMhi3Cz2UirC1nlFjqL+P9DHXYuVLo5A0pzC2xVE5QYpAv7Ff1smKvIF+WAgJd3D8z5
q5mI/4YYpaqyJ7V9W/ETn9FTm52a3FQ0UvJ2rO7VmPFcncme3coxpaIiJ3H55TJRG802gx3kn99X
FdocD1NV1Hps9lkHSWOtAwyX87EjG1qzxfNCJy0qbJjomeZ5gBjCMPMzbeA3vNFAdHqJjcdSCaOn
b4sVUF4IWWCaCMNsGDs2Mzu0NIZbm2m4uKVImaE8iOMwrkFRQQHpw1nES5dxgrOO848W6JTdqcY6
1ZMOFC6Wo7jY0buz7d0Kzx1EPqxk57yfvCJGWZtQUkpJyXBdraWvKiKa1uknPnjSrQW3SNzU4SzO
Yu04mg9OrshSJicw0kgUYpBNyXq7xTAJ4iFnqVuE/CabzsJTb+X6zpfLGsZhmRidMjEJ1kclQw7C
r+c1QhLHEWBh8hfOJovfGxuvytUzZ2VmYkYmS1ane7t7LVzxTJmYqE6qTu5AOifBk2oKBBMLcCYb
tEnan7b5jFTfQf8XT8BrU0Mv3EgHPUIuG0T5aaQKd3tKzeNy4TmLnYiuKoboslikTE0UxIkhNzA1
67XamSUKxFMl+t+MR9woIb01olZKPQ4ArH8K3oNn8UtFDZV778j6wBLUn/bHB5dGQ+/2hsCpfCxB
XoKNso93mK3eNq/lRrB+Laf9DuR4hH/c7ESM4u9UgnB+Y2uLd+D4hxPyR/zrvzthOm0W+Z0wNpO+
irZAcJ0kNhcbTO0Gtnx8TGqmNen2kCk7VGeKoPYNDhkayhH+01n2hJDQhLi+9AvMaB6+WSpyX229
JUlZoxb9XgmfKXizXJxkD3xZfol+BtfkLMPq1s/A3fEt453bVKwixE+n5KN7pgxSFPlKmdRgFpsn
LWxKN2vOOjpITjaLwiPo70Xf8lQPQpcs9GhtrZ/dZ/P9/Q2hyWi+79Bi9Pj0Z9rFb4+CMlRYM1cG
Fx5eQN0W9i8OL5elsGhtE9mThnw9JsaKAOnKiM5fqmCocO7xNxBPbSTcHGBhLcOFkBLx9/s0rqht
kMywXPMT+WAYysc/YDrdR6dPBURqEDfZEMlwqr9+x6xVBjMFptujpKxSJeVS53e42whqS4DPZu8+
7ccMMB4L2JhwG7X3Yx32/AjLp/hrpyAx1mo8BSbGSjiUDTnSNQs8wupjROzCcHmSvTBUZzqhuxME
+qHKo8AOhErhlj7vNX4YYfHJaZ1tlF/yb6BGMSjMhiVXFKjApxykGj0BoBAHBzHdtI01cKbCkdfH
JzkfQF7RocwOEKW1QBohi7yJ+qO9eHp7E8yp+RKxKuvBPi8aV8Qog5PW2Oc8PbdOtUHKy17/btMX
rHcmfWZXp2HdoKGWhT4+Ke6jm6IsjaEPbVYJOMfw+1xh/Qy3aliLoubfyldsUcajDKLKE1IdlVxy
nmCwJvyK48vLBJLEuC6W3FFBDd/XvloNOMB1mFnjWrZG3bKYUSpL9ij7kIlxhG042hQunjFr1PMk
+dXbgMcIre/ONQBm9MrsR5ynqSGjglWAsk6jVvCRAVckBwpmtqxkD0MIR/TdrfGIcb+YBf9Jee6F
4n+J0YNbpdJyeRdHCl4V1tZKsODD0okJ7AompVkXiz0C/8MWPcNV6IMg+n6o4HWBQSSD5GcmjuP8
i/OKBmUqhhIrrBXR+0lhfLQBQfPEQiQrgBMlC4b8zTQtwLhf0aLMRT5ite3ggZbhbi0JfVmOuOzt
9H3XsEbFpXnN/XN0lLFASwh2VIkcLCAuaSpNfey3jX1ZWpXpnI7H48IwL/ZmsXlvNjugWKy+v4EQ
yJwzmX+BXnFMGZDe8ALfKyGYhpNNU+Te0mmW4prVRDjT4Xd7spQRiUO5aSLPhwKsWwtI0XigTSgd
2Rr5INSOVuZzZh4OFgtoaz7yueKPMilC1yaeNIC/1/P2rDnNdjzsXibxMZmvoznrNbX5YFc2LwPP
nrrRtmkLyesS5VStUA7NsdQI6RHuNVzKZwRaCDa/1tZj9zZ9kVZ0bPDACgURuVGZRjbw+eJSlqmk
nGQ1xy61kPSsNp4pmqEpYM0hugRRfwPAPCUeSuZ7ucZPPJGLQEpifgp/sXzYbLhzTYSSjbYJEk5v
cwXz6cT6qD7jHW+e1+n39oz1zhJSPdaw+T/A386ZyWuylGjIcq56l3Eiu62tIJwG/ytMPXunmlTW
AmBQdm2uIJRfjy9tNktyTZfyP3LejFw3pJPR1MDvD1gSMCU39gtw7VhByZxQXhOjwlU+1+u6TC/K
aWxMvdil3mr8DJKFYbEQKWY17Q+lu6C1rpTWwzJOHOcZvdDSW7xZtS9AH2RxNJumuyZERadtGitB
MxGKUQkCgrCDfDrQfRdPmGIQHYWNZTR98O+VAH18+PurJHok67XcTBcWEyARosvb/P5io1AwD5By
PlgA3iYVHqwgU1pnfaGh3K2hjeuyDo5+RCyLdZI/Q5+PGKMs1hj5jSJhF9kJufrzVkGq+sy5fEFG
w1J/m5b7OmHVDiv8tzhg0vblZWWP5luWoCnbBLwN6/fMuvrrm6WsjSQVfTtI+D2oOjmpnS/6Y2u7
Uvf/OPuyHdeNZdkvIsB5eK0iKVJjq0X19EJ0r9XNeZ759SfYBziWKF3x2ra3YW8DStaUlZUZGbH4
LLi3otDEBW8TKkCQOJmtaAk+uKZPOhhiUrLT3njQyZoe6gOnpcN+L/C7tDRbVLFlVC1sYGk8IXxm
YqoQzWzhaQADhTudEtkEm2nBxdw79ZdWZwur8UOi9EUvOaFGhkhPVmyN1Nn4hHrPxIbFI/v7d6ne
Mv3mfDNB50IFMFkCr/sc6dRCKr0uB0ly3t440C1lADwSjvimpOm5VZS6SwwJmdgjbazEBV/osFoY
9NIHzBYV4qUIE3lRcoDHdD+hPcw7rcX61Es+RZYCX5uhk2AoVkKwYPnuBXY59Nkih2XPMH2MoaeV
XrygQsu+a3S7bZB6RqhBlNUrZYGL9I/jkjr63QfupenZSiMh68mxD9P5H97oS0fkbRlQ98YFDq7T
+Xf1XdMo624ioMXjdYaesoVZv7fBlQlVjEXnIK44GzurpRj46CtIRIPU67B7yZ69ox+T87l79VHX
/PvY3h3CNw1vs3/szQacJOjnaBTY24Q54nOfo7LeEheNgPkr4MzIfw/mFrzM2lYCc2lm+KsBrV+W
8B862zRADnlR5CHlOEVh17eC17GRBPI+xYnRt8SKxFeOnSmt66m2Mljd1/EojgTAnaVzdudsX9md
hQ9JqfguutsUPMfBSw3SjLcCLa3O14iz9izaovMnBfPvevxY1zuLsX+UxV6xpS+YxRQF1OOGlMcX
eJb0ijbkL/S0Hl/exPXbplr/9czBWlj0e7t86gxQoMkH/Sb07FzP9ZCDVyMBTMzpoqfA4XUUdIZN
Yk5pnGO18VfS++Nd9svVMXNmVwZnQxziNPDilsEuA7YbSoQ+PfR6YLGtwZwT+3N9cventUH8l9/6
EkADgAzUIKyO0EOw8CnTpTf7FBFynegZQm8mZEJmn1JBwbLXuopxVM+M+oSIiqN+lcyqDJ4k9Clx
+boT3rNRIVL3k2Rm1BzDTg+0ngRsTnL+s8h3UliSEC4wBhOoFYXbDhJy6aFVadvbTNxQXnVKZu+P
RgHa3+9kCS9671l9OYTfushFADXk2VDnUON0uFP1I9Q2r/mg/G20ncsZ+ZGxC5e2jfN43u6FiVdG
Z2HiMMpcpyYF4zCsXiJ2MsO/DGdImxHhjEmJeqDcjnXOLLAsxyU05r1n9ZXx2V0U+4nixxpGnDYA
G5+imNW9J1l4HnI9KyAbzDzz6ULa+w66G0fkn40yp4woBLUQezVnHImnRWW6KuV4yMJ9t5svUAYL
30VpN39c8keRyCjCJxYht3QZLOxVceacx5hB5xuPORd4GvL0+/kwlSZzo2cMtJFCj8JaWORpHq8O
B04F+pJUCIZCxf6G2kxtVJZhy951PJWau2yfn0QjNBWFxKgX7g3aGkD00OSwcCh/d+wju7PNVeZq
KPk87FacXb+WGwjJgUS+ooKFRIru7FgU1GKTrCpz5aS6ufJWIcLn0LdPsaHJAG+mq5gKT49n4zYB
/Tsb6LbBRICcae4mJTbrZdnlXad40QKiVhFpv1B8+ioSvdRODNsQOV+IfW53+szmzD2pbe2mvigA
aK38ETbaUaLr8xLl1W1J6drITUYzA3coOu9cB0myxMKlp5C3Ta63viE/RSs026hPimtIEE4GLZCJ
GxhFvh/QSPDjv97h05cAWg9FaUng8C/XN5FWDG3MpzKGK7go+B++DhOhdFjpqYsOm7XfL+y02+z7
zOBsftlCKv2klVynL626Bti6/dvslN1olPt94sBlmwGyg7y1YPc2zrq2O9faSNs8dTHjrrOJfjZv
0T4jiQGx2OjDNV+jYALLAWUwvV60p+MpPp6OC3v57sn+Z6KV2QlT4yzmhEp1nUwibEVqltQGc0ye
ENXAYT82dts/Mg0W/arQcdVkiBDPMlCN12g1K/qMsxFX7jF8SreuMZDQAKaJimvQhANnClEMbzWi
H+g9aaf6PHq5Tj+Pv+M2zpl9xyymhHaummUc44JOYBUVEK82+C2N9EAPzJ/QqAvys5GNxzZvG2ln
Nmc7WvUZDnLBHuPoEKjUzX5rxn8cM4iIY+9I9yEK5FM2LX6zHl6PlhUbyufnoH+eEeUuRbbTVp47
VSjeA14M9T28J2a3h+YVXuUOiHTQO/LiIQk4Ou3Bf0v2Io3W6qrbdRxZx0aFp6Roaev6I1yXdF1w
RF/qarvr1S4/ZZaJGIS+ZNwGn1LFllS/9iyVhE138jgS9ui2Z+zHi8BNQ5sNXQM1J94u09jR6HDt
VnK1qyE/hFOOOKXZw48aPYQuUJPyUSD6+9jYzYtNg8wQbktFkSF3CFHPa1sJqySZJmOTSTUdwE+X
bhgVvVB7zXls5zbR+WsIHZKQthOwqjNDdRA2ZaGECEiInjw3H22E9Kp8kH4+eT022rOFlL+ySCZw
m0W6NjsHDbaRkiHlCVnPHCkzzKUYkm1hyiaC9iWJpXuOY5LtxoMMf+MRgFzPZdR3WhZmsNVO2I5j
a5mC1Z2jD2fyFwRgHkh/GSfxNTugXgVYzReOTbdp6BK++N7Vf/UhwvWHZGqhNFmKDylkIu5DbS27
Bk979dgof2qaNCTvFnQNbrOH0zxfjH12XKN8YPsxgsmXza7X87+m+fGx22w2Vg42u+qQ4hTL9DB8
O1VBmrORONyUFSjecT2ny0nauycI5TRREqCJjE6l6wnguCxCAUZinNgzmhz8VRvWO+Q1RM3NRlup
MZX7ffCu9bRrV5VmLmz1yUnenF9cIUiXAjSB/uOZ9VwT/abp4EQV4u5S9CgF1Av1zuTB6fs3mzRB
lijO7w4YSyCjC5nnhF+XcvGoSkMmirJGgXotd2gxtWyWLsUAN+Vd/LykIcmBpyekmeX5nOau1w9N
4595dQ+QAU1CW4iOOfMmiyC/TU2GJoYMOgDXe0mFd3UjjBQTPORrid9IoTFq7kK0efe8oZ9cEdBZ
DkqCX5dzMWjI1pdZAEzHeWSOfm33xVHszn3/WiG7l1M1o3zxwg81Eaq3ltfDUTHakYwvYfepKLRF
j7LiZbowkjz+ZjoaaAEdM7OTd4qgQyW+DOqleHGKHOYbYxIFh0S8CFHROZTGU3IXItqtdxZMxYUW
QvwmKggY65SMDREzqgpGWq4Kjw54oiVPsbcQUvwGpPMPAKGCBK1zHgQRc8yhUndJFReSf05S1PCe
VDDw64jjUrv7rEW9+xzBPK1XL2O+44r3OgdRhgxmeeUryyigK2ER6pKZgKXAVGvaCFNuUzQy5nN8
Ls6JRjmPsPKzqJHAaAeDlYxEMSEyy63craZSzewjW37NRzruA7txCTrQOU3P1r5suuhQ/+siEeHU
O5dCcihMiMCQJtD9zw7aX+7fx0f0rrvSBE1UAWmadvUstvKrxpVYV/bPTEj9Q0HCN56qa5/GuglG
eIoDpBvAI6bk6SDqsRXpRv68jsxP5dNSbEmvTc3qvMX0zp1LUkGtDCwm05sNXCYzx53wvqh4g4gz
Nu64nAQjzZ8ahSVS6VlFsWt3QUKZmGQnNdNTxpLcU9mT9rmWaSMuna5bl4Jv4aFCiDAYWfx5GDyg
ypWOQxica3Qm5/bA6fEnVrj4lkJziHqSR07pUZ7TGWk9xUEdqcKWDCgpeIHBxyZjaxJNI4NrXztm
KTq8dUZIMOMPnCXELahGX7vYJA+LKOuS4OzbzJtvZu5TFVrsT4Wn994tSI6m6oxEzJ/xO4k+Qnan
hWgWYC3+X4OgNXyHiC2E9mrIkgmzeDnre7msuzI4x8OTdsLxkbbJGWWGZjgyTQAWH7P8lpGBH3VW
XRUnpV24d++8zEA0gwoLN11zUEabTUTAJGPJ+Ux4LgAwaGk10kyh2XflvmYGM2y6Aowi25aUzR7h
KlM+95lZeEankuzLO0TSzmUQ9plVeAif65JKC0mIKai79jfXXzftsQsPXfZ+NQrT19Vo1/VpGOBi
ggsed1r27LKkrfXH5/rOA1nBjYCKgAAl5YnZ5dpgUY7NUI9+cg75bQ49jE/WNZpQL9hNtnNdEy4m
cNjS4gTin7OQjgXxlhAMtwlOKG1DMhzEPCwqYNw8DHTTMmRbIUrPzSqF2s2T+w6IF7yr3r02dnxm
vYVr5c5BvbI32wKJDJFtN4S9lP3RcN0BOfl4Vm/jmWlAImJ3RFIyBMSvJ7VPUk7xtDQ9g73SgyDw
T/f1/9GdNkVFs71yZWW2VzgXXZWyV6bnVrWbY78RzHqjrZGs9kor08UN0yycnWkvzA0KmqpABAGI
Fn6eVADeo2YEwc/ObvlT+2Zfv7TZ9vHM3Xk6gkv0wsY06IsDkAWTNm4BG7n9VvOEDTeyw6zYTTmg
KvXY1r1VEvG4grtWREnRZvPnaonH122dnRFLNIOBbFcK3vHK4F6YxU7Ce2t1aWt2zPK2CGNprLKz
8qcr4XcIu/H9bRS+MPVBfqsaWrVmnBmPB3gnz4rAE/GtjM5/3Eq/TBQXkxk2hZBqgZKffWjKjwgg
lLcotVvGhOywL2zbSk8ig30Sfop4JMhn15HjNRZz9LQtI30EXEh4jhSepQKO1REp1PmExqmlKG81
89JU9lgZamW3AbIt6wGRCVr0BsSJIc2ak7uUK73dfchR4vKajhXC6fl7OE+F1g+6rjj7gS5JH1m6
E5uFh8it94UJ5BCQQZB5vLincPRivuK0chlXG4sz2L5J359KwAyCZ7aTrMFOj/Lz4+W5LTloKgje
BBnsUogbkLm4Ngc0nDCwbFWckQxtG6JwtLX9cuU3e9mu9PKZe5bQmK1FEeLNv3KxYpYO2+SHrg80
PgCnWUP2DvHKnPYiDJMu4YIe4+0BtgMlmof0P5DDHWl3bkW1p8bKxYUb55bTaxr1hdFZalLpOxbo
TRjd9Q5//jK/wlM86vGGA+PMukZjh2lQZQWSk5Nk07C1Hk/6vSXWptcEzj10x+aHPq9aV+C6ujhL
o567pOvVVdQDVaxpevoZ1FSqWPrY4i8T880syzwGDQIQDryB18sca0LtFs0AjSZd6M0MdcU05QjH
G+pP8dKAqqggmpEy1GX1ODW4wGwy0ol0fAbOhgSbQaYpKm+fRYgcLj/oiMxitBqVEA3yaRnT0aPV
U/+d5rQHZKSxc7DfBrQZd71vlYklf/EVbRmryI0cb5NF5qxb7QE8JCfSOQxMAUnbfBNxPR+oYyuV
Z18gbB3TuHwNE+oVZhkNVOg+gmzFui+ab0bvg/Tci7rYnYRvFJkkCaT9NNXA4GYKqqElVojyTgXA
dWm3gFHxOounKEphiqX1uq9sGk7PNBP/p4R89uNF+m2+my3S1Shmu5Ir4lxmJbk8o6U90HQFgCNl
J4CVa9xWP+MX0BIoAbmr9Bta4N77qNphaHLKyh2oolpVSKNxzbOrQR9kPaytLl1p41PMbkXGyHKz
dKn/LAmH7En5CJ6F3AiEV6+DoiQKy4PhHcQ/tWso2RYaie5rz2zKlSCvZe2o4FH3XYSrMtGZ4CXS
VlV0iDhzZCw3MnmJlvsMb+58P4S5EbUFFX0yrtAo4eNX/DUjkVCmAsxvq8JgS5Nr6dA9+V+Nrxca
j1QO/nrqgH31pYXpvO3tnG2K6T688KRBXQlyqYrlmV+H9o55OzSrpCAxcmkrVgd5p09khLZk/M4h
2YvXq5GuylVgLpX/pWnZ5ssqo2kA0SWIULjf18DFdxQt44OYTC3PwqH7Uf5k+2Jf277JgQTCc5Kt
mUJr5jDQ0Yz2HlF20ircQ0EV6flzTF4p2C4hScRCgwy9hix9gZbv2ZJWvBkcwoXX450UpMpdfuns
YTSUmRBVjFKeWaWiafUztWvLp/RZWmFVI9Nfsncb/Vzbm6WXi7wXhNLDzHCH0qxQr5kUa0fQgqi6
b7q2a3J78RBDu7hZ8MB3yjRXluflSCFl5QQ+A3vjGL14m1Z6Ht/FXafSqiJy8z4ONuKOTA+jdSZh
a/Cnx0edv3PrXc60MDvqXSS72P6Yac3iaeDRHklnoIHePJwEEpioyemCnW1SKr27tFpnRrYR7Amc
8vg7/h97UwaZLJrBQMw3WwEJldAuSabv2BSf8rGi/SbVy9HkZbw+Nzgu7KT3GNt5Spof9jV/6gu9
QKJlX/9lQ6r9UawkSYi0LlZZa4QRcQlTEa2gDJiNGnPaNdGhcxhu1Y1bl9Z6ord7jyfNV3hs4UTW
ke4qC2O6E75jbRUBmAKgKXjltxR9cd64boi1RAmq89Dpfo/g8UfONKqmsdXwW5YtaFgw+1L5169m
WEUMhZyCqiH5MltRlW0TKZBc7GXRcGPSvPS9T5QPf+O1J3mJ0fVOtWmypiBNreLRrPz6vosxFiIP
SA4TVmcf2Z3q2695U653ZfYKYJCYW2P4R2oDUgurAIoFDU1jfiGiuHt0Lz5glosL/cbv2CyqzmJk
xwCJIuy268hWq02/4CXupP2uxzrzSvKYlr6gYqzsesccQmc02c8DqINkmlj11MqGjF89te3T1wZU
PomNtxqJaUpr4zMnhfkT2xaUE3BVUc9celXdeRFcLcTsAKFjUBgScfq4yOZyKwlFIvfPj0/pLWEU
bjIF6UU8CNCbcnNK5VRG2rP2fnd0WL0XkhNLlnRIIvCvKmd52BTNislNBUxCDBATu6JGntao+/ce
vIjDig0Ojz/oTsZm+iAFbzp8Dio2U6bvcvupXjy0MlZfwRXe+Pve7BD3IWqqoQHKbEdI+EgsVTWA
eAjjPsVU+huv0yUA5709iKclWBllnDswK19/BdDKcl5INfYgOPubwnT9lzH741YAGLj9wjvlni30
0SqKMskFi/PcZZFHUdfJfn0GHrv+g0CGQYYbyULUH5D5Xphe/k7EoE7IVIBUFAS1szegr1Rtn41F
fRa6jcq9qT8MOIcVBeQ/JPJWglRR1TOKKlrz0UJ65d57kLs0PTvXnJwneZDm9bn8w31FgkCFQRcl
mtUqyKMCWpFG1LOTLK36fSUGNAXKICs36tJD+04JGIiwiymYHfos7TKIGlf1GcrCthOeJLi5d2V1
UpEsPig6v3DE7jrUS3uzc9yKuZezHOy57BpigxG/K6Axm4eouBzrzlYbykWE5ajSWoqjtQve9G7k
pXHChLv/vUBmK64Jo5sxdVOfmwQFlXyTi4ZYULff5bVklFpIKw5tAAVxZWdhr02/PI9OLy3PFnxI
G5mr0GJ0DquONCmCYiWhyWh4LCqB31Glj/VnWvxJhlPVbHjN9obXpKb9++PPuGWAmUqBiJAF+BSW
FX4DpguPEnF+L8UKJmBAEPwEFnRR51Na7IaQaOf840fdHyXUcAKTo2fJTjaqERoNqSzJ5peOwDTi
mxlBmU1EJnhirZxO58Wn+FHQCEUGl95GH8OuLQykGdUpMzJ0ENMcP5lsE4m24tPgjTuonZ7l1uPJ
+I3+br4ArKNIEKi43ZXZmvCT7DpfJdWZe8sM6alDQrDmYyKyBhts8E4BxKlaAS9c9eawAbfIyo1R
kg+/a7y21mWJOljwBsHdne9RqadKsAJ8sO2Oj7/ynkdETu//PnJ2QnO34LVQwjSVGRkKGuB2TTZF
jjKtRxE1PjZ221o17Q+Nh/IBqOyxLLPwSuIS6JtWJa5ACoIsmdgj+gXw0NSHt8gZbN9A6m+hXnX3
ZFyYnO2DRkkjsFdV1bmOkE3Ew9V392moh8rCY+BOAfF6bNNj4WLDlU2YQXv8d2waqEbybYO2OEFH
1t5AX4QN5tKtAKKz2EhBKf14Xu8u4oTo/W1pBzHktek4jVslb9rqrK65Q+fFtBxhJWwOsbJwgU6X
8c2evrA0W0Bu7HIt9mGpTkEk36WMZHpV8fp4OHfKONNU/jOe2Zp5Qsi1IsjUzkipnZkv+ScsrBQY
DmErp4TNbH9XuQvJxDsRILjqRY6TOU3ioctxPYVNF3ii0kqgp659I4RvjPJ3SVjYI78P0tn0XVmZ
uYTG7dUAJFnVuVsPVDSa72Liws71xiqMWo+fvI3w1SMpx1HWbGmAvwu0s1uDtXv0wfb76LSEkL+z
dbBrQOg7VctU9OBdj1srJWRuQ6Y6x91roEBquz22aEsNTAFv6K7t/8s0X5ib7Z8u8ONiZNzqXKTf
TQZxFfUrj4KF43B3LUU0BE3LKUNn5XpMiMDDsYY077nRaOT+JAK6KaIlQPA9I5yq4mZhOST4pdlS
5lzfMEMYNmfPNTwRirk1yM6X2srubhjAftDOhfILr87vEKaURQaRYnMu9djudU4Xv31wkI5oSy3R
JmmodkATWz1ENp6M/jNYxkFvSIUDoBWGaPF6SX4en807yB9A/JHnZ5FqQJV3ngfTOlfViixrzlxK
ilVx5r7YRvcMjVZmjRyXQpGURsOxyILGQ5e2GzReKaZINy0aw3pSbOKli/7eDr78oNlqK9GoNamY
NmeFew5kmsUbplsHUaCrIfFEjwCOhnSGmaiEF7r1+MavZIhtvMjDgmu8dwFAwEhDWxwKIPLNQ6bn
+lJt27I5bxIU2sEdZreH0VKeh8OAbmgk12MjIe1Wz9fcrly4xu/45Svb0269uHxcoVDbiMWq9Ciq
j9yu7rOFu3vaz3PXBcmkCegG9RJFmfnkYRSrPBmb5iwkAJr1uzrfuI0VV0+iay5ssckJXJrSJhwO
ehhR4wCKD/9wPZig5VSlEb3u7HV6/QY4EyBZKwArUpA/7tDIOWw9sNGotNMtFBYfG7/JO6H+IKJv
A8gkoEhVZY5aHftMHPO4aJ0stN9GHLH6yz2A7LvbZgu3wXzj/lqSUSWEKAtyQHOVzzZu3CwO+cZp
YsJ3yTrv2J0fQknMr4/hYAM5uzCx803yvwZBVjjBZtC8N3NZcsDyYV2qjcPwyAejb7AVqwX/ftfE
hBtH6R2YnDkoB1LicRppQevECSq9vI/ml3/p3H8HgeZDwI8kDYXw2RNP1nwmTYKydbhRNhntqRAi
4nnFwjhuyg6TGUBIsDRTnyOrCdd7sJEbrh0nM6Uur8qtulLX6rp7UdeexempzhiKEUDTprA5qq0y
O983tm/xpIO/W9iQ84tm+hKg5URWRFkMrN+zAXOjWo0IlloHhZbAwotKBR0BSRjIJW181mK3fGY3
X9mmQvXj35tWNeRlIGKBxAy+YzYJbByqpRb1joxKQmAMuwzq8OG+eY7Ek1Q5YmO3/E7mn6TUCPdg
2luwP3c5GLkKbBXSowIucWgXzcxruV+EWdE7QeDTggHuUT2jGlWJdqUsvFyFaT2vfc5kS0BjB3Ac
wIfO1lvtRKbzvAa2FJbgatXCo9juRBTrGPQ0w5+j+qW0iR7iBScrq0T0aVv/dStDFkoylK9+tY7y
l67axOh1FzYRt8pSww1JXlOZWwOGe+LqtZwZXAS0YyEu3T23LvP682crJZVux5QKpqpWbB49sBxB
xc97jrSfOCKaQGKNxh//ZXdwANWKAFNgg842ZuCLbuT7be9Eql5XVmUIzSbftGteNPLXjDsN4EnS
7DbaS+8N0IH/xTpUZvC4RiSizQNX9PrXCjvWvdOUz2Lf0BL9x4NLcJyJC9ijwBE+t1K1RB7GZkKD
y2jWvXBqv/Ad08Re7xsNvdC4EuElEG2Ksz0qAzGDh2XPOmweMTTnxQSx5pAuOIHp9XFlBQgOAK3B
+M+iTwRVyOuTUGQ8M/RoyXZiNSJCvBsGs2OfuNB4PKk3vbo4bbCDGvyvHXjxazvYRm4U4D87/UE7
ZSWp1r1dUZSDHXerMqT0SLtOttv3zh42/jrgFnz7zY34a17BxQsg1ZQyvTbfKi2U9TKYl7Zevws6
Iw/eWw7lRG4C5I4Lo70pH/6OVkQUC/8qiUBwXpsbGrnHawTmuNwpOEsprCo1EgE6TCEJKoXWY275
EFGuknwXNs1nUFSf0L+i4bAqltz83RUGblKWsZHwkJ/NvDBGacZN39KXIC/u49UY7krmKRIWRz1N
4nwvAR4pyDz67ODeZ5M8SoWIwmnAOVJliMMxdcSUqsxz8sxP9X0fb5hy0L3m0DMcAYhJj6JkIWS/
t8xoRAJ2hkeuAnQC1/Muq26udHnMOXH3M2qrOj7yDUyyYJ+PHalgF8Kem6zktM6YVxVNIdAZkG+u
sWxIo95VWBANgg+FvGygYPNxONiO3YKaevva6AB7k5OPJkrr+PL4SN1b10vbs9lOhIrXPH86uf2+
qV7KTQHQfz2uHlu5wef9DlGVAGtDcDfVmK6ntAmToKuVlHN2GBvYIcUV3jmQtyNmRlcg+1+tIjBE
2w5HImMkYLM7Cwb++py67gfys0ghdPNw/d8PQgwFVh8s9Rwd1SpuGBeyyzp6C0rljDofu4+3t11E
R9qY3arQ43252lin035/BNvW6+P5uCk8TObhw6BKqqmQPrzpmu0ARu6jinOUyqjOCegaYrmkAvLv
YVpA7lAgPCLIYzu+J0q61p4WzN87YwoQebgUQdZ2w8GVDK2H0LLkHAEpzRjw7tIq/Rh4paPWfvRd
gkblc89LRi1BrDDShc4pkkkJ7fFnTD5jftIn7lge3k0QAQy43hQK2pIiX+w5h5fNLDaKDlXtz/yF
j8y2OwcIZh6b+y3Jz+0Big8nhhZKVPNmPqxsJLXKI45z5GwfcVBBXY29htt4D334ukMHwChZQqz3
rqm5epWfwxcRindytOplR0iI7G1lifYQHwpHg20p9OGS8gvYrtjO+t1YpWRIjHxJ+O+mZjRtFQSX
WCx4JLzf+etZGvoazB4ljg5iBf9t3AQoiokWB4at0w+YEB/P0Z2NoaASCFzypP57Q6AC3FsUM9Ck
dYQ3INPBQf39+PfvLPnV78+WYJS9IhWCGhzqf5H+kNCra7cbVVpZj83cROZTDfWfYczjEQ2llbAd
MIwPvEH0QW8Wzu/CNM2BNYkyeEXB4Pc53dW1Hff++PNvCnVY86vvn615LQ0tK7f4/YkfUsH/ur24
bm3iBzRbsHXnArgyNXtYaEKXK7kGU+7uKzCkXXh8PJalqZoC1IvMTx64kjBMv8//+CZq9Yt9NksG
pv9+YSAYoqaRpi0VEfSjkXGrot1Ib7bou/+ZeAeWWeEWNvEvZeuFxdH10w7YNRHyQxVU3jRy4Ahe
YACH/AGWzhjMfm/9LIGo7gQlV+s0bfkLo2hRFMokwTAhXiFT5tNSn/8+Xql7lxJ8DNJLSA/ixTR/
Y0aMXEX9JJ61Y3fpiaPZuiXNUwgRuU23UPW6c0CvTM12RRgEvSKmA6Tc3qONYogB4TdLRKtLNmYb
Q2uRrfAF2GALWlHi75ulCZsuqNmFouJ1hQcBOl/wJp+dHT9W2JqJuWnrAVFHARpYgaJ2IEt2bl7P
UwvZhZ3ZbEEJghcZXKOOh7K1+Gl7trCKngCh3S+xPEy/9GhEszljotwt0wAjAhu/u/AUvbseF6OY
xYB4IElZFOK3k4oAG9ttF/NBS/M0OyNiJpV5NekpOdB1fQZ0XDQF9BWkz0uH8Y4HuFqQ6bBeHEYZ
sPZy9GFo4z2bXxEVjE5fCI7unPcrE9MnXJjwJHQrhAy4/eX1ztu4emt0NrtwTd7x/Zc25gCrEOyo
cggqRCd4blbxi6YvyXLeNYAQG1RDiLGVeZirhB7vAliFcIJwugfg82OPtfTzswcyNIvyTEzw89VP
+JStxgHS6I8t3Iu+gD37ZwSzm1h1Ob524QCmhv2MYFc99+R7ra1OVryw4EuDmTkTZcjStkem09El
ZE8amjkLQ7l7OiAwi8oj+kFukjRxlPhtw4HPHhyuGQnId6Xzi7pud27jKfn9f0ZmS1KnQ9HGHYz4
em5o/zqNODnCi1+frQarFFIxNPj1DC9lnpqg25EgUrUUBd8U+BF/XdmZrYUXBm1UpeB316EKfHxJ
bcnkLK5bJEO+60cuxjNz7N0odHBaGM8UuyRQhHfylb6w7Hfd7oWNmUvHerBZEGIsLy9IywP5gXgF
Wt61R/jt8XhcgqreYPvmczft8wvHpclB7fa43Z3AsnfKMz2foJG0edvr2/PP46HddZEXI5u5+2zM
yy6INISWx9gU7e0IDrel4SzN3szTi36UhWqN0YR2RYLt+uf4eAz3Qv2rrTbz8wPakiGji+XZbbx9
ajvOcw2+B7Jg5v5G00B+BmpIHjj860UZIzUta0malElTdEd+ozHmnC2x7N0zwkkoq+GSB6vcHF3X
gmUkVDMfxLpUXQ0Gh5cRWABIuRBH3HOUl2bmhyZHh9nQQBFBXQUW3uorbwF4fG9fXRqYnRi38hSm
HmEAKJif4sy//QnXw9KxvOeNL43MjombdfXQszDCxtBjrIhwzGz5wK09vbKy/3DPX9qaHZSwANeR
3MMWv+K2rpXZS+H8/SVBDVBBLQzIi5nXB+8RWJ176HuMGvpIiWiHI2KihZNyb3uB+EJCBhEZHO23
Pe/CsdRyG0alKwh4Ab0JevmabpCNoTlFThRebANZ1Jf/YhE5FxXYc6Tf5/n+kfWGOoOsghOQbEe8
ddav+nW7pxaQh0dJ/8uYDe0PS6t1o4ExeVAw9fyf2dnWGDI3dJlQFaBFoUssCU8pWt/Abqf/HMHv
9vODzkP8WVkqsKkSOM2WotvfbOz8FXD5AbP9wkITtVUyfABmejRxBb681Hq0Uwzy9PT8zO1PP77h
Gz/W38fzzf8Pad+1YyewbftFSMQCXgkr0rndtvsFOTVQQBU51NefUT5Xd/dioYW8j2zJki33pNKM
Y44pzfeVXAlRQdes7DpZvGw2xGOpVlSaQ0hGb2X5hYAztwI18+neDzUcd/xKUa8DhtjbXPVaNPcX
pPL/pC+evTXoGe10SH97g/TzTsv9+EiOyf77CW1yL+C8zQK23wK4rfoan8UuThtTLbSOtBAbgxbM
+c1OGFgqJ7jc3tvVx/NpaxdHOmWVqSYNpKgkeJAspJOHMFJLN5zY1RzC59Us7KXddr1SDJDTnsCJ
yL278bm/s4oA2Kqn3xs61Fwzzp+FLaxa3uWdYhUQZt7JRNlYeMYhfnSff4Jh7H0M6dc4gLsuO74n
rHg4l+SRa5KDufKzCkOcOk95ZH9AAZoELx+nLz++oNSwYXgt6Spe3WnUX1EGRoHHIgvV2MUjsXJn
/F8X79u34mgjSWV7zl7ygU4HeRSvx6P5OGuAoKt+Xober185yMoxBrg5VGEHuGUb0NDB9T8dfn/I
hFayY/5Htf/4+L2p89aVD5L/gDRYQHQsQTiGnhR8LpEEakP9qYomDMN55ft0l35tjrt233rJMf7F
9oZ/yh7ArxjwAC3bx9uX9QqH/VcDfvqIxS2iU8lzUeAjjIciMtDMWryUd/kX966GtGSXnuvHLWpF
qVuuzgkgBdQc0e2GEOnSQ6pHuzGqWiClWw2VL4mhfDhS1cYzXHX3DM1Q4YNhHBXoAC/FVKPD0cRX
Y3LUNzS/HsVxNAHPCACuCjdu3qoj/lnUQrHoo2KQ0ubmKyBq4mh9ZcfU1+q9+/5hU4AwdQ80Ox/O
LgnIBvXRmv/0WfBC1wwOCFkNUZmvTZSFeH0+QcPAlkK7BsJhAheMlA5wmqsCC7WI0ZqWZsAe2eK1
amvPmr/S7mWm+9q09l+nAtBkrfFMtlWyWlka2oVQ/wYAD38uobtsMmc6dIP6enatsN3Hv0AbxB+2
GLpXLNGFlIVeK8yuGnTEba/U+kh+KL0/YMqL2BXT7/l3B7oKO92sMl2bXrx22YsC1mLL0u3Fi8vL
obANhKOvFcaNxIWxc8Vbm6LWjna7hPnV0LwAbN2afmx9SfXdxnu/XvCl9MWCq67up3rQxld1CAS6
H+rO2MU88yrzWHWmT+xDk+tnUDJtyL02IJDrWKAyM8DGqJoLh2Ms5t6ZHQ5Y0rwrhpNit57gAqjN
KjTz+3T+aNwdTUAfNp0tCzM7XPsZUN59x/14+N31G/ZsxRXA54AEUHYUA8f615Z88nDNJNHt3G2m
V/tXaz6J5qkWB668Dx9kAO3CC2xof9iih1xRE5dCF3uQmfB7NRPQLEXtQkdrw6b3himqbQynpId5
/qZ0oAk6Onz8yYOZPowaaAmVzBPsx2zedezLxplIg3ipiC+/Z6Eh1XoYM9z+6VXUwczOdg7DyEPC
0Oz5lGiPs6dTHmzipP76ltdiQVID+gSkmJatl6IYea0N4/SqnvTEt81nu532iW7t2+qdOt8Ne1eT
8p4W4OR/cdGPOPG7qj3m4mgMd0bhl/XjpI1el74a856YD05Wb7hWct23PnBxTkOKlrZWBQKQjsa3
ylXSfdanZ4XpYuM1XjUCAxmLa/ifrVicgJ3PqQI6z+k1ad7y+MUG3zOyoOjDz6udQl5tNA/OgQHY
E7agPDW1r8d3SvtMtaemeNH0nZp837gTa9rJBowPDRMohqNh7dJqWpmoHCPRple3yJwpZGWV+4mZ
mz/c2RE7ZtV/OmDDHxqrjkNVm84KBUoSZewfY+GUG0lIqYs+nQPaHMCbLzsqQCSHUXd/UQafH2na
pm3Dmy4qip1VH97nfB8fWvTBmGH2jznhv7LQrwjcDIBIgBQv141Bk9Mcd32Uq4pXaK7vMtcvd2Yy
b1wueXkWi4L+AyQEBKQyg7MwpvHUoilF0/uo64e3xJnLnesqxoYQd2XrwHlLsIPYOdl2fHmMvaQT
SPpWRI3FlcEnxlyg64AN5s8iLqousKjCjPsJQ/6KM0XvyrNrpI67zwdS2Hc85mhjcRrDEZ7pYrQb
rNFEfhtdZVVhbNnZu2NR7ZXHqgaaocnt0LPf9ua9MY55H9SKVj+XDUN3a1dx941PqfHBZ17/sjpd
PABInL+yXG+eim5WwiKJMd3EtI3qZdCnwfB6gxc8qEQ/PtO5Lx/QkwRGR2q7Sh8Oxlj/0hnPf5Zz
nL3SOC2YZ7GKP8W5MAu/Eha5Myq1TsN5AMmAXzdZ+i3NdRU1tgGVZLTRj/NOF+3g7oGIK0CkOvA8
ezU5SznglO5815iNYu7STFdOwOUYP0lMVXAW885QwceaFU9DqQh2zzIFQ2iEOiddmCKpCIaCEmTD
iZrl34Q98PfRbu0jVev5G/RgDooN2jPuG6xxfjBaFHXYlnwAbyeQ/1lYYFbXS1Lrg4rWVPS8BaWl
1dTvOgbTXKRdW3p1r5MvIHKc+rBllAPfisa5H2nGrfzQTzO6BeIeFLyDSusSnK11xwO3RcAb5jV1
Yw9sSuP3jCVcHHvsHfGsYcTcl3lKyi3s5jJYlG8JXa5y7iaGVYN8UeqYT+8202na6uM0RiBKZpOv
zQNvkWklY7pThTsWQQyl8dw3HOxgZeFmLx3v7AwbYmAi7tBzHIVWuwNmd8xa+SOuCmCH7BxkkjoG
pACTqYHcEbtimSTQK+IMYQG23dyvSFYC6Jbb3Z2T20gcZTNoBvzYsCWNEYzRHVjtyrCpRP2rj0VT
B64muj9KlbA8YIOTgUt2BJOgRGanZ7Q3QiFnZakctL4o+x2a+Jtp37kNEIpGUUzMA37Tfp7aUVUD
ZbYSEKhPYsZMcKtNROWBKM9GQ33TOPOG1y8f70KFoLEI2WXZGwNauYUKofNQpYzMYzSSyu/GPTHS
3VD/UYotsPEyxyBPEhQoSMhpoE80jWWI6igolPVqMkUOTbRnoZDJc92W7EAOpcI21ADj9lNHvZo5
CLLBixT0sa3suD3XaGd0wXFq1nSrGWBFg4JLwELeG4x9cN4WLuxkTDnpzHKKDGSnfcPGCL+CkI/b
hnDhr2LliEyxvWgBRfsRWLou7/DU9y3vM1NExLZ2GIXqp3Z36luC7Mf8ByN6NxT2mjjZVwFvlLi2
vsSwC0EGk4tEjTiQwQ99bGJkToXLWzbz8MhLYfsGBtCHt9d4fY9ggmSZApEImo+WRqJwWntsJ0VE
WUXd0Or78gB7259gznnA0RCzEQRIG3p5b6U8HBliSAz2sBf3dmgnjkNN1Silme0niVnduYMyoAo7
KBuB3SJ6/Ht86OBQVahodMqoCxfOHpGga3SqRqoVz0eLsB9654z7KQP1ghkLcc+I1vmFptS723u6
8mQkDTq6QWHhZfZcBmCflJ+qYE4Z1w0RTVPtu7Ueqs5wGHv3CV3h/myC73J6HTqgX41jxlvMBBMY
vVXFW2CwZWZZ7oCk3kWlCVV/5HkX3wGfs3WHjmkR6PlVf+Bwrzx7JAPGZTBQIGByIEj5G+JDVYIg
XmTIxNABzZFZn+O/TIlXjsOfOrNNv9c6di57VblTVSG+dGOLBuy0bAIUI4ojayb3wOq0ekFBuvNm
Nsc7VtL63kl493J7c69fPtYkKaAMF04N2g8Xe1tletXqvRoZ03xf6fXXrjLMf7+kBNfUxbYhPEGh
5VJGNWcNRs+IKRJJ193pmCgV4D5nP229dw+3l3P9HoD8Qi5AA/4TWZVlj0VpDBlPjUqPeF6bnmt1
86EtRembUzdtvIc1UciDIZkG/ixYjOXOMcLpBO8hQjKFjH4b7wE9vr2aa5cTWyarKegIlmjrhVrG
uLxUxjpG1KhZfda7Fu2ag0WeGZDvZ3gEwPf2BGSYE0l8V8yYG39b/jKmx42XH4DWOPkbTEaLZFjj
Fo1loGoVadPOysfZi13Me8h/KqYZuHPYgtTGFOB/UcfdkHCfzcf/5gNA046kJpKbGHF+eXWc0jHc
ksgdMMugn5IQI239Qq1PtineNPVLrdVHZhsRVZwHdWy9IWs3NPrKMcP1QvgG+bYcEH75BXUP+fOg
Qe3xcvjSaCY/UbtwTFBdxMjS3V7vyoFL7wCtcvK5GH/THZ803WjYtKNmp0alajQcLrrA1K/BNHd2
3o5vo5LFYasP+Y7ZqC8ZAqmF2/KvzRfacg0DfoQcmQOU+eVinXRSYtwmFZzDmnu25mwIcctb+LSk
eGdM+ccuXXm/9L+EPhpKlA7YGy7lxZqiitq11ChjlBxsjbFTEjvFzkn04bHI4/JeiUfkI7hdbyWY
5VIuLSf2F/usm0jESs7QS9F6ETujM2CphZ76MXefZjq/cUn12Y/oUXKfUp6+thS95eZW5u7akkrR
joNwUhq0pSUFGUY6OWD/imqVSacA+bjvnEYmyT3Amf2s3d8+1WW2WW7zhUB5xz9dKyPDzHKzh0C3
Hj2l/p47+a41ygfMUfRAzHbK0uzEalDqj7a2IXvl+YCJhuB84YshINAvRYu8MFKi1HpESqcM9DzR
UCUaStxqK98QdW3KTNM2CbqvZZkdWYdLUTMaWQGdZ3q0w+iTDWdymVaSW/j5hy9tWFahnw0Rvx5N
nCMI99jUnxxG7kRc/Faz9r5DW6KS18eqzp5HkYb6z3EcvlK3BUuUEsY5eoFUwKzph16DSnYkj7eP
eOXhmnDd4ZVJpxMm8HLtzkzsik6dHlkGemcJ97P6nbLRz0F1dFuSVPmLd3MhaXGXepGUMRshyU7D
SgHVD8qQaXH+clvK1noWrxOgL4KhgKMe5fkQqMNdR7pdbB0rd2um1Kog5Ayh4VGSAcn85caBHc9t
p7jRI9a692PzTrtq54wWuiI3QONrgmBAMdkDrCboD1y4CxadJrRHO3pU0CJg5AevyMEwxlDJ7Y27
uvYOEFoilkPlFrjuhVJ1YxtcO2ZiRBbt2CGxyy/wI7YIuldcA4zawXpARwBGMswFu9w4DYB7LSly
LTLaOPFHpx+PbaElwmuI3mMwuiVCgrFJh8aRQ1Yw2jic4YaCP9btvrimPWxs7/WiUdKSmhy1atjN
pR/bpYo5pE2uRm2rC29oRbtHESoPbl/La22G0cQYrIDoDlTwIFa8XHSe27CeOMioHOhRkPiu6/pj
QjY8y2v7AAcWqtLA8AZkJZbsN91cKrmaCi3KdbCaYdxxXVnI4okzZpH9AKfYk7FFIHp9OVE2w7g8
UNxjwAL05+W6StMd3QH568hkTDxpoF8PchaTk0N6ESkj2eL3WTktVOcNOHaogWKVi1enIOHjcNHA
ret0dk45wSwXkqIn+vZxXYshKIshFpcjdYDMWbgztEEBOVMnM+KlieFGZt7uR578+3sDcAxuOqCu
qKziXlxuXqE0+ZC2kJKaJfBMEzI6vC+djVd9ffUgRfJqQkdJWpPFexN2yeKpM8zImeI6QugIbiA4
rU91226B1a5VPK4xpMmBWminWXplbamJjBbUipSqo3urKmGxVKYeykI39ighz2+p0m9Z77X1yc49
2Flk2UGYdbmLaCGOS8Y7K8oaE92TaU8pJt0iw2x6ZssT65+vBlrgwegMnQ8lieDmUhxnc1+JsbYi
UdaW7wyi3/Vtt0UKs7YoOSgFoSjyBVeMLW6VD6JGf0FkJ8zj4sHNwXBC9Q2ttHZeiN5BroGnpOvL
VvvSBAOm3pUkypwMQwQGsziSwhgPTszTg9uhGAACoyS8/bZWlobGAknGiYqShU7gxQaaZBrc3rSi
nFRD4KQpqsz5WHmz5nYbolb8V6AkJN0kVicpRBaHZcxW3pixa0W1Yxd7Xs7KGUw45EC0po96u0mO
rEj7w6wQwzdHnZ7LadY2MRvyhV16PpgkqoIqzEQiE+xkixeYTUOiDjEjkasyRAXTqTOT0GTfSQHm
PM3jGhiWCSoXnlG+2JtBw9p+w56DNAkUBsg7yH//5MNXjasmsVCtKM1tNPG26RSYKaaSwfeuNvZ7
VRRibdQKQTCLGOVSVDIpttL3Dokcgub6s2W00/hI56zApHVlmIyNmuS1lsY4FyTETdAmEdNeYmHK
okhrE4MIIoVjEnNT2O2faorVjejgelFSCrwDC7VC+CwLj7IVRIF2VUmkN07zQx9cY1cYKHd5Wd5u
YSFWVwQ/Twd3ClTokuic2wD2FQr4Id0uHcE1arQjBjBiHq25YRRWBYHUAsVcMHmBheHypLTasVg7
4KRgrNlbEdvlAaPiqw1KiSVzCYIfad0kOdlfdIezgAG2FAUfTrI4shKXf3Or0vVANq48NGMznPrR
Us/JJLQTm5Q5pOCd3+VULfdtWfbPtVYcTUoLX81jjFWmdbx3lMF8VwF//EqruXqw05EEQ9Plv22U
FjfU/MqpY4om2kJxFCA+W85DtMcGoX/WxpFdJrHPE6RTSWm9WMUmJP46n4DH+XeeIOCSyCssvO7e
nlCBtfQ46mC+MDdGTdNvBLYalKRMyX7VnNSvGJ9aY7oMGVJMmsxH/jbklra15CX+UJ4WHFS4w7gR
KIkvizm80MGfR1Mnih1Kg4qq02ujpG4XOEm+q6kdHwZM3w7yEm5dA2ajsJvj+6x0m4cxHfO7Infe
zIYa5wKKfyNMXTkOuC/wx9Cjiwu7nLimav3gdn3iRE5P5leSoCzJy6R6Eki2bDyNa6OIaA5THjG9
F0RGaOK7fBpdL7NcrMrvRrf0SfnLQM9Q06PXFTMU/3XoFbbcRecxKIpA3Qd05JJJcjaStre4Xd5x
5564jacJ8Fi9/6vBlSUHZAeRRYeeWiaDsRRU13LQmQuGymw5ab9NsKj5JEHO6rakq2gA7cCoT6IV
Au8GPAoLVWnkLjPShBd3MYzpQ5FnMvWa2n4RW/SEpzPsbsuT5vvCsEogCgiWcGCoDkKXXR5VKmd1
96iu37FSNV9mpFmCwezRDZ+Of0TcWUCndCLQUsN91tWJbUi/irYgHY47Et3QD6hOLFbb13FnNN3A
74Y8Me8oAxVSpU/Tvk27P7mSZg88VRs/dXPt5fayr26oFAxHVyKDYCuWtTujL41ElC6/A3rQFZ5h
JJjipcRxAh5zsI5Mu1J0zR9aTfO/vkIIhoJCphmxHuo+C1WVYSjGwLS0uusFA84EHmWI65R5TjF2
G1b32nWTssDiCpgiNDBgR5dnSy0GUjcDHE9WPcYBayo36ia4aRrXtEeRqumHA8D9Ke4moNPsJNMf
NXdih9s7vYQJwqfAV8hpDCgiykl78ig+OU+jk6SAMlTVndAa8mIqgK2o1iTRCzam/eqYwkXHme1U
kHy+lFZvjV4GorGnmXeFJ9ycnADVt3dd7P7UE8F2wgVNAmkwCyzvqh+3v/VKRf79VFQcUHhBom2p
vatssNwqa6q7PKZmWGAoNYOXva+YY/y8LenKeYAk6GFUM4EbRM19ER2j7JNrRAEOTrhaFtRkAL+t
OpUbelg+n8vHLV+X7N0DVFWWAS+3PnPauM5IbaACGnd5UA9MR/a3IeVT16p09AnrrOl4e2XXewgG
CPBRSQdWpjUWuh+x+FzgVZOoNkUiXlidY9AMA76ofqgmjlle/yrORFlYxc3Ce74m/bJ6YxRdXzhR
PvYAWtmo2jp3YIVWLS9T06T9Z7SGhJ/hRckJfbBiy1xXZTZtrcyOHSV6jtlnserQYcdA3plseObX
+wjSHsmyBEYXieldPF5cGdHkLHOiCRA/H+0WaeYBKpa/jHFqbRFLX1/HS2ELK4AMXmoxUDtFPfA9
HiIqcJxO1PlnbY/QDSA+pISAvgE4+PI6Oi1PRTkodpTVg743RIPRzrhFg5eZAIyPIyY7EKtDD2tj
kHwDZHSt8OGGIuOFyg+cBbjUl7LbmM7NaKVuJJwpqIb4nE0Z0AHtqxi0fa283r6VK/sJbjDQo4Fw
HU26y1xl0s18pPAQo74uZtubLbVQ/M4hubvhLlzdErBfIcYBjSpAmDJldLks06k1xCAVj1SSHzIb
9lrvNSV09a262ZaghaUmtWPEzOIYwEcGjL744OOTXWUbtuJq27AaRIiqBb5JlAX+9sB8MhVxPLdp
Fk8csKGO7ijnr0zty40M76qQv3ArJM7R2Cz//ZOQJlUKJXYwSrAfMgAZraTP7tWEMbahfFflgL/2
fwfCY/b6pRzLLZAych0eTUkWH8cSo3hQV95iDV7ea1h13Gm4MQB1oQ9hWeNLu9KR9GTWmcx+hcbD
vqdeTMPGnvdT8o+qHbIA0wPxmi4524Htv1zRSGbbqqzYOhfqo9NNfh3YXRfcfjlX7sJfIUQW/Fwk
QAAjuRQyF7PMVLjkrFKiAMOa0jdh2uxtQEh0qmc3+dYhVj0JYPT2iSEy3zFa86vak+SJTA1m8SkO
8xozaU+sKhp/Ks1fnLsG5uZRMyEbDsPSf5Ufi64LBOd/6fiXIS7iu5g6gpFz8mZX4c7aa+FwN3y/
vSXLzjoAQFCbQqYBE1lRkEB+9nJLKkPMjVMWzhngvtKPTcbRf+kqPmo+zR4VwSlgc4M5C1PtBNTJ
8nvSogVB6QhLkBLs4xPXnTqMbZ7e220b39lKxl8blXfPRelUwTiPyl6INKZB0yZq0HWa23tk7iWP
pg18t5dqQPRuaK6lb4JFgcHQBrQMmE/kTRcKBeDqUkyCOGezmBEY7jW9PSr9e478xu3t2xK08D8r
dQauo7Wd8yDOgDZg3qrhldlDPrz9F3JgRpEhRFYbRc3LUxI667rMhBzbmj1FkNBl2Xtl1uEk7N1t
USuPHuHhf0QtVMtMeq6WqeOcO7d/jEvyZte7br7rLNXT9XFDX24JWxyUYoMmTQeT4DnHspLgTmme
D90WW8baIbkwiCAbQKSANNXl5ulFnxkDUN9gmRbMH42SHVveOAdn7u9Ne9Y2zmqpm+XlA/zDRr+8
7KhckqCrg5HGGoe4sXEnLyesDxo9Yxs3b9kahAgCo4DgwGk2+uJAbbG4EjlyXtS16zQa9azCDCIr
iTEzJ+2Gr20y2BhkY4/6j3ZspS6di3TypxbtM7466d3s59ztX3tHZWnQJKDw9pBXNxLDm3luGp6R
zOLnQMriiTAMyQ5Zbuox3KfE0H6pVYN5GercN6MToOiDcDbTk3qrKnal/IiGkhi6faGSJDJ08bBK
w5yERS3lDAh//WWwPXLABDKFYvrTxkZeRbLYSHi4IEqX/R820hWX16NqCWWO0ycRqCy7XX1fe+yn
bH4tH6ot+3N1NQDmReFSR6oMwfcVHFub+yy2tSmJXApMzuA8AdF/MBuMWVWZ4nXa+1BjuotBURkr
vwr8FcVzN/shnJUt7ObVy7v8FHux6hLpGo1nYxJ1yqnEPFO9r/cF2G9HjPtS2P4fdcpfYeiQwth4
QNCW9dqx47OVdnMSZcXXzFDCYf4Y0tcCU0eG6dttUUtfEqdpq7JwZeM0ZVPP5WkqXW4Aji6SSKN1
oMenCX0Oc7rBxXKlUdCRiqwHzAviX+lSXgpxLT7oKrezqCmduz5+i7V8P6YgEO43IosreBKWA0lY
C1pvobuchYIcXDeOU4zIiUxNOVs2H0MDcUZXG/xlrNHUl098CgvNSnYk0fLHKXXa3ZyC73xMnWGP
fhz9SR0BW+caXOsanstjDLf+oWfGMx/QOAqA8rjJMr+yPRi2Dv8XTVvyCGRe8JMXbMboHcnGjEYp
Wm/Mo5ZEk3VEvbd8dE9aHlg/2t9xHOziJ/YH33z7/OXP/pyWgEDIRgQN/YvDWWZTCYvTVkNhIuox
tBvzg3kknkCv4NL9NGKQzm1hV2CZS2lXlMVzBgh7bUBaTX+nSX3MqjnQhbmHmtnZLjqR5vMAon/2
Fbq0sMXGWlfFoziMTgA5gQv5mMuNrtH+08yqRSOtHDyz5gClxShfWoOHViWvVieYBevRsr4nzde+
NYOUAqF3ewtW9Ij7+RMWT4FreW7lFsF+zz8S+mbPHfjPg6FTfWMLabViEyRXFBAZqPPJMP9ytelk
m+DWwmrj+TDWH1MMctPhvUSXo558sfJ+I8a6vsVgDcLOygoAPIe/rVufbvHIjK5o9D6NtCwaHOI3
DphWgAm3yp+3t3DFAkGSjvAH0C5A9ZdhiRNniU7hQUfDzgKBXH1XeLWfEow4azcu7LV2RNZMzkIA
pAW2dZm1HZVKdbhppMho6bLjAhNRvpRbQpZ0EnBNIAVaWOZikKRblmSp1gpUEJMsGsMpik/EfyZm
mARK0ARbc9vXDumzqIWfQAuG3tAComr+R1H85Im5567ZiMSuGlXkggAoBo2UDp/LWNacCJ3bjLM2
i/R9/Wx8U0N043mNvXuqfxaTpGv5cvtGrB3TZ3kLjzWvZ0unPeRxrfWLKihSlJ7mrfTmtaq8XNXi
PeXW3GKGHaRkIszCHTBOWtg8uX8256xcuz3A1yPMhEa2kcBdOuCKnRh2TKwMvShfbaN8VBO+53b6
7DT5rhKun7HWb8xvbgIuAadrHsSsfNToQ1X6w+19XVGYiKAQGCK0BiwBy79UITXc6MouSxrZD9oD
eXN+k+AXD9QDBnji121ha1fzsyx5yJ/0h5jmypVwq6hlp0pHQ5P9s6l7b5y2OKLWbgveMzwEBBwI
dqXe/CSoyOq0LpyRRkShPsNIu94CsxDd8Hmuys/yEaBVAgl/TGWVkcelGAkHSFgraISC8xN9JCdg
Qsvn8hkjASLM6w14Dq75Q7+hsdZ2UU41QTsB0v5IeV5KTU2upMI0aZSovYdpQx7anT3kaAZzw9Va
1VoS7ycnH4ADZ+mk2ojjNVzTLPpm7cjsifOI4d1F2B4RAG34w6v38LOshdWsBJ20QoGsEcSXrvfe
el/hJYCUsPPHDQO99vg+i1o4xG0D4jRkh7OoDa3wv/rhAE6hogwEDqzX5emo2qCnSYweh5Z2YLEq
R086ZsG/PyRgcv+/kMUKEB1qREwN3ElMwiZV91AZ3Mvdp6TZIude3Stk8W0XYRoyb4vLpoNwxHXz
nkbULsEyo9AHVQEf1+3lrJp7gK/gVGBoFtL4CylTzaumKfBeZ32Y9k2qwUy6wgoaAIRRnnB+zYqh
omZqFWHHJjeMR3drYN+11wYfGRA/UEXgKSOGuTw3hPMTQf0QejCz0kBxnXODNvQwVY2Pua2sYDIR
W9xe9pqWcqE90CEMHj0gaS5FxsJspjiXD5m6eyRrxAHBb+5TsNpubPCKyoB3A5gD8HzoxV6WwUml
9vXIkjzSrA+O/YNLYOSNLxtp/3lJF4IWB5mkfV+ZVKGRpRchMOqneLQiEGKEt8Ws2GkZa6L9BSwj
sgXycucSdOkPZZbnUTa6dVjFLBm9Wbg/CcVQSRQjMf4ajNBex5wxQZf/uAmBWjm6iw9YHJ1QsgbB
Dc+jVlO/6Yq671XroZiVQ6yS0Zsc854S42ud1IdZzixDiRP4SVqDf4aC0nUqSow1BTI5uL0ta1+F
HBvUDsrc6N1dfBXjwOKB3SGP0gYjFiYaFuLZrqyNDOXaZUK5DVVnpPWQJFrEsjU10h4YNrn29q6u
f6TGg6ZnBxeJmn9fDuahIRUFZCYU9uJJZshDZapbYDlGE2om2oPtn239zyUdEPJ/lrJU2L1hj3Fb
5lEfEmAgUvZFa/9w9Fh/ub0aeScvw3A5zAYzAV1ga4GfWqxmNAaXjo0oIkV3md8MFUdIOoa3hazd
gM9CFouZra4yE64WUVqA2FVn3n/xvm2k65AKQw843J/Lh1cmDeY5WxXMQftNL96ofmjox+0lrF0v
VKIQY4JDFjQKi/hFq8sYhBI1RCT3Zfw85cc+Dkh5vC1l7TQAgoWxAagAU3sWG1X3sdVMFjSiAXrq
P2hea33LQp/zhuJdi5MAjP2PnIWlbtqKK6OW5lH1rYA3qKRejIHH8RB7atL5Ta3u47I4FVXtiTkq
7PSeaebGe12zrhffsDg03hZ9Zav4BiTB2G9Urcgf53t1bpwg5WH6dHtjV+yonCAg25iBl0d+7vKG
ICrMWmukecSVaM7Kh6nA5Mr2MOagoq22WrNWrjsSqEgVYDo3jOgSmd83mZnYVMsxMlt4HflIMNyp
sK2NR7VyI9HCA/Qsav7IoGmLGzkodTrGzYwzdH6qmE6qJDvw0OAQt/Csq8tBMhjdYUCsXQ2+oonT
1+2kw0z3jafzxBfiNLMtzOPK1ZdFVNn9JPsojcVyxpplLbVtqFWH4DYmvto2/8WO4ehRswZ2xwS6
/vISFGNLk64leVQ3vzLxNAxgIgMrYN683L5sayeDxjy0TeOqwXFbmCIMxcDgOMvFUuAHG2MKnqDE
N4o9qLo2HvLa0UBRSOwmAj7QY1yuCIUeDArtkyKyMJC4N7+6YOqx6b9HdlJVSByvJDpZYtzzoR7i
cmghhGRe4oRu8qCld3WxhS5ZcZ9QSpJILllMAsJ2sRh0lUxtCTltHntZlodNkx1zUmP8ajTw5JT2
zgmNEPvbh7UW4kEeOltwLWDRr7rHyr6ZxajBOEX6EzoGek/dswcH7CpB/3vIAcnbOLTr9KjET/xH
4OJ6VCpFg1UuBb7qYREoX0TIQmPDkqwJkeg0oOEQJKGt8HIzc0uoZTnMRSS0x3zC4Hq9At5v99us
vm7sn/QQFh6EBauI/CFw/sj3Ll4VBWk/oItGgWYVrwwdjMvZYSqv/Sb+YMTdvFWzWHtbn6UtbjxT
q1pB3hSXcUiAKv9pJuCbVFt/Ozkqf9KtdUmF9SlbI3iipZZiYgf7s7CLw/QO08jGsCM+z/0hP2d0
11ZBX5/y3e0tlarulmT56j9JrohhlJOro6vprkqjKWx/t73n/Py/CVm8tiERIktsHNvU7t/pj/y7
AC3p820Za+oJjdAIneH8A7KylKE2ae/ORRm1Hf3N0XzTCnQzkTb4v4lZmA6lVad0VsoyqlrrwFh6
FMX8bpt0y21aWw5cwL9gdUQZS0UIqFtsMJGX0YguaK9He80uHxNZaLC2smlr1hD2AyAnyasI1/zy
CgA1AgCUxsrINSjxtRiNugQzr/+HtOvajRxZsl9EgN68Jm05VUmi7AshqVv03vPr91Cz21OVxVtE
351BG6ABBdNFRkacOOf2vC2cJUDu8SIDjhSJITqCGPxK0/oJPgK5ZT2QQCRQ8zpKo8DErVj6efpS
WxqdwHB6HIr3KNJQx1ZRSzVp1SHZR+22rQMiNXd88lLmdlsAefHFdtsx/Ez9D5SeS07Sx2YtvFgc
60zig2TOzKNDRdaRV+XC0GO756yj4NFWhFbvhbq/Fiz97OmrkaKmgvAPwDX0TF6uXFCD2xG/0j24
Fy1Rn4zPdAvRJyIgb52Zkh6jvHJ7GZcn98wktVmm2B9jsQ9TVD06i932JmuGJGjIiduWm8HOdGnF
4sJBkFkF3eMaHkPAfMy798xBcVwuaR0L1+glqZ2DDwzVKSY43R7WghcEP4s4k8fN60UzD7Vygb6P
xkv2ELBD6649JZxeCfeN98zUKynzhcsSYS2YO0T0n4DniXK4DZiZSynGactAfkO61I9ACRildjqK
w6Zo8Z5M0YN5CNGB+V/M5KzePPcczAkF6ppGsobnU/y3V8R91/1u91H39wAStJsBr44aP1wJiNMu
F0vovLwI/CDYt81nARg+K6EVst2maF3VUIi+vWgLOwMZWQBHgH+b28uocw4Os1pmpjHcT0GhZ+W2
9kUIbq885hbOMqJDhNAA8OI5TudlQfKZ8rEkoh4m3qdTa7DSt6yhpvH36JG5z+tfO9S2CJUAgaGI
cpgiPcieYrTMR5Q/ANS94h0Xdjp8POpus2vEHqQCQpWThgq0teEelKemigeDEUocSvMcgs80fp+6
gltZpsUZ/GMRmOHLPSHWnFCg7yDcF0qii3j+89FDBo5VGXJC/8WGOLNEu8OkiDIu81BSrD1AqXoW
A5Q/hlZZeaQsbrwzO5QP1NpymCkDw31aooInRIaU4hm5RgwynxXKuSOQQXpGBHQQCTrqLKF/zYsl
NQOIopIGW+NipxP6tWfqshEgE9GsA1QivThxX0tsHyGbhSrsJPvfYNT+dXtRFvwdhvGvBWpROt+P
24SDhZitzUT8AIOvXrGKw3AH8BYYeNrptw0uDQkvYVTlf574NEFCq0VoAZZhEKXeYwZmBHasnm+b
uN4AwnzbAsg0QzQweZdbGpw/3sCl8OFMoep5EJOm+RzWaiPXEzcbATXczAYMbDplpKuVeGqRJ9/n
hWclmnQXCU+hLO6CYTgGaQO6FsW5PazrkwpoPy4I1HLhjOBTL4dVeYyoAcOd7tGkTTpcRMPJV90u
+muHcGmGOj5iqyUN0+bpHh0E4FdW2rupuJPXUHJrg6Fuh7DwmqDKCtyzspkkUkjCGhnGtExIpf2+
PW/XPhUDmgtLqN4pKBNTA+I1JlEjtk+BCDp6YfHcgNumGGoMCxjaQDZuW1vaF6AaQAJ9li9DY8Ll
Knlsy6BQgEg6iFDZD5EcY4bnUmz0smq+0e+0npS52u7z6UXJDNHs3KRIs+cxvtIM7FS0ezGJKqMG
RNMAU1fuCO2wxhW0YAqxA5gbgFtAAE8/ExRgq/Ix4Lp9HHqQShqS1wHKrNakSK19exqv3ASudMAi
ZoqPuZWJpS7CypN5piy7bo+SqsEohREkK2mR+SdcOPBLCzQ2IvUSua4KjAWnlSFty7YmLFbWlMWN
A/BepDNsxVuiVGvGEA/c0+0BXiebZvu44lE3BfAVah2XGyVQcy5DENrtuy+Rvxf1DadAEikDxhPM
mXql1yvjvdqYP/aQMMGbC8Udus9JTXM5LlWMd6j1/HcANBR46FtjYlau+avjRtmhxtWVXoCWTx52
BsuXSqLwrm9Uwh2/WpRf3I3KvyOijprQihHvaRgRdnz5DGLZTfhbg85VZYb60zdrxNbKmq0Nbf73
s8eO74cBxHRg8DB9nQIDGosrl+OVV5znDuzfyHyiaowr7NIAIna/7kvM3fSVh/qk57xh3t52axYo
Z5gXyDim8y6o5V0CWlOvlkBtCobkr9t2rl+i1FAoB4/u7ZYvJQHHK3yIaiOsTqJIGmfvdaRICLQh
XgZoj0uQPvx/Gp49y9kiFVLpT4kPw9KR1wrI1PZWUOovvSWwjrR9qz4KsjKni/vwbNXmfz+zODVl
zAUcVq1hn2PhIPrPibBC+7JmgtrquReyYxiJmE3h1A2fvXrIhfeVibvK3lIrRu1u4BanNJ03Xxyk
Bmi/tEAXX4uaxEbzoGW2x684iiUXD0ZENKQjfsablBoTWNIjAdyr3Z4NB8J6uIyFNZW0pWk7N0EN
qQ7QTh35Yb/nB9Jv5F24ctmvDWH2uWcrDzGGDDYwhCZ655tj1D2srMmaAeoaDASOqUsx6Pcesg/F
Bo0DZXAnfPRud1Dv2N1TeIz05P620ZVJoynek8YHdFbx+32SlUbOlXoOfGK2pu22aAV8GyA6nLMt
6vzvZ1NXhOAeSDIsjTfoPAEQoFrxpUv3HUim/higthdIdPqkbuJ+n/0CdkOPJLdO7a4zq9AW10oR
i94OTzTogqgo9oEc5nI0QZZ4PJiE+v3IvbMzDbmFDBUJCCRWVV18xyKtjG4pevljcO6Rpgx28dBU
ymxQLwSdDXXlswFLSw9pGWTIVrb58lT+7+hg7OpaauNejfIeiczxWyNk+P5YQXIu7AYQIeGNi34M
hMd0jK62So9mNuy5orrPIjcJDmPk3t7WC4O4MEFdSHleFEoMstM9z73lyS8c1zI/1uj/P3H5yrGd
txYVWl6Ymk/12d7m2wJdx5B42adJjUTHh6C+DVAQ4dbeoMt2UOxFKfZH4+LSzuzc+k7AGcIW0HpV
z1Qk8qAMI2prO2Ah8sGI/rVEObqZAYMbFRymJo/0GHo9YsaYsaAz3kDkldlb8HkgjVaRUoGIpgYs
z+WofHbkR7VIemDcW5KJE+mR/bq9FxYnDto9P89o8BlSzkfihKmJC2zont2mpW+BMpGIsiMOqXPb
0NK8IWGNijK6YFCXp3aCWg5SLybtgKb/loTDJile1Oxtzq9x7d/H90iPozw/60fMOJDLaUvyqA9D
IR+Ak+/cmiEZZxalDrxJ/NfQJBDpnVuiBgXZPL9nxXrYQ/EATFRCFOhtla09pK9RQbMZQA3wC5VD
BMaXAwLdk69IIRQEG0Ev9qzp5TbLOINMpsQuN/lad+6Sfzg3R227XoXEKTNgqQIh3sm/GN43wvGF
902Os4Ey/ks6F7z3LgZHrdaIvKQ2xBic1EVGmrMkhWrzX3IfAqSGgh5uJeCFAaRBO8flDEYaM2RR
PQ0ukF3QE5QycaP68lrhgpq4KyvU3ZfFQRIKCTT1pNeot0Gl0nOgWXyAqB7Tv94+TnRDA22L7p6T
o0pImRq2YmbPpG9qClKyd/mdz/YhqmpNR4LYie7y4ZEf7/CyXat20Wi5f+yjGAsSK7zcr4qXQaiW
AjjfBhf94WCWM9LOJOCYkzbRAV2/qvV8e7w/OKSzm+TKHnXUMjlTQizy4Ip20jxKk9FBSNOCYnOG
Wl5m9874iV9OaI34ndkktiGbtz/hR4bw1idQvrKbc061BFkflX1L1GODJp8868w8cmq0rEY7BY0X
PRce27gxqvxNbj5GgPambIOCoa7muzj4nZemDLHBYdcUDaKThymz41q6UxnoHaq9XjCnuik3jcxt
e7HXx5V6wPKmAWJJRdYf+APa23uNLLdtoAwu1CVY3bPn/6sNhGHxZ6APlTXwdrA1bs8b5fn/WTlA
8n5YalHSobxXMWroseSZwR0AcxONIi9R0PFHMSQ9mJwNTxkncL6haf222eUdc2aXcmND6TeyGMuD
W/N43XdGmPWWhPhA9E4o8MRibPXMC1fYfndotU3vgwBMIyFP5F4yAvk1jYH6lXo9hBJntstXvo5u
2PlnVhRUcsGKKePRR4WtiQrxranDUlRiROTwV1LcIb+XqKg6bcBRpPQMqbbeatGBZk39x+7MvDOn
EgHZpR6CCSOiCdXHakhBZ0Uy2F/ANCJ7EHBXM8PTRuL7CWTvTMbbVcgZcIeicJG14MABMbUhSSdh
p0AsXT6N+bYAs/LtRVuaFryCADpDWhVMIXTI08l9JnuF2rrVcJdCuqgIH7BXBzHU4y6DTqDrF6Qf
92vy6At7FC1aAvgA0dYC2iB6VpQyg0oa07kT+1xzuT3Jdp2X1pClptD/3YNlXgHYAnEZeEpQ2qGB
ApqWotVBVDtXHI6FGJCuf44ZS+aRld+hV0Z8WJlSKpvxj70ZPwo4C3jnaHrTTmQyaeKEzh3jNn8c
Bp83C9hFi7eos2gTMoUEQjYhFvOR93tlm2TQr7z9DQsXI0h6AQACkyYeNrQodCEmCV+FWuc+qAGP
DLNIWDRRMr+SqdKTta7an4Ij5acBAQYmCT6OBZUkdVUkk9YyWSr3biyP2d0kSsxDojQM1AtjXwaF
SpNvhxY7Xiiq0fAbsC1nqPtno9aa4Tjxe2ZSIbIoC6M+eiDZQnhcWK0SqXrblO2uDdUn6EYKhsKP
sj4pYPzuvCLTSw3ODCK3jSlA+rPi6sJm2oCzmB66n+LYiKQFe7clsiNSwXUrwN9IQjmtuPiljQyf
ByoQ1EAA6KU28hCwpR+mMdIiSfYC/vV7kflU+vuuvKuFp9uLSuftfzYWAMNAHKC+CKkxKnJL1KYH
N0veu6JnauIGWqUbjYPeVlCQov/uQDoINNjLWPd6qjBAFa+V0WlY0f9+AMJiyOuiGEijLIuu9SeF
KXu3FC1vUO22DKxZArbIDZAf7qppk4XbFJV8Wfxi28e8BcFxKYMu5jWL/NPt2Vja4jL4nKFVCVUH
PAMvI0wpm6ROlIreZbz3sv0atWNckEomSn63GqBTKY9/xo3CE2rhAG4DUX1pC2RjaR9kbe/yTfQJ
GCaJFRkxWHiUvzqm0KEA3PIraKDlxT6zSd2mfjXwRc53vSt4zJeg2pFn5wWuUH+bJ7UNeIsxtmDT
4QbiZZPBN6touXkCr041+li0udTMgkX6ctBT0YDNkmt6NxV3YrQp272UHOL2CLXexgwHPUeXTlXs
uAgudDKyw7TGxLS4wmcfQB2tqk1LcZx3mxAwppSkZJAyyzuJIA9vQS2mZOJKjL824vmDzpInuMLl
KJKxzNHI3Q1cvSlTbS+1a/nHxTsXB/jPzFLPFqaHhJoWYWZHpna4uDRYvMoLeRMyA4GMHbI1s95b
YEUSSSX79rH5D/vqj3E6x+oNvNKPIgbZJNZBlvXCRLZdfTWnp8faWQm6llcQyoi46mfJBmoPM16F
JHsNW0r6VrJOEz9mwHeOD4L3rK2YWp7UmXhQmK3h3Xm5eGHgD3zIVr3bZ7/78CCDqdrD6z0z0L6G
XFjuWd958/3fTCY6scBXPZPjX0VPeZOxTYdD2uLuUkG3Y0l4LhXQWtYZjXSSo7bNpm2c4Pdtwz9U
xVeH88wwdRVAr0pNcqnH4ZzAwPcAqsqniQXcpIAPhB8MZv3iPCJsCDE7HzIZm74/FI3qaAju+ibS
IUu6iUQ3KE8l+8h7LeiPbeS6BiTVWr4jseio3cqLcvYXtz6ZihLqsm+GNsdcgVso2ajIsPm90zBr
PYtLU4O0GlguZ05NhHuU3wqGPm8niFW4kXaQrMDMWl2oC5I+e5It+5C3NhLwAoB5OPmsn7TKZTI0
PkweyTXvxDMHvODl/AAis20F7MlpmOxecAa872+v4MLRAH6HRRMQONbxGqG+Ep3IAVcw82zY6bQd
vHtJ2EAE3RjFYymtMRwuG4MwAeiGcVvSfRheOA0xk0o4hxkIkB1f6KFMQOT4i0UPftZFK9Hnwkpj
bP+ao/wbIOMcqNzF3tVItfdsSxn/q8n7Y4AGUESDJEFrnO3dIqn1kpXNMfvwt74tTehx69eI6eeN
SW3c8+H8eJ6za6Fkil6sRwxnJ5FuZap+cCu3fjjlIsVCaOKsww/no0cPQDheqZFvETeZXxqV2Bh1
c2QaojQbFSfFG1gQNYlA8lTHyqu2fNgc4nEtRU2nP+dwBwNGnx3QeehFottxwb/M++hfw95k85Om
eMVdMCazgnzDK7raj/Fbx0m/EdwrWymqq4xIbfaXwOt/vgF9kvgAoF+hBXXpzjuxaLVAwJYtyvuA
f0AtHdLgsu/rIr+5fRKXbsSZ3OWPKSrOiMoh1ypBxukolWOZOc1riXzoGNZ7ltmGX5VkRAcPPCze
mgr84sbCy+EnO4DiFuURhdjzqopjYLjNVcJoPbSKh6hZ22ILYc387P1jZv73s/1bD1kRjarXu+zo
qOFodfUu14eiIu2b39pVe2x36kRATZSMIJ/MPriVCf5pXrva42cfQK1lU3BRlUgBksGbwepcyG+E
JDZbu9ab01GyBOudIZNxiFgyGndd4jT6YDc6XhG5c7+y1vNaXn2KKKLbXJ1TDzRti++NaYtqEhJy
yd0AnXJgUFiQiVZGUr1GkY34j9TiQ/na1A0RJt2b7rT2odFb7+32h9CEnP/s77MPoZ4UZZznUxrm
SAsdu5y8Yv65hzp1GgXiBHYKZdEEK/KgRHqHdyvf76f4gausZtLruDWa0gIDSHwM0KGa/SWd1D9f
huw9Hnhzopkm8q4RAmtqGA6u0OWvoVb+GptdkH7cHv/iOqAfa6aUB2M0/bhQhWaUuAjrkA0cg6wu
yJM9NjTkKjNzrwHj5Rp+cPGszYVE4KZx4dJnLUPFo0/baHBB9hFthXqKP8Ygylb6yReP2pkV6qgN
muAlCldi7uJW3EO02N8VQhBYudRoj7dn8EdK6Goro7SCYEeDxDlNkaK2bFaFDaYQ8VRnNda45W3e
RtP8E2MFdvGK3WINX0a0Ybe1OY7H3Pb3L/FmtLT31vI3hdlanN1b2XfwISl63W7we2c+hlairwUE
S8G5hof6n2+lPAD4WYEoKOABIj4g+UgGDlkB7wDNn5jniVo6nv/QHP6bTNyFWcqze+DjCOUGW5kp
DiH7nnuPnbBRs6MEGFh6Kjh4mduLsrj+Z+OkXpB5rHJxoCaDq3ThuM2HoTLztqs2shqudV0vJWMw
OKSwZnVGnFNqcBVYnlM/rAY3N/ttY/F2duIM5kt+nFcXtPh72crs2rk9wMVze2aUGmDHDHNbQgb/
yfTeDopgoV5Uubiv6kAiQS74BABgZSXcW76hz6xSAWUKNj01CzBUvs/NwZGaCdDmY+VAT63KDmA+
4j1kdU0mXfMay+v5Z47pRyXXItL0UNl2Wak58ng3oMCkMv2KM/wPx+NfM/RlkEAprm0KFLo0pPlP
sabqHbsNPcIrv/y3LguIwj0ya7HnUmkCaX9+5pJE67REA8ZTj4+5FjR6bsg6fqrpCnKmTQjF3NCA
M95Iw6Q3ngV4sl1lvgEEkiFypzp70+qPUtkwHz7zzQ87cK7psrj2ZFkqnV18HLW9uYrpsljAUUo9
04/sur1vIlcVjbHfpGgN0CFenhtSvItalTSgONL+PrF7YZ/a6UyoQd+awdIXma+HZprvY8VsikpX
irX6/+J7CfeuAIk6MDDRonGMkHWdWOHW8MRXfnTk9k1mwLZj3z66/2G5/zVDhZue7GfTDJ5wI8YS
QdOAUoioPjbpEa0+ZolmJYQ8PKAiqpFgr0nYECrgajnij1Rx2Pw4MAVJwh0XdzofcitnfG0OqJsz
ZMRS5btmcMERp4txoGeeJTH5fbtKgLjsOM+mm7qMBi9XOo5tcSvEuRWF+1i7K8vordBOWuRkfrGb
2DdhekjZbdQ4Xtsa4L3cMuq+1NYA60uDBl0BLoxZivJKzTdUg2aQ8hHuRSmHDzHsZjviYAyFzO27
NJXWZnnetHTMcG5QoJ4CjSZGQQkQgX9XyyeBbQiIcNvQCvNtyq+VC5buCpQWWZA6zyyJNAOJOjYC
P+QeTvCHn3/WwYYFXXhbKnb/eXtnLxlCjR3JHl5DSzDddeUxUq/OTGbuUJbGVMCJMe1TUfXOlIdH
VVzz1gv1PaCckNSE/N6sL0V5hjHG+9zrUBqdcsWO26d+SCHS1ulquxW0nVZwWyH81rK/7Gr9icvP
zVKXoM81QiwFyuiGYAipt2H5Gq9xPixtjzMTdI18koYxzxhoMnb1a98dq2qA3p4VJiJRY7eK127X
pXVD1pQDCgGIDHAAXO5GJvRKgcmZ0W0CpHFiPPuUe7511L51AlQK/3aToPEe1G/wfyh2Q2nv0piv
VkMUBFDBFAFYqayO/xDec54o8cq9cX2mL+3QR0yNoyT0YYfRto3yPimvBXpBH24P5vo1c2mEcuVN
l0CAMQIyBkiHUudFj90y+chat60sPNxhBuJpc/UH2VQ6vQ2xw5HtAJV3pYHTB/UT0c/Ag5PWnBjD
ryEt0m3yVz78xYzPqbRTxl8jMghFwBgSUAOlGDlB8xWEv0VAG8ZtphYOL2743PBx0/RtD6WJlWm5
3r+X30vNPdDioaT0QJ2l+Wmc7hunNjqZoJVF9ldQw2uWqAVIAVRBuwwsVcomUDexVJqx/4K+PJ2N
WKA1VjB7C9gajAwXBNJh6C9Fl/bl7sWgmCAeNIwsTg5CFzh1YVbd4yAMpOzbxwxsQarV1yzp44kA
VBKJrI4GWxJ6dsNu2k7nso8oAx9hj5LShl9rUr+Ok2W4edQ/wAGmojxMfV7fgSZ1qPkRdRDOM9Wq
HElcgF+4i6PfK3ty4XzNV4oCJBy4oa94rYScU2vAfHhXrHBFDzqHXq/cVMZHTXqA1E1RHjs5IDHz
WPkSuiCJlN8XzH0DmFH4HUm7KIi+UvWXgr43aHa3rxChZFrfypuVDbLymbROiM8VcGGeyLudGPMW
KGnNRinDLRKu8SkYm7V2kB9Og8ubHfcfAC4zlelcbKOeEKBgS9IYWFZ3lxOk00pylPXPz09R/zzt
X15e3t7e7u4+tk9IsZHvniT6r79eFthHHgf9fTPPDt0KWgSy3IOmVXKDPXAWRLYHS7LAiHTw7dBu
doLtWcJDak+OvOHM/CibrK1EJNlGT6u03df386xCpsz865DduGpdDzVflRNonrkSgAnEaiA45YPc
inmrnTWI4kKqHGVN3CdgIJmhwrTyDBdESli1iuyy2+BNsyYHpC53mSmDI/z2BHPz9U4v8Ey3A3pJ
9KxcpeVGVoiEsdVkNyfHUQczuP569MlvkZTGaf+2DUhPnm+b/MGuXJlEmxQ4ZOb4jSYlU9AaUYCL
XHaN3aE6uUfr3ToYiT7qWkg+rc0RrdPEtQjcykN9chxHd7amaZMIgzfudyv36sKDEFN99jVU/BNM
KJuzeSG7CgnNvDPqJwD5QjdydL3cD9sE2aTtGrRpzahAVZWxoyFEO2AK8OB81t/HzzIxhRdhP91B
0ax7bqAk/eg/rsz7fE3dmHcawMmGEZ7gQYl5Nw7G++FoHY+ZYR0DnSHvJfmcJ91KoTZH8k11Z2De
HyOif/AkPzr30qklzspGoHVlEHrOUw9iGLxStJkb7/L2qbJE9sehll3v0D4crGqfhNb+hbc000bf
j879vge+83vcKmvwxMVNf2Z49rJnpQuoACE9zMPwxBm8nh+0x6qzyxjvf6sRXm9P+0KWCaMEQdRP
X7SIlqBLYwPoO/KQbXDCUjLtO+2pn0DecRr8g/eihHr0EEB4bGVqr0NgQIMh8QRGKLQZQIfo0iaI
iJk+HHzVLbCikvlU2LmzMqzru/nSxBzKnM1hFkJJufc8xWVtcQvArRlZocnoHXl5QTXNEZ1VKMaa
ReqkAojQConPKO5gdEav+w5zV+3iJ+6BN3ILG9TJDt6Ke/ypSlBnBkSuAHpqkBgG5wK1RWWuHHk/
qTFKcOR3u0DXzFL/DAzwlesJQfnfyq2MPJR2uS3t+gA0hDXPQWr7hLUeEiN0ImMgJ8muSGRG92DJ
JjGZv77F3wo7NBLC6C+AL+r9TtokB2bT6L7l6cGmBE/+I2OpKyNa3BlnA6J2o5xWacgoleIaheXf
P+XHtT6+nwIBNWVApKugZwRB6KxIe7kxFJTpm7RTFLcxRF3YeSfmobAiCzNmTk78HhiT429rm3up
rYqou9wKdgFp7MaOsYjeA495ALm349316/fqggtErQavF2ArF+geIrULMzUJVRcqc2ZrvlcbxZr2
vEl8Nwl17+X2GVlIjQEbcWaOOiMwlyZTFqlua6I/HdB8SzGRByKa+ZEboRXZgYmYmijGbbt08+bs
WC/sUifF9+pArAQMU7bVbbPJ70IykA40Ai/lprO7O8+8bXDBn/6grTWIVoCVhO7dnCoIcUfJoLqe
HRmC0+ywsBbrlCs+Z80MFYwKEA1D1hRmEAY6w8a/1+zIKXTl7fZoFsAT0GYBePz/hkM9OxJIPCtl
36vua7ZBA44V3wMR++Af5P1kt1DIUHBFIqn5xq0Znn8wfXTAPAfddLRSga+VGqCMUD5PpFF1m325
lT/kbWJUpmgo9vgYf0mn28OcNx9tDNILyF6IwPwqNPsOG3kl13eB5gqlGYoEHgpFNB/tAWv6HEvR
LLLP/1qi5tNvhABieJHmaoHZ61IAXOu+Foy4fZTNntP5lZBudmHXA5OhbgF2IbjteRud3Uw1Wlea
Kc00N9tHj/Ijb6xJni3P3B8DdLUfQoLc6M0G5APjABn+4O9ZS1zZ7MuzhocGtLIksATS6XuAUjSl
k0vNFQ/sR7nlf1XfIDIz+Qd+5U25aAlRwgzOQZMqkliXE9amntgqTa+5oM8oH6IvBfJpFoqZYHee
PpSVbbfonM6tUTmOJpa7UPJaDem5GS6GJpn83r/nDtVOuWNjvXqH9CSfkrUX/sLFN4dCfwZJ3eQR
Gpg9noNZ7Qheg0fxF/e7XWM/XnJQ5zaoy1XLC4UL405DQBt0pP9AR9ix+s6tZoU8Y6HWoOIOR+8P
XqNoPKJhB1zoQYUpzTzXiGuSnPqnDX8aDV3S6z1nbsNj8nTbVywkimAQAC4OuRg0GdMskgnbZYza
wCC7VUhpB3iSSrsW92eAqjB45glvpcAACDoES/V213+usqAszu3ZF1BzC+1hH2JW+ILKQEPXPVHM
wBI+a1vevNzxBsg93pKnyF4TV7z2JcBBzMUzYErA3CRSD7VRrVIOZFCeq7CT5fGbsuK20zfT9Nbt
CV6yA7V0zC2YEmeJhMsjWMllXbdFzbisVmwRh36Vk684oHzrzIIf2JUAYf5pFx5SRHKBQxYDLwSw
UdHNY6MQQ+ajiHk3YeCE477KjBzqDCYvtMJKvClerRvS8KCsQzkK6lkzgvZyZHwAeMw4CZLLTHdc
uWWLnRptCo0o6ETzmBfP+xVCySQ6sICZ+I/TcJJyIvFPiNJ0RbCHX6z/0TqK91gk+vTEoYKNP39X
H3nuaOpjX+ksep783ThAccyzPN9oa6NB84IM6STw/6WkfYkT0nSmXCIwT1EDexrineCvIHSurgSM
Elco4spZ2PDqzhEhz5Jm84syC1TPLOsRQqcK0ogRiBPMJIxKJ+AL3yzb0VvZOUuWVXFm/ocGDciO
5511dtuJ0gB2QKaSXXlg0Nc9gF/eF/hiUw+Y5FDSUlup4+xe0sa1Qv/S0s4dSkjMIlRCsYW6N3qm
Kn0oKMiA3wAnwRHGg8ZGvJWyJ4EjxSENrDbfgihdjg6Tv43UY6bFeskd2F5nOSdg9AlkyZ/auJsm
q66IL5+4FmjM4p33nVg1BVA11xaTPyffYXlIGw89nHabvPmp3kmkjXV1x79mW0m8Z9XJCiPi9Val
7gX87fbhvI7jf3YwWM0kpP7QXEgNVBbBWdpMSMdByvaE91MF7DG4JNuy8J2ibkaj6hLeiCuh25RS
fd8kMri6xvLRl9PW4DlP1SXNM/o0+07nEUIvJtcbIVVCwgupQErw4ZEuU4bN7e++BoDMWDsNyDTE
sxgCHU8KAd/Lk68mT0KtJhtQ/KV3PCNvggT6BiEA7N0AxTzBGyytwFlDSFxYUhr9rbg13JUiSZAp
xmNwziTTzq3LAZSPqslziwhSDg2X30c4smLVE1CYkBIrGcvNKVCeQ27F+1wnX2BaxcsdVOMQxWDp
WFD0ZKFkK9Z/SnPb63XB6TmrY+2+McKnvtkCjil5v8XVLqt5Q1w6WJjFmCGbg3ewREuyyHEusHGd
+U9Rq6kmy6Bc1HusZ455F9h1yEGUt6trZwo8ccsHTGehr4S00VQYKoTbTa0vm7Vw8uptIYJRhdck
aLtCHwRRP+Unuga861HtP1WxiExbVOsyG0v6LJZtVUI+Wi0ghUbclKqt+ewETbQ6s5owijbqyK8h
FK6TBPgakM2jrA7hGrgO6r7zIzYsQLHhP3GPaqCn8WH8ZkHMNeloKI3wzhKNvjez0BS8IyeatW8B
mpOLJWHTY5J/8Xse/d+Fk0JvKyERqmO/xs6Wom0umQq3kwRD056VJ1/UFWZtHufwlFraOVmJ3hzc
0yC2nu+7M3+bShBnyNMeO+rZk0ng470r7NP7VrkrRY3UzWve/x530WSn8rTih34ytFe28fpEhQq/
g0nk0vYo9Dy0DQr/iVfv4Dw8w38YGUDjSFBsW1XnOycWT41ksZ7BG9VHcs8+9M+iOQ6GFO04XTFF
nggnyU1Vo/eMjjE18O+vOZ3rCx9Le/aR9IXUlpISlLn/BLpE7cjU9iCYgrL1DxLqhs2RM8UddOVf
Bd9R7hl4/crgdFZaWaafwhA1VWBGwCmcQawzfuNyqgR0hvatpPpPdR+b+f1YPmelOfi2l+uy97th
9l1hl+1bNkVEEPfB+FWxhszZCnBBg0S4zEaOoTOhjwhlbcIWZtIZImNPI1oT7pLEjLwThDLEymRi
p9UIl5jSvfALFVLvUXtook0FKokGyV3mtyjfB6AgaLlDu52aN0UjA2Rew034GI+QY8m2jbSG4fyh
Pb81eCqPIDJpJ6YQanqSD7VsodmR1MND6B/+h7TranLcaJK/CBHw5rUbAB1AcgzHvSBmd2bhvcev
v8Tou1uyySNCd7FSaKUNTaFddXVVVqbR0XgbRq9lSbJ1Gr+ipQmXNprz37NjlK9jxZwCx29sVXkV
B3P8Uv2Nzz3KQIbnW200W3hsoz6oXkKk6hHehmTDCW3o49w9QsP+qKk2+Oy1D0/eaN0piTdldgDK
MJg1yB1Vs+XJzYpdAlxpSDpu4+u0QOE4f8kqs9CscthVq1B7KN7QpHL/Jrxxg6PQpAKgjxANuRWF
SYiPWt34PKf6pya21ZICG1/6GzDhdybAWgkRw5Xe0NHNG7SrWWh/q2mGfq6tqlN1dOUlUY9b19LF
58xB3ZkTSTKIGfW1559GN5XR9mvXsdmjiB7wJA9empHKsiXzsamLS3QaN07nhWXGfbWJOEypzPkn
LiNpmoDnqKBGrRFFtcGsVGUpQcf5wuxfP/kRGyP6h7OfOYRBT3U5XLR3S3JV+cGp4fccbp5oGtzA
10ldAE+RzTSJVlyPBMxJWwFBc6fjOAbjxtAXae2u3ln4EumfRqQ5v8a2XKdRIZZyKwWnXFd6kPSF
xl5pxWFVdppA+7HOnFpL9Odc6I9+wze7zPAHM09HkIIFgviWq61BRz6JTbEU8q+C85ag3tdPe3wh
hEmhMiCCBA/0e5dzhX4kLUzrIDy1nrSuwsg0tIoCyl5rq6K2g7azam6TRR2U5B4j7iWpHKOyYw1w
5V/3z8x1kRLFbjBvISzEwumayjhytZClUU3z+KSuYkCahFfNHl04q1imorcRlXVFxPf4AKqg033L
1wCh2TLUfCXcsIAwKkys0gGLIdZGkJzUcp8ZduWDk2edx0fNO0nq70hz05p4aLfg941q1XptZh7/
VojPAxgDgmyW0sgBNH3reSCrE4/qRbiFKWgBNlRSvgIdXDHBwgPwKr3EfPIcNpydaEFOZA5xV3wS
1VQ6DXBDdtTXNVA8CSREqiij8pAHC3ftjd2MIhwiEehrIInLZie4DBjfkK+SUwVIhFMvkdvMW425
Ri5+PHONhGJfAaeOHy+Me2186b80aVvsO50uJfZ/akKXlpCFQL8OwEjIfSPHdDl7WpV6uRTEyWlM
pq0fufK4FSrN9VqnPJWTbPX5ezGuO4rYwuRk7/n+frtOgCK9A4QLuFwgOihAmf3SfCpycusFXnCq
hJkGK+pJPKLj0+4SN6siklYrfql35Xq/XJpkDlcygitK6IzgNIuJxGJLEklAA9b7NCnfHJJM90c4
D4CZXyR3NdS8QBYESj3mQA1pPoCpUgtPUtAnZtBONeFznnK9FtP7lq6L+phLyEIC2WdI8BpsZJ+X
tT8IWhSd8mw3qg9+N4H2B71m4jcyOson+EqTzCptISK9o+oHo7EnF/w8pK1JJu7ipQruNcAF3wPe
SKTQwT49Cxderq3WFFEkckl0aji3n+klRJpyj8qDZ3MTKbJNetBRkhxJfZROhnqshrVfIM0HWbls
YWqu60rzp8hIHwAuOhOkM+ep4Ie0ysGVdarkr6J47qqHmjtKKSShAssPieqhqT86KYMpoVYsbz3I
9SG8FFsRypTW/WW6tf1mhwH8JWo/uGwuZyXOy6EXoMRxaiUJ4ZDRZqtKihrgcvNpHWllYiJIWHq/
3DIKciZw+mAtcLMwRpW4DoQ0CONTEuj6Wu5qftO370LT7YBCmvDEi4yFF9ONDMgPfwJWHgLjM1fE
5TjH0oM4x4hZneTf8rgZNQGaDHhvyDVJnwYE43VoCa2lL8GCbx04Bbw9aMHn5+wYE2aJfVtEeIRH
J03tJlcAw0mcotelqaYF3zXfK+zJ1kBAJSDBAhI/ttlGant+1PQgRoID8kdSCOe1cMnccs7iuYl5
Wc+uNg++GV3+UXwKaoEIekzaCXH7lwTowgufvY8SgaZUHTvRQIaF0tStHXNumgmGVF8yEA6V8Ukv
FA3ULANHo0QAJKnQ8NzVch20U2m6+vdnQ8MLH71LKhCPbAQ2BYEw8UYdn5oxQsPssyeVZiD5NBoK
nMd0aYte37KzOJKMgEcBTgg3OTO9eRcHU44xol1VsPNeF6GiPpTbSZgeIXo+KzlosekjVl0LbQFk
WIRWXTloQ7PhKlAh6FNmxcDY222tfmnRKIHaigt36SQutrTPDupqs6HchEQ32rvA4HP5qQ2IMYp0
ErAc6a5VkHZFqx7RpX0NPbhpi9ZUvl7FS3w9N/cfpgi86lAwQ+aD8eB8roySPCrxyUhrE1Te0D1/
4iaaZs/IdUuV3eKFPui7mjfR88v7S1HQfFTZQaOHbq6NGiDVYNlmGt4Ti0kskhOfd6HL5TpaqPUk
OUZycIpBY3/IJii4KbqX0rHo3//1XkT+AnU3IDShLv8To5+dPUXy42IomuQEaiJ02+4kxexLS85A
yfJx39J16zi24LkpxlWCWRUCUFKdnEQXPZebNy2xG896bd9CCgIBK7HRhLktYqpB6i89RNDvWvsH
dbEafR3TAvGrw5lBinIWtGaOPOR4pSkOk/SE9HRt5qIAxrEYEtP//gK8MMM46FLPkzTq4/SUThG6
lLfgmgrEHdhjhqVc54131MWI2OBWLP2Ab3WYkp7E1ZQT7VV/h3iyDhUY2lhIgYX20BPUvp4WVlS8
3rnAKgMEiEhsVlJm4g3w+EddFRbpCXAzCwn3z/FUu5H9HR1qYkemDnBJb9ZHdQfx13GH+2Mp+Lpx
OV18wPyB57t3VEPAFLP0VPGZQUbVSCw/HjP7/jhvZFMwwWfjZOIKX86B3C/y9FSYqndsexPUcSLU
esGFaXPiun4Wq62arRes3ribLqwyzlDV6wqKJxicdviqfqcEtanYlN8GikzwpqLSllrjr4f7Rm/c
FbAJKmxQ0+HB95NoOZtQ3hd9cBg06YmL8aIENeovXBpQsmi7mIZdyK3aXhyonOVLgNIbqef5OQ5M
DYBlyKmyuu+o4PgoFLXJKQE73yFqhkLAVezLLfULTgAYSykn/WnOvb34fDw2ZEjySnGKPG9yGo5x
+hL4UfcVc0bdfeG9V49IRXctB0oOQ68CtI+UYJKtBLmoTD5Stcn1lQk8ImFVFyqKEb3xm4N0sGIP
cS7nSCkaiiUkQ/BLGkI/NNshqmIXQt5DRvNMxY0gK03Wm/en/+ZRnknAcEvjAkRR6XJDi3mnKGVR
JidkEhquM/WaCD7oEbwHzaC9o6BgrdM4BBtUT9Hfi87W+x8g3riMoNL29wOYIy3LfBZBFAsP5Wjd
KjwgpG0Iaep4W0ONXaIxGGd/g51ysHXAS1EasYOaKDuuBcNy86fi3oIXzHLSPDY+ZjwkRvpUqi6q
Lf+HzwTUGfSoYJ5HBodx4j0aX8cimhKwh32Hn/w6crhABilvZYet2fW2WpFOJ3gk0dJvaaW8cd4+
BRK7o0aV0AHBebzxPAtlylikVbzphk0V4sYnpUb4JR2Fa2ov3HwyyufA+AKtiZfZ5aq2SJBz0yAk
p3xcl+quLWMSBzbygxJ6mSPpu+1Dq0Fuv4sE0sVvIxjovW0IBZYY7T8oYJYbXXoxRqr26GZ7HaPH
EfCG1KxKjvRLRfdbHgBvKDzk8Z6fn26X38oFVdiPkZGcUNXvTL9VC7NMR48YmHIL5VSVJEmar6uK
W2LHuvGkmZGC4E2aG3KgcHNpGdpKXhmrMmZJ5f11PUg1gAbjtFfSsli4nG/FACg8QnoE0Tc4y5iQ
uNBKX6mmEA5dEmTwWbejFRn5C8o8Wz4ul8olN+8PBLVQ8QZGH7+YQ8Uhvgxb8Lic+BRtToJhRy1p
QIvVPKujjXpA+BpP5hgsXVuzs2ACS+ncLHM7enoQelHZpqdSJWp51BS35Xe6jQPKxbtiWI3VwsPm
GsWFjQ7yXmSWUXQFgIxZwkEpayGAZN9p7JCDALIIalm/RIDVa9KKryiG6McA0VBkcaPZ1VSzedyk
APUb4LKe/gjj1pMXPumWPwNeBjS3GqAzqFBfbiq+FLiw5TjERoHRbcFDC+hIozyJXK24EKEOdkJe
+pTn0pC2QOwuPC9vpQckuCgDDy+UxsGVdWk+1rwAnOZxdoIoEVGjN21EdU9ec9pWklbZ0KwS/6HS
aytcknq7GW3DqCjPOhDIPTIeUhZSoIg6WO4VMpQPNZ+ZBoRBvMiKu5RWfE5r9bVrHPTyEz+1FbWG
a8RbsLDQZj8JKOQFEOkEr9h+CF/0xOQ9Cha++278xjGETitCcKQGkbNijyE3NkokpEJ2glI15aSN
X3fgxHCNJXzNjfoQEEx4cRtzelIFSORyGcqyVfUilrJT4lRP3CYlNYV4Fnl8FB5/V0Rc4nK8lRO8
sMfsun7KuqYKYC8nbmDLf+amjcfvaX+MHZW8FtAzP9VQS1y8vW+c+Au7zEWTZUKtT5GYnbrfeAfE
8i4LPjNtpeQFKDOg4lTpxFNccHTxw1PN7Tx8TmEmsTWgdajd5YWVJwtI0hvn7+KL5i1wFlByk6x6
eHZmJxTJ5y6Bwuz4FLt+IELwXQ+LZCE37QGqxoOfEk2dLLvQOCahVhewNw5on1wj2Uo2+Sp4GrDm
QNZTntDCnbtkrK6kdN0T8yvdeTV5ub+zf5ASjO+dY5P/+Q7m+KUdWo4DAztgBxoSYhAJBWECOlfs
u+/2fVWbTgZIa0G2p6f+18PDUvr1Vir4wj5zjddZJ5VCOc87AZwVHISVg1dLHq2Gbe5h+AEehaH5
4P+6P+5blY5zuyzzUDi2YJkIMe6WjgpBkz0e2TTxIG+xMqXNfWM3HkgXtthrVe7DRA8wRl3bdWCB
jZqjN74M/vciMOZWiujCFHOVpnos56OEYUmHFO01yMSgM7jb1T2etqSS99FHD4ii6y1ltG97rr/7
iC2sKL6PoCLAiR6FdV6SNqe8y7/w0zb+BjJnik0OtCu5VT6J6kK+5qZzPrPM+DBsn75PJswuLz2o
AqB0kT1AeG4xOL7ps+ZUNkheAZxg2TSqXuVk1QemU+F2M+ZRsVMBzQ5gwN9w0B3W5tpObFef4iuv
tJTXbSPaIz+ZokhoVEvs5fOWuT62fz+GcVdZKyTBIGCdo8LtAmvAu4ajUF1AG3wC3M4uNbmlvNjt
XfzX5PznZx5yfvSCXAbzLCmOENkNeFHlN+CKhUUqEfZwoiIEtv8zfShmSath6I1RagZHrPaA1KgU
j8puz6cuHnFcZ3ELfTKsE7qyx1xHvSeofa9AICq3OjTVR4f8hNyF6ZGGCOg+DMhXagausb7vFpgr
4D9WgQkFfw+SCeyRqQQA6OqmGpyx3IVeBaJg5MLK96okkvelJ7bcBgtxDLOEs0UN3Udgm58RoAi5
L5dwKqs4abMeultm6Rbkc7vU8zgvzNm2vDLA3Ca1pHYcFw6D00turgSk8v79nF2MgLkuJCSdebnF
CNR4sPo4om1BwD4QKxJJRA33ReEX5v1lYp577Jh+NuvZvh9AQxK3HEwKJbT4FBcPA4hxLKwM67iv
rDB3xOgnnlHIUA0DCtCW3iS7+eUo2/GtsTxkI/PX+2Nir/3/mMODAyKdSOizqpYNqI9TuceO72lw
hLTXBrKWRCbKqraVlWyGyJLWK5ArOvtpgEQbh17UFM3FX/c/49ZBx3L+92cY7LMjQtOXXkDM3Imj
TTf6ZJJUWqJdoWtVEkcm77dEm6jEqwthz7wPr/fpX7vsbCd8Ffsdhp9siufe8t5bp3jkF/Yqeycy
k2zwzGUMgpVoSg2o6ek1KPJNoSViH84K7h9l+yaFucUDYZkbv+RYISPSQCh49fFSCuH29v07VOZJ
4YGpF4TnGOrzkS6RCC5sI6SNLh2Kl2cVWK7xw31RJhy0i0HGYqqB22CoEUdrxPGTZnrpYxlYoDma
MruGlkpJEiCVoezdrrrSzjtvI8cFnaYVuhcaY19Dc+P+Prvt95BFQwFpFqdibkvg07uxMXCEW35V
A8aGtmsDtUXLE6z/nyHGwVZqpFcgSsMptqF3tdm26yVhp/9lU/0dC+NiuQGaJXGAI9OAsSHCqRVs
jQhm8NmB0vDBhOY3vT+m24cUuRIU36CNB/zI5SLrgt/KXsQPTigAogj1haqpSNJ9twBsaGin9vZR
Y7fhEmSBiev+OT1nZhlXP4ESQ0kDzOXAPxl+TpJXX/YI5y+d0psH5H/sXKU+AkPV+UqGHcn41JNV
cuS61XhCO+G8g4P3zv+ozaKTyNSI+GdIl7qCb4QByGHyCACQjALwi0m9iIXiR+iTgZcIefTscFZf
/IEGhz2BkF4MO5sbTpy3WVjT+dRfOcAzo4wDTNq+AQAKRqHV/KBzQAkG6NHKt8AyKMrOB9me+CJr
yYbHeQ0yvIryhZiLhUf9s7xw70heaeh/YEvoAjSpenES4PqVNFtJzXMrxVbj1R9Cact8Z7XauCn7
EqlVMwB1XQYpnFh46tAsJQb5JvahhvShGW6beNvUX7ge2HTY1cfNe+bszu8rKMqB5w5+TVVsxUvN
xjh67UoaTK9ye0zJozBuCgje31+W+SRdrcrMBQenjEiNfZRmaZ56Uz+b9Xw6+atGoknquxVnfE6D
Yuk69y/zfv8M9Mwisw+kMRCrqYVF5YlbP3tHYTtsxWNpGptwIeS47bjOTLG3YRomQTnAVJ1agv3s
maqprPYWRF9Xyd5ZYmK47bXOzDH3XlaGWQTY8+BwgjlOFIqeqsP94VKzeMjoUjqHBStfzSNzEQa6
EYdotx+cIlM209Su/RIIW5Eojgpyi8CtZQF/9CIhnZkhA+BDDBHFnAnXUSX9X+LVuf8RpFkGlLeZ
JVWhIJYXvohPaVdi5yricyEtbJvrfaqikw6iPDpew2hkY1xzXheD5OfC6LwBGmHBIy4FFtc+EQZQ
qUcOFL9BvfXy/E1jLYVjAQOanz1zFa1BQod8RihbZZlDOfpdLLqFWPTmmGatM/hgNIexfTIemBib
CXUcR3rrgd+KKGQLju0M77h/xn/6yy4POYZ0ZohZH5FvIJk3whBOt0ibX0gxSuvxRTIFEm41a7DC
TW1/VxYk0Eo0IpjGsf/1tKSRdXu06MxDoQ+XyU8l6MzBoSFAHZQKEyyq1KcVlXecuQR6uL7AMVAo
Q869wPh5LG+D4ZV1pibq6KQ69aD4oZeWEJn1IuHwzbGc2WHOXgxpvKmSldGJnnmVZNWKS0n1WvEP
rZgvxEJs9R/n/HJMzMXACUlYNLw2OoMdE91qbHD7rCCWu9XpuCcTKKaM+RetLLCj0HhVwL9tM7Kt
6Mxu4y1G4NfBy+X3MJFtGRt5LKQ6vgdPpSSyPbWGQt/CqG8bAcUkAgaQLLDY0XLoEsnvYUSV7QZl
3nHCKjYLbuuGw56H8tcKEzsbgP4VKgcrcvSaaY/9KoOwMGKgRProfcvQUioNysLIrh8G6B6E2DMo
/3AUcA4u/Ywc6CO0eGBTi+3I+N1HK63ZFwY10Ix8/9jf2KQor80kyvM0osJzaWkUUlkq6nJwvJhU
zx6oGXfeodoax/tmbiwVKNbUmRYa73poxV+aaQR9NOI6npwi4jFn7aEwnCksrftWbsRHSFoB+zHf
MTDCXgBt0TRDP0WTo+WH/LFyCowqLdZSSwADHEAYD4LzBP+2YPZ6uWZmARBQYBMK6lU5XEPAqMUZ
Rqe7HDlkm8bmrdya8AjirO/WlgI6gvZjKal1vXSXVuc/P/OV6PyZ+kKB1VpWqJjvMmBqBqpIz34U
0SZcLwxyDkwu74dLc8xOkee2EKWBuSm2vcCVK/DPVM9dv/Ue42TVapwlSxY3sywHkDPsfv3/zLM7
yI9V6Cc26eQ0v/VTD8RRjiqwDc2gauXbIJQIEYAvVQ8W1pUlV21K9H7kWTY5WVhQmX8r1dfxjUcu
qO//3B/ebUuQd0XHNbAjOuMv5bpNcFtw2CbtU8SdeO8jqP5I3ne+xIBzI6GHZZw1yYEvwGb9EfU9
2zW60bVhMQaTE7WaWUahFZchwYXLIZFYd3aZ08JL0HrsjAL3UHx0Tb3AaSxc37/zF0CWSlRmjDKL
iJ8SgHXHJpmcYJNbTWDmwRpYtcrynoJHY+vRJ/AaPwTf8ev9Kb6O3Wazc88LIP/gW2CmWEz5hjd8
7N8RaA4VeIqVMEEPgTRNQkttKz7eN3fj3ri0Ny/52USLaduklQ5fNPIuNz3VnzlF/hRNzKFOimmD
fMnCpXF7YjGhYKcHDuiKtxUUEWmuFTk4LG0QFlhudQDocP61kYlHviIUb/2F2/GmDzozyTgFvZWG
2u+LyeGpsAMR2lbZaGQpE8HCYrBXMJV/rbBsrJXmx10wwUprZQeRPk8koNP68PirI+8+utPxTqfJ
Cox9pkQXwu+bm/XMNHMTa+glbWIeLqCZShrKqEFPFUhBDuh+Xdgv11fk5SBFZr8YaiMoOSzJIOwU
fVNNJ1OZ7Jh/zpM30CoVgQLq75XI+7QohA1eCnSsN0274GjnqPTKzZ8NeL4GzrZtVWd6PRjYRIb3
Hhq/4mHhXNz0dGc/f7Z/9vP1CV1MQVDOa5kWj7r3kkgHsTRjeenteyOTg84UQNTxN1iM8e68tJRV
ilcnFXbNYIPS5WVaD6RYN+vE1OxDRqStQOEIbPDToDnmddH6revy3Dozj73f1h0Xwbq6VWxUD2hK
IangVmvNCulA8QHUo5UpuxE4ReUdUuxkIZXFomh+jg2gZHMciUerajAeCPRjQu7XmOrGri3uAMyp
5duKWVvFRhyRmwUcstEIUs5iYkMPNKeLyY5b7gF8dWirg8gNStPMJKD8NdZd0E1O/tK0NH6snrOj
+Kl1ZrbvX8Udun0hPQZt0l1/WOrTVm8uwJltZqNpSqJnMt9OTmmVZAQGuNpUx2Hj/QHT5wPSLrIJ
HNHKp5/vBX1R8Apq6RfIPq3Tan866SSkBn1MyKdP31fPNdmA6ohwwD1Zn45PB8vZV3vRVmizejr1
O/VxKaa85XfOZ272FmfHpJ0STcxTzBxY1Z1mlzoQ41hwOPP+Z0864KLAq4PPEg9IJn4s6iwZk3qC
7/YTV8mDFJRHtb7meD4B8nDi3LRHz6eU1R3NVRBsaHm5Sas2QnnIl+z7H3PL66A3Di8QoMvQXcJc
zg3fCWMZipMTlr+14JAlC9712utgkGBdBUgCqFWejTkSAPw8OVB0p5EpQGStk4E4/P4QblTrAfwX
QdCI7Y7sExtghGItJ1ofeY5+Kl94sN8BIkgTe6C8LW5GUyVg4Uus/vW+2RtuDmbB/Qe8uyDMnO2X
O0UJQP1Xi5Xn2EVgTa9pSTbdL/kZIRVEclcFGTfyK+D+oJwBlQp3HBZedjcuZ9hXEVnhgMPNsPTZ
XOpLfQvyL2dnJFTdii/cPv7IvgYibowPw+3N/Lk8NiCCrdcKlY78fqlt99rJgIkAVPyyzgN1LbGQ
NSCYPK8QVc/xUxByQANhPCrcEQkyJDR7ceGJ+ZOmvDw1l9aYUyM0hWDkiuahQp0T7hB+cmSm0RFX
vaXY4SPYHu14pZoDQVqQPD+qpk+O+1egFvcCTY/9ZrB4U7S7FQ9QwGRBiMa8vx+uTxK0npE6Q483
ELsAbF5uByOYYi2Pfc8JspLIaFheEltheyxwrVxaYDYciAkTrxk4w5FXnK281av8VFj1qXs1TtU+
f8pWwjFYyk7eiKYvjTKXuZeiyRWE6Z5TPza7CbzMk5XRmGR0CVZxw1MgHQJKNhBgQS6UvTT1vgjS
Qcf7B7LyUK3ap5YUP8hCDE9/f6FuHVyDh34njGGdxJ9w/szFe3nTN1AD55wUrERucOw20i55yt2C
J/KG33jrYD86ykne+QdvzzlLzJnsQFFRnBvL0UJrgHYHDcSXG0VI1W4oC4lzOKTo/PArKzqSQKOz
kmqalwuDvWUMQQCydBgrUtmMMY8fRTWfIt9t6k12xO2yTv2J6Bkad6cFKgXWHczjOjfF7JRmrCo0
g8a+K3neBqp26NEvObuskajzoWkXIUvA+0tPFPZxyRplAp1h9AtQ82B81fNBj8zQVTcxvC226K/7
u+YqqPvHkjy7e9QogdC9XDakIqUMUkvYDxAzdURa2IkZmdUOKd0EQQv0Va2K5HZ6MI5LIqBXh5C1
Pa/y2Y5V61aOWnQDOAb0h1r/WZ1Wfb/23XAzFH/8CZyS4df94d6cV4TvQJ2jnoPm60uLYy56Ws1h
XoVmJSpmOfCEf4tyn2je47jRwn8bMv+MEE4TFW/4UFwrl/byuBeTKcbmmcLkKRlys+wyItQ+0mob
6RSkT2J48r25m7nMD1HykGgFrcHYPpNoof+o+BankNyfgqu4gvkmlkQmEYYK8hyYAyMgSDAevG3r
xqexh5eIndxBQ8S+3cxCt2QRgHjrLIF7AuU6BEhzTvVyOoKmz9ogLkANBzilG/0uXr334tCuNOpD
emWS7DognCOdRpvbLGmwsJRguL1g+cw4s/ZCX7ajXsB4CSWA1Bp2zSH9VGlOYzd0lIAiOB93ncU/
7bljh06upcZ/NgSHfVkEEmCmGTAQHzMheC7DPbaQcnb9bJW2hzp4GLyjKCy1bS2ZYQ60lPWjULYw
U//pthNd8IZsOPAzCFDfoj1/btb+eSWdHVleEcIMARIcr969e2G18dt4IaH3k345D4lmG5ICJlOU
EMDexbZnBdA5wTu7C1xQUa4KW99OZrqtXWXtcpb6Vbs5Ohq3hjm5xQM4YA8esjTrNcoNKFIlroGa
/r8/MBffw9wASaajXwU8rm5dvXT6B+qAJAdFHjjL3vXyNNYmNk8F2eDqq3bilnTgWk1PCnI797/j
xuG5+AzmTtCNUONCEdOSgHbXALTdkB5kDqz6WyleRcqCtav6LVZBQYEFaj2zShSe/ZdntUoDdOXl
Q+gGOUSiYiq8NhkZRwIOX6gHTClAw4UlHwYLCYc/4443g5LkaN2g6/vDvirC/PMhSO+CghPpl5+4
52zL9VoySoHah64xPIkKyaR970M+NxxIsI4PSH66ytIT4Kcbi9mCCkIoMIHPOHjkfC4HLwzoIBuM
MQTxmKPZ5YAmfrvStpFshw9DtpYMWy7Rew4RkS/fTkmgO3gP5frCGlwl1+ehn3/GfBrPhs5Bi633
1Sl0Jf+zF2paAC/q1Yf06IHsbNi1xbNYmAV0wtCWzSmv9yf+xl2Jzs8ZQw3WcNTYGH85VAG4KHwt
cmP1VQddrQfyWMEj8UcOxbUQ+nxZsciicxXXAZcA14KWXBEZ2qt2ISgblUWclIObkhwJEnDW0pqo
VLS6o0qnN/znj1/H99EEgzCdyGtFYhNaMsifFMAxTIhWvn8UiSY6UQCK1y0xzB4PI2ryCO53vlkg
UQYiKmjy3J8rNtmKp7KOpzrqnkhMqSDJvlyoqTDitgUE1u2K55DzCfSdlWDhIFy53tkGIvy5Ix8s
TmwHYRIEne/l3eC2WkF6kDfGaFu9PwyBbVPU5oEgt8cbaBmVMA5m0duG6xMjCEZ3pB/urjPX9K0y
p9+gk1gj6ynSXwN5DclHihl8ky1ysDMTjPzA9dLD8wG8qIRsPp43v6GiYr7OAjRPDw8SMbdOR9//
pGTb2zJRyRGpITxgE7qeQTV7YYXfVuafjn7+aa0Ysn8J7ekf9SCjJUvCv351toL/l1b2k04GqpN4
k5A9kmzKASn6lSOtXnvzPSMnJyFWS+/PydUxYGaECeH0igcSdfQxI6upflY4k/89ZNiaPDhKNka2
kA+Q5gm+8DyX5ti6JNflfStrMLdzP1yemjF5ycnG/frYrB5d0z1sKgt/OdZ2+7lyvqvV29q8P94f
3eF7X8C8rdJwiNJewBeoH41ZOSrdfBzsb9s+WqYFn0+erI6sVLIi1traO/Rl7ViEHMmWrD5NnS5t
yVse4WxDsoql6ijLvjbha2JSWm8aXaRmXVhfluu9C9QwMnoYaCBuAbwCLrk/7Tf3W20tdGFm2PSb
yap38iEJH9AhypvZG+TM78/5dUzOrDrj6GtdB0d4iY/IiyMPcC6wzuLcQEcQo0NHOfjivF0O/gY0
ifrA/qB0HGfoDV4K7pYmmwlRs87z/EzGZ9gvGQ61+3bICU93MXHB5kKfCQ4fxR54s+3HBve/s7KO
25Xz9CpRujs94AR+LS3/9U0MSnVQuaPcgMQy+sbFS8/qdZ0xFiGIGVMR+JhNXZ/qPDPLjzB7Bat6
XkdmyjsgBMlGt/coXwNtX6OZn6ARwYiWpMhZedTZPULEcuZTB/IQ5LbM2dA4LeoVbkrcNw6qbmaz
8XeZye2Tw2BmOlEg/gbBA1NYVWt9gwlqVmC09eAsTfBem6X9J3KbU7YE+78xRyJeFYjTwLkLkPFP
SvU8TCi5rBayoHbDLAeIGR30Li6j2PQKj18ZotdYouKXK2EcGguMdM1vORONDTiJ032sJYmZjFlg
Z7oYWpkxpqu+zjmX11TfmkJ+qVvk+qbEt8pgyJ/Tq8hWMTt9EOVJy8Wodov8vZUgrJw+RcNSw/e1
E52NYKVmIlsVT5XLTVNqRlB2Boyoc9b2GY32E0hpdKIucYWBPGD+WZfuEvUF7AlVAvB13h+XtoZc
zEup4oZnRDXgPEkA0ZsgTQJ1dbn1hU9f7qLfUzAkPIWsD1pSOa75HkdIy67QmuRBb3VMM6fqwZdq
hhCf+aiyUtiPIxf+yZNYnbVnewNPYwm9j0mBcLw3cu8wIdX3UmV9AY6uXgEtSVd1QFF2Fdf5awlF
lVXPif6wEtopew5AmKbQSA0GSE94CYA2CqQVV+OEvUS8IeeETaJ0yWvZ9TpYsKVqQEN2Lzdf5RDp
L1VeBtKmAPVsS0HdCIJiUUumF76s6xrkYGWaj4WjFDXIiQgI7fjoTyBpno8eP92DoBUgpnU/2bms
ZPkmbI10tMNY70W0PLdt9GtsOQXBnCRVjRkp3YRIIhxBtqP6zTRWZIylENQxRSyDeEcN1NJM6jBS
9nKu5+nmvyi6luU4dSj4RapCPMUWhpmxHcevxE6yoRInF4GQBELowdffns29C1dsHkI6p7tP91Yr
DMTRZYRLXp/tMIIqi/no23hMUF8Kt2VJ526ZYW22CiYv6VHu4xWXAvkNGbT9awesHqiUcz23YHdh
2T4nkMSxCr8Y7i+l/dCsD/ioCzuWD7kn8DOXsNS4w5RzeF1nYTCnr4vlC59L605uodtLkMnwcUzS
/jG5TJNWw1T3MZ1EbaFigmXSWqX1epmSRJNmjrn1JxpdcSq0gKfTsGwTDPQXJmA/uHvzL8Dsi56K
Spv5hHyoFQdUFqfpHMdM9Oj9kuJusTL9tyJwhFxUrgj4Z0XgYaJZOM6qur3ukO1V0bBZWg7rM2KH
C0Ig5Le+SjCPlI7FAGumiRtyshjWP4DYCp+3tlaJ7G4jHY/zdnPm9kYsT0rx+a2ws56bAXPl41ma
pbfNEWfzovuRTg8HoghxTwu3l9EvPW01SdJ4rdbaPviQxFsCPB3+iVKP5C7TcJu8G41Nt7PG5MnU
RJ0UfydtKgSHeD3XXUqyOWtMwNizyeCX0XJX9OG6Iy55b8y6JfRU54J/asn2zzpzGEiayGYxm10E
jNNoxew72aiDZ2B54H0Ng90Ral6mBvYH7HCymxcY5J7K3NVAqnNhvguRVglSWmp44BO5jdnJ1OWA
gC8HhBCeWTS2MTp4hEw84f8VGJOEZYmJxWWZOKVtRiqNP5lACMVGvI2zpph4OO0jg1I+O+ge7z3S
nsljhdlY9rgRzK11VI0aCEZx5GkLJsb9Dt7U30KflC8ej/FlT2x9mRW0zC3MwMNfB2NE5KaNgMhb
mhzg4kZts/cjH6fvksBOfChK3jdpqIFl7W7A/eseS6ypwl5+JNJXeKOIPfyH2QiFHsnA0HGYRnz6
FqefaDKLWSKo9+2G/KUerl5wLVnquam2WWNmKHjxTndhRQus2vwJKoQ7SmQcYV5S8AdV8XrtFuaG
ur3Nql2DruHyhKeoPa4gCiyQRKbNzpbqB1kzZa502mcHHHbqj9PRS94lq7md8Logj3GiAB9gqbp+
X5ZC7l8cS2c8LTGSW5pOKv/O1q+wjNl3XOh4lDNrbSHpCE+PMUU8rU5g52SRCPcNyo4VhEiP4QEY
bRbo1TDRXvwtTO9hSOF5jZsuSwkxYm/o9wrji/EECKL8YyqLuu/YNEJLeDKKb2qU4ffiV8ExnTtV
SCfht5c61yM4yWpaYGrlYTpyW2TYEOrUmnvSYwqlEarEhmXTuVDdUR1Jdp0wp/lnR4BThcGvPim6
jK7D+AUC2A0GSLEHd4N+0Dc+yQRFVkDEi3C+9mVH6RQLRA7VHn1yftilTWCo+KOkVuewRd+1a2oT
k7pTYUjhPDhu7GWfFGrMSQz7nSr59M7lWpFLtSv5UauMmDtWb/pyJGFfLrBp07TBOyHiPGtZs0fO
63F6QcLLkJ7IJuFkDSLGP4R9mG74EEa5GjOX8+N2rLq8HIHYt3oR5CsgYTG/eTj9wBws2TWFUjC/
hRBlA8bssOv/ACHtY5PRw/7Z9qq2HSCC8XeALPUt6mnLmtSx4gXuqHZtmarMt8POYEWyJRRFi6ni
DPNLlUzchaFoPLq53oEoj0PY5V2e9xt8d9iwqAsZ59I107Dqb0aAeL/SciflZSti/xQoTpq2FA43
TXJZ/QmbWsXTUazOtnLGjMFbUhiwFXnWr8tj2Bb2uJSIOcJOVGl+yvScitaz1e6n1BdDfEB0HEd8
cEIRCbTFTKlODbYGmd7j6luK9bm0JRRMeIzTNMPNMCBiGZUG4rWQW1scD5KvSCPITc5gUZ7aYWlp
ChS55ZnZfkIIXb3q0fOf6Nn8hAOawhK4qMdgvmy+X/erkCS8CIg0p/M6JqiB5qLWYHWOSLok2RGP
Ac8tDxt0zlJ844IVd+lgF0QnpVNSv2NU5CANG5BDcyqU2V3DiD1+DUWCh9DjQcOfjfj8d+YWkrUK
0/9IQlxkeuYKOG7T06QPd8VqkEQCenAcUaHvcXgDDF+Lk9w3+OY5Di8ibAq6nO+HKIbqxY01VtEi
k8q2bkkcjMdu6uwT9vMCIqek4grTeljcbV9vyzsbygSe6lsgkEjPg50uuV1y1SWDGf4LhQhLJ6ei
eoKg6IacZJUXp9mT2TZb6Vd8oCPUYqceYKg5Ea/THUHPFUkQzJzhr1z2YYXeISUoaYIx3N7jXSRP
pJxi/7DRXfIrEiXIcAl97cqLo9p+q0amptb1y5ac11KK9WEYR/JA+mH5q6Zifo2FQ0iP5TNkBeWw
7GNXD9bDC2zV+XZXH3kuv2gSb+4Ig4IrBGwAAH3qLHX0DLt19zLn1g1vOhOreWLLxodvhbXpd2k1
g8c1uLPtobRpdDjNI8yeMGW3JuO7siEBmpv3oJlQeWC7sWGNHkk3qFLbaA8LYYdd9g8Ns/D/Djcv
CrYxeeqvUMGOQ4PCvabn3q4zaj3UoFDyyMxxdMm6dOdd0BHpNrD+7HS1sgWjx9YX1yGFI+rroeqU
n9iyKvRqAr4eb33o6XBKYg+r9qTS/jQk/Zx/qVx1TKdj25fhcnCjoQCFCWJ9h4YGTTANwqnfZKir
4a3HNyQbQiALO/md+QQVlkD9hGqBVT6+aaFd+lXhqvTJVSH7sFgdv9K+pMu5P/Afz+0gX/SIFrOp
Ief9kVESeJthoOZ1I8PxWdiE8Q55bvJFgjm8146hV3HjLN6Gvphg+7nL5DULDCTw7dBFWTmn7C8A
Bf4LRFeMr7IXbDgrOawoH3ZT8HPC1bG0fKcc9viLHqZ2VG7ljUbF8IgkrvCZz46xxo/bWiOfa+wh
tisN3qHBIZY1SOHL8dN0kH85EgXWs9S7+U/Ouv++Vo5u3YqtcW6zsWDILGaY1wPbZIax62WV8cYd
EjRvVA4eYyZLtnacquHrBLURCpdkTZ9xhpRzI1hUP3VEmdNstUNTEUeP7yiIA9b5csBTbpgfeY3+
Y3bxH7XV9EJFf2DYz8rPGrvaLRXRYWNEFiLsTFBq1B+pKkpUHaRUO0YLsvhYjxtH75Jkh+zSCafB
Ynn9sodKvi+B9hehUjA6pC4u4kjYxwA37i+OKPeCiLe+b+e8R1hY5gz9VfMEyA3f1wmvw7IcnqJF
Lq5IV6vwQvVe8ks1JKvt+LoHdZ/uyeK6sUBIWxOSAw4k4Pnz/LTl1viveESov0dmAKvPcGED27Qu
5H4o0Bh3RRDre5/uAME5Q5nfHDNCCBrCA+bpNpuy0Nkg6qoTRnO0dyu8p1CM9Pl4Knad6BOamUOh
dD9AFAFQxxTXXPGFt2Sq6vVf9BWeebYNHD6Z0yini5vqzWLbwvHziPZLm4uZCnlXDGYU14y4PD2l
iVm2lwraTIkPE2fWfMkH4qYT5r3h9FLN2dyqZIfhi8sBpSTDrdJIsxk1WhKQ+NgiIL5ijaYMsZo4
O8sfu1LFR2YnNBxL7pHZS9i0Qh9jnf9KdlPLxpdCFOAAILWD3t8F00aN6MFGD8vRFdipEfRsQLgj
SKdQgN89giKaMs32h6HAxLUsJO6qzr3+ku6jrFFZUXa/jnuAUrKE0LY5GFmORiR1ANk4Vj+GdIRr
16biDuFtiHD1L3JVP4VM50szr0MJYmovRNnkmxQIi5xvjp1gRuJnP1RzAvfZep5O3JZOY9pjUS9a
CPI3YXsFjK12EhaI1syqhTcdzIsd1pNu63GEV1lh8pdt9pZ1+WaqrVnJEIbGyLR6JLwuxjbmIEoa
DG2DH1ntiErUQ8b+nwF1Ax+I3OUPK36GsDtXzE+YMUPbLjMh/7nUi69U8EF1bDH4JKdSsbGdUTUN
7TyKrIIPfFVghmJSuKYid/E5SfhkzkmKjQY7ylp9w8rjb85zBqwu4QM50XqGt/OsUvMUgh5MNx+Y
SIYtFR4Afof2z3LIk6kbVjGihXIMyTpHKuY2KRfl29Lv6uteglwY6ARTVBRux4A2NjjYhDufIMMT
swgfNpunV9jql8CZRpTDiRbI8pO3oBDE0yUr4p3wNSC0Lqd4WDJdxL9JGorg7GLANsgdq2NXlwf/
jPt2vNrR5/GU9YA48E+m6QFP1sDjlpb6qyzQtOKpV+QtpnP+m+pMJ11iphJzllRk5SmF5mBoKMLy
3rFbB3kSwyTsta94LE8Mnd1PNvd5gny3Uj7J8QhlV5OZ/4zoVgEL7YUtmnVBOQQn35k9YTBXwZFg
jth1U0PG+tUXe6Yv+Sg4rBfLItk7vxcj8vWwBV8lmFQo642eaZPmbPhJ89ypezQTmqIk3IFbjoyg
XYWw8kCYQT+vuqsiHWg3ZKW4Ln6KVQd7L/65zk4+a+DR/JquIluvq9zW5W2phxmH9Z5suvVOQUQy
r1IOyK1SZjwzftj8xLSQ7s5SaX7AM5nhZNwKmDNLuRzt7QitmvxIFrTBSALm7SDzhV6POazigixg
m50pR73LRvjithqmMQcOj4wiYZpQ+lQOE3buoJLtyaRUo7gWJMV3j7QouNlpkvIv2lCzPxRmR8OI
EUHwIxDI1qj1AeBfMXbMD/ik0P22U6aYkl14DsNkbmW2NCWWIKD2MPV4XGm+uNPGQ85aM6IPOAEb
fsevCxcM2wBx4kOxfxxM69Da1Wg0YwRU5ZMkyQYExgKOauqA6Y77rKBhREVlDTshSKPCTBdWQtpS
kw8U+RWYS2iqakKWwYD2ecUOtaXqoZzSPjnpxM9fs1rWS4PmCLvdkag8a3025FObVQP07mIbdNX1
+hDwWJFqhT4TwSMUW9+YdZ5O4nhTXqOWVLehliZmPVnbbS7BIQBhB3HP0J78Sw5Nfh5rYem5RHVt
cWiKPENQMqbbG1Xutn5a+FD3APtF9bSYwdeACQNVqC4FbgMpSnAk0WZI2XXOCvmrpuvxnpI0YuLD
kfBfKo+AXibbKczKc7hVsz72r/VKsOJ9KnD+VdmAY3yHouCDTMyhvygE4K8akNWKL1nF88KwRaN5
32+73oE5yzP66QXisDnfyscdBl/wQo9zhYCQdMQeuyPynXXzRJAQwmO1b62fQsLaqYf/R8tDaX9m
m4JNHp8Gkzdor4H2cL8fv5nfs78qZiXgG1Wkb26NG4zJNtRGsDvN8THriusM1vJa4AytM/npRFmr
trxV+AAHjcQGvg3ZTY6hd9VaSzENMNcz9jE/onnqZSQEfZerMOGTCv3U+8iOjiVhGU4IF8myJxr6
YFuB7eDfvIg6aVye6EdtVAZocNTbR0qLGXaxyWEfGVv1eIoaOE0zcri6PtZClPxaVm6j5zT6LD1P
xIEP5kIqfGS0z9wZXI+HF0lx834TqUmGE3E0m64Oe/tzXUwzOaVjCYAJUFI1tutR6PGpiGQaH3w2
qaHZKIWDivFIN0J0FRvzNq67/cy4pcupALTCujqFILRdqBwZvDXz9A/DoCvezSFWB4N2k6fdkQ2b
aZ1J/QdzlfsqEVeLUwDW+nubDqv5RXZSo3rd9gIu3mpGoKfiE2KdPF3KH764QZABSsg7XRPt7xad
8LVdIs10R9ReXGugOfEkMRZAGzVIeq12NCBdXc9yvKgoJWtA/dTYSwfCvq6WIABp5aiqdOMCtoYT
8gUzzIdGHNgkAp/ZBzO/rlLMgIy9LqvLZOHq2U4orFjjIgsGcL/OMKCD0SdklEw561sqhwTgsgSz
eq5XA2R4RV/GEfcIv0K4SxNxgphTAtMzPH/Y8rUy12G4tRarCPjEehwRELsD0IRerpLGtnQN1Xra
VRp+TVhlGhnls0DRu7ARuFbNl5N36XRP9lISiGVIBhAGDxGm7QInIMqsfHlACgygnACw9CuM1ZFr
XqNruxpkxm+IqAyJB/Yt9RfL9wSXUOwQFMBEAvY8hx4/GWfYA4eYvAPUEfFEYYaJgklh6BOlzKoR
dIlxS4vYPlRtQIos+4+ONUzYiXZbckmXCkfrFCH1P8HEI1FXFCJStxRr9NPhdaEqiDmvLlUELvxj
z0z/GxVZ5C2fwoh0z2Vd0u2qA0WUe7UmktxPVK3+fDj8rwGTBA6OZfuawt0H2NTN74YBFop7rE5Q
9zNzLtRWvomVins/zCXGjJd8LZBOiRnZ98EFsbyQ2Q00afyRjGnDphrZL0FAQL2GECMoq71H6C5Q
lRb4SlY0yazdcTKih6VtBYj4RxwDKiStJ/+KWO7+R8GP4nPtp0P9EApl5vOGI6T4luLQjndHLyh/
xlUGZIMlW4GjDT516UNS9Gn/y2tz4IWpdflCFy9dq+p50C2+Lwdzs6xaEdcDp5CfBoNTWAy5Yt9W
zzAu0CdOojhJQq/e4iI8tjUp4bKL0igOzLez1RLmCWwrYWfZJyzXTz4Pm74bUqspjK50uaq3ORKK
d7G4cnwS0zSRU4EyF2/a6PF1nvUIFRa6Jfd3VpNlAMhBFqDNh8hDll9MphAV1PMjkee+56Ruce55
uIvsrhj2ezuRKsWGrTg5EVSr/h72IPQ70HH7uFZo4C4CVQTiyoybisd4ePNnmJmJGAhXuf2azQlc
EjIeJRBsdItovWvNwNLjN8k7KZxbr7YMYT7tWxXcvQNbhW365i+Byo3uj3IzcXnfYjmPQB50ifFd
IPCY/NyW/DqHPZFX6zT0yU3Bgu0vEPYK2q1Tz+DjB7MEjoSaA69rdyT5iVq3nJqJiQROH0wW4INo
dtyuCQnsrV8SWKxI7XF5uyyrBwB229ahMi1ghK72cmtyaqDuIikgj1ZYVy6vBj3S3I0M++gJ2Tz9
eoZF9tBfMB+Sfc8rVCl4bGwkp9HO8RdHoilqyH3pe9cd0JAhXta7ebqz9Zarh0DZXp74hLS8Uyms
HD/8gS3xbupR3vTA+CLltMExYYt/WVImUNUdtLyzQ27LptYZ+4kpX/pDkm2Jf0c7VP0nkLpQveB4
zdCERHVTJhqJIolTBErlWlfgrsYZVawCUoPSnpPrlucaQJfhGv6mPaAtsAIQK8YAcMzk9XHFTmWS
9qiRKvKfcfqQD6Tg0p/5UqknhJmvkMWRI0OVZrYDjoLcpHM7ros6XgXqkHcyocBrY1nO30Cig8qB
Y6uO5L4ea8c+ljmFE9J6oJY4YIw138UDr6ddWCKX07AlurqU0uviqfZ0hJfIIrY/dMxKKHKjn0Wz
IMirvDL4Gj9VfpvKJm6WduWErOE+HVXaLT1Kvi7T8ngIOjFlM/Q15JE5kh3/plwk1aPT654AiwIQ
hiK1DGWLDWfj8IB3xrwWOg3gObRMMGA5CRS7g5A5IOnAJBBOyzhakRRTFU7J4y5d2fSN30yuu5mU
kH/uDnEb667jq0N1Pd5B0gB4QeFsLJtl0eiIeJ+k73iY7BkdRngU1pe/XI2X1eicu0s1Hj1rqlJu
P4+itlkjixklF1/LbMAqqFaI9JfRAiD1pnyhwDEl8IKywtTHurLQAASISDXwJfkmALmTBirOHtu9
QvgAjBcHtM/1EpFXARYjN7gajWmUCmc0vqI1jV2F3fqbj4v6bQDfPU/Oog4jidFtjrDKu3EG9tQt
EZ1eS4XFNY35bFbkB7rkPyVpZpt8WemPmRP9e0gF2ZvFBfmao8DKTzua7tBtqTEvHu4jyPNCXt7H
PiuUagtTRXfwuCK18VZggr8oxTsvDzTlsuSgesqU9+9iRlbAqG5AvUXj3QWIHkbUsuvkTzy40Z+c
mMsa30Nu3mpw0MCo7BihJASQotqNL/WPyKGsvJtR/H89MET4NowOHF5PV6Qz9d7Fp5kYQNA0cvd7
6CuU+3ycIdygQM7uNzWJ8uypmu76zcMfGANSBzwqAGXiPaKRxxoleX0FBVSgoJlk+RyBAbzjcMg+
ofMBM8TAhoNj64/8G5lwuqNj2pf3DA8SXvASZ3pDjEQoQ6HG9He5b+zrNq8LGAy6rqIlzDpsYllq
3m2d9C80h/8Cs0f9LbJeJKB2HMyo6WgA9M/7DMQujNS8YKytmDrsjqhK5DAUH3vq+XhZK9i+87xI
EMcDHupL8AoBXEREhOiG2oKd0fnkTFuiArwLdS41zC5r+3eowIE0AD/l93KgCkAYQMNXWEEo30H6
v9Wt0DGBrR3lW9YWM4po9BCux5vmMbuvYPk2NWsY3SdPFOYocSgDqKWFX/0VNaTLAdKDym4xLS9B
mi15mM7L1ifPa78mVeMDcK6W6YD3u+eJtxezIK4HKeyYCQo+leCS3Ry+C9dP//mlXlU7KFuBRZps
+U0RpTNYtGX6HWw/Mqlrjx64VdvM9AV3nX4deD4ezebH+jJlqBjAQfQYfJbj+GrWI93uVmGxqHJk
HWk0iXB9w0ce9XVZJ8RFI6JFvPF1OyQiNuugumKHSVSbZJF9HlOGwbNd9v4VAgHxLHGZT/tQeKyI
7cZqoCm2PzSx+guAgeFvdHxD64iq7bdds+NRihQQDovlvaS32RVn6+It47zAxIaay/9UONK6c9Ne
qreQgWrDGozL3W6xrEySpx/oLW6QuaugMXOD0g/rzucNgFu6oR5K0js+x77qtqyIUKKVgv+u52Bf
kEyHW7XoluMZ+GTo2+Cz8JvkSqlz3M3yAyoJVD1sKMbyhLKSwDsceMC9TyMsNb0f4PGvkhH5OUJG
v5wnlLxvFc+O9SckpzsSbEyhN3nJCDS0razIeiZhMOvDvtVgmsss3lbZtLrjWvqU51fwFSkHXZ5I
ebcvDkljoQxI8uCWHOl1mmv5MeFTy4HUmiL7AyzW0u8Yqs3MT9SWA9QVHi4+4L8zfk7JpGmLjZv+
BACvyosN25h0s/YWD9CEkqCNwp8GmF9BXLbvFM4NkEDb4jmBLgDl4Ngv631xoJI9pWCEf5YK1Pip
xx6VdGoWOSQToPchJUf3MV7Rl/W+ZcH39fk4LJyZcgF46lJPdF4xXxZXgBSV1/9YDQIKyNtk3ys0
ZQyrvcSDdBAuihYfhP2cGZMS4vAD40z17gm9X1Hbm3Mmd4DgjZxW9V0NIGk+GX5cPSxjQsbWLEgZ
7ZDYxnbQEYPMTgfC48jYRFAf1ckc+IVfsKfl9cPSbxOCwICfYz/pq+cilvl/+xqTvrOMLrQZ4lj9
Yoi7ABaR7AnYYDDx57KYiL9OHHMikEOjIYWYKYEFctxyh1xNYzUgA2SZkq0rfMAmGwjgyTPGk8ut
w7IDKgCuOoeO7ogKA/WO4ENVkcjnTItxfNoKDWy0BHoCJUQOdc096tYcBmGj7mHYOuZQEPU4cmU7
F/mo2sykEZXryoq3hNYHwqeWiFay2FYB3l5Wq0ezV3NAaVki5jNkMJiSjzkkR2A9KwWqbmf0u0jp
jeeY4bFzF6Lvq0YzV1Ls23Vh25nXaH52VPSsIRUgUl+D420Bx7M/+I4DRCPLbsFIBrsNJ7iUsPg9
FQYnPpPekg7SqWW6N2MyYWEeHLSYg4yi7FyJrrXFhlrtmJIaYnaCb/qIBxQnqU9Cpll4GvxGwfAa
8HNHR9JtOrp9kZE/BzOUcDXawEA9FxmEfxz7qav2Zw80zZ9UoQ9+rxcnxZMpE55cXD6n/q42HnC9
3KaEPENSFfh1LOe6QrsZ1CPb9GBRhJPaTd8B4AmHRmcx+jUzcUwiGJ98Gb/RvhD1HdMVSJd9JkWB
JwyY+WPgC10vikpg9PWR+G8Z2rOy4XDZv5nv8m0+hVj7eKl7XQG/mwimzzVZwl9oxQCHIUC4cmfI
/JCBB7Qy02chDrad+wiyVefR/3EZ2fczJb3SJ6VZDC05DII3fK4h0Iu4LhAs6O6eJXf7cHUwcMX5
pHwfHiC8s4iUYGBmW144wBEJICggl9Krut1v4Yst6g+POSSZYk5O2gOILLNmWV4HyYHU46D1R0dF
gbmJdaxvwqLEl/EiVmZ/ossZXqowgA9Jq3FL2w06hhXIB+y3OiuUezTg+Y+zJOswwEQBhcWPyVUW
E3rjwvozXjKEcGoG+4vctGWwp8UvuoaqIj1qQB+qX7/UE3KXG8RD+akbg8ZikjYLEJWZVYcfM6SK
SI4z6ebeD9ylftl6KPO6vZAZf3U72PMfAyMihwith4F3QfWMmjvM0j0ZjA08rghosh80PdwCv6Vy
xdfmcPi2/TrCPHagG6xslwHepHXTIxhufJMSDE3b5xgvAAwMchegFj/6x6h0DrqoqgRvwGOU6g5a
yZDfqw0y2w6A9RjOy15jFtQtdaBnVKis7ADiKIwY4JX3d3EczBMBiaWvEeMs09teA8x6T9jC03uF
o4f/3VXF7AONGFtupiopwjV6UX6hurL8MvRBHq3ikcKltIQQ5bEPM2a0oaqEV9V+HEDnOGEH+m2Q
CuN3klTZhsSGStdfbU3Y/jNfsgmrKx98en+gzoHha58b0xrcrDwd1k+gIyEY2eELNVOcWqKv2Be4
K1X1ZQ/gF6/zbGsBrLRENdfaDd/PBUzwtjeZTHN6ho3lFLs1K/oaq8xWEGQUW87vFfNYlR4iq3BZ
dVKqf3RNjhF6rQxCN7vUtQQntulAvrNcyKKbdtJPF6g0gjiRwtHlCbvy/LxIimNQ02rxzzNur74q
E+b+XSGu0b0m8HfHpeO46h+F71HeBumGT0owl/2Figo7cwmMmjyAPURMwQy8FyYNC6fTXx/KFKEP
m85MNwSdgz0FDt/fTSOAASg2jgBGCht3mLsj+Jkif4wV9hsBpWNvtA34PtSbDJpEgNQ9v9uRh/kJ
JMIr0kB0k8WTMrEvGwcOb77bwQSATa6lSc9E1cSfi6SABXtMJzbcl0Tb9FIgZflbpfrxuJI4pfzi
HPjvZjN5/ynKAfKcHVPnM1gSHNu6ARYDYBeSFzQb6I93jFlVZNlPYMahxifOljg+ahzWEKeZ9CYl
2Sp7JXon5gGfOYQM7JC5+KNm9GNNTFdadL52aXnK3V4AJqLpUsI2LajpodSVe6jXCS1gtAS2TDY/
8oAoxAlpLwni2ccziQKCkazQed6mWwHFL05JHKvJEtEWmB619CrAwl40tMehkSh6TJM4ZslJKgXT
671POZhtgD6gMSDQwoRNDeqzm9RaTj+Ftskvla9uBeZgoMOD7qI2jfFV9RMMcY7kKqb/J+08luNG
ojX9RIhImASQ23KsoquikShygyBl4F0CSJinv1/1bLpLGjHuzE5tQiiYzDznd8d+oj8i42huM4+t
L+va9B7SpByvpgqq55BV7nkt92Ji7Wfl5ENb+RPHtPb8dt3mWjOfchGip3HDAX5txZbDR7BIwG1H
5tmyarxzf6UHx53RrVR2eKgwAMx7a6kzKNkypiCzPOmeK4iOXhT7tVSbKkI2QRtYhMQRDUvM+Mmm
636VNZPsYj/L/G0Jt/Kw1D5ojRoqgQ04Cpav7Bw4jVr60AdXQYZetVE3fRmtBIO/qqvuEUC/Oaqw
TSNaoG5+Sgn0GK/SttLLrqC5X1ATtu7Piq9JroB5qGxS2509KNPFh1z0Rxt1kQr7X9LqZm8f+4PN
zZP5kYMOzSm5HYG03iFR+hTVXeM/djNM23pQmS7XUdWjKNOxMHdkZBjSV6hQ7L09K0VWYT/PjMyc
+uRFpMp5pTtr7k2Jxns1jErka4Pa2N5raLcfluNlDcJxv9RrwXTteAPv2uEpDLL2jpDjGGNVkiHy
mSEOvgQIAet9MKMR+tDA3QPSwIDPFv14mV4DU3gtyZelEathqkNUZTHf/BbN2NhTATp8cLluBehC
508/A1MsDBZksqu162ODqmJitPxyhZJM3BpWT76plBwpYXkXME/SpXjVXepcEQCqkAZUYelsKxds
bTMg2eWc8dw53Uei1jXwQ95XV1Wdkv3HcsVZHfh9BqQTJuKwuKHFuRm4hSGuIZQ3Qih0irphEAln
AYcWCoMpiXf+kIXO2jgUHSywrmq2vXCQI04+BC4t1lk/6DvDhDWtRrcEqzDaM5M7Ij7wyMw0PNRG
Ytp3ZWbuE5TiFVAcFQRhWBlJGBpoedxSGmd7Sym7uYNCV88K/r/YBt5goZPvSl+uB6tY3EOGHHW6
hjlgNVgLsuptmY7UAqPbVuhYM2ChtZ/GLYMDm2D6Evr0R2tQTmbTjn4Bh593Sqdb7ZeevRaLEbB8
5dA+6oxxmisZhNXr6MsGSe1sIn/vDCG/WU/dvdvn4U9ZZ9YTkpzgZCKN1qDpUPtd82PAv6bMKYp1
448GtXkbkuVEGzB/74NWVt8m3YhmFVSz061yP4vlCbLCTQjSK63SgWaJPds5FHB0fHaQyzYqfLTG
Wy06uXxJQuDbFQhUSiR175JymnvNUOw6f5H3Nm9HrWup0/b2rKV5BxIvi3W5tGm3dqs6fowyTUVf
8mVdQ5Tw7buSnnJXpV33lDCkh6kvM2TiVd/HFmhnJ6Jv7PdLuKMEXaJNGTVAc7pjha+DpcrFXRW4
895duhit7dxXlNppD7zMnefWtyBYNJ1nnmKaMaPrRW89TND+PERCItTgE56vpCg7NP46n54sy+vn
tQmBPN6q3tX0K01LAB85tpZN+j47MVBGPj+U0Vyh8fI18yeCBl/JzrUdPV2XbHHP8DDhdy1RNx6K
sBveWjQUyaaVHqvLQV887lMdlFikg242DzVjihgtlcxd8hJ4YzLueLYV22DvWl9N1wb+NovZh9dt
0cvpeqzjSAdoOzz3dsTNYRBjaReLYyoDtQJFWMwuyCPl70ya12dYJldvQWOHH9XgTA0q4Mp9tkrd
ffNai+mWDGGas23lR8O8HtIlfOiaPOO8ZafRu8LPbAsDe0zGFAKOBnq2CnM3ukeQmXab3oRElVF2
yPYJNsUnY6+mEF0Ho0+kvGgaEO1+LsXb4JnklHWJy/gsdwZqLAratXtHLYyVbuJ0Qg0zWi3p4lUf
Opuz06MFwZj0V2esnHaNPiR6HhmM1SCATdOYI4GNbEtnXN6UQR9yqHkxKDR1FQYM4OTipRJN/4P6
OZ/u6lyD2QSjGcKtpZ06OaS8hZ+9bPL8zRPYQcCk2Hk2ZhhBK1ytOUJVw+zhTSfjpN/6SRfn77zA
BGk2HeqwmbDAk37LaVxufNfL3xuOx6MYxfSGBjeX63CR6Jda28huvXTCfx8mt5W7np0zpTH0W+uL
nZ9dclDPnNJVHan5w8XDcMwbtGYfWmeTdehQRYsNer20vcnIFVyelhgqc536GagCLC948BYTTVkc
QJOj7gdlkCd2fehPznU+TVVztGyt2demZXRXxh3hR6TWro3SwY5y96afZRdtEAgOPvk4vfEeZTN5
xHpkbAL7hXOB4RvxmKLFaxyTXOmlG/Nd4nVtsZddXAbXhiPaOoARQ4AyFRYe3re93t5wOiZiFzsS
fjymGQPzCOP+Me0U3bqQXvt1TBp/XjV+CONro5l68lWf2hsOw4LQVAdbO9KKBDq0L8OWzX3xm/tm
ZsQ65ZT2zA4Jts2vjmZk8UzhmBDYLS6bBmS4qa5abdXeLZ9jEG+nnj5+HdsA4asWp4V3xT64DOsS
/6y1V8JGxdejCuPx5g2j08VovRHi0D4VutfDg+oK19vWo4g+/A7FSVrIItqMVZT8iCcvcldx76bp
3RTMFoAMlqzk1iES+QNkQ32YOqAFzichw8eCbl8gNUHRll/l0GVIjGEKh6cI/xNSjKTsKD+lnFiL
SxCJXZf2c3IYJfJf9imRjBuh3XbeFWMXRrdCRA4n1xg6zYnxKAnz1nV31u9lftCFb55Fr8BHWswv
Y93n9pVtawTvYdQo+9b4C+zPVC2zexd5CGB2duAsFBq27Zig2VaYLNoBhU+BwA0UrJqa5Eqms2wQ
NNR2Ax7gyYB0x2yZuZKFyLgqlWfd2TawbMzqtSU2ZIjo5rmEcqx2JYDAsm67yGFvUGX+I+V7Q08J
dxrQ/tj9sC2tKrc4585DmDKRje57kLsdZiDljrjXmPHekV/RJQv4M7XYOBr90cCD/VSzV2EidAg2
fLSmuYqTVWOFBTBGM+vnPOuFogi3HKu+6UWes0UVcfOiMb1BHhlRvy7NZJ61mAf3UU0xo6DqZqi+
ObocvLUp+1GsJGNi/W9MFmhQjqaoeVdOMpV8gMvYAiVmFFPOepzkHO7ckCAMvDrBUu+muZtuHE/T
/iBTW5LjCFJl0zKnIDQDKcT1d69ZAI77sO4ZrI57wy233RguX+dEhacSs5KmXnay4E4AV5YMe476
+NY4SRZuUXGl+Z0ndBU/TG61uJrySaUlSgbKqxkBZT2FDzMSZ/MFYtx+7QQM0ZYMD6vYJj1aF7bp
JOCgBV8YV3E1kBtS2TJ5Jm0uN3tjo7KG5pmm8uhGztlvg+dupAFkVsY2KixOjahIsu8Q6wJ4D9HA
oE6+JizuqQgJjFzzJXK+IK8OX/suK5/zAI4HJ01ZAsvSv9q7Llc+X1OU9M4aIWx/C/VL99rVXnmP
/vlsrZ46Z1w59ixfdSCW8gT/SfU0EbQcbwK7K9/ArVxOMbhItD+DrHFO2ADvxs+YiiyX1MczUZ0F
ziK1x/AWPQJUWzEEHeoomrBiHedprjiXG7j/SPJffwH/xvHBB0Wqd6mPVImqA6E9u1hvtxuMn3Z5
FzH30t6mVLyIYMLCIIoshFuOx5iKMT2MQbYMV0JU+i2DvSZ6dXFnQ99vm3QVZEn7c5KT/5aItmGb
qOxsnZkwP9XRGH6zsYK8BVamESLGuJ03dhB2clMNNfZQbdf5mx4Hy75JpY1PAil7arZOrLpDPvaS
ecVo5eSt24/p8C3TcohWLOGAmR6QqXoT+CkK58GzUP82yiWRP6sKFy68ncIXymoGiPqYEkh5imJ8
aSj+0UOqaJ54Q8EQTWfPxpysePTUWybvZbvG/t0LinTJ/M2mK+3xdehc4EGm3k/xPvQaD8+oOjvv
IJMo6NcWFFKC/3HGX+Yg4n6Q2rh3oBX9AMZa9N+rKQzw20iQUOAmbDTLT+ql6esE2Tbs4qahHN3F
AfrZakUvNW4cPylIeaO/o/n28mlYh2nE+ImurStnEyUam0XlJeVTrfykQTpS+nrdm6wltt82Vo1e
I6oe8G3ysSnHiGsK9SjcCKtNnphw4Fk3i1PaepNNQzTfd35SUvvqRnkbBcgfU4L57FUsCsQdWtv9
C6O0On89BDB+EVE1BoYunF6idEjGl2VaAKO146cD0q7zZzrGufcTuIb3kOG/jPaCCafU3ixr3tK0
uM4a8lDyJj3DVBEPZdYmaD2LrI3xDHBEy7lUamMXp26nYDUR1KfiZk4V1nanTL3nNm5b5jeGDkIc
P4478LTYsgYGEg3DM8RvhSanwIMA/p9G0SZw9HjDeJgMWJQneaQ7z49+H2EpAomqy7Wsh3HYMjpb
mNXQnV3S0hJQuil2T28FrencgI0Mbya3zbiaTDbflTR9KQdgFE1XlTlLNmGhxcMkeCj3poexOECr
mYaQwK76jni+oU2XsrrnAWYTKB3aVmiQ1NU7W+U1PIPxbAxGyBrxSNSLPnXW0BSbuKjp+C3Fj9hK
T4fvrjtgNwAKRYVees5AKR4TPsvkzgXPN8uhbFEnnKWdo1XSPoqwEth3EQmugTXVix8o/6MSWc0/
g2q/9IUQt7Sx6bKuYZ2+xhEl89oblxrrwBDlDx0mNnsVoloE5QWcWyEnB1/hUELz2wAzf2f3beMd
Snosg7ySyd1NaTTZK+kWM+s9VkSBUy0NwV26iP4Up9Z8Shy7Ehso6rK98ks1/SpbHCmrTPbwhyEt
6hd4jOYLFiSOqdAtcrm3O1T4Nxrm8nuZR7gWltw1cpv4Sf5IrKqh5W/d4V420PRnOQDH8NS15ZM3
6cLZkpKGcjJepuw6Yk4bjrxKkOviNzKg+bfdqKrYgtNG3bEHW4i/IumEaAlsK23ePPRIJODg8umy
9xRFJIJFvojy2vasdtxoKRXGkZh5Cw9C0IefvLYK9TV7l/lF6oDX3tJoDclVW8rqZWIKmkTfldXd
c9Z4tbVLqyK8T8EnOVtTwYvlRhDVGQE0QpSAixShyTwIPdrU3rux8US22J2KyRu3ZQWS+XUpZXwa
J4i9W6BO8ZiLsNA3mfJBtXu3cdP7Meikvokq9yzMHpSdbIuJ6h0jUr58x0YMf0SfQ2FDGwjxDFEc
v4YdtRP/RyR/uQG4Lm83qRmLyGWgdntEh3u9jKFaV4UTHQmXSoetmVT3MFpMUT5I2GL7W6Qj99nr
s+598eyxRac0NMnKKxpaVgQLqg8QUJS5layGXDGHMAgifz5oUYjlBjdMHT7gr56f3CpHEDFlLbb7
c2HWX3dNkEy8xgKbH24P2LSpyEJrkzW6RUCZjm60dUTJYYGQKtpDFZgvvVO5L0AvGXODhj4jWL3z
w3AdJ7F+W8LQReRtxCxWmD7Sd72o/lVRybEAJw87yoT49IdDhQSN2IHjrJFHT+ZltPIBKm9gV9zB
/LjebWdP9MV4ivrbAvMrFjkVsx3RxOcbNdeTt4rDEsm0AYioORMWKMLB9QSuCdIx/Z0nqPMf1Dgq
dQpwDaHyC8b40QI1NMfJHxXhDC6tTQXqbiG4xdAZEUtlVYhqSkyq/Vq0tXb3npugRMvpKYLNDLGn
1q0Xd89VLg3+uQGbEMxvEG2N5wrv0HZ1A2WTBPq10VbXXZmywMuaDEOxsXXq++zeUdWizmeeIOWW
eG3MIuCjq6YGcM3ccm+D955tbLrcgkzIjvUzLeXaZA593OA5yX4s2Cyu8cNH6NvT3Bq/Ue2UxC5B
dqX3OQKa/idtXEWIRhERDrQCIy0CzvVkvm9wEXwdnR7xbNVTS6xcxxnbp9lTHnq+BU0pPzeUxVdq
0iE9kO1lfuQJBqUVgqWW/aEJ3FdZWfN9LmY+wjqtm3xn2qH5MmVT+RSkxQIkMbbz28Bh/cMgU/HP
RqnhVCWp1WzI6J4d1P0CVW8QTvJJRjMaQqlD96VImvNWMAdRucZ0VxW8D0o9dIBoK1dp25Ok03vI
wjaK3xmsZvair5KsCRRXOo2/9lGSp08uei74f/bV4ql1puRLXobTjFaxH06gw7rhU1ww0wyxCM0e
QgggXsZ9KXfCxq67agAgfwYzdeamc5fsvp8jHLo4zjoUL1jjngsy6CI0ug7RLYwanTHZzGnx1i9N
iOFytJCrcjS+C5a33iAird4C8HfSp/Aimg1mDnIMqlEEayjq8YWEuNnDi5hlR/L6FcP3QmGJq54S
8w5tRPKCGglFvWyWjHhVojtesHgZvSOiOG6vIlRPMULxLm/fF85xajCRu0/0mWGyLt0Kbb9IO/2A
9mRKr9Etxfxrf5yqg0+4TH27FOWwbxet+UqglFK+Xc9HCA0x8EJyP68g6Hpzny+196YdRKergNnH
hOjqEajbUhh6EBT5qKaAhrtnjyb9O06Psr8qI23/IrejdbYTs5+YCgRHz9RME5/fxuCkKOwJNVsG
GD6xSMwiTQPB2zZO7a6DvJmJT+cGrPtAL/VXADKonzgaqxc23ep+oiYQa3DakGqpS4fzmPsk/c4O
MNgrTGGTup1JrYAwdjJ1DV7syj1S2DJ/9EgFMNxmDRqohz6kTFT5eBd4qLPY8hpSRNOWkmqV5gUb
jilk538x5LIl79hW4uSq8k12i3zKVeCLJBvx0aLNaAAspz3gStvuu2QgVkFmiCjXvpMxU2v2ROCs
lyYY8QbISv04K6zuDCyCuFq6cJQU7O2sb85Y8ntKYEWORCFwv+TSUWDn05iEx9oeu/YRtgqPWRme
ow2sNLf1feFWfb4dgkp+67N4JnSY6uwYwTxRyyN8+tbYM6YW41QLpLmVzhUjjmdaZGVyAwNQx0UF
cnTWboDC8yGwFFosjsJo6v2gne37qlviI8k92e1g+/iwV2xwOn8qse2pez8YK5sqrc9wfq+FJyxb
3BPCQhuxq7NWRiHS3kF2H0vJPD69Ab1FLrsqQy8Ypx3zXo01PCDHt1v7FM4D/qorO3HSEk8PfsAy
flQzCQvtTeiiDKZTpN9y462Po14GGFRwh6cHpvmFFnObpV1Y1Kk6ad/9xl8EHSCqp02emgZjeuUH
0S6NGJ9TbWrtOMSSZiHVNwlQRlS/mi5uUWbCWo/jnVUrTz2hUV/CrVOPI5WXSIlRcOs+iFaDa88/
XbJb6uslouCAYvCa6nlMo7K5TtgJ5WZg+sSbIrxJnDr4/LNbm00+/GGZcoxPTjArmJvQyRUJlVNa
DIfcKoPlqnJH5j+f80QAXsa4jN+X2dflYW7GxN33YJ7xnRoJ/7wm9Y890+mWpNyMIgump541zSDi
KvB9vBkkInxtBydbbrowl9EdDiP8Vg4NKi4uOFHEEDarv3dWCPKwZa0qVpekbsVCsgX50NYj4AnW
nSmHwL22iNicVoIMGFbPQkYBOUYF4py4VzN/LVS6WdF5j2egr2Ue5lhWSOKUbZ8I8c1R1g+TvWAl
VtAE6C6yL9Jo/93BRMN50Yzq0W6WioHGDpDnDMGIWagoMyobzp2KRlxFcpUH0XzyIumZIwQVZxgr
0vvSuSEjOGPW+L2xjCHwgNetri2p1fcpaeOPnAewbBOE4QKgAWRnO2i/+14mI+Xj6KUAoUEJixS5
I39nGi0jzjnPWV6bJbaivZM3lt5D4k1fTRWMu8r3ne6q76LJ3FeTJnolRFXwZBRAH+IJnMD7KWpw
nZL+M/KtBDnpp4Yv8H6pOWFvkgABEOJJdgcCg7JoC92t90u59O227tv6cZ7/Oe9ce/rSulBxG+0k
cJkYaCp/nXDdYJ2Myp5AymWO16QdvGkf1XnyQuhIStcwlOoWOyuJJ6NX1NvCs2WwQm+BVjWViNFX
ALhDvWd7b9izPEP6z5IkD4Bdtl7RtgPXdYIO7Axc2e62w4n5BJEPQe22hXWckwTgVscl1vXIqOHX
OPo97SkLqNlmqCpo1cGLa0BCfGn3MRbRiOCH2h4OExjKTbj0SKcnZrQzQJUMH+dmcJsQsXXcoaAQ
ELQtC6qcsm3iNh23Fkf9cusEgKGY03Vk1mMHNk26iL3QkHTED58K7U7pVdiFydmm1bbi1jG4CyAQ
LHC7Rk9m2oiSjmtN/ytQUMwZiqyg7jCUxIagBXi5bBV3jltvnDwefyKgp/eLkJ0SkpkEg3dVd0GM
kYTz+qomWnTZkg4mH5OWzIQNyR3mQYwhRPcQRTROqPT4zgpUb1/6qPWgjFXXbQIPxBkBndAPBMCk
4FkYF/RtQNDY17kep+i+ZursSyhmvckdZzCvswvxDZo+q4y6F9ae9Q1bi12WQFBUjtqoFeSOqNbE
hBLwYmdAkVuUJyhdXSIGkF3Qmtk4NrV8ac5tzyaS5ATzi/2mPChvib5oEeB6hr6VT0Ej5g3WcnNs
jS52C3LXGDW93//AxI+CB38IKDw5fTQbC+Cv2NLFiyNxM+rsV4YtXYFA5jjWsXDbWwuXE9EdqJFR
EqKcwFzaLNDtTqmLl7wci+gmLAprQuldiE2Z+cQFKDvkz6qRpJyNclzuWpr27zVmA6zq1pg9JouW
DlY6zDErdMiDC1uJwniX2fD8fGequ6mFHTlMPlG6emy8GBylElX3q7JN81EDDfMLdBXSpIMYzB9G
ljrYhqqdjiXQ1rhKq8hVP31hQSS5MPRXsZ0rxjfNdv9EiITf4BwPS7qivqlK9AKtez15Gialq2QS
H2q/C5eNgohqtuHgMFcnRHt/Y5+DhrZznZgjG6vJt9BNaNFstgPr6jy5zb1vymEeb/ADYJsYSSCx
D22KQ0zRVKMGFF334QeBmm7xjSj/BH6tPNyxGDuCSREoZayCJYfXMLGyvV8OWMFSL0je8Q1k6II7
NfbHJJ787s4dprM6zdjpnYeHIjnmQ1l6d8JEE7QJhpY036FmCPlwxxxjoI0H+HsKBvyucF6cUA+h
+aagMAExQQrHI3926rsAg4N1oGsxDu7gvi62LVxUTSIERhpAiRSl2iqilrLWihlj+U4XNE6srBRu
cJ1q13I2fhGF0TW7HEme0rXOUiLC9UijMcs4nJDlE2TOh9+ERJrEC7q/fi1Tb3CPcQdnkKzwE6cj
h1qCQ0OvbTbr8hEMaMGhyegxuRt7Fdd7JXPsiVBug7tbyOb0buYR6u2MBDt8vBy/G1rTJVmnhd3/
GIfWPZUeudbFWg2gPHczgwaJoqp8EbFlxnPf3iC1Kb1vNoESUMHSssYHIKpEf0UzmWCoDtASeJsM
0QuaGAeSEGyQXJXqaxoY/3vBRoMGxIWjCBbjwfqMPuGPCNuCYjNqxOhowqFfd2WT99GhGH0TXJHV
o7srNVKwcCCi5FBrkem8QfHsKxI1J50N13VV4klOjHbvpikWsQKlTmz3Y6k8fetUoPvfAmRd9qlH
gCjWepn78DFr+ja6VVglQS8ayyInfeEyVy22W+ub7XWmZp4vf9tTEYD371WrofTxwDiI8DCJ5165
caK4feitvnIOA9hCSAST4zxlThoTBS8cius2H9H3WGdDZAUZIa6peePsMMWs2H3CW3nstU2XqXRP
1EAZhMkbDebUXRGbOZyME7TdNh39wSBW7q34gLM4FuvG1DOeLqwItnUTAt4T2hWpJHqI8sb5njVW
3B6asG1C9OmKLgSDr//GltKTL9RD2ZHmFIcmB2wI3BAKrUMY036rFw7ABhddmeTXSZKJ/i0U1Ntg
A/jgt3U6t+69JJ0u2dcZegSC0UiPWkmAPAYEF1mcvxDUMsZnpa4Uj3XbNfWRGcCMmNCu13WnTrWI
3hZemTjgFoqp2R1Luu2zNzQ+RPXQAXqYkcS3TdklXnkCNp+ma9dH/GMZ18cPEHh1hJltMB6V4iTH
O0Knlx9eaGSKOLfPPj4Jwf094NohwhAtiRQOx69zEa6am9IO0T/1d6iHh/TJKcptiRKPCyJxEqvF
ip/jpdgNtX0I9/16zZv6JH3Z/lM6aeggMhIMB2FKyMVPaP0qaCbFT2Cq3UzcdbwlSGSDOuSuPDCw
Yh3vPp0ucA6wvcwPZVyyPEd6u1gWLwJRLW7LFEE83I1FO2+NZgKKRogFKzwyXhA3AdIKxa6WT+2w
s/zgtcK4dhAmcY4xRoXokyji38ZH2I5CU8q8+0AQoXqZZC4H0nSSuh7uoD+2Zt5n5U8VfyOm65OX
/XvU8Pk6hL3zsMn+CS+e9DLag4NDabgLH6b+uV7P0yG4k9a2Xwf2c1rd6Y0bX5XEMaxrpjkey88m
s/zhTf/n+he5wgAgiUPGAg7Udzrqpmeiqdxi6pt/yLtxh8B8D3OS2LtEffKA7T/eOSCmYjq2w71f
3nmQMopP9APzV5r1MtwvpGbQ7MTiigQCxUEpG3wFv2g7gZ23zVl43B9m95czWrumzj/55H9/DgBw
Qpxf93nS9D+T4P+VHax7bJ6G5LI72J1j3O6g0O6y9vHvb/uPF7EZ3sD3Hfj25UcFR+tOBTaGO9sr
H1D03bjDY+Y9/T9chFYVGoDKzLkcPZ5Xsdv7XmTuCLP9qnz7J971hzBxPwnJvrwXlgUlCKbAQIEr
yvBivfqW6kQoG7KU0hdtPzrBl7D95BKXXwiXsAUSE9KEJTWjfTFzzW6MYrK4kx1Rozb9VmMq9fe6
2KOx+Psju1zslxe6+BQpoWUfUpUds+ahzx/z6JejPvRw/PtV/vDE/nM7F0stZWbBUmg7O3b6w0l/
hOq4fDak67MndhH4LJO8gKvkiRXeuhuOLofXvEUG7utP9o3P7uXi7TfWFCVT6mbHIP0SyfvI++HV
n8x5+OylnH/Cv1YkUWyTpwyPa4xOMr7npYjsce7+l6vl8tVfjHdJjIvVSnAVkgTXhU1YRvjN8x/+
/978+bX961ZS3AIeMtDs6GJAya2fhAhiv/zk8zo/8n8foP/nTigsXVs4rJyLO0Ef0FiN8LPjOYts
BXF2LXrsuH+/kz++lBAyXnIo+mjd/nsnNHKomhmIckyaY0iibEbkqJ3+0GPzyYV+Ox7Ot+NINhg3
AEhx3YvVEpjKFsmcF8e0vwXdSLvbcCDOGRXh0rzOEtQOnouUzN3iHKPgW07At1uG6wlmJkGBqQgD
+/utX4apX/6gi7U19Ys3WxE/KFmcbUEIWiodqN54o60GYx3DVF7+fsE/Pet/P4GLNcYIjMjvAIWO
Rl057xX5kmUIr/npkz6/s8sP59/XuVhoS9ACmrZxccxJMS1RLuO3Qx1E6Ju6IlRPYcDMp12AA+Lv
9/fPF3l54dANOPVcG7H35Rc7hLktcIcUR1VZR+yT6OpOROzhByC+z3rKH4MPOkVzW177tyWhTcDg
n80Z+dMzDr3wPM2AYs/zL55x5iZymFHwHZtNMmwTi1kq+Ptl9dmtnk+Q325V2r6Dz0Ay2efiGc92
GCE97Itj2z8C+a7ITCto0uzXaBU8eDtitRD0FetPHvDlTI/AYXIT5YwvKLB8x7/YEnIkXhqAaT45
xHkI+tiObAgGNGfm0R+f7foGYDADsBmCq9D5mNridH4XCGBmQsKaPajHTpryk1/12xl18aMuNsM+
TeeJ4Lf5NGC/nKfnlDgERcDYAHph17u/P4LfNsXzxaitXeJ1lMPsjP/uVw0ZoLKMeAJB/Ajys9L6
5//+Aj5//3k0FDFMl50SkCUSI9nMpxEWz3UJ6rZe/36Ff8qc/3w73MO/L3FxD5aZZEhrPp+oh1Z+
eJt4P7jney/fjoR3Q4sfCAIxrfrkPf1frksnFgSSAkxdrA0wXxIQKzOf8ureNK+EIm6ss3lPHa2Q
MKSPaSB08rPpbr8tSG6WxxgwIZBBJ5Sw/31hHYaWFk5/OVlESvclBgnWJMqVOy/5ZE3+6UqMxrbp
NhmRweCQ/14pbKNIj3ErTl5MADvBUlF2ID0codQnE6w/u9Dlc1TVlHtxIU4DGQP3pP1awJXk57Jw
i0M/q3Dz9w/mj9cLHPD5f5qZ8OKMngEX6IgncXK6fFX0T4r6iYz8tjz8/Tq/HYiOf8YIPMcBHg0c
5+JVyRhtEroXgQ0+OPYyv+rb57jVBCt50DPOydTi6e9XdH7fO7hkQG0DKkHTcbmhlTjcO2+cxSmo
SVctPOuji/zwS7lA9ZSkft1Iz62vO2i7a69b7B+gfe3eAwXdkBjb3ZcZlNZi4xJeRXFW3kw9Wncy
3OQ1eSKroW/eenwvGLRlvzfEU6x6qI+1NVr3ZSizA8meyStG8+STlfanB+nihSEWiy/ekRdfImKa
GhuKI072+FS9Zjn74Hoxm17fN598in9Y0/S2JEWCs7Ad2peDWKFjrLprFMuL7PC8sXeN72/T5doN
p3VDxs6EU2dcSHda5u3f393vr+68jTDTPGSTDCjs/rvc6i53GNsxLafAt3ZkIJABYu1MeZ2gX+vc
t79f7J9hiP/dM/97tYtHitnf5uQzy0l/R5jevy4/7CdxrXbZLtp4B+dgYnIQV+q9vI2fh+fmWu/+
/gP+GXfz2w9waL/pW6X0/xkw96+S37MI8EGMuvwPad+12zjSdftEBJjDLZOoLNmS7e4bwpE5Zz79
v6g+mJFKhOp8PX0xDYzR3qy0817r0K28J5QT1iCLZHbSk2yOi/xlFxwScLtqy8oJt+jIogi/8zZ4
rF4UVFCKS/gPP2mIK+ERwJHQIayMB68ChBMmrNa+LDlimLxxCWq/QHsGQlz9AS6KBSbHzFoY3/7m
CzQkWnGveQFJgtsv6HkJ3fBAHzlUFYPHVb4gb7t0e7MLpSXG1X9jWBq9+LIa6Q382sfC524aPB5Q
b0vchM1K6KUm8MawQtX/IKTVSV1ViqGl6XMy/qj54j9JutzCq332UXXH+Ip8udOZLmJyHvX4VTLG
S6bDnJOavjyWd6/Zp7QRfHUkOiWYR+JcUwFtT1rksQescNXIrg0oaCBD5E9qS5E0qyiQ/sXUL4wx
jD8hCklnfxTZBDppX8gZBj8+w+oEXrgQI2+Mm+tFzFpFptD00+wKr8QS9wYIg0ISlRDLKJVdtoug
LjHAkm/j0D25Lo+ecsv3qq2Xl0CKNoH11TDdKtAiK0d2vqTRj09eOfmIYW2QoVQkQLTJxE3q+azN
gNLKHtIuDhZa2/+Abqhz+ggwAY9Pdu7OIgKSWI0DkZFE3qSETyV0s2LdIupv0QiYZgeNk3l3ljDD
/FjUJZVJrupaFpHtGss+L8Q4Yg+d1GDqC8wyBsrPjsikZzRV7DpeYIxQ7DdjUR5R1Fono/icxOMm
BKaVAZzp0KoSNENLANnXFQ2YXSknYKSL3XsAi/bH+ugFHFAMmXI0M2QQgXCBwozLffmqtODR3mgU
vGvJbYembL6iKH7u3uFHqRbYF6rG8sh+asTilCIM0H5awinhJeAaC/WuiZpXVhpDI4nT3ED/5AcA
kZdZIf5GbXAbqP4qLjMec8SCg77skWLbZ79HgAVAshQkwhrhjMH1RAbcbdhDDV9C7yQ+NNBbK1Kk
zDxXFQ6CBPYbAeEecpW3+jZvNPBtRQx3yHTguq66RdZZ4R79wGFhA/ru8Q26f6S3wohgtsQkPyMI
Hn9QS8xP5PwmUXYjKNbQuc06j0XNLwzEATLqQgLLa4RCEAAFKeQY6DlgLqST7dBUfvs7wHFhYP7c
/9XCJEHjeRbOs8YSC0ND9Bg0yEjjZSAeBaaiD/xUNBpgFOfxsu4VC3YQLiw0uYaKF+nxAVooHuUB
gsamAmoLX4yLGuxWCy8TPIqXPitKZlE41wCbIvOT83lloxhuSPIGAdChRP37ByNjgeEFXfopB/Ln
40Xd6zAsagoH0OrHa6xKHhVgqSXNg6QUDRlo2TDidoV2igRIWllMKQ1wkwN3q8QgTANWsyarHAIR
QjVHsRhVoC3h0TSRAxIYXXfKGeRSjqicauV3giaCIHjBFCQAV50Ic56CT6Fnv3/YKJvLiEKgrlWU
CIm7kvqYICw6EIWoA1rZ4eIkqLYn8l9cFERxighXhkPvJiEFEGccStMdf4BTz6IzRkQ/IZ8a/NPj
o5t70ddiCGsvlhjIB3Uzf8hiKMEVExyB6opesMdSuHu/FHs2uTBYEe49WePNqzFnXEDSHULhe0Bv
JBOdagCqpokTxd9oWNLFBOzq6PE+PhY89wau5RK7OOTIvwvKwB88FHDFRFwrncPltf1YCsfP3Mlr
McQuCnIudGPC8Yc0A7KB6gpmBi4yqyqR/Z+6QsHoUbdLREHlDmDewQoAlMk2UqJgMwCigPI1kzDi
gYCyXhNF2B6YBZl4jWKdYuy/85TDgM4d5BoQ+QJlR/dKRbAAQdxYjxc/vTdCnKYgNtdgfnCypDgX
ZRQ5EgEC2Ia/BaCKI1dmeP2Rz3Fja0z2eM3aLyrKG7wXqrEYuJdEVUZ6D2EGPupKt2GUpsUYW6Qc
goJzmFQfn2Ph0A3cJgqfVHmlyRR5MycMxApRgysoIJAFbeutQMENe/RUdtqB5xqrAAJIFRyLaAkg
d0DSlXrRou2kOYsCZyiY+YXyoOzyTFyLJmUVI5mT5oNfOl3BqxVrGKFRQ3Hwj0nzLml7jKzqYrjg
0BIX9UaD9p4eKIzYcrAcMMkR/YvjsFUwNQVAqALgYY2cgJjyS5MK8/Hxz+2MoiIq0QQQiSLmJe5+
hslptPJw7iHCyA1aqdgK/uMKjektGuN9MKsiMYRh4zfZDmh0zXfdKpMhACg4N0Xa8KdIsvZ2FGp0
3nresWv4l7xc5pFRNzYSjEDB3ypNb2kAaC0ZgFBp4yJLtlJw4BjHCyrKk5sxSmjggBOP4AwuC4Lw
29PB9A2GpLjIO2Jm0hSkF3ZEVqV8zj559G5s0cDLZp4BrB2zy38pHsX83meRboUThj5PpboFdoZ3
jFLVLgbAnAN0QRN/A/TdyNH1x7k01t/ptt++eWw2wPYF2CcWiOPEawhAZoJxMsE7AsIJg4cButoA
J6k5AE2h1WlmXvrkXODZobNQVMg6Dfi7xkEZFO8obwEuKQbLtN8pnabHcmRlxS9GpTw0mjxiaWII
LhVQtXnHvJmKUUCXSTcNiPowzW8CSvTx47lPawpoPEGvEZI1iLfh5d7eG/Ty8TJwUMLjOOw8JxaX
g7cVw58WBxiFp0ZElR24+Lk9yN4u7pBCNrj+MzSBzcQYPLPQmHUFUGQXOKpFzhhFt8CkoA9E8zgM
aIHG3ZnffqpAxDOgVAQ+f9SEx+zF/4UDVw/Fd3HurWYZr9CNdnbRqk7ZnjtPixBJaPkO5LFgL+zC
Y9X9EkDp3Xw/3v47S0n8fkKnAlxOqWQXv19sATqiFgYGhYvgvW1+/e9yVF5GlleGfRRIl1Vtyzod
xiE81t2rWFY7NYdKSuThGHgdQzmnO18ca1JFvBc4jrDLLHFMaSF1NRO5WJOSpAu2z2JAkBaIgcc8
c6qhaZeY+6R4WfexmoB2IHgbUAfQxkjR315jdkBgCgC5cdsY4DKxugVu5xKzDwG1be3ueUISkqvC
FFAjQUO6xYmEQcWg9dgtMtZmv2R2gaHarBNQrNr9zbgVQxi1QVP8JGTAdt2sejNy0LzK0+Lb+8s9
idBQ1EBXxeQ/3e6ZFigJy4gBu62XyE6bGF7SK/PTOxgrQE5tvv7XG3gjjKwMIV8J3rwR2xY5vqkZ
/IZbPhZwf+1uBRBPNZ78o4G9nEtn+Ya6QfsA5Uz4ew10K4N4rgWrASKp89mt8oy5kARDLZi/eeo3
2L5Xdx8YLlbWmcEBSe9d96kdXb1bYgbFVjYN5ZHdWdzLLfzn7FTh9uxqUP8WSRey28rSUFfQDG0V
mAplvfdBEyFlukFXLl+H6ZoKQKO4IWZnAbXOVk3xU+d15LIo65l/Vf+uhzB6AD5LmjbEejB/tg5N
xlCOvMOYNDGzeuLqzqvEswKEMaaNU5xgZaGbx0RCEHoifW8XtOvI0U6I0EjAxQCWcAtJ7lFzGmt6
xJgvOUbnfK3t+KVgFDb/Cu4vzRQoRov2EghvDAT2wFHjIZk3fCNfC5ZH30fa6gjdMRZtVGCei92O
tmYnvSN8wP020rWocwbgSg15px0A2Ko1pkdd3/y1REYTDhmaWeG13F7LIg3FQPLj6Vo2lruKTX5Z
mOgjscH9RNEq98HF9ASuZBFqheddEBGCsGE7HeJgRY7iuGbq+I5gZWZsPdZhs/rlShihX1JJFcZp
cGq7fHJoFnL6tzceM7EQQmOUSFoVAloBti1uYmAluPed2VsG4nIzeH28jvlnJssKukeQBEAl7PaE
gIeTMExasOghjxwgtlj5OjrkW9cIKXqDKolQUSIDRHpfgKTpgVW6awL/a5WuXIP2qqiSCBXFAeyY
LaY1dVa7rPTAgj9oiptykVEaXGd14dXmEToqBzdN7A35pKN6UzQmc6ms6v++daSGSpshUyUsCOiI
y34ZmrXO/RgA9Hr6j7eBUEjAA9G4UMCCShs4Dnqla7vI4AywS1FuA23nCK3UgPQ+dSOsqIFVjDE0
Ah/QqI8sZUGzyu/fAyILK27ONIKsYT29ORlffokivkHTPDNaHF2BcNg5KDnUsonTQas+yqMYcIYQ
3wghZNgkf/FMb2QQBzOGIgjI1MuVBs6Qqde6ni2ZJc3qzuzXjRjiWHINBFgYNJmOBcy9BgvjB04K
ytnfl9/QaHe1YTJhFTxgIARjAAbvQsf4vlFvwDNqhtDVAeDHMUwSGypNpHCvU29EEsYBJF0i4Kaw
MGEvHye9yhgpkOT1xmTN1Q9NL8zZPZSDNUQ3yHmga4zYRw7YgGHWKpPd65f5r3zd4xUp74EJ1j7K
0u6zfdNu/iuL7LbuwD2q5PVFVrJrgdz81EEbVUhHgEtswz+7e87Ivng9XrFr94mqbCe1TVirG/HE
zoKir8Rs5EX8pNZjE+2jl9dc2OBmMHzEeRQlNf3GO4lodkSnJvYXrcH4+ZWvy3MyFwOiD5sb6Jgv
X+eWqPcGKN8NYBxTNPzsXUW0ir5QJBAlUSIMfV0h/V5XEbdNEgxZ+yjry0cJIdjb2B0lb1UlRx4d
SsIJFLl6h5FvhZFp650JMKeA+Z9PmO721Xo5vwgiYM1yMGe8EZvaLv3AgHX3y3VQVzXUHbNxjeyD
ZSlyLyOE5D5fyyUM9thLDCAxILeymD2QxUszMFVj3HQ72NUN/xIYCSC0QV5nuvv6HZhUZkUr4M2Y
CRTONBlxL0qhd9kQYL9g79HridhaArev6Z+Cp+Bp0rJgXLKTDbjbwDzmP6W7Uo9MmqKafVpX4knz
wVQxEm6gHt36G2lfm9tyI67qTeDYNrdbgJz3HaxuPyOuXrqg3PG5VyVpsogRTww34G/izKUu49mh
wpkfG0tyqq0Pm+86kxrhdX5NjxMuObm7076SSKgsVm4HTwhqbgtsPfAUW52hPHeLyaVJncoYLASW
SNgAtWrdL7vFFMi6zmhoAHT/BLNirBc2PT7iZ1xhtLr8sw0SYSlCJsBw8Yht0Bxprx5R3T82q9EG
CwycLdDUpx/VJ6joF7kBXgsE9AUCC8pJzHj6N59A6LfODUJgo+ETejM2wU1gZlv3wC9HI3TSLYip
DeZEcyjmQpkbmYTSQbhWyQz4sXEMea5HjnAJtDEzb6JdpXvWHMoap218cPZkp4FSClInqCW3/S2s
ffjlPS5ZbmgmVRDtPAmVUoMrPolZLEzAc8p2lcEYwIQ1AI7SmeDSXlLWRXlFEhEIlABjccdpXZ01
xfUunIxk1WJ5ycGFvvD+Kgi9OTkiIkCcpZRJOJ0cHssUhvabylCeUmcw0ZtO86KpF4VwPSd+GJFx
cTn9TWsmOxAaXU6vM4FFtMppBoG2nYRS6usJNV6BimhgiNolxtTAxmbWJrCqLH7pOi6UAHOU4GLn
hoLLA45w5LqopzprFK6UAqGpVA8wBqWMUwUj7yUvBJQpo91Pyko0AX1tVIdJD2gmQ03mCZOtffBS
SNdVBnMhuJ9wvurRXRU7qEILTJs777U20SaNXd8jzbdHy5ujgVdWb1fxi1yaowGu+lZXVo0Z7+Id
CFz/Mgd4ffdkQlOBJl3VpBaXIbNeKqtCjvOwkI6sTjOLs94tuoY1Tsa8B9xq4pJjyj4Km6jjtvJ2
/FQuGgNsxRY4QhxqInfO2buWRdzwkmk6uQL6ySUNyD33drdol2DThf5PHe9Q68oi3k1mMcSDBmSM
/liFTFf6/rz/XSpx5YEd3oDpAOKbFXAwDSSOYfRCWkMrbZHEjQ5lwQ0A9Q49ZcBzN9J9cJzUImgM
9n8VCV1tKGlSoes54M1DFqruyKu2J9dsJ+uJ4+N18e+CPbRZYmQBLbJoLiNuZSzESDAN3J/XGm7U
LWDjoS9weMsW70G1fevxkc16bXAZZeAxiMC0lIkzSzrFS1IQO25BnvjTm/yLUC9Phcktig0zWIBb
cvJtZvvbDIEms5BoPuvcYUI7ARpC4QHMR25wMwAGKQGf2lbDy1BxQ9H3agAry4SXTotO5gz3tSxi
c4tGZeMa2FPbYYGIfasZ/VOtp6v/jzhoemfkQ7iWRLgkAAXsKzHEqpQ9wOLf25PihDCo6qb+Kd/T
XWGLKAK4xvD0+DDv2zamobyr3SSCH+gZgOa2WCHIQY/ZroVPKq1ds/xRVp4hfLN6DaQRiszZE0Qf
3dQVBVpPUsm7rstFpdTwsHOM3u6zlWfhFBeYk2bXf6NgtCtZxAlygJAJirHGbXGmYmjwXS3R0E5x
Yucs5rUQ4vBaSSq5CICElzc/qU649QsJDt7jjaOJIc5KKqtuYoSZ9i1C7r1dAQ1eRxc35YHP2p/r
5Ux+ylVAXA45j4J1y6Ow2+6ro7D2rAyZqnYhvgaUeXnakggPsuY7XhlB4n2pIYNauzLBl4zbTjsh
6poImxrAxqkox/OwqZO/71mTWu4NV+e2xevjY5rLj2PG6t/7TdjUCFyZGedhUaWJYZtdYPkoL/gO
nLf/eCEITZylI5CWpssNuP7NlJOa9D4WRVOD0yncKaerBRH2M8u4Sp4YJWGlJ5sWOeL7sJuCVIAp
mkDWN8dsoX39t11UiNhUaF2urnwInUquLBIziTGugOBnuBR9dBkDI5YHqBZWQKpaBS0A2TOtJEBA
jsWBR5mw20UOmhk2gvlZowugMzEb/n7GQ7OK52fPPB5pWzvjAN3IJo6wArBmgsEIfrt+yw+8Fa1H
HZjcRmtAsGQAvdZK7HhB29tJUzxaMXGgtVIIOd9jxeMGZV/g5SJ5DxqcTXLodzKcTOFEOcyZHNv1
MslMTwVgO16KsUxF33Kmt87t/fJg5bvqcHa+KHs6o1NuZBEqPxzR/yyGWFxjgTMWAVu0CfXGkSiP
b84PupFDaH2t7wPg8WJNbwAP/8UaDNoCxuXyG42++q9fvA20TZD74brSWtXEmdPjLk0+soJOf7LN
swqimtf6ApspNrukKM9RHC0oBzZjo3kO3UsiphUw7SZO33BlAwL0/XDCUE1P/k/ZJdrm63o3Vemp
zRXz6/lXFmEEgPAtAGZ5kmVcUrC+DujrybObUk+oyZoaQw2y5i4kelWnRmkN/X4ssb4mGMqm4Up+
G8oVRiAthv2lJD+yQgWdmBPEs2iNRdekMMGq3W5kkzRRwoUivxUXLSJ5VDGRXFs+oTvW4m3kGk0W
JpxyeHNK5VomsTgpEsEAE0Mmt3ePyVPzki5ZSzBPIEwySit9iXfJqd4JVuc8Fjx3kNdyiYNEKJIx
YBrit0AZBWGDXUnfjwXMuauYC/p3NwkzDsYYTxEjSGCAxTjhISumm69ZF9QsmZW2u6pdlPlHkzLL
XHpVC7MEBTCt/3xOv1x/A2HeAaDJpTUmDLas4a6i9UdkeRa7newTwDuhRjsTZQzQbqLbhPby53pp
btZPmIuWb0Aq1wr8FoSxVrRrl8KGw0hzq7d6rANDeDBlW7BKA+ruRNl62qUibIbI5TyGCCZL9bH9
ADCtfnpaLA4oDPSL506nVaHmqiPXK71o3ysFlGS4SOCWQehlyIvR/Cj0/e/YXAITBcZRhmUup3h6
3elf/3WTL592JdqvgUzNDdhkkDmhTsvo43J/WhymLMg7+JOQvD3S0gaUO3VJ1F+JFEte6VE+ndRt
B5GhDWBRZNtpEcQ9oBNwSIG2MWEAYNRIIJEOlZIJwBMlTfcHTBLhprX39j7Qv79Lq7RA1fTuGT+U
ezOZQdLXuBZJmEmhBg564GE3UatFe0W2KpDmqVflk+zkBrWiNauCrhZIqFsQotWNX2CBvo+MtL09
eZenwb+xn9KKMXPz8epo4qafX50bLzJKkAQQJ0WZPrI7MQspEi7W/NH+EUpVa0OwTrj/7zaKhmgF
VmbgvKYXEDul8QMeIorM2aeOKVYNdGsihgsIDccgxQLcAJnfpm8eeAlbM39F220hWKAQfrx/hCSM
RqFBWpL4qYyPKUyJ0Gc8D1BYLeXTsw1Q/DMHjboHc5zzWAjpqf2RMqHMoKSNwTcyodqxcc5FuZie
X9B2E+591NCBUAZCBGMFXE0dBB5O5zwbnc6ltNiC8KPuRBNbqTGK58WKkJ7Xpt18++aIdqnUHnW1
XaZAmTaMn3ibfXS55dlRZVDOkQTAuJNObK/cdF2U1lh4+VlZeYBR2kRvTobwgq4MrbFK+9jpx6lQ
49Aki7ev/o9kdL2hwI0BcEEmXn0gMD5oooPkHAufYKvqgT0vF74ejgH6hFX1pfKBJhkD3HgJQOty
4ginQfFdhmqvHs7lE6DjgCwk8yjxkmkmRYw7gImXybkHn5e6qEBWDdACi7cGYKQbw3cS2QM4ZKLF
KC61RbQt92WBSrNoyyB533DfY2LxTlWvw8BJpcPjK0l4hX++DROYqioBb0YTiWvRhV4L8kQ2OWsc
mMKZTOUxLZRCdJgboBqk1XQmHXG3FRhNhx+PuXyWhOwZSk4sZE1Kzkk/gI4hTnWxBHOOyi0eL+sC
nkoKgsrAk4YsjJcS/pkwRJnYynV6llGi+gDDXcYcMLoDLB32BThrhc5+Vzkw8TvQLa2iZenbTGmP
sAeffb/AWI8SmrFrjQmA9VdeAMaoVfTKb8QnjPiCkN5F4fTHS6wxMv3u+PjTybmxy5FcfzpxJGBb
iWA6mvSsymbXJ5jgAWumHndbFu7UmgmXaaFnTrenJZkvQDB3e6ZM47gCBjbuUGqCCKxQngId6MqG
Ao4A/RShebM1DwDBM4C7NSxqUNfrxVewqM4T4w44MGskBz4Bi11tAnHZSJRjJPsC/uzF1ScRNgcd
f77f9vik2jYHS7SGb3spHxYpbOln/iM6sNyJjfGmBSbOnh6fgzCnOTDR9s92EFfI52rFL7gxPYdL
+Ri9v4k/++BJWcvLZBMY5doLF7X1g0ShsUqeA1ta7jDjukePCP6/zZu0BCWZOLxsBfSXhll6jPHe
AWyxTDbUQ5FkZxFAmMUSdF8A7Ac9ZPLWthz7Ugeg6zQFQKQj0ueD9LkZE/YFOPPJWyZosUexJ3N6
A0kqScCsO2IQ0k8cfPwMDAzZuan90WarLAUxffJZ1az03JYsbVh8uvPE1QQeM1B8RAHpTIzZ4+dX
7o3WK6A9r5TsjIlycakGHG/nbMGZCgPuJqEAx2NcxiLl9pFBzrTlQF1HtIyOTxEw7EQChx+4iMub
OjvzsSlLehlaeJJl5ghPJZp0FtzwJJrFtpTXAuco6N8oURyhOeSkp/znI1DfEgHjqgjAMbpdujD4
Ay/lTXZmHJnb8mAnFvViUwCMcdCx62hsXFailYJCqbEBB5p/KsvHD2Hu5kGJYhoJuJGoKJJgXaLv
8YovFdn5AyFmYSS/s1ONWYnggyJn5k5BzgQkK4Lo98445CkvjKyPlbroE8FCq/FU+GCmx20qInDh
gjQD5HScBKBXRm9KzxhHS3qJADpTSP/raONl29GJxgHMYYI9uls0qDpjT0xx9qVdZ6vz6pkxV+LG
1+GkfL1QMoVzOh8TwgCpYQVWBlrfpIuu7nfZ+kHvSUN2jnQ4JnAB1iVIT1JD2oFCttGV1M4ZneYa
EUXFP0uEOgHsNyDIMS59KxT8CwzXgAn03LF5ZzLFoOh8w4lODr5AncnSQVda0IDFvnrqNM9djC1L
K8HxMw8bjwuHDddDZe+Q9VuuCF28fHyD67KvfeAxX2kvaIKZgnoROAllBqx5OFDdCTyTKOlqmVop
OzeSNPCUum0UmRFGc0GN18ce6M6Hpgk3GGyrIpMdIv41zQXxFVSpmIdn/arDfLwScLAZSsZtvC5m
NV3jO//FzXnppUyrFr2GCiOehTbNaUPEc7YMc57gxwQWI8akyVa/GESopatNdLHoa5Qt8LkpLUCR
Ih0MNwZTfPC/8DnMihf07NAVIDniDPmjeyts2TVUzgBYmi6zNSXuIftep0sAsAR8DwbU4QaSAPE8
iC/Lxue888TBo6DvL+LR9Cgrix4cYisPEykdyNji3hqF3eP3fonebpU65jUlYNOj6ROwzhfNd3Xp
i8YT1Qj80mfz7fdgpUt0DNRLRv+d6b+xEfq+wihYYWQoY6pL2HtdN57Nn+PRWGGIz9xsoAZROov1
X4bhHPHHGfTn59R4zg2QqqMzabVaGc+0eOJeR+HBCOiJQY8qvp20e0CFTApBc90TV/wCd5xe1cvI
P/g9xfTcP4tbMUT2wHczSW0AMH1Cms3y4l0FCBEACGFidy2Ayv3xQZBDlLgDt9II7eNlBQxPBGle
Zw5GvlR0NN785JvtdmuDhWL5/Tloer/qDX0z/kQHWifFzMu4lU8oIq6tyw54Ve7JlBfo9d7aH5UB
4iF9KR4Or6yd6zIcKrAdGcD8p/gx9wHJrWjCyVP5SFWiSTRoC8X8h4v2EchUH+/vvSN5K2M67Kt7
DkobL4FacU9+fC6aQg9qyksiUzN/DlASJjgdpEqArnIrgQGrWTcKGXNKHPfwvehX7WoHQMsvVLPX
kjlQ7st9rgTrkeAZQ9zEyUDsGVvIXiuUDXMCdJbe18uJem0AiWjxUcuvnUSpzM+eEHTTZKYU0GDw
t2tz+VIcmaGFNAlTB9UiUV4EtIM/PqIZH0djAfEFJYjHzcKtvZUyjKj/qynDnDIrspKFulH11Y+H
rl9aUndOgWBfRPS5A8ICgdatIBnNe0rVu8yp9xK7z1dhJehVtS3q/91lxoquBBH7JlRiBmpYCNLS
DrEbWihEFjyyih6wn3E80jZwTmNdiyM0VlU1YuWWGnNag0MSkyn8Ed2iOuLrT86wUstYyWtKoDz3
rOCSAngH/hIAxoidLIVCiEcRC4y11pJBlichbn98LWbuHhxAbsoNosIJXO/bw8rjqgaLbuKdY7l8
LYNyA9baRveDxHosZ+ZFoY4K8hQsByHHpf33SkOoStiF7Vh557TKVgDO2btS9KalwYdQDHqRtDbH
s5RnNZOV0m5kEgfWi73vC2rmnbf2Hlj7ABvAXz0y8Et9sdRhbI2V4+5ixLTPFG/3MqlEGP4b0YS6
4kpJruoOot/eWONFtl46A3yPjqSbtr3ULHzCB9Llno58Qwn+t7VoyhjgMuoFsoSVs85N84eSmZ25
vTdfNF2EqwNQGEELpbrwzkGgOfIIrnGJ3RQ9ZyZlbVQVT9n8WXFQMlNUBVIpmbhXIZerLp943jkC
qTJvBY0ETC4nqtd5llAe5pxxRX2ZEwWMKiP9eTH+V0vj26iqe1H1zs2qUI3Kw4YKeqrqGC/d14fU
lFyjcvUaI9u6h1lQVxfdE+Br37ui1LNfbkX5HrKVfbJVN99DWA+w9QJem+G9MybFubdtiNYIG7R5
PyG6hgyXYhmJctadMML0gmFXilrQ2p+rcVE8tRuWW79LSCRJ2+F/BZ76Iwtgo5jhQg0BWcfbO8T0
NZsUUeyf14m+HXWOs4avr/VLjNzUV+cINHjKOa8NhYR/5RE59dD1pZZFn/q5C5dtvQbkYbT2W1sB
4zKrB66D/EAwAss+NmNfMAVx3QZ7jn1LtCVfr9HJxOo5s1JSCwzZZp9uIleh+D2XAJJ859dfSGRt
Bj8eXbYN/TNmpsFxaKPoAaRYHe7ll7cydtxvfppwrq3v035vP20YdHgbz0fzbbt2nsWPYB+YqeG4
1pdidnqnO7T+uPmn8e8Okh28qaDko+hH/pmX1iGv168VCGAxRy4bobICNnW2GgByzJdL3oyPg7wt
ThWn9+/1E5Mag3LMfUoyfibhhLdx9UGEXkBuJAi6Ckcqge7A/cUxnCVpjuDmZldrZymzM6DGCsg9
sSUwu1dVboJfV/su1S2Y6vXYpVXFZqJDfBBgCkAYgqwE4PZv7zRAfPoCQJb+mTXUlWhVi/GVPwQG
+9aZiem6GMRkKS92zhReSyTM0pDyWlL7mX9WSkcujKHC1Hg6/EZq3qflMOe3G4UIAYQWE1gh8YIa
ZHhbacB2F6ItAH4hMcXncudj3lGzul2sp6bi7ysWxYDFCNpoPcYc3Omx5Z9Xh5I88cCB/A4u4e0O
NxPzODhAceT1YpRL9P8Iq9B77zyj4JHfTcNlokYL3lXAFl8ZEq0kOef4okoNIENAtgkwRYTWkloZ
FNUp5A8LSS9+QFAf6mCO5gwjsil2n2yauWhIbDZyPSAbADggcb3bEcS4RTr4Z8za2l71AsbwxPXN
lj3ywTqUJ75rIwCfJ/+ryHWPMVnFkJQXyobP+XTXH0Fc6THXJqC60T83ynOjGprqcJhW6HU1M4dj
5B+HoTK5LACwmz0seYT4cslTbOClcYNUjOjvBGUF1Dfg3IhviPKRi8ca34BSqJ3EJlfrvzBcukt3
5/M5sSMTYwv6D1Te8W8WP2WSgZ8MOk9yhryvJLX2WBkaz0gsBRBTDAZdFq1lvUvGV/YhUVLHszYK
Ts4/8ogTDypFLHoJ8poVmlnLU3qIrHqjONlWNv330hF244pZ7MD6ANasla83H5glM2hHPm0nud1o
IAA6DeJVCeC4t2+s9MqGT+IqAIfrM3ivg6NSWiB3472Vou2SaON9MSuBxqQ16+VeSyWsX+BLwA1s
IdUXDPvt99b/bBaVUen2ZAffEJmny8FQ0NkjB9ZB1mV9CFBM25134PXSS/38PLyuG8rNm9OuKubb
wQeBi3eHLaiB2FhLFNc/B/nCr09ls075XwqGQftMp+36pKnJXZ+UCnJ7CgfiCcKnBvVkPsYCi/Re
ZwW6txq2ga6CoXbH6wp44v7GdkKxTHyxmOcAEuztIWslGlCFiAnOWeNZkvjpKbrAW3kPbBPNbuQD
mxkBBtyznxoYhZskNEHgbciikZSLWKMF35MwYu3YXTDjiSrqh3dAbiiDFUXg8eFZqxdy7HDssXMX
oURxsGbCCAyNIxMDARPQKHHDeiEUBPBlh+e2XjGCUQtmZA3+QR2/HquN6fcQq0G7iiLi0sATgH97
u7W82KhqLTHxOWpyE93GQJnVxWYZbEvBCXhPR5czJfCe2T8BRUURo2QAgEBodisx4FrZj3othp7a
16vBpo4bzVzOGwGEBi6rcHDTBgKy3bhOTf47X6P3A/4e+oq1U/fB2I+3cH5ByHTDk0IrCAnqWaRw
AWoR8sRBb6tXSdml4ypM3x9LmSmnIDEtCzJ0O3AU7li6uCQp+aoIkzMGQ7NSr01FD0/1pt0AjHWD
mHrUn1o9tw4pUGXS1KpfOKTJn53HXzGF7+R1uf4I4uH7aHDy2gYfAcZ4S8Q0VeZ9PJYws5uoEaJ7
kIVvKkDD3F6Pjm8UrqsKNGr1MNzjMgAialccPcotnFkIjIYIXwUwrCBsmT7jKnQuUzfOhwwLKdvk
RWFr1ebKMrcer2XOA7uRQiwGSEyiL4Lz/Bxr+7ZdCRs3iA2w88TcdsjehHFR9WBgpPli98U/VH6u
1kbYxKYElfKY+wk8+0h5lsafajyGxS71TlyFeGgZdhRfYEaJwMMVoUQAcYnmEiLDWmaB1qZRlJw7
SW/qSA+jp6H/VdZ2z6Nx0D/S4vG7OwKFCEEAJUbSGJELcXitwoNXUM7SczCEQMiNc5SNF6BJCow4
4ikX5U4RE7KIIxTVMum5MErPXKWYIYj5fNZO0AIegOSoYT8fX5i7WwlhcKKntCRgqLC421uZpcpQ
KQH6g8CVpHntR1tWX48l3Id9k4ip8QFzAsj1k6XKfMLd4bgWfYporPBRE2rf3jhAxUm2d+DXa4Z2
Ge98csw94HmhxQJ0dGCTJc5KyEHUAhKHHOVvKCyMfTOAJPP0bxlT3yPgPuAMP17hfehPSCRODHV4
uY8YIT+v8379AX6IRYtu4O/QbnWQnRnHRv9yjOjTzGivfeb0pqQfjBpQBVl0BBKnF7hBFHpBcUZ0
Y/7W1oAScm3d4833eqGFJrWJ/O7ZYaFopgBCPAyphGDjVp4XZLLq9l1xFhcZit2Wb4OLY4z0/Lun
JDX/j7TrWo4dWY5fhAh489pw4z04JF8QtPDe4+uV4JW0MxhoEFd3fezZZaFddXVVVuZDbDmyNFy5
N97SjxSkGSVYqrzvUNTOFU3OXTdz0uaGM0zvjRHBp9i4HoxEhO/UmF+ICrFkW5t5KM2ZGV9hIhWw
uc1kVqYPwGMfiWhFD1zCvAkXzzOeb8ZH9Mcwc+CKR5FBhsP6u9VvBoU4UYD4rZhh+4vv8rsRvSvF
rlqCA/XckLCe24IPsQ/M8aj302h65qFgMBqcWLpFmQJ3aQH3KpG195ElRsFrVzEmaC0Uo9kep8dE
y2BxkG1mWQSScCz3q0bbfFqA1zq3UF3rSI/XHjR7IKizl5C1QpMBf0GLYaJJtlqH55I6hT/9XET5
mGgZfcNo59QelNgKKIhZ6KaoBuJwLY1I6arg6FitWmFmnw5zeBcDjayN5jiVpNrOlDa3cgMc7us5
WtIpD303oyOPSReuzCVikVuZt8S5JtrWkDNCF29toC24g3SZ1TAcQu5nIxp5TDTHBWziVLkVK1tB
NOtXisXu8aNjZq+UArBZMpcKnN02oxjFl1IhKDlsGy7ZMpTWR4CfXnk9jQz/K0XTDVr2QcIfsUBL
AxhIGCpQuTdAZYTZI/MQLWE5hw69QUERmVBhdOeWTQAEIhUVFuOcIhBEyTGRmFVvqyVoE5tjr8/V
2B8R87gFodb8p5+Es/+XS7vxCYjhu8oL7MJq89cAcDgrvApISUYDTN3fyUTaxmuIpvUr2eCQKHru
kSbiGYhEwR9Bfo4HP/3orNB0zfmhohRWWr36lVprYn2OUiLzM3YmrgxIoQ1QAgkRDZo8Rn7BrSKZ
SaLS8v1Tzy0ky8m32EgNcdsZtg5uOBCj7QtZGAZ1GQXVGWie3ptCTiSDOiBXWrReIQfzCZyRZDgr
z7ps/Rwd1h8rFtkXsMuAbMx09rGq6qdz/rNGTy265+YaFKfiD3wOclFQggNlyhhD0WedItiNWFph
pbpQ/zSiTI833lpqf7GyCxBWmr2yDsql0C9YlzTIt1Mav5N/w9c8mLkQHtOR2Gu3HzM62k7v+XWT
yyUu1fobjYSg/QPMlYBIGmEYKh6EBMClubpEGjDSredSN8NuGi+NwGIPINCECg49WhqmSMWaSrvK
ykWoPtkK16tRCkHr53uanbj2RCAd8SoekIYI8O53QN5EnF2Bbc3K+5xAIYh9CfPlIORIikj3Qdu5
cEHdJBGn1/nGzACmLqD/7pP6Q26urrz2+XVVqYn79vy7/rLe98NnAGhGv//wxMTfR1cFHvN+JUVs
a+UMEU829KDNOte5L9AcLaDW1zumy5MuVZts07Nak+gMtw99EtELKdaaYA0weGV2jJYW37YGOWle
gS6nbvffAdurz791Yg7vv3U0h1EYJAHj0K1VkC12JRIM76gaDMiBgS7A0y/xOt0J6jlUEUl8zxh/
DMrujY+2KbKMnpxkfYsn63uobjsdOcsAkg+fQ/L0slXI+9Ujbx+CyaiWurt+zNh/RGIPsmuDMgMe
R8Pza5SUohS+jeVMaBGmQWUg0PtFBPhhkGsxBAUcTSANeuxtdcbso+O6tzo6HRGnlDIvKK1VtrtO
QHwWFlDSXETMHDKJezyH95ZGURoLJUreKzA+IyLGXnvv1Nao9B6tYiXgF7q6QZb6E5SMJDLRvo2O
8Zyo9FqFtyZzeerHXpTRXA/fenP9KXHUihljt1b0Em+4Kw8a8X5xCmHKhT/K1BIbzvlWfKIdUTYA
K8bMzTTmTgGD2v1kjE5lzwB2xFT4ACf7Zsp17JKS3wQVT9j4LfDTAfgJSnAys8UffRSsMsjLDMLf
oBUeJUkozwEdKENh2IT5Mtzz4X1JfZVL3xBJ+vHBSUDD2nt7x5HQpB0ysFLOfMDjjYwPgFAq0pG4
9uGR7uddcDyF7WWns2C+C8kWPbmXYOWQ0w//bZ6W4dlEryA6jz/53ffiF1S8c0X5x86tYeIBTYLa
MHpLAL26/wKKCn3ejqLOelm/7rfe+hP6O7s9SlUeOaVr0zR3+rkjq9VHsdxZq1B3CUC/x8XL84kY
lnfslG+/YrT8TFiyic2GmAcwIOZXqQgIGOJmlnvqwGE5seIDtwVw4fdDBfQglfIi7Syv1+1C0kNG
0Z8PY2o5by2MjnRe2Ino5llnFREo54SQcBwObmA6jKQJAZ6b3axK8mPsOJTv/xnUaP2Yzm/BsZx0
Vqq9bLcoFiRk3R1fX7fvrrq/ZNsLrngtZtRTS5Y9WdpLh1y49TJSTUJ03UoYYrmgtAR89bA4+2Sl
xzs0x1q/sfqtPZ+cKc/KDepsaMlEe+g4Q8hTQ4E2wmFrokGM9+j37ym6miN5Zpkn7QBijbcD4LLQ
R7tfZt/uez8azlSKXPiQ+pQRXNEiABTl7/MRTe3aobCOFhoAvSD4eG8ptbm07pSgs/AfNUQQ0DAo
sg2pkQH9jww90Og0mLtwOKRK9Gaz65K2OOb1uYnJWftnLA/azU1WQKrW7yBDDeZnZxPhYcAEVyed
q9XNTNoYYFxXgqPgNu2sim/xwIpxDmPIkWaBu3w+oqnjfrM6yugwCmXSUZ0EQ3aDN5WCOn9S/j/W
BfqXCHHhOoeOovsNUMksn9Bh3ll1UGlMCPCosxP8mXTtmEL67268tTK6JBoJGrRZDCtIFW2i4XHy
ut3T+t44pIuanNr16QTeqFp/++BZ8kETDf0Zz6fyr1429s+3nzByncBO1DafYwOm2us6IZICN7M1
jP0JV5XZ7w7cMSabDwjCnBfAUYTqjOuYWsq/xhkOfYHAN4yOdMeic/Bv/1ctQOJJTOTg/fkIp3bl
rYXBs98EQEXqi47fYoBFAMyCq4nOS8rMIfT+j5VEN8t/j2PsMISIlYoQVjx/EZGXbTKgE/bLk4CM
uHVqDl88aRB71CB5AMGKOswlejBm/OPMUP9CsZuhSo0PYVcZH1EO/lH5EazQMf792UQRD28/NFCC
TmJ0Lpi6zSrJ6XAu0L1dxIJhZ/IyU+bw4hMvaRQLgekBWxXSGmgUul+1MPB5rmLrHngX8F5jT7ZL
NJ9ry2BLdMifOWq+kj5SdTHXXDaR3bwzPK6uQcwtFiH52VscyV1T/PCCdfFOH7Ka2GiU4xfKIfl8
PqVToQWCRCju4vpETW+0QWkm90suKXorAoipi3UeoAC/OuGd/B74M9mbYdrGpx120MuPFlQaj+T7
aY07qPwUDdtbcheTKjxXTKqlHKFfKf+ocOkqyuZ6diYfe7cmRyvpl3GSRAXX47G37sDxDbiQ6ize
QV5lOBaJKjUG7mEOMzT56kDWDVy2kFBFW/VwVG6OQsPGgS/Xcm/1gaGERtbSpA0SLeKuHkUaelNV
OrpVl89XcqL+wCBk+MfqcBXfWHUqpY2VzO6tGiIPIolrHSBiiVfr6pdRlegAhVxQAESvNrt4bnly
XW8Mj9xoHtYZzaYwzCoHb8VAuyR4o5M3lzPzVTTHgDYVmN6OcrSJEskWJCUejDnHBpLwwk+amGF7
nMOWjLnD/67HAdlHwwtIiCFH93yAxlon4oTe2m4LdW0gi7SoL5lF6Sa6GFXPoDWLUb86Q/84RnAR
1SI1f329Wh9nLqnJAYObmEcPMw7q30vrZlmZzOa8RlF6C5l6TjbKBeeq0ICeq6xMLuKNmfG8FknF
Kx3MxOm23ncZaeAIYjC8ycpLCQGT51tmMgUlgvYZyCAE1GADuN+sRcVA1jh1aYshyyWlnxz9sv98
F9A0uv9cLk9LkKsYDjWLS3688SWA2VAyQ44OZdSxflpWVXFVlVRt0T1rUUKqCtycl+MeL8LBBtpK
waqAQJEebZwkd9wsr/zGQkSDm1hUlU9mjZuYxPvlT7z4ukLUHPi5VVGS88Kyibv4WC1AnCNpznVm
lh+j7/tPGc0yEAapFDpBY71whNuD/IMwBh5wgBBF5iBURy/N6xt65HbF/nzM5nCqjzgmHMXbmRj5
QZkC728XwLxsvXa/6P1X9wwxBuOI78TN15Xfg9tytyvVjrjvv6jWPx//9Gr/sxIjj9gHfCEGJVYi
7a5Ruc+kmVr5xC6+H+DI85VNE0oOjwGmGvjZjVeDV/uh+6p0yEGPUebZrNTF4lvWZ6U5hk10f5fe
Wx4dV7miGylPwgaBZQHqKRovUk1xtEgJ1BBELlKxUELTZfa5cAjjdZTOdhvPfcDoZu1Lme6bAHPL
kddg945ijKtduMVySXjN1Gljla7O8IhzUeZEbHY38HEMKLl9GzCD3XWN0Aw8X6Fx+Tn5VxDir1RX
X1CHBZpln++jieT+vdHRUymiJD9iExhtVKEiIJ57337W50twvCSr5dIU9GuI5HVMaOMNwSGpmKEE
35BZfriJS+n+Q0YPpk5o4sT78y2ZPhznRn9/Ly8KqYcEzVZUL752MuM1iTabt0TQd/Dh5Dy03YD0
d+bWnzvdf/HIzcXEKlWWJDE2P7V4eQXfRYbYSlSNJXicQaV/+pH0jS6hy58ljLU6Ktpx5nTPfsBw
/G8+oGrrLopcrMpABggmMkR3uD8wCR4BsaOZLg6UpF51fYUZCLdH15x5QT/ezPeLMXJvXScLUU3B
vov2QrtZy6nFgNrEjlU/m3lHPnLO3bvSv97xm7H6slK1yuBKMz1CSW/L6/slVFwOOrPaqSwuEm1u
089O78i5cUWaVlUKk0AlCAajLd2zQ+ohLsC78gS402YTaXDcK3T0X7+P3Ld4muvrn0gj30/xyM1J
gU1Bcnc47SA1WA9ABaAV6FW+wUIP5NbtOlAl9XC9QpoCFBI61xEdOoExsfcpAUQdS79YzCz7mOAb
keH9R41cXxBHmZPXw0dBqWiPXCPudqQ/T+YXgePzDvD54Pb+5pbPvdDfs+GJz//bIzd7oFdcKgoG
uwHhtxHRys3WkNBra2unU3vaEOqIrQCUHd6lM0dtZqf/OeUbyzaYdeyAhmUuy5bIVxldmqy90lH9
oDeSmtWfj3QCNnE3w2O4W54XiRulsJdrr9nHltsgHiRmY6BEd8AQz46hzSzqxJvt3uQ4alNclgpC
mEw1e2ubguGt7AW/t9fdnN+ciQ//ttfNZIbR/9xgQ6/Wdltv+oTs9zEIfx1ib8wDUm6xSMCnfMY2
mlWwmFvKkdMqlbZIlOFEiZFZFqaNjvsIUoz9kgpm8yjD6Xy2YUfxVyDbaZorsNWZmu+RV1xRGTFQ
fsJAl6eDpH7J57cEfkyzfo+gN1jPbFtu8gMkEBJByGZQ9xwtqtyFhe/HiJJ4EOJXSG1mqnEKtif5
4jUqBKiWwXHpGuWaO6FqkeDoeIYaH4fLaiH3A2ZvFsg5ARnBPrv5pNGllTmenJc+Pqk78gGIULZw
5WQp9cCP2sYX2SFFd1bxFpiZisllvzE7Wna0BkZZxGEpQE+liWoqv0VeqtqZGTHq88P7h6J6WPUb
U6NVTyRBCWsF9wb4jo/11/A4phH8s+pnjC5QLD3+ZNaXHLtgiVO927Eair8JKoDo0jXyl82VA4yX
BllQTX7ykpzY5bUy3vydsNJBEqQd0SYAxu6N2M1N0jD3z758dOOxocu2PB81VmWzuyqgLYrh5urz
EzXxYQMAzQsIEz3USO+jlsyOM0+Rh7AJGSlpiFiQjbJx+iW93wGRhq4OHT0sixjFs7Xzuchm28ce
94JMs7QiShxyqEPD6v0X9Blb1FKJgmVFh5pflsvKpnKVtqMdK0skpqVQe74lmGFM9xN7Z3FcaMri
mml8N+4sjWJJ8OP7UMPm10dKw2acMfXoXe9Njaa3A09V0LsYXKPSprBfr2V1vQUXFmIWV8tmTtXj
+xrGUCSFhxnyX2OEHVMnZV63GJftql5G0O+qzZymCfTkYEJEHQirBRrDUc7bK9Dt1/UoxIJeY2i6
f393FqAl6Mm128sV2anHPjaez+GEjwJyHiRiYMZHfyHaLe83iIKaXeuXTo85hLIoAGOf+1O/ELXC
AM43WRLV8vWG/Pqz6sgTtzDQ9DwaI0AThLaFcR+zHeBFQVVCZ/nVqmv0VBJBTbQrSkC6wPsqlV8g
bCBxOpdUfLwn7s0Ov35zJdcs67JeBrPInOr46RSCzI3vqNRMCPfIpSDcGxodPT/LpdpFt7r1giRb
rO2RDwnWF/DkoedPWRfqZ2HuPYgBMsg2DtrM++VGZ9eQH7RAN2xaiSEuanO1qk2IGp1LFX+sEuNM
E5p06L2dA7JMbW9QHCFdNnQZg3zkflrE0u/DVHB7i+nO8TrLLMUzgsad2eITDw1Myo2ZwS3fzD7D
F5mSN9hu7Ko6Zjy6OL5CYur6bihU/Z5DXV2UxuK8+Ai00Hy+1adcIfKBcMW8jHKPPNrpbJZGacTF
veXYjloqe5sDHs1fU1yEdkh5xtjEw2EQCFZYcDSjJC4Jo9e7YvuoQiaoC8Qbap2CJA9bgMLj4SSp
n6jRXWWsIkQpt8ie5OYcFmrYWmMffGt8tJisXeR5FSLB64QL8SUVEexIyPKyvwXcVp4hAClniSem
/P6tzdHK1oqr1E6EATObFi286UKSVI8C/3HOkQ7V0GsmHZ8v6JQHQQOSCDk/oDTwFBkFOkwThzUX
MrUlXeHyQWmcGBmv8cq2tuxoiTv9ub2JWb0zNwp2qhzqXE5L1xa/8jX0xIFzk4lUqjg4rmmXM6wa
E7v1ztjw6zcHhQ97oQwLjI1XJcroYi3LX7N96czU6SbnEJHBgORFyRaNyfd2lLoUoRJQNlZLh+FB
FIKt3CQZce1O0Kssp5aNHzGEB4N1VLmKKfDdnBQZM+yM0W7FQQGPP/jVBkTt6BoHQhUy05xSW16r
0b4ppAOTJbWKruwp+cw+uYZEn89XUpyIHO5MjkYdeSKT1jZM8rSZ5m/VJ8V88p6aems6JkymeQHx
mKXbvtFY5lYT0m0WH1Pw2MZmq2xD+yXq9iXglAI4b38CBVqn8UqGLGi3TewTj/9bCXURUQkWTzh2
76AuEFvD7bUoUQuIWMhmGJsVlOLP/YpDVbL89sGau4ppNSuvbvglCl9xcxIrlWuWQlGokb0RU72V
lt4q82twnJQqiF3Fbk6fZuISwLTAWaGpCb19wshv1G2FGkmOkgmfrvtzwaiUUfH7oBtaqhJ3VbUg
ctY5Gdzshxgt2Nd2Dos2cTnffcDIiSDx0IVc7CHt0Wh8R6Lfzv1FiTqqzUqc2fkT/QXgVYAY6NAc
gqDrb4/cnDCOTku2xGVksZkhkBQyzSnE2wx/Xxu5EZvhci27qmv068iyjT5EWpFTbSPCE/Ysvf8p
Y4MHg5q5N6ZiwLuvGjmZMG0pKMjgq0Bv+SrYZAvY7ACfpfRXCkR9hbeuXFNNrRlfOuFuwKlDyyLo
ygXoXYyClUhMRdAJh60V9yK2KK3GEDiPkVLO0Lbnvz4/fhMHnmMkdMOiKDeQBYxCMBRg5TBpstaS
Ssp7qfE6JbzY2jO7eaJ8IHOMDI4+EF6CRWTcqyIoicvaMmD6EgRroGNghLamtK4Gqqa0Jrlk9Siv
okpvI8KNNI8DKKJRw0ZS+e4s5quiAHddTi1SV2c44/kMPPJ/gttNgg4uUH+4wAByuXe7vuwwXdBL
reWjC6o18mjDCyk5Zu4PCy4MFCvBKIy3dKHZlJplpkOT5x8w8TS9/4DxUY98Dw4Z0PHoBQxfxnuj
v2rOZ0COvwtUVhbgdc0clX2raRJ1a/ybuRzcxEkHC8AAmB6keNHzfT8BbFbjsZXjOZUDu45skd1o
kNc09j2h9+K+2XiHYumvFjOjnrjC76yOdl7Z9OBzYgFcWpdGCMQECXYZ4aBkdDlF5k9JNo2x+ZJU
wFqb5ardWurMB0y9ju8+YHTOMBcIT/nhdYx7gDFA6VNr7QfrAKJ11p4PdmqGUfjmQRqAdnqQYt7P
cJfQlOh0NCJQ9J8JKFS0L3F/6aNFpywlee6wTdyoHHrtACSGEgb29MhziwgV4qJlesuNVO61+ggA
o0Dy7UBE7et63dU62mNBnfhzzgOMdG5a56wPv37jyyWXyuRGgvUy24KDE36TQ+MPUeyedJyaIZQB
sUuwkFyVvbjZbk7YegKPA2YmYKghWSOBInYMcQiDQAzSsgO0SjKyrcsQ2fkFEGDt4iUb2htH2Pf1
woEsIa3/24t8Z3g88LyRwNfU4j3lL1hm5YiElTcSX5OEVd1k5vU2ER6gkwZaIwClojNdGd1NSpZW
lJzjWVFym/qTV37z9qJIMyMSJq4inh3SArIkgDJk/E7L8EJkSgW3A0deOsg6Cq/+t/jbbhgDbPeq
YGTkvTdqjVb7jWw2HwyUukxAG3o1/cAtnW1qffOGNoeVbm42+ke3ZHQesk3La69u3lar3zkd1olj
xvMSyPhZkDvAlY0cqRTXdOMnbGeF6RF0lUqmKQE6bUoIziBofr7aE2UhSIncGBudshxNrbTkwdh6
uxc/Qg106xaRTuXiyzR1dEWDQJIC5zp7bWYd9oTrvDM92mm1wlWAYDKdxZoZwiKPfBrr75dtgS6y
8EUxVx/UUpjxYFPe8s7maMM1RRrbpQCbEcleJPLqL7fMLn3xZ9zH1GOdBwJbEkE9ghTBeGOHfFlQ
fY1pTZAAi7VEFfHmAKU0vcQDtkD8ZRulLr9GWranltLhW7iA9uIyJ+czUQrD6t58xuhOrG3f7twG
nwHCeAY8vrsSk8uu+led31NW/YleyxbNe+B8XZ4Z9BMKM9tr2D2jhxgg6PhdRIsF6AZGS8zbRYJZ
wMnrkp/C3xXy6fn2/QPTPhrA44JFd/YjArX3exRT26K1AOd4hwKl1m/4F3kF7L4IOEEI1XrHzPVg
meWaZFpnlEYU7XcQCQC5GnWo0cBYQj0IWpVk7hRPD/2fLxvdy3gCZ3TUlq3lSXSxDhxB3glyeH4+
/mH+ngz/D9t9c0uVjVJyTJrDiM2+saxTvWQxokt0LcXb55Ymh4N2N0DdQcP+kFt1OjQuVBkm2vXd
cyaj156bu/DnTAx+8WYwnFAItW9XrfVSdWoEAQgs6T41/jBBm2iJ9kORU99WZ9Son49t8rQKN4Mb
rxXbUj3zZ/mVXW2NQVA0MU+eicBdyzT9jcX+WPwqyxBVlbnM2uQS/mN7nC4XY06us6purVoUFg39
QiuftNjrz0c4dc/eDFAaRW50SbXgJ8JmdJKf0tak9sp4hu9G2v/DDFpOBmoRdBCO6Y/bAgQ+Nde2
Vpo6qlx+OpxRp+cCT+/ndqYeO4gX/jE02ipRH4BHhe1aS2YKPYrRrS3YOcEOSkiMxm0XwOHAQzLN
Z385X1JTMO/VNcpTtsAbmdQuHZZ/UdpoZgcPVh9O481XjbYRJwAMr9BYyh5FzAtbyIHhhjmAkiXw
J66bBceu5j9zSuZmoIRTAY4goOqBHkL0bQrDybo5ORGkQWyBQld0kZbHhvX0LDt2/YsQs2tamcu4
T8DiUd1BqwGLFzDaQ8eJ6Dam8OrPkJe1C4BlPE3MSawAMU4KiOj133yJ1r5VeC3B5AK6jvZXjNSe
A/PhTD5z8i5HugW9AH+KiuOTIwi1AuEaoICz38h5tRleCzk9qbc+9yHxht9CRAeqOr3yOrP5hrT+
eJkHErOhqCbzqN/dz7brsjVEnh0aYA9aTZAm3lK7lEQH++rO5FCmcqmgsUTeTITEATAIo3Al7tra
idmotzTmyoDU5NOsUOyOSXGtZnzgRDCGGxRCPCgSCoiTR5a4QOxzO0Ytw1+WldpqBRBw0HAOT3Mv
GxBHP84f0NPoeBXAwsAj0X4/f1VQ8GWQIuhXoFiyVdreFvWiRDLYAL0xI5MwK1lXzXqbb42QlajP
rOXt1y5pa8qk5bgViTM8DEng4kioCecKoJGtRSr5aTm3DC5VDGFD9EjIvENoB+B3FTLgQXySRKcA
6CjPkIfwwiQNN3IpeaIupryS6EmE7O031Ott2oCaHCUjwSonnirzAt1pOV/T8b51I2GQHEPHsj60
lMZGXAHJSlgIC1O6AlEIjjhB13la2zi+uGz6RjlyUR1y+0RK2nDNdwnrbHPXyylNdCmbI9DuTmmz
T1BHWYNYgfX3UVwK+auUSHVyqH0vV5ZtCbSkmRchl+JqFz1gRPsm5A2lDTlmnaRdl6/YSLSHGgJr
i1uWoTM0pzQ2xxhxWDgX+EC3PUedFxZbVxBcSc3B+Q01OyED4WySez5eeQoP0nNF5L3yEERN6hs9
EGOVGSWKnGt8n3ZozegiqN95NhWAiYcN6UoXbJZzF0wutx5onTI6sBI+rOMvQYiAZCdujyzZZ8Sm
LLTMAjuh3B3qA3x6FKNG4RdSC2L+o5RVLnrKupyjCFuyWaKHhRR2mPq89XpVbqIkeo/BWCXqHhIG
xVcps07+xRdV5IC9qi+oeFElvNKsHIoS/Bcw2ri+7qILNrwkgc8GGckLdNJB0SDyxV1dS4JnQX7B
QRsbakBooleCNkW9J68VJOUdp5Kg612IMXNykqbqtRD/nJUkEyr8NVXi2AoUaPjqTerUzrrIkRj5
DR3GC5tVUYeCu6OqShTe8GNSwCMiqanfS64sS8jXxcol7MOuIy3EDFk9q6Iw0ewMhMw6i5nGFym+
1O7KnIJmdNX5rGg6Sej5m4pVXOiEsbwdCBskaChvbec2HW+pEAkxEw5Exg9Fh/ma6/mKIlFdJ63e
eUkMQfjELrJILfJECFQ5Qz8w6K+KuMsvDtQNOR/KKUoTn9M0lfpNLGUQHAnZNqRUnkJ71IKLAxZy
yxImiSEpkhWNhm8pnWUJfdUYbN1xzOgVlXPROkvoGJPnNqUAtVRENQxa38pAbgmaJRWK1EUTZcso
apjsAAaCUAK8t8u6bmF7VEGfBbkFZKZXxFx+dxpJ8j/7JE8F0+kosUDhQ/RqvbZDpVNZ1qtdgxGd
gMNScS2/60WwJOFsVNmKcTsRpBUpBOrNsMjDGIwtGaN8UXEEQQTaqRxB66H39qMgxeMaULF03L2b
py61Y/KYCfQwcrJSp2SvTQzGY+k0JzVNhb3moBlF/m3imNJB19JfW1D7OFA9atqfmUtm4koHXTIq
vuBKQy/ImPuJ7+sAt3DSW14JjW1fWde+RdNLybNQoySKsG3j91q+ZMEn8Dgkc73ftk01xf7xIvC8
Kr8znzNx5/2L+YoDgxsK3qPrIY/6GECTodTtGFRJIFrHmEgny4QRNDkzn1sbftjogkVVHck/1Iww
+nGTdKwwNgXeVdqKRTkyOEp+EWTPiOnK13y6i4zn1iaeHbjyIGOFqAWMHsIoNubyIQCv0cTY+UKm
xaXn6MDNvD03MlWSBJ0WygcAxICq5Q9seBOicWUl+7SL9sWQQoM5nuNVumMqTF+J5LxwEXo0YpQE
D69SDx1Qaii5lsiyJs72p44ueqSTwMB3o6c+Cp2DKmkULoOeOseQqFdFAW9kj9Xor+rbm0PGjBby
wdYoIKbFPM/ZWGa3iMX9zalJgax+Pq+jkHtsYRwDFoXT86KH0aQIWvBMA7j5W1bA1kjSOezdzMSN
31CC54SC5ErsVtx6EYK+HuIpHeEctVsg2/58WOPA71/jGoqmyAAiYzlmQOGgFFkkgs9tI982anfD
5Rqocw27T+B7vxVvJ9OlxoEFb8bukFu8OXoPdofY7WabikUTK5EMuygm9BsRNXqIUHhoTZHxO7Mt
9s11Dug77lv+l03A01BUAwnaQ41YoJswZQKX2zadHi0akUDdVlGLL1xZ4A5gtsrbnMnJpeQhPoGn
EvjgxlR+BZBUfOUH3Ba5VTkkNK/FAvG+u4tvtf7cUg7+42FK8SoE2yuCXvaBq9cr5LCCCOm2+gVx
4KJeUDtu174El8AAHO35+k0O7H9tgUftfvmauuqFRokxlQIBRIC5iAhIL853osmfzy2N7qd/LdqN
pZHXpBwoxUgNLMmyKtQGyB9/0wxhw9yGHD0WHuyw9yMK+Fxkg8EOReit9y77gzgJWDtrNTh0i9wq
PqVlIxHRej68uYkc5eCLnLblnou4bR2pvhfrGfcTQZoUhAHuhvIR51z/M3ujF7wLMEtqhxgmGNuR
yaBTQ8pJcPBP+Yo6/GemRkec9pQwa33sR+ocnMDrpNtggr90NJnjOZ6bw+F2uPElNlXTjFMmf2OS
X5graI49D30mjKMy3MzGf7wHoE0AKuw/1QdES6ON7zZ9EIJsWdm2pYy+EpqEYaqz6T4EsJaCWr2T
zW3MR08Jml4kAcBGMLzM/7ITN6MLMj+VAeG1t4IL6eG81DNbXsYM+BG7Sotx7gDgCfKaUH4ACeND
BS2bjuLn6KMej8f9V4yOR0r5lZP0kb2V2J8uMJMYfaoz0dicidFRoFiQ71BdaG8rnjX8cIl3VsPP
9WpNGkH+CsTfiMXARHC/VxhF6RBf1va2cApSp4cy21TKDELgcT8CjIbfwHTJIwExdo680FGQ3Ond
nRyshFdmn3I67X8Xyj5Ex0yRzyQDR2ElHNe9tZGD7BKI3AEm5O4czlHUKooZQhV8rj4/zGN0D8zI
qI+LECgAoT5SYQ8b3438VPL8XdnHyyg5ezzKw2oSEjyrND99wTOcQEdDV3qS98uGAxBPSgmY1vd+
neq+WOt2N8cgNyzW/Y13/02joWdsSpUBEiA7n1dWWXzmGmXphMc6ntv94yr53+ihOApyA7BmA/kz
2jZhNZDHoZF4J3ullknXNIZUNIJMx9WUI03cHeuR9kcRZlzomDNnsAshWkATQNEHZP3Dm6H3IO+S
VOGuAlMnihU6Sqax5huO6eiMRumFJmsAdJHcjFC5BVjWFKHoVBoW8y3PpEHHqLOHbxm5gF7xS/CF
1OEuZEntHtAP5pVoKOZqElfrmvlkgliNvznB9GVJlaFI0JWEChcAAbLUawml+Xcv0uRqTVF6kxHB
v4bxOXK1/yLty3YbR5Ztv4gAx0zyNTlosihZnmS/ELbLxXme+fVn0efe3RLFK2L3RaG7Gm3AwZwi
IyNWrCUEAXMPRW4E+aFXWPQhFZsQ6QP+TVtUjr09K9AYQAQIOUwIo9+0KQRD2It5QSI7j9I/YANG
YNQ93T8otw7m2sRkT3oZyFaqiEa2Czxm2mw6YiBrdt/G3Ha8GsdkKWTauKDmhBE0j0DpaagYH5hd
spb2g6kpel0xMTP7paBvaWgTBy01vtKLPaxCxDHkd6VviuLCM2uaax83GWScRp5igAWQtJ24Gb51
XcUpy9Tmitwq6VEonuSw1lsAU5PeiJSNBgbltgxXXr1g+jbQvLY8WTin7WppSKvUjtWnDyktTDXS
x+3bLimyzby5ri1NVq/URJJkbp3aWWhRwXBVMw+AfmCtuqr2PWu9hRBidmTQflVVtOiMruT6zsuk
OA60KsXI5HeuQoqJIv+ZvSNHyHxxKUCa8ckg0/jH2MRT8p0c+0KcYXB1owfBQao/aboqwNu2cAbG
WZo4fxgC4hfCTShdTF0yDfKhCGusl9fmeilsiLdF0E7RHsAFe8F56sgRgC1vPIQLnnB+AVUkWUSo
ywI9M0ltaENSCymXp7YzbAqPMyCnw7MiRafqC+WPhfPQBQsXwbQWNp4LIBvAKY3qKoRmpnkxcIJm
reqRzPY/Bys5fnF6e5QhX2iq8PviTq/X0QtdVhC5DXevzY5b6yL45EtfRXKYZnZff8o/cQNolhMh
vjBLDg3Ba9KazrcYrGR13x76UHtpVL3r3ik0solr3l/wafH8Zgoms151LhL6RMpsbs3rkhVY4YsI
Tu1uB7WMSK8CaKoMOohqzAJ0Ei3rUZSBkqiZvsmLusK3Ed71tIw/v5iWoc8AT8ywGsFmAGMsUCDI
cenJGg2hZ22fPwTrv+iM5I6qKWzuz8LsgqD4OjJ4o5+dn0xCIOYqT5Mks9Ms1XsFr9Pe1cPOCkQk
hyBkCWqBf2GQjKp6IBRAN9DEYNtXroe0cWaXyhnE+jrf7gPHNVDfKFNAjZbQvTPuA5zXeOtABR1p
6WkPf04HzulrMbPj3rNDJ1lxTs5SvI1rbSmiHa+SiQNRZDjEUWYBOZqbBlOJjwW/8PORFsYxwhWS
M+zFPYgLgJa5GO7SzjRydonkCUMAO40VPVfPA1j+BRYcODM3GsiNcyaCuT2qA4Zjdfpnz9wnz1TX
MYD8UKh80jZL6hozQRC+R4MyqiKpFPiF683LkySA84pzu8gCPU0DvS0XpnbOAh4+EB6Ci5RulOHE
rA46RUpyu/RjYddR1TMDirLr/Z05bQD9dQjAco6abKOS01RbRkuzRijyKrezjaiPYOhwzZuyqew6
9uDqZD2Y0SnTX9oRkRXpS7m9+UH+Y31y0aUah6q/WMO6WhbAhmTCUfT8fsHr/dZfprv0cpCT1ZKV
Ni7qAoMUt8kzd/bXeN7xLDBAPC8/qJYPBd33hffr7MhEEfNLsUOA9L/eIEXSQMAURVY7HMAYFe9Q
tVxwKtMqxf8u3YWJSUiiuEquVmGX29pa3AbfIHJz3olRmOWDYDo7AmXWpcap2RsUnI7/GdVkvYZS
kP20xKi8jfItnTGhr4FRfCU7f4PatLYNTqrlmaMi4/1tOhctIP0LCAfyv2TMPl9Pp+8GfulpOP9K
kjKp1JEscgweClyrxN0LeCWoQb5wAP8fNsEzraBjVRWmIZ+SQLMnRPrZriCHLprWMQKl6naJ5mp+
TgmidIxP01BBux5a1KEnX+rbHCTxZBWuI4szEQl5jl4+SJA3qXfSn5Gx/2+wJEg/9wJS4Lb/r+Xf
Cbi4gQtQtsXCAMvKoTMKECkpJ6AeDoP+qRn1ji6s4bgdrw6hDFZDqBhDlwcRGPJ/1+NUsrTOShDq
2OgNSvWCevWaQMzbLPASM+5vlylbGxRsr21NLlzPEbQgccPcjrvnOPjz03940OY2uGrXay5T5UOJ
Ukn26ICKpWJKdQg+8Hf/VXTb5sXdlL0VueLSdloa/2Sd26J2hVzFNxHpDBJigW484Ynz3vPB03mP
hZsmXAVgBkRPab8aWp0KC77+9l14NStI3l2vgKRJHRUlfEHV/nXWjvM3hiJbfhik1igHC8rd6fAq
5EuU9uO6Xq37mHVBWRQdpghFgJKfWM34ym9IXdvAhpgZeWyErUgTPYKCceX+ub/wN3MMdTSKa1mE
k4Aew5T00adSneeEFHYeR+csdK0kg/5FXb/eNzO6ucmQUFYHuQe0fPEYnNb7k05plQji73bZu2Yq
PfloWm1TlMSWWi7mxnNpaOJvwxJTG9cwBKzQc5Bmuhpr+0FOF6ZtZjxo6BiTYyO3BSSZr5eIymUG
CJCP8WR2BvFS1XuhmZVqSyXmma2AjYA4A0Eu0sdTLy74MviW276w+1c5YrJeHHPZrDXr/urMTNqV
lcnhz0jbqKk8FDblE70Mjr45IGd838btWVKwp0FninQiD0H4qQYSeH0yoBOC0hYIh7bfJpfA9SkU
jYF3jZEGCtHD0gn1rAlzXRPdnHUlF5pNFS5VgefmlOCAoV9m/BeZuBU+boo2U6Tc5mnDIkVe8f53
KCe6Q330wi8lcW89K8aNKwO8Rmh2AgBxslWCJGjFSHULe8jeB/c7zUXUuA1JRKENNWipTddcdoxS
76XLLO2jrdxVBeo4wfb4tSI2OmoRhNbAeoJy6aB1oCW4vy5T9jzkMsbvQ3oSzMEoMk23cliETcK3
am7XhbaukkQn3540ymh8CNug1MPnjDJPWnP8Ngp9S5U2WbcvPbpSHbOX9wWUYKPX+58k3zoLdFQg
VQriC5BTqeL14arrIaw6lSLG7fO3XPP1KpQXgs2ZHU9FgLJQK5E0KKNN9gC6qbwuafPKzoTBEP1t
h0awkCw4iZmNhl5pFeQZEFMaz/D1OPy6pPkQlpWdhlth+JtrmhEEmi56A6NStJCdnfFIV8YmZzhK
XYEkpKhspVB1sT542XeT/fjk4/7ajL9m4sixJriWJBn1HdxQ12NChaVrCi+tbVJ9cUCzqRpab1wI
y4l7kX9RUIq5b+/2uYXHADhIkEaUUJHAhrg2KLVuJsmkrW1PXUlVgPqDGxtKea4qkUmaXW6AF/Op
2X+nz/wu3KTPICnQwi12qk12pby+/zm3+0ZG8g2BJ1ROBGBjx617EQBGcdRzkezXdpwcK/Kjxg8B
TRdO5JwNpBehw4XeQdTyJtvfk9OIA+9KbRfAdPoQ6kuRZ2r+27wzhjDmO7CIYzf/tAEzS3hSBnVW
24NV4X0A8kBwNYKPdOm5fLtfru2Mg72YMLSbK8BDw47aI3vGm2qwCuJVM0AhZuFI33qN0RLONN7m
gKH8bqQLS57UyhmKRbVdS8TTK6E7iOCDXVibmeEglS3wCJfBUAaG7uvhlLnrDmgcaOzEsEIdqWYm
L6R5x/18fcAgtnFhYbL6Ncm1ACDmxgbEBZR8kJzbqNbjUr582s4Orw+N5pFNgBdHocCpA/Splha1
FDR2JMf79pm0iOCrjVagVdF/ib3Hoc7OfBdv+tLZRhD/BO9jJ1slkXUo3rvPHuDB6P+P9mmiS/lT
6qcPZIgs9DRxzun+kZtZV3wpRYAqQvPnpr1V7WsBj5O8sR215DZV1PhmU/Y/941MW27+z3z8Y2Wy
sFlRdEXWl40dD/vaheyyHnm4n+VP7yjHna4c3BbdqVp67PjkNftLPCsYTFeMFvzLzGB/FZQg4QGU
gPBLtnyxiZuUOJmalL0NaDTTmhoU/vcHOiV5GAcKC/CpiChBJzbFazWJ1PJZ3PRISKDPXTqHp+C5
fu0eqiNoU1bEiEAj6h9Vz/AGs9yI7A8x73/BeOInG1zhETQD9oswEG1O10eI88I25Eqxt0voS5DY
04V0F5WVcd/K7XWIYaItU0bHEK7e36jsYiJJlMbp0Dm9LSTdmoA0QgFPRZK8iUsJuVuIAiZUxFhG
WAfEn+VxSS8stVVC+KosBrvXB6PbSLvsyQX7cKe3RmL2O3QYH139b7Aanu6PcG4eL+2OP7+w68d+
nfBcPthn47j08h53+3SNLn/3OLsXv1sWg0pEJ8lga0xefTW7Ctx2iv4YWkuo05no+Hr2JjFSX1AO
dAyw1Otf8Sow0r26kTfJeliV59L4LNf9irOIjaw0tCcLwzHThRM3cyAQlqPBFtUGtH3BwVyPdVAH
muRtKtpd34Y68P3M4d4C3mfyj8KbkEFB8VKnDmiyT6n4WpRWWnhWmLQH3wGXPJKUGRnWTfow9Ka4
pKt2e90AgzXqBKI6gWfm75vqYh0KD8RLoisA/g94vp4OaAIbROKtoy4DIYscE4sjfI0yvERW93fX
vGXEyGAvAB3bNAdB1RQZWiQv7QIYkxbYi0SNGd+t3E1ann0oUN83d+v3AHCRIFAHrA9i/6lXUikf
cEMQyLZfkL3CZRaIbhYinplIEiwbPNJpCMhVRZEmW03oaYyaoibblWdmx8BB1XYzqExdxT+RHT9k
tsixUGTtQxEbkmxVEA8UjoLlG4LeLGYSb/3T9cdMdl3gQP8zdFTZ7h95kBKQnQDqK0Rhvu53m7Je
q5BLfh5eIdfWV2vR0urN/Qm/TaJCxAmwKlSh+LE3YJpuT9W87cEpIdu5zAHwqUvCI3puaPKSBSIj
9Tby9mK9DdWtIjA6qLoaWYHyBW6p9uv+l9xWqn6/BFcvdFyQrp5mjTklpzkZ0EBJv9UIqG8mV6fQ
PXC6f1T8QwwuEm4V5/t8J269rWwHj+RQbKPT8CM4psjEN4GuAb3S1pKqgwZoWLhIbuMxMC4pKorg
Gi5lUH9eu4ewKMU0C/B1ffVdg/6y0h5j6e9fGfrROYdn+dv92bitUWA2Lu1N3jscmONaEsNe16zo
tn2wNcgEvHzaT38WBiaNF+21k4cl8AlhzgHBv0F5uXE0ijGFii0dIParokPj2A2We0Krm2Kh6zVa
tSpruxPwfUXK3F3+qgmWuG/ehw/a7DlrkE2xsgb6qJB1wnV6Blnp3OJWvrwkqHF71V1/6SRkqMKi
aiiJFYBkGkZyaMIPW0VeAjvcXnqwgmwIoN1wE2h9vV5p0RM6l5atYju9HhYD02S8Ik4+usk6r2Cy
x2QZLSxhaC1FRLctAuOaI8YFv5cwthxPLGto7O5jrlFsP/9WdtwoHmokpdGAaLNfV/6hByi85k+D
vzDk2Xm9sDsJXZTeEWqlrBR4vtfCf06w4tm/Wjt17Mmh6hh0ThIGRdVyfZgOil37lT3QcN2o1UpS
uoXX3+i8bzbzhZlJ/I5ioUe0rlNsJVJWShsRnfbZd4GkbKQ1selHdbZwZc3ckONFhZw51k5EYvt6
uwhx7kDNllfsKHsPCzD+W2WonNCqzlrOX3sdZ973DHMjhDoTWjZHTlbIF1/bS0lIpcElit12CZPd
N0VsV4HzlKBtsivihcHN3ccj4BYpOATPEIm9Nhb76E0FXatig2eSMG4Aa1GaJHTBBc1EfwC1/pJ9
o1yI193kSvZqTkE7syjbBORiiQoW5/AUR6+ygp4c2STYKJ2pQSDObMH7T8FN9RUmVq6NPdxomdOk
9wBgqwqck3VsLiYUZgMGogrgm8MjGd00k0lQan+oxZDIdhJE2ypXGUSbDQ7riwYNj4gMXce6Ar45
x3FSffiEeAH6TkfSeEl6drV1prxpUPV+goR3Uz9E/lJq7LZID7eBxteRqnzs75siEYp+qKRWxRUO
/kOmSLoIjd+iXDsGmDI/HQPQ6Fo5+Uco2Ro9/1IudXHNbsgL85Pp6WQk7LDdEZx2aMqsPHBS+0Ge
G6WLBjLMJrARWi8tnIK5jQnkOUTnKMAzwEVfb0xwUNKW9ri0HLEsV0hwBeC9hI7gwlkbv33qTqCN
hXsfr0jA6ifuhGYSGoJbCbHiMyJ805TZSdMfTi6zPjRmfa98tud16Dpb1OYM3TQftm/mD/t8+Hx5
qnfgmv7jgaX+CYxa7+v143p9fv77+ATeQGNnuPZ5t3X03eMSZGpuOS4/eXJJZmrbVGWP3VoNld4F
L7TftTS3GuEgAK5xf35mo5RLY5Mby4ndoVR7WbYlQOyzYgvAo0hf5MQSvrjckmUzfpG26kOQ7RwQ
sd83PndrXdqe3Fqj3nUZJFgbKXqXkbxsCwNd7Pdt/Gp73tsAE+/uOnyWVR2V7R24FjtrZOwBgRpo
mEQQndJRz8kMzY6pBhR2XPT1b8sHPI8hOW4sPZHnAlCVgsMMYHxkhKenPJRrSYpC3DNu/5F262a8
p11WDQe/3PGKVSTxwvzOHTHURMBrBe+PgGiy9/NKzbmRM8HOHZ4paKHyFmoIv2+L6eQiSQvfJeCF
gTfI9SEGoiABjCsitgV9Q33zPLAfYsjsm5pU/3GMn6Ov5wZhZgAUx9OabqLza8ygmHH6s9QIN3fO
L79k4sPUvpPFoRnHqux625FavMA+AIRY2E6/i3RvxJOLDvwMXp9QjDhm/Rb8nWcNugFfJdNY8XD+
sp43qvHzq3FjaPrxuz1DpIllDAlmsOJZnyONV2g97lJIaL7W+hJt3NyBAuGlAPERkEkj0Xq9HEPu
qYmf1eCOAGNH3W8baZ3GzcKump3pCyOTGeCUqoCMUEnsDr5CBcISVCg1GEXTz/snd3b3XtiZXBAl
Rba4qjCY2u0gvkVLNIrkYb8QH81PGXrdx4sIHQPjV1wkZvhCTbSh6YgNHiE8FB6afi2A3+P+UOYi
TA1LAtw1RV5EFq+NgBikcb0kIXavAjL5ip6E7IV26BRFciL9um9rdnkubE0cusiDO6oIYmK72m74
5gMjywtdKJeC5jlnBsLW35Izbu9fDYiLeROaui2IlxM7A5l3IG3Kktd7Lze67hHBVIdioqad7o9s
5l7EOuF5i2tcA/5gsrtVsDK7WSQRW1P6fqcKXm5WvrAaMrIvkSUCE4+/YHFmC0IsFvrYMigRRjzx
9bppvQxBDg5ORSrAaxQgw9OUz/cHNbNcVyYmWQLqpyIII+BPhFBmEmC9MtImgxXHS5oxMxudot8A
jwB+/EebbPRo8N0qFGAoz/8AGeKhW77vFnoJl2yMP7/YFEPFU5cWsFGFHxhLTddCtwCHnp0vJDNl
BYkOBcHbtQmN9E1U9djeXUQS8Hv0z4TgiS9z4PgK0cZxf3XmthyavQDcU8CHgafDtTXRTWLIhrfE
5sTUMxsvBWf1oIbMKT20TsW+t6pTb+EA/+qfT64YpIkpBW0ceiWxXNdG68zxaiHmMUQQRO8puJpf
g9VrYbSQfswhpJHrB5dBeHJ1Oh7fj6pxYj004x4EaMbpLRPBANiypdhldiIuvmkyETEHUCG4HrB7
tOq58jtVD9Ua0gwoxEBQmTVKJrP7Uz+3ly5nQbyehaAACwq64QjUop6k4hSIm8hfqNDOmoA7ARUQ
zgXW+NpEm3QxGIUEYsvDoXWfBrRRterC+Z5zIQCY/cfGxGlpLojU/UqGnxza706ovrm0NO/PFBmn
4mbDXNiYnIlK4osamXy0VGz77Wtp4k2tV9g7eE3jT8iKM/Sh6u1ZYoWFIPj5J9W5cWOBypWheSHV
Tz+bE47PhqAhyNehTQO5ScdjHf5zJCUFVRVimLdGhzQSz9aK8fhvtheRkBAB/QTAKNNT3ZRy3/Up
xWIrrmyJbgQ6qTg9Zz3ZiLUYHwh6poyFWZuZNORMIf4E4B9I0CaThjg9FFoaUVuhL320wQsohWKX
mIb/fYCBdn86qqujrx8k59ebLO7rvi0EnyKMQQsDn0ipETWovrel2i4cmblD+o8pFEuvTUWJUuSK
wmE/l8VTIDevcie+UV+oGOjQFd2Dlqx1fxKnqkYoQo8tIEDSAOH1m/O8NulGKmz6MbXPFQSDCzyo
XpHOMSI9wDsL3V56dCgZ+LSsylDNVj+LJrSxSbFGMeD+l8ydZQRX0FlH1ve2sSlRlLyL5ILaGrfl
yCPP/2iIfe7bmJ1fwFIIWrgRyU2lIjgaKn3jptTOvSHQUQM7Qk8eqRkFOWXpOASr++ZmhwSVH9S8
R22qKb82gEuD6DsVtUEHxxT0o6XqZzW83Dcizl2oqJoiT45GGAAIJ56d9p7M+X1N7QKqPl67a8Ga
hXu7/9tVRz5ijWppKpoj+WNOkKGTV2Dsi5xdMpQsWfvcqWtChjoH6ziX9U67dz2QJ0HUqz7yS9Dj
266EcbPhEAF2CsAfusauN1vbVUVZVD21HS8GVFyyvGrX4qHnbsTKUASdoD1DL0XtX6wDxSLIY68X
6o0TF160kgrWDonaQgsFakqrRw4MbSsHycaFyuZvZWLqyS9NjTvwIoAqWvQJcAFM1XpjdfijoFje
g88f6Qq0KAFFdko2HWSgNUQCB4QBHQt1F8TvA3oXI3Z0Vz+uyR58zALzNN3bPj7WuvYvojwK2AcQ
ncAe8dNrEwn0RInAIGL7A3lGEPRMCprrTifyC+ftN7y6mQ4E+5BlAXoUEoHX0+FBmA1Ujhp8NG6q
aBOyxhCs3izZAWWstWAcfPbTsO+IPaSbDCRvIIlA1Vcw4esYBn7/pPy+L+59zeRlJYyU1ZmLr4lI
z+Ta0MD1+YdrV0q1cpIdie3AK3WJIGenoT8HwkqA30N+pdz0qSm3IlhmOwskS1BZAiyb22nSBrhl
IyO7vlxLwU4N8JwO9aoKQRB8Frxt3PmsDg9lbZUcqIHx+tWJynjbh6qZHJdGSyD24G6UrNdJszRY
zOy9sY5hzcVG5AIwgg8dhVdo0GwIol60bt6fzjm/g1Ix6tXjmw752WsLZRhmOOOuatPuWA3g7PSf
VQkMiPXCFTWXsUHTFkjdR/AQABiTM4Wihet7CZatwLlJ2RmcTAZFbISaHMOtBFoMDb1/RMdmOkGw
wvz5Vtn3t8zIr6JCZer89xj+9Ew1H0MDmQhmBPpSAWUmQwAtGKhojGo9RCKTl2aTixWVvEC1JfeT
7z+TrgSj2WeefGpKbspqvHBb3pJxwJVe2ptEJUHe5VKVwR5Vv3h370hWDsG8srWph1s7yxmf63HL
5MjQdn7Q6lpnOcnGQ1BI+sdKDMFD0+mRYEq9hA0IUXig7pE1jZ/K3IiE917QB2gNxhzL8lPUvKrN
U+gwZQjXIbfUWTF7LYzzNjZxABMyhXJ2dZu6uRKrdrRRu3cHnHoeik0bed1APF22u4Va61zKnF7a
m3olGhLNy2GvAVXqkMZvivbG155ODkqqu9pjpsJTgxxh8E0SPoK+0FGGhUhvKpjwG3ddfsPUF3kg
Khi7EezOOfCe7iRPoBlnPnRmBEPTVuj+EOVHRDC6RK0hBtFpZ1L+k/eLU+FB18lhwmLX7rhlpi4D
dVtQI6FcBCDy5JqseI8v/BBbqsX621KODFD6nWU6IdvIXefBgv+YaUMZ6+wooSJ6hwyiONnCOSQy
uNTNVBtqEFJpKkcF2DPb7d5zvYpLNoD/I93c91lzhcRLm9MaOLLsmUPcFNMOBDQofCxP79acCfIe
dlTZWwI/ATo0AwKXNhqxjXihNn7btohjezHmaT6iJ3nplaN9pbOqkuyarAPysoFankHKldeXelUe
QJQbJztZNMp0qTF09JW3a/yfOf9FolxcC3XnBpXSwn6uZVuJO6uSTvkNL6F/0vMW9vjsfkLkC4kw
1AdRXbi+IALZU3rVKXCse4GBPUrXSiNCRBrQHUeOopTr4VKxaN6VXNicXHsgrgbNKoC7tiSZ8qql
0KvG5KIQDOQDI9Vb9iI4f+/vqbkoH7V3PA/BKIS+iMkwVSXIwRzbqrav8EaVnHmgcdLw+b6R2XVD
rhZcxWCvBMjhei77ohbktFCpHQSx7otrp40M6piVXOrckrDm78v5ZpNgj4AxHRk6vHqvjRGuAV69
hCNA97cRbIIND1l0HEjmMhlVIpc9a7iHPbBAoQo3GBz7QhVsTR6O6UNrvI8YKYfFm4eXlv2J9ASh
HMhRUEURrZc/92dldofhLYfEAybm5r3scUQskxaOXPESW3Wwg/twF9YGXiFW2HcfYZGDwv183+jc
TQ9ZEqCMAQcFImMSjvBCWqMeDqNqKbEkRDTyEK9qDdRrKWISYeF5N7u7LqxN1iKvijDIFWxoApeY
iV+y+KfHa+3+kGbfkIgn0N4INVPs48ke7rU4TETOg+vnXuO6ZBH5aspN3T677jmq1lHFagD7eB+3
0T5I7FhYdwoF+UcKLMhXoO37kSigBg1Vn5mFlL1VbrUq/FWmrrJ2ff9bZ04CIgSw/oBtHBwov8nX
Cw8WytLgtaCHt92yB3P+u+yc0DnIwvZYBEuEVzO9CIDjAU4OcB5KS9r0pRRqtE+1aHRhCPQRl+Rr
z1sNdN0XMgsg9ZpQNlShESJJ17BuwP8UQQn8rLQLx3/Wr43YQHCWCUiyTfWCXWGo8oxrVFtwTU8x
03QVn+pCV5BY8ACNFk7l0vU8t80vLU6iARrLbhB4o1vz8VZ3B+7dTUIzdSr0eH0XYXtuEZLcX9ol
k5OTVTtpHUQ9TPZhaA4y4vrquYsOKbqU3ag1ZU5Z6NRbMjj+/GIvxRjeUDbdaHDrbOPSfwidP7l7
gliDkfjN+v7w5rzVKJEIx4o78aZSqdSiVBbI4NgxhEq4Yieo65ZjBChGEOiq55pbCLBmc3vowB5Z
1Mamvd84+GJ4bdEmQE8ApyYCIqNuO7ya3HV2lCwwB7IP2cwZ2Y41CYE9hyBPathzqQ8UT18ziRaW
dtwtkytFRYpKw7DR3wrCluuZFtymh+A48sPYyCZ1v8SsXFdUZWm7xM005x8uLU3WNOKyCFwbsBQ5
HxVfsPEtJKi1EYXIjnELSzo7LBk6rejew+U/nWG38VyoGnvURvEJEVRgySJkWkiqC/xSbvgX6HQz
hb8tGsCfoKQ53hQXqxlmzeDmuU9H9IkfbNAIMNANSb8Ho+Hew84MvcwIX6DIUH31woNf9jp4IACH
qTdS99yTlRguVSTnvBL0FAF9Qy4JTnmKzcpDrUi4GMnjuIXW7vBSCCdZNT3ykXHxhqZHyU1fJent
/jGaXeALo5PXW4jaAukSGG3gc7nuB8hFo0p/avSJoH65cDOOcdXNpONCRMEVNz4yx9eTznMSSXwo
a9i8H4t6FAFByEX5EufH7Da6sDI5HfXgR3wzZEjICds+RiUO1aAGXfAttLz7JcDE3LsLvDC410b5
TSA9J5d9K4EMEFc30mDnije+Bqh4OyDdCR7Uk/saLSCMZoeGqcMZwQsfmgDXEzgIeRAlQYm0fvCu
VnDi8ldZvoncEqhlbqEIIjIAZ8Ze6JsAmfqR1MQ9tTv12R9stVoINed23Yiw/Y2HoTg/GUdBG6dC
dwS1wcXMlPy9AwmElrzmkP5plc/7O3x0UdNNhz6bcbrQinPTEp9LbRAEaHNDR6g5iAVLxadoQA3m
sUT6eskzz6XXAB39jzUyKTqhHhKJwE9TOynVjZTu+RTMUsF7wW2E5NMDqZajFwo8mxftgsgzskIA
x8+w7aLChCA7G8K3roRefLlRvVfaxczRDk776KUQUNE5sN13SHL7uxBqKfxmbAMeyi14JzbgOlcb
HNwTWoTBDsISDp0jyQNIrOuecfGJuj4Te+P+zM5cwVdjneQsQf3s+CC/oHYpeqe2WqmE0wGJRyfV
Di0/7aYSlkpOc/sS0pzo80TqEn5kMrstokdIXmEtYxroQcLvVS7b3B/U3BGDcAMa5nCqkUgZB31x
MWhOXfegqaR2mMoyayJR06kEIgA+RkYpc126cOlJo4O42Z8aCq9QGgDR5xQNRXkvjOvKofb+rDAD
WBdAMV/HDP/5Y/8VGF9Q5WZn/NtlKEnrY15fxp8VifTm5f7QZ1o+EaCjZwqPMRSewet9PXbPa9Ft
LuJT5M6UahZTIya70FuTesMPm6YL9dauSjB9b3mA3QYP7xYLsTtYEqsl+o45EPjVY2HyLZrqS66g
5qrN5WtS+WsuNwkeJ/0pBburtkK+Iwn+OpJe4H31AzKRfqlSPZdduvqCyT2SCx2Euno8V7zoI6VW
WdabxgdfnGJRhTXt49j7MfxkUcjidNMtoTHmXpHoxFfRH4n0ITbkJEJR66jh0qZSQYaNfuZCtOp4
eJKBu6mip0A6iM4eCvFu8F3FfxXpOWg3/fcAFnYF1cbgnfd7vcuYIJWsECEVi8BQEP9U7/FTt6TT
PPesQ+0LJW+UpngCsOX1rqllDnpaeanajnbGO9aNHaNBq6GaFHulj3VVDpkW7OJK946SluiZs+4H
A/0zhrA0ZzPuQQPHAEWNGOETCgfXX9K4QuxnrYCH9wAqkmQbLek9zN32sIDfDDIEDQzAk13puVKa
kRKisJW6qqFKu+aqR0HZj3wy+WNGZJaXO3+JAWJc6YmHuDI62Yht7Ze5k8iqrSXPivY1FroqyVo4
+zNuSBuTYSCygpoSUJnXc4dd0mRqyiETwAcAKcdgnpdjOQc6IX1J4J70xusCqwPoGDXfLliDprHY
80GtPhLKESZk2r/IrsIZAb6LBaXgwJi8PUoxT2KhwmpW3F7IV86RU3YRUvjx6f7QZwIE5AEBaaTI
BoDOaDK9ZZUHch5iekMkhXjE/WK4q8s1ShYuojlvKfswt5qX5ibD6oW0d0qoV4H8fl+Jn5m/V0DH
/f83pMmR1Lgwq4ceQwpqZP8h+JVZQiExMTfpQ/Av4m00mGOZBGnkWeInO0cVqyis5VSzY7QTh8Kz
VKNAyJ1rcWlDzPUTXlmauEQZ9FZpmCRgxxGztwg9QD2UTAt5VToWbctdqjGaf5Y1nnJGtQRannVz
UB6icMfI5AAjd31AhFQqtdrPNVtcycMqDI8RxAOcWpfEQyhoqOxtlPpUadtMeubA6Bu8SGi0XtL7
HP3L1BWMDg55a5EHmehkYeVelvxSKTW7QU9/BUKPQUGZvHD1Ul3I5syE6AAaAOypIGoGo+/EUpKK
fhUMnIaGpMRQ3Ic+rlkVbAT/UW1f7+/WuRPxj6kbNsIESgid1riOHfPb0gFBAVrGAQy4b2QmuIFf
E5F1RL8mesOnoLrU8YOeC7B5/OgpV4wk0pX6LJR4EPh7t91EQCL4mzb+oBwgO7mpgRexXgH/VnFr
ugAZuV1FpDgERFn4CxfJNNERAWhXNQQnJsr491TIzwC5QI2GtlYklUuP7pm8Ajq80f+LZOeoM/yb
2LqIaPlcAOKyFbCSgqKDXSorxqSrghBd9TO9jyz+fzg7rx3JsaRJPxEBanFLMkSqiMqsLJF1Q3Qp
aq359Psxd/ffCCY3iG5gGtMzBZQHj/DjwtzMVovd7dX+uKXYZNSGDBJ9Y/kdo3lhs4+p9Q9N5J0a
IkO/2bdIw/Yb8KD1D7swsnju60YexdAMvFOd/I2iF2ufZTaEmTpyxr8ERXSzaSsv/vhUoKWAqg3M
ETQtzOVSMkg/ih4tlFOgAMH13vJQP1W+euiC30n2CC7l36/ivGvQPwEn/EDB0qlFAOlDZJ1E5jTH
6b68E8toq4k650zXLoVvujCycKq1AgtCpQTWSdXanaQ85qg0GBajX/Ihi54H65vu/R6FYuPOr0RS
mOW90FFIppi5bJJkvMd1PHEH+uyUy9G9h6gbmhh2ddfOMCFj3wfdofJDdxODvJJaXJtePFhWmjeW
KVTWqaKNOcRfngf06o6DiyKUFx0y1/xtNRAHdHsj3wna6+09/f98OGVkgAF899IPGSoiAEkwr7eU
tXbW/4lAND0p8jGbeM0mip2O4vtf6kndOE0rxAhUqSQgoSrMgLzUi6qLrhVNFWY8HsjHvLxCUATW
+Zfh6KjeCM5ARxKRu51v/5hs/icl7EP14o4PlgvWCrVEIO7720uxdpsuf8/i/kZlqqCTze/Rv2g9
9J++I+u7juKnJL+pm3w489ctz7kKYzUc9QAyiHOv328/BH6mmw2XyURnISQhCrVDKX7vPWtfVQGy
xXtPxVlJplN59KPQ5VWejGEivdNqB3Fosf0tVnsjoXYE3WV9MLZoC+Zz9/EXQonMXC6iFOL8bFw4
TVNSYl8PJuuEEvanQAiQNq78l9tr/vFZ5wwoeF+4+oEGLxUqcylp6n7kMbCglq5h+oiGlzpHipbc
dpPoeHWD6SzOPRqmIY1FyMTAf26iQMNFqxUnlu7ICH0AtaaZ27Wc2RHz3IpwFuNDKAy2IA+OqR/y
YmJkKt7VpmGr5quP6PLtFVh5fJk6UyxokRgGBcZ6vcpqUgWqEXo8h8DctAePwpqE8kXdbFy3LTuL
tKKVq3oqRQIooVWf6jA7MiZ4r5K6RRtzG1uGFglFWAXQz1YYGoedZtlNeggCZwtrs3o2L1ZtEQ6G
Up4WVs1bq3fxP2YQg/FBn+X2zqw+6Bdboy3KeyopCyT5fMnkOR4oO/Xgc26+/DIi128/jcb+tr0V
mgYug8kQAv9FSLjED2lGJCbSmHqn2BY+iwAfg9fBncEZr1CgN1TZjIMOQ9ijcX/qIKq5bX3tJsJY
N081qbCjvIOrLm57og7qjNPzToYW2BmxH1OjSvZNrMEqdxtjYmvh2KWthadlfl4SujQjHOsPhvqj
TJ9LbcPE2l2f+e8M4j3wBEvgfFh7iUcnxDshWW9ABRxJdjs8eMqdpNzrWzs3n7alp2RYBUt0XhDr
XpxGvcwYhppqYGWp+Ehw4jC54gqB8EenEF6Z8qPc/6r6jYxow+iSIrZB0rvQx8I7tWMGapmyqPVQ
iWR+sGM3U8IEtAHGXA62gs5VuwgfUh+Gzpx5oGuH5XEl8riqPABE6n1TcMHtaXQ8ya3vta38cvWg
XNhaPJKtmhVpJLKwfva3iF9N9Xcp/JeAk/7u/3zPwgGnXu0LasT3aDqw3nv5rtqhvTSMP6L4CfLJ
3Nc2PP5K3YC078LiwhUrSgMtqIxF3RvOXfOkgm0RTZ9uypOfvxTUlKHY1aXHoU/3lRwcb1/0lULy
bB4GMHjAZ7jJ4rTmqV5MY4p5k06ULem7Mf1ZSP8o/rNVfJbSo9UotqjYSXwfj4qb/YcX/8L6u9O9
8DPTNKNAisYDjSTZJSAjbTCORu+maADrG2/e2isB2z7/gayCOGtxVKNKzWLJJ+2jtYWCQXC4vZKr
N4EZeCYIkZgHs3R9E0YcgdZquLGQaM4xmtodQs1w8s47dN1u+N7kDjJPG0ZXCj9s3/xXM+LBkiwD
hrovLbNIJU5P2Dg5XKLgo4TjMLkJolFq+b0x90XghP6PkMmyfZQ7ZfmtlTYlQ1fX9uJnLA6xSI85
1nt+RtwqaDjZrf55Knb+btxrh8GF6c4DewLVX8mqCBtnaM25G0y2UaxQzTmSu1742gz9IQ9x7mN0
bOI3tK3AGNtFUtm15OTaFlPH6o15VyEy5liYmt+1vSgwYJcX2WigG86gp1869a60HNXTnTx7bJrQ
EWHprcR4V9CLESHWbP/DczYPucuMX0K6vIQ2Z8UYicKEs2do0pGivVUcGE3xSleWH81i42VZ87qX
xhZxsil3ba9Js7HpyzzBVT0hE/ZfnOClEfl6Tc1kGv1UwLUTbnhV5cbyj0SBjFv6FnqpI/X+MWXA
2G77aV9kbjYkW/do3rTlo83hYT1FZFng3rz+AV6r1EmQGt4ponaZqA4AHJcZCFBLFNzSh6bbt8lP
s3jKQmSMwr0hfP333uPC/vL9hkuUSclE9xDD3CU1yeaQvJTOKO4LrfsskvyHm7MYa3cWeANXB6wW
mO3Fxo5iFAmdbHFvev2QxidN/jVV3yrvQcyTg6f2uC7DRW5Pan6WfrSDmvNJtzYr17OV5cIT4xI6
QE1BBWDx4MqN2BRwXgu4TSZBxs9Be2eWkI5BOug3UEsOnW3AF1Aq0SnPpc+3V31lNmPuCUCIg9gi
RD/64k2Qzb6s8enCKXqc1RaHPVzalFvYAPQwTvHBvAt3QrqT+33mlMetvGUtpzAJNShgM45A3rvY
gqDt6yqWVWE+9noSu0G4T9WXbhefLQbodp78aeN7V+ppGIRclmlAC+G9ha8cPCNN4kQWTrUhOk0p
7IC4tCOK9LVtegej+CtavaNs3q6VTb4yu8gCpVRSC3ZPOOXJ50H6JLeQGhsmyEgblos9NJbErbVb
BVvM8esLDHAN/LAED8mymC0FYaBMRcubD6OuFNrMSaXTrjFBj9vNQ6vCurrF4jcf2MWBRkII0RXg
SbP0yMKVhVy1wawwOQpwl6ONFaDr4WsPsE/c3d7NlYfPJGaDDAEyeR229muf1eRtr0cCj26Xm3cm
VQozfEhT82jqoSMp3wyYRG8bXL0uMzUO3CQMDCjLrmcRDXU5qjJuWqANQmMJ+jkGlAb9LjRTxsie
0Vt3EGvYSTk8eAYUzuDaVCo4RNVuJH/P/M+y/0XZigDWYmhIPGdCXZDtM4Hc9UoEvhbKShYJpy5B
qUrYaRn/PEYKjoucT8rsemwPfn2Q035X5ltwkPnSLHf80vpiHzTJ99u6DYST4U2pXdfAi7STXthl
p0GUtgXFXN11GCRU+iWg1Zdd/jCpZIRjCqwhBRpEHOu0PY5KSJjBhEJSoIskbdbhV94KRtggDqCz
MBfMFqlX1rRCy34K4D1Q0JPl1s3OVrPPvXPmFTZjElDZUjcLYFDNH+TynKUP+bDxRK5+uD6TY+oM
gKBodb3JStwnrRBmwmnQD2bZ7I0ydA1axtzmSvmNWNfGaV8JfCDiQNYSKk5EetRFSFDr8H8PVHzQ
btZF1ypo4ISClLmdkW8RqKz6KYnFRayce0yZ6frbmkH0/NivsUWtwuEsH4VAHO464FeumeRPvsXM
fpzk2n2fB6MTSPrWQ7y6uvQ6SF1o4NIgu/4FwhgkYxuIwsnj5FoJVYOAltVDC2NM1LwFybcNV7L2
EmFNQmmI6Vbantf2JqsfBy9lN+v0wYtit/6r6o7WaGcUHwwttkm/xa1u49pFvbS52NEY+qhWkbCZ
VrY+FXaxa5nlSH56zu2PW1tLpKJnAmsaxury2/qq6xpBs4RTpXtvWZnviwTKTKiPkh8Mb6iNv9Gy
XbNHM5zOO7knj90i9cxjSW7TmL1rDSdqwoNwrg9SKzti+Tqkx9vftuYJLm0tzkkchqKXz+ekHyY7
bEHcb7nTtQf00sLinpdZY2RNMQqnr0Ej73SnDoWdAFj09nfMe7102oAleC0ocFKpW9w4vdIbKbUI
vfRSfxrMoz+8mt5dUcI/L5U8ILvg+bbB1c8ChTbzv9Nge4daXpQ6NDWP6hm0cMomJKkEy2k8hGAU
8SBuyf+sOS4a6oxeUOZQUEC7vlplKxVylhLkFdrXXn/MjO/B1iTk6ot7aWNxlcqE01hRuD158Fd7
u/rrZB6N2GEJM9twQ+WP9cfcasltfJexOOaD2STe1GHTkv8m7V/TOhfd2+1NWnXEF9+1dIO6IlBI
0TneCj5ITB4kCJCVk+gdqRdXf/xvU7XFrLp2oRiZBTgMnoyZ0kVIbpV9E7am6J+NpBfdSdFGe8qy
LUaMtb4y8S+Ydo2CAVqxixc8DT3Zr4oCcI5b2oFDhxF6MmNX7N6+FPBciscti2vn/dLg/OcX572s
vcKTFCAtZWbBz7zrrJ9dJcHubm1crNVPg+8FXDBVdzBBixU0i6AxzVCnVWu1bsyUVTj9U94z9ZD1
gOiL+7h6Cqz9xCMzSlTgvUc9ekunl42Ts/a4XP6Kxa3T8sCahMAAgpX+aaFpuG++V9YX0g8w74MN
HbqIbog75KchdDz5kV8itI9TvIV4XVv2mQQRlR9dBqC4uJiJCK94Lw/eCRYhu4iBgUZP5WTZXdxs
eNC1QhhFqP8xtXx2dH8y08ScgLigL2pCRQYu4T7ToyNjrOfe6ihHvcQZTOKm9KSpL1W7gbFZuzkI
RMxcP7Nu0zKZraOi1rKM/KcWn0YhgEpiwxusbCkXc0aZzRgzHtjrI9zpRm6YU+afawu6sdDHIfDm
xT+CkpSu3gwCV7bOIo1j2BUOeAL7hbmkkGq/VZLgnP5V7xm2PkOScZ/u4qfhhWEK77MPYW3EZPD+
9smdT8TVS4jE6ayzAXBIhCpr2QHwxyRSys4IztDBD4o7ow7UGj0QWwsfC2Nf9hvRyoa9dxd86RjG
KeubHHtSmCFl+SOQE1sYz1b9FQVEt8ruq+jT7S/8sI+ziCvFPb7P0oCrL65mKzV+3nuqf+7qZFdm
6rHqD0n8XFrqF09wb9v6sImzLXBDoKJmNrDldFJaFv/HFigsoDKHEtqxxhAOm5iRLUMLh24OaetH
semfW+9T2SvwXKJUnMp2uUVIsGqIdIsDOeOQl8TRJhWqiozBPw+d4kbMCJnqp2iy7nL55+2l++hQ
5rXjCqi8T8j8afOFvzgZSSRCvdsHwRmCpqpHdjIaXYocrprm94MSPiQJ2Da4CBjl4YyI+Y/Nb107
m5e/YLGoMwtA3g5xcAZ/MXjxndDd1zpigGrqxjXag0nqSv6f25+9tr6z6qREikn3Ytk4MpSiThQr
Dc4iySWsEmoPeZR3t9nbXLdjQK4PYI+7MP/5xep2NUPX2lAEZzU5iv6fmXgF8orgX1P/somk5/9j
ZuHFopJRWb3BTOePuyJETS+GGS2unbqEh2XrcH4M2GZzM9wYqAKl7OV9K0o0ocnCMNeMjoQPe4vC
3vaCk292O+3LKHyPI2njjn+Eyc1GUdEjdyCF/YAgzcaxbJIRTw1b2EE49s/RY3AX1CfloG+11mbf
tPTOpm5Sop+FQaiQX+9aWTTdEEh9ANswQyqPPhfhyQu/CPIh2DqI1pzzfLA1nw04TmZI7mLrfEEz
u7HpgvPD9x+GXe/OZ8k+W/bv/f58t2f267w/2y+7FyQY7JeXyN3/eYXo0CGcdF//7D69/vh0+vYH
SkL7EUad+5Pzdtp9mpxTsPv99/mrdff8MDpHw27te/hv346fn3/DMv/sfH52dvcbG7Tm8Oc6yv/9
kIXDT3IG/4z5Q/yT+qmxq6NqT1sFk3nhby3W7EourlOsTKHS5QM2/IjYR291Aj1/Kyh4D6I+muFp
Jm4HIL4c4YUiUa9i6EjPkhbZev5Pp4Z2EIO+G3+hDj2poSOnw6ErdtTlyv7YTJUDg6gjxq+V/pIh
wNMLOQNhigvm63Dbcc3O8NZPWxxNRmDAWwkVjuse6aR/NqAYq+sLdyfpsopnXJb7dGFIwkiagnMM
YV+cMN2/EbGvGWBsFVHZOcDjxb7ewLaP1a7PLW5WouHaS1xVMFale3uRVrzuLPlJJIDoDjHqImnV
8xh4u2cS1L3YnzRH3gjC187H1d+/rMd4IfW8Zv77mTqdghSaf2lnNGcaBrZx/FMYr6bk6uFXIU2g
+rYH1S1GOy7uROlvkCREDf8BKkrH7PKT5euF7ZpWK82Rhe26VD2bhSbdKV6/MW2+5vjpQdCJ4Pvg
CLAWVoIu60KaXDzVccDwEBSBR8RjI+UZgezYJuvamqb/CFGev+vC4qJk1BuKkUgeFqdfwJHtV9N9
/Xn+FDuxUzvfBWZgSfPs5v7b49tucHa/Tefe/ueoDBu37uPs5eJnLK4dRCZNHChecFbiR9FEq4IR
zIlC5txvKhMdbPiTOkZuYrS20ZoPkhIcBqQspAfB/N1IuaONPwv5LfBf+4FBzUMXua0GVVcQOngJ
PNBG8L3ygF2t2uKaRWnfd74ucEBLuAdFNwJK2MLWYSXf8qRkhjzf3b5xK87/yuAizolTvxZTlfWh
xfcpsDy3Fh8sL3CFfOMIrgSLGEKPnI4TzBhLVjulr+UwaGOk4sS3sgOSmbmKBJ9c7aYKUmjamzZ9
v/1p7/3KhcudIw4mc0h5GX1aeBNVr7KoypPwrFTfJRPPLjXoYQfyQRYgCvesO+jJdpYw3OnhF1UQ
nLb5NMkAg/otbqYV58mYl8Sg19wUAnh0fcfrsBLr3OfbB0MKoJEcoYxMi3/N8DIf9Qsri7PTZOKY
NUhbnbvoh3qItEMbfG2yHZTZt9d1bSehksAacyzQ1izihbAlJ2naMTo3E1Nep9y/97oM4szuZ5YG
tsW8qUPec9vm2r24tLmIHzzdC4VUwKZF/MjQ607d+e1THmgOogz/3hQIW2bzEARkFHq+MRehil6O
IRliHp2lxulmzfEdSM1S/eQ1T8JmWWjVTWoydQxYtOjK6osP67pOgqigwVoq7gQkHLto7g32r0Jx
8HzpKezQXkVJV38Wgn0JxqJiMsoKX4eIJe/7U9n96QXlV/pTfaxrpxr+QeG3DL+1NBoHgp+ovgv0
owHvTXMXyT8idYt+Z81/ABJkvYi6SR0W/iPUp3YSojI6h1NzoBEGkE1PH1MJrsqtDv7aLYJSR+LI
MUcP8uh6Y7wmjBPBSqKzHP6mwBxtlenXzrVOyxaE4HuZbPH312U4albMVlgEpkI33UXTU5k8oj1k
g0nsGyQomn+tPcktopzEsD39aQKexbscGTXsXsg7nTOdkSGls6PonsLoxu1ZXbkLK4u3WCUjoifU
s3J6ZNlpY/6mUr8l9re6fBdGFk6ORct0yWqjs5j/HdInzXKl7KtoHgM9ts38Ldqavl6LFaE+fodz
APt/z88u7qnUKyPhHEsn+W4QPyZiZBsqzEfZFift2hG/NLT4sGbQaoQmMSQbn0Wt3kkG7/85NOp9
prq3fc+qKdpQxE1zCXWJVWRKeAiFqeY2NZUrdy9WS6NXcKzqayT8uW1qLS2HDwzwnjJrilP+vr5O
IiR+KHaSK8m+9ikds6NZifasBeTF4y72JlfRIDZ2TOFLGG7huFf2DtsGORoxwUwRem1bTdQ+EWRs
d8pLURwzhAZw6VsK4SureWVl4Zt0fxAsKvnBuTWl3C5AnurRo4Jg9TDpL7F6t7Gg849ehBsQ2YDq
p5fNcNpSpGyUQzWhsh6e20gWH7w4KV0xMSC5L7J254tJstP6fjoMUgmZbmF4D0YdRk+Bbnh7Rqsy
2px5/nXsyTwbow03TtbK7UQkieI/PnrOrxaOBnk3ySMUJvyy/EMN0QVl9d+NmtpDyii44rlS3fxA
Tv2f24uytibvVE083jOMfLkFAnrm6sBj2g/FaxynnzMI4RRlK4pdy28gQp8Z52Zol7Isk2ty7TeR
ESdnyHnGA9T6pd1OEZqj/kkARCA3PgFfbqN61BJ5FlvKtyufiewhd+h/U20tX8FOkZW0TLvkXMF1
Hw+O/jYhWH17KT92kfVZW/H/GVm8T/FkGEJjtcm5H+1yhOZdFWw4R0s7+id34Q7bB7vbFlfuDwaZ
sGXWEnrGZTUlErPQ85iHOVeVGe84LOJTbUoWkLks+G5IdfnJV9MtbtGlUcqToA9nqm3AJzyOC7cU
6KKXhtBenHu5A8d7MPyTBgit1I1DpGxUTT7U0GdjjK9A2MQw/QwtvfZDihDoU6NgzBffihbua0mw
5QJFe9htzLNluJ301iJQlYq2Z0hOrG805ZbnZravofyhQwqkyhRvru0PumcNWeUlZ8VLbKrZAzCR
WPsvRmb2FbYRMvkleCOl+WHFIMbPlVbbuvZtqBpb2BRcXf2UCyuLV9KfkLMQ4zA9j/RvetYvn7k7
IO6+fSY/JHXzkvEP0PM5+WD7Fkum9nXUN1JyjmNpX5uIDQbZFwacVO8o3RvSQdSyOyk196rQoBRS
w3iHFPXWVVymI+8/AtZDcIUzg+gSDS5JldC1JksKgtF0G8+FZctpHNDvtnD/+ffvv+m5B9lx+9PX
bsaspEB4OlNOLDvItFX91Ew4LHkTvMA0R6GT8+ntpWSXi1uIn9WrMavnkDdTvOc5u15nI5YDUanm
T5xQ6ijcjvCKot/cJE8oStTxcBdag12Sk0xILBTB3xSe4//wxTJp88xcAlRr8RsQY/HKCk2cs8gb
4pg9z6pPeLQbDWaPvaL27CQfwuNtox+mhNhc1DRI/KjqM1m8bJLABDF5vYlVDTYWwfuRT0d5yN8S
2bF6uD1g/e9dGD0V66eopa49Nqhm0OJWtI2KyYf9ntvogJ9mSUiTHGv+84sAV2xzLwnAqj6biiDu
RE90dBRDnWmcfApUGkSYeVofbn/8fEsvYxjInAnJQK/yWlOqeZ+zvbApaIEwxIoVPufNGLh1IEvg
6uVp42H5eLhmM3Dv8V4q0H4sYTxqNRNyqZiBuKXp/zRF6SijtM+acK8X0BT038rmIQg72DFPYXlq
kmbDJ36oBL9/6MUvWHpeEG1a35jhs57AVJO4wvjQxY+aWrzRDWs7yaa9mAwpekO/BoYamOu9bwvI
znS7kZ8E78h4jbL1m+Y07Grx38sOvLTEZwbo7MVxLyYI5tOWDe9TKb8L86g/xIkk3SseA9qlXyn2
FNUSoFapgddb05/iIm/cpg7lvYgy6ic1MOdZ3abp76dGmmwr9hJHKBDFFHm83SJtvgaa+lNoUYcv
rTDaBQHFsNsHaBnZzwQ1/H76izgNTV7uLGKwZTLqSfPUSl67y1RRdzteoEM0RMhGoCF7d9veh9v6
bhBAGG6YUSTOzfUt0aYgEISmbJ4C2ldZ+mI2LzLRUVe9dNVgG92PqpfuhKw/eN/quz54aLWfuK8p
MDYepve60OXuzT8EHhDIOCR6afiO6x/iW11m9nndPCHtcedL903/DdkflL/LwPH9cKeWUPp5D1aH
NreAvkr3yQ923qek/elr3b7wnzJVP+bVG7OHAf+HzxxPV5/Hr7ogHfotws8PA/PvvxbtT34MmQpc
Qte/dgip2TXJ0DxR0rkfcttqVaiTDXtMEFlsXv24RVv3j87QCeXheyWbdnWjuWhvpPpdX9yn1Uyy
fgpqzclgldWsz9o4zJymG/CX94x3uarMKrwDtAjslxo4YlU1ML4m7VNipMVkV71WPGfSLMorT0EL
hsoXQ9VNKj2x7NY3ggd5TELPLgdE3cWQTrfJyCy0hWolh69lAYza1lvVvI9Kb8h2bVpJpyhumfEs
vSgDFSWY6a8p8oGvF34b/SpLrffhya6Kp4GE4kcQVyLFW7mKBlfNGnPaZ0qsgBCY0i0ytmWMMe+Q
Sr2L156ZHGYor3dIVUNopzSqjjXspYUXulr3N5N+NMEImcijuTUpsXxt3s3BpaIyo8lc7rvLvvD8
0jS2um9gDriWV3JS3b3NXt++rR++CY5zHkLG80D14igWQaIuDVBRB7nw5IfeU5p4nL7q3tCmh1h4
UuOG3MmTvt02+cEhYZKOokT0CS0EQlnXyxhMvlLR0RWe9OieXu9d3zwNpIih+uW2neXLyVutsCHz
lxkgHZZielLrd13MyTnFjm1u+JaP30A9iJkw4jGcKhn89Te0g1Ua+kgmJEyVnZjVsSrv0YXadcW4
Efwso/j5Wb60tGiQpkWfVXWi+6fJnBxZmERb6JvfQmNu9Lk+nLaFnYX7Seqy8+kUYUdtHwk03SLz
HzQ/ZRQ4+pVUW+2D+eW88iI4OILImeyP6A62qusFHAs1NvyCBSweCWaeBs+FW0X7Qm7QSfvb5+Dj
Eb82Nf/5xT3qlFxpgxZTQeLd9y9KufPapzj9QYRH9LBxuLeMLSIGQcoNlbYly5iF9yZiI3Dh20Wq
MVQNFqyebEhMb3/eysZdruSyQqn77QQZGxbV9HMY0yExPXeC/oDh28D/e9vWyrG/srU4jJ3eCmpc
WP5JBJgR9o7aPWZkGqO+kVitHPorO4vDOIS10akJdqb8DXQAzNfyXio2zsWH8g1X68rKwhERSw9w
KmClF76Fuvmt89KvmSc/yK/Jc6m6gh++yBkzcNrUooC4MZf+0TtdG1843ikvLKWSPE6l8cXq/4zp
v8xV3j9uBv4y2kfk+k7ZeHHq9dzz+nQS/FNiQd0wSFr4udXl3vGlqth3ZZGfynbYqiKv7RukAqAa
gFvCW7pwi10qTGMfNsGpT8TejkC236fGmPEki1um1hwI5ZM5uKOCQrfr+lbrehWSFNTBqVHLSNjB
TUE0m9cpuF+SqU9JnfoV/JJlPhzKqWx3nuh3WxyCK9dhzpYQcGbwTWX0/vo3pAmuxR/D+OT3ffhd
CS3w+q3X76ShEZyxqOqNRuiHoiqbijyvBXyPqR96D4uPzo3EmgariU9Dh+ye7MH9SGkTfUS/6nfx
FB8iz3NaPTzJkK7dvvrrtgHVMeVBpADq6Ppjy3pUtUmT4hP8xsnXyMrFw6iUqL9ZSuwMoL/hipCE
XWkJ3xup792yzP2Nt3DFuRLGU42kao6SybI31xhFJAuDEp9yqyvT/TBN2ue6q8ABmVaQl/tAV8XE
UbIyC10vjIOtCZ41+zyTaIjwM5isXOx3Y3iZoGdTdBJHBc22qEwOWlt3X0TZZwiF/PxBDITmYOip
vDVms3LUGH6hpztH3BBqLW5WOYmjFLdtCke85J9zGNwOVlN5bpab+64q1cPt3V4zR9bL5YLbAALy
xUEbo1aujarMTv6UwUZGOpunrVPiipkv2tJn/VBB5FgzQ4kWKfszj1PO637hq7JONKs+mPKT3Jiu
4bd2n+h3XhgeY/kp9ScHWqFeMO1W0p1UEs4qveY6VR5aY+tJWNlgpDOYLpolTsiRFqsc10ETqHpZ
nEoqTIUBqUCQH6zYvC+qoXWiqH2RhXB3e6k/tP34+ncWC9hfZor3ZRUxmisDtdyWpyo3j53/j1A+
l+k3wztbyPqCGNCi5hiOn315i4V/xVuDhzeod8vsNCyo18tujjlj51JWniQ1+9sY/i7SeiZLo2Tj
oV2zA5Ji7ljA1ATg5tpOH3tx55lWcYpjPKSapLqtf/USTd+wM/89i5iSasPMCcIVURjNvbYT0XBG
azYvT2Md7tKKSXLqclof7tXkVdE24uWV99ukwsGsM5rCAAbmG3RxZv2w9QTmqSmF+Wn+LAlZdvBh
wNwIhNY+ifKfNd98JiKXOUwOyt0zrLA6FYoDA/PRHKVDGflPXf2lF7cQgiv3kBM4y2zznM7P+OKb
OKiC1VvI5qHD3ta2wFj8/diSAzZn7ZDu9OKHNz1mSL+mxo/I2jqOH7+VbBASBFpM81VYjk+IYp+P
uhIVp6Rjhtr/ISo+Ncg7HgPXChX79q37uH3XxhavWRvnwhgXcXHKGpRfKiD+W8RDH+b6GEiauVB5
MSHhZQcXJoQqbFKjM+MT8nD7/F56gGfpj3asnRzIJcjzzkZ5u9zq1s17dH0JZqv0I1Qm6Mh9F547
NvUeQQusSmKyG6CQihn6imrvMTWK59tr+PFeX5taxM8topazEmEMeV4dha5pvMTJFpppy8YiTBaq
SKigFE0YhsyYqe+KMIHTPzVdPW+ar7e/Z+UAXi3dYsNo5fRpIVrxKfVLe8rvyoQDaD6ISu5M5gYH
1patxVWj3K5locE2ic+5vteGr81PxHadJN0aqFzJcq53af4lF45KA1pRRCmWmGzMJ2eAz8VKqC+O
SvA5CCq3ED6n0WNPE9sHotZLW0HT6pfyqgIxBWypKIsdtBqvDWg+cCD7zMn86ltU93txDOzEJ+nP
v9zew49pAeUsXjPOHeUFhkSvv7YxxkkfxDg5JSX6n09tcVBjt9GOQvzk1c+q+Pu2udXVvbS3yPeN
RM7HVMMeNKe2uMvc88uvwp52KYxLG6bm5Hp5sy9MqYvgRJ7qxKpihsgafyfmD2nwd2iQcx0dSK6Z
jWaks7EtysPF0G2YXttCioTg4uYNZLrtelHjajSVSQGBXw2CG9q+ejJNap7Zr3hr9n/VaV6aWtyL
IC4NtcoxNUzfJiYCJNR45W7v5WjDH/N4PCiG6089jMYFzDylE3p7vR7sGrXm28v9QcVwdt+Xv2Rx
bwJPnVpNz/E8d+Wp33UuFI+N2+/al+wMROvNf+o/NTt4xZHziwvbyQYHFP/tH7F6mi8WfnGakfcp
fRR8k5Pqf+f9mL7D8AbdVPua/hKzjYLElq3FSfYSorPeLJKT4R+yoGCYBDjLvizt9Dccs1q3xWby
sU80L/A8FgTSg9mwJXvYTK3iSUabnCZhP+1r5g+EnylYwXQ6StOL0P5W7rvpKdTR+U3dqdqN7V7f
KkOuZLV4JHJJwFDaXJReVLRqhOTHSGeF0xLemsPwkH5nCDWlX/F7Gmx/q6a/bg/3hPIUXorbdH2V
KkGIU6NJUuQpKkWySfYH384iZCQcP+qkudBklA1dsjb/m9L1QIFLFEHxlpVR/ofnjskTwsY5pf4w
UFlHw9CIJQdcU+u9mB5l7vSYPKT5eUiGjYO89oxf2lpcplKMaGXg7U40i/z6SyJ8EqyNxtR8F5bu
kVoD6IA56mBLr1c2VvSibWs8sRX3LtrjlB/cwIQqDWa24c2MtgpQa/YgS2X9oOCDxnIRaOmNqE5Z
VyYnb3ryZ9nNP7p+53cPo/6jt463/cDqM4PchwG1ugI0fZmYhkFo5qMoYKz+OkZ2ipY39GVRN0Br
LdkisDNfd4RS28nTr3GrVLn2pZAsKvT84POmLH69srlSZWHQxelJECE/T4Mnwd+nBnKSbewI5g4l
7dtfu2ZvThaBPBA2aEssT+UrSjhIA0PUoXivCQ9gexzPe/FV18jgnWlh7bltcM31wT403wOWFv2R
6w9Uk04s21RNecQLPbIb7/nPGPDvX/361Ve2MDRrn2fOwhycHfLH5UjsYLQTfClWit/zbB/CHt2H
5iNztJBKR/Y5D7yNVPUDtIK9o/6J9jwclYxiLof4jMQHH1UL2WmagFdQoGxz5TSWX5T24X9xdl47
ciNLt34iAvTmlmSZbnVVy2ukG0Iaaeht0j/9+dg/cNDFJorQBgYze0OAsjIZGRlmxVqt9rl3hg+Z
HVwGza0M7cDMiqc+hTTDQRdWc8/gs+HP8b9S/Nh9u3/uL5Cl1Z1lnoP5IxCwC4fD6s46YTUHYZCV
V7tIHuLeeNe09S/NqX4bgJ8hlRwwOINZdl3Ip1pSvYZENHLDiPBV0ctj0Jie3MzvpeREjXvnt20E
PboF1opCEBxYXPRbo9DMZtDMUSqvlvlnDKbnWU1cG32KcvZD6WMBHUvzwZxTv+sjdwzOut15EtVn
qX+YAwQ/qH/f/0HLeuuzQlmJrqkBEpPzuv09Sd7ogTSE+TWwA8/QGY3VreISD4nqV+Gn+2tt7v3V
Wit33fSFbAazvsQCvtSdaIR6NQcvMj+39nit9/a1unx5GGc25UyeBi06aAwCq58kuT0Ww062uvX0
Yv4MvAEPpIi6HuxJqBnZpYMbawbkd1K9AkhRoncJr04qe10q+1GmHWdG7ax8b85/4/1jbRRAAUjS
Llh3CmBPmJK8j/Nr2DVeGVsP6dR8cXZZwd7AuJabbst0panfOHBorVy1kvaSJQKRXzWA7I0YD3I8
PHXhp876lYWO35rubOr+EMTnUAw/df1LtistuNzZtZ3CHCcv2G/Gkq1VslB3jTbPQYF7M/XMU+0S
xUPH/HPfQLceRBrHC4M02B4TOMrtbQAok0ZGw0bj4j87Cx/yKD8Yo/l7KsZHA6yrFVueERZPxmBc
bNkX3ejf/wVbZsuDyKMIHFB/Q0WrVr2h11mdM23Hai1YHQSWQmaGRDjt+O8t48FmoWtYhoVpNd3u
VS00PtbQLuAeWXHtzpHgWHbUgxJMe6X4zaVeXgn0oykfrcNhplNMhkKXpYrDGKI+OwnxFFM02HGv
2wstXxBJYVhmV3sik63b2Br4fpoOU/KXeACbnO70y7YWYWgHwCYD+FBhrjJmjem9vHQIJCQ4Rw+9
pf4emlJ2zdbcQ29tGT3dZJUyNxho0Ou3nyjIy0quAiKIRhooFn0o43HnwDZiFGO51Qziy2ihraWM
jb63nbEui2sz92XwmI8tfZiA5s2pkqY2eIgkjVxZCiYn8SU6iCceKjk/3Df6jQOlEk27AqGrpQm4
unWwWE9N1PYFCK2Puk1Vs3MdpIrvL7IVFUAESdtaAbvnUDq6Pcy8zCLbpH14jXP/m3Po3T+QaHvv
r1++HZj9d792LlQSO6/rVu379aLr6opT2bme5CyaisaHDx8NkhF9pKkUhyZ5aB1v7OEiOwT6uUq/
NvGjBGHx/X1vxIVQsqhkocCLVXl9uH2ZMcmkpcUVRJt5tOIoODSM6kD6zCSWrVXHxkS6bdaqvcL7
1qsBQIohzmUgCJj16jLm8ViqEf+68nJVP2u5HR7MctQ9dBGGh7i1F4tSklM1xSNj0rXpDQ5IglhJ
8g9MGEpephXi+PeHQZ/VwsrwfPywWxsYUW3MKpRFrrWU2u+a0lEOgrjoUa1q+TGsnfDQDNXkG3ok
f7y/8paNMzSkLcpF9JnV5c9f1UvlaOphoS6qq2TMx6Dqz0XiTbV8ur/KRoRF12jBXHHgZI8r1yQ7
0Ty2c1leu+BQ1z/V/vxtMP7bLYduLcOkAChCHC1FltWXpWs7ilJuOMYq5StmCaHjKD8Ms/Zc9rPh
U4TYG3rfcFT0kIhylvQGV7G6vXMejXmRlhV6SNqjUjBGDbFXZl1KTfGN7NyfZDR97h/m1uV9veYa
mVlUWgvREH3bdvhkh5dY/tHbH7tMfsipymXas46ItFDfzwBT8+JzE5anaq/OvvECLK2zZW4I/nSe
gFuzcZRAapgbrsirZk8af4hyL35V+RtWgRUiIRAK0KAm3li/MTKQmrSoB5rT6VlJDjKo/Iqk8dD3
X4fsqzJ1bph9ztLDnhboRqQDdJxYgKoVvn89RdlP5hgEGtljl6nikOvtTw2ZFC+1YtnNK7vy73/M
LfuB1WYZOaPSTNRze5CylJZdPk0lgVU3164Zy5Ubwtn7Qenp//TOQ52a6Br1SY0gsiTvxFobTpig
lbgOHDxM4ev5s5LCtpXEEk1IB3C4iDx0k9Ls2GjnQSoWV7wzYrBhNkwyEwcxUYLe6BrXoQVT2mtV
Qx+y+6Z0rZvsKWttbIjqqrJM6TPcARDs9jiTDDBKD9rsmmh6cw4nCNZLY5zeCy1Lr06pgpqS1BBG
8tDaaXFtONKlUoUQok0n8s0cwKCNg7CbubpClUe9ymmf+m46J/P/0MrF1zCFCV4FzNl6wAE0facM
U0rbfx69KDTdUDvcN8mtbAOYBHBVWkpLd3r1GkGmkZeqA0QjLKRHGyfTz61XW74dNG7Ylx8jS8Da
Y/X+UNtu0GbHNt8Tqt8yFJXsDiVwBeTRem53MvUQiWzAGkEa00b7LLo/9ze5t8Aq5++FPTODldVX
Ubwb5W9jGex56cXUVg4MwPcC8eEcCXJWyalRSZGWB3yoIjsWCNA+QG6j+6U4q0fGtpTatff6JxvP
n0UoRThFAQzk1GrFIqrzJJ7C+povZNWRfLFga9cPpQaR7U7AsnV8jE0tQ1oYClnH7T3L50q2q1LU
19JqlEMpZtkLs3inR7O1H2ITBVCBTnq/NgJTTtVSVHp91avG62bVlxGqMEXiQlD1gYx4J+fY8Pyk
8MDPddUC7rZGucNhOdpTXzaIQNP8CsdHq9NPGh7ajXY2tuUrODsSp6XM/KYNQ1FZJqtJm2ua2PVB
d+rnIe3KcxHvGPnWAS5qYwtqZxkNWt7YV8HdjEjAKDq9IbjLjoMUXZXqxOwibf7q4y6R+YZJoHpE
CgPCCmCBsrpRZtVEaWJmAmm88uvsjF6R1DtNj60liLKA7MCpRK18FWyl+TAN9AjBjokeuhIrSA59
l+21OjbswCasYRcUlog8Vu7PCfB/mQKwSm3sd72VuNIMRZOZ+318uu+ENlYiWAUtw7jdS7Pj9vtI
9FszjRm6K5Qovh7/bsuvMvSEu2Sib88NLNqiBAJUjDLVGiqmSnlV6D0gaHOW7efRsIcfYU158/5u
3oYyrEJ7EzwORTn8wu1u5FhNBiUklCmi/kkfigIGEbQltbB1HoIEBoRxtCtUgoV0sNvJOdxf/e1Z
4mqJSQEo4zAAZd+uzlB5VfJillcxVEjIZInxQQ+szA/KkRrZaEU7u90AMi6+nfIqSA8qmutAcVQh
R4/0qrpqQwgceJZa5UnIie1mimQ9jaJInmdBKGA3OTBlUwTmP2ZfIeFUMEN2vL/5txedj4vH5xdh
SHyG283HZj5EZkAWFyvTV/gTnzT5O1pNnag9y9pzyxsJNKvBVATBMF0MwuTb1VqRRgO6NgvCUS1z
X4iq/o6HMQZX7zP1w1iW1LalooaCp5Bi/R9ornT1aWB+OvKGtIHhUuulGrWw2ap2Xt0tK1gmloG1
4sIpP9/+NOH0uRXXcnWF9GcKP7TJhyb2mmEn1ts6bsTPgJ2BzyabXR130oRG0ucBsZ4Q5nkKy+Bk
BLFyyNLE8KUg/gQjlbqz5ubOqIdyhYHe2+ukr5/kItETwom2iY6yJOWLWuKjVSeVV5vi5317ehtG
L8VXOvbEXwTq2uoLK3lrlIXKYqKc3KUf4kDQiFTsFKRulzoHKt47j++W8yBchz2FzAvHu/pwJeEz
MQBOV6SfVPlHpRwi61ELYWgU+u/E3PPxb19gNvhqudUXHDrhyDBfAXVJ2vdIJZ1H8zuooj1Jsy1D
gXRqoba1mZpY17L1JKxqqyDf4Y9PQxYexThdxp78QM2A1Sc71r+5HO/9QnXMdOO6ptaNUtxVE9Zv
p8opjsCSz073Z9bsX/L0bwSvyH0r2XSBpFt4AZAt1MpXAedCONjoulJdm6c0/a/z1WNj++m/okPV
ylO+fLm/3NY3o6m7tFlo6gKwvr3badpJohd6BdaTwWoBOh5iDWfaI/HdumgQsEGpxSvGp1vZfhQG
tWN1E6kHypKFkCt/MsLv46x/knTz6/0tbaCCGC5mYJ0RB8ZqGO253ZMirCCSUpXFqMOiinWOhvI4
qh6Dj7HmzQYpXnVUp6+W80lOdaTKCN6GZ9m6TPHx/k/Zsh28CiPZi8Dkm2J30Y6lltV2fa2ng2pe
RfxONJ+t8GzIOwttPh+vV1pZTWpkQRlEVk3l1zUtrzuUbvavEbuMPz+UsIEjnyn8eY9FbaMhylFD
Z0Gtk7wMFYXbo47bOa0IH+rrjBKsQtEXRseHrBke5MBwM0ehFzp+Sarsy1ztVSU2cH4L9zjB5NLA
o/qxcjdNDjddlsz1tQfgR3LBxE5TX9rme27pbplcMuWjof6UGTBvg3dpCclrLr1H4Wsn79j4xsu0
GvEZhW+ChdXPUOOspkfEyefMMCrH3FMHbqrm74RGGxcVJw6SYGEUXDAYtyeNDsecRYFUXzvVurYA
BmP1HXqtn+8b7PK9bvNrnNyrVVbuYCrrWY0Ze7smWfZomh6MoS61l0Nb7Bjs5nYoQ3BgtLQJeG63
M4RlbBhx3VztvjvIdgYRh/rQauPv+/vZXMYyZZOxezha12mH1IX1GMzsJ5M0h1FdFTB7nbWniNrC
juPeeGyXPOD/L7XYyau8UJLRqYUOtrlGPQaQXowk9KJE+hS3kNTWTuKmNfxJwV5Tb3uHdCctqKCo
ka0OMu6toNGMpLk6BKnZOf432APUbtoEeEM6KJCBAny43ZgRlITddbQkvInLhMWhJPrVE+eQljtX
aWsl+rhoxpHB4zSXvb46wq4WYpqSprmGICvizPS19JEh6GPd/rlvFlt+C9EC8gsGY5ApWYe0jkCK
ewyH5qqUSvchLafmqFTT/Ksw1PbUVCUiM4r+ro+t+TjL6mMbl3sKCltuY4FvvgAcgActZ/Fqrwkc
qw0zjs0VgjvfzNFZHj+H0jGW9GPd/Q+X7fVaK9M0pTzo8rbnsp1684/9bPW/7p/n1oej34X0Hlkq
84Wr510qYT4M0rm5FumXMEPp5QfYzED5cn+VxfmsndPLI8PYJgH0eggszIxqEJrSXGGlLauTpn2/
//dvBOjMxoLYUqGcgVl65clNR0hmmxKkQCGXP0fs83sulY9ywv+r7dg+ZG0mu6in/v2sOi1K2iPg
C5ijY2+3thD2QhrNgUGwrDtUzncj+mCLnabElnd6vcTqajV91hWRIRMfZHQ9CritZLqxxfRRd9qD
LL/P5INan+6f55aJL6U4cjmLIv66eNUJKu78WX3lBvVG7/f6j9px577z9CbcoTDYvNHwcBPEku4A
B1ndJ7kPY6W3zebaVOpPKZaVY2/ZodfoRu0z0aQcFQ1mgzIPC1+EAN66bHB+/v1+0TwGwEGeTON5
9ROcvA8hRKIy2IrHKnaeSGA+hXF8UkLluTV3ynbLB1tfBiYvqXeiE4TprK5cQrOk6eO4Rdw3QyDL
gM0qC5SdN23rXr9eZOX6Q1EAnFWj9toivj4kp9l5Lw1uNf8Pfh/heVqfdJdAqKyWkZjsjIKuImB3
RvmiKrmXT9ajSBzdj0ot8e9/pq1NOSBnzUWjB6H7lTcM2oKpD2Scr5hBDTUJvPWt0gx+ZtTnwGzb
neU2PhRdz6Uv94J3WVf15cSil50F4tq0LbZn2rVHKygFQRftKW9tZQE06R1moDEKlLfXmY8WpE7U
dO3ViqqKwYv/igRgdxzqmj+Ns3NtmWw62rOkn7NO1o5CzYvnIbKKY5RHNjjYqt/5shubp9EAwc3C
nwMqeuV26tiehDUmglcO2Flou1rf+aa242i2Lj8NGqa/l8oKmciq0OGoY91FTdRdzZNTPwb2Ia7f
tZagsfZQluVRtWJu/sNfmxFrwlFNnk7mtWbgFJaVMCicdVeIx2x6zNes/Pn3pkNdUSaNRdSRNGvl
UIogH3Ezon8JKTvjY6VobtLJ3t9v5PUqq/sgsrDWmrnpr8PsVtPXrvVL5f1Ap/z+MhumYBA/LtBS
snK+0u0jp45JkLVFPFzN8vcQPUaKp7X/3l9i42a/0OlCvQ9iz177RLhQSpnewnDN50sSf6mAVQep
enCgar6/0MtFWnlfyuGgbyjNLwnZKuoWkzxCvy6Ga5cAv5+i6qmpv1EYh19RG3KmIxm6oUytOecy
Vz42FhQX3/vQ61QEiX4N5o/ZfC6LxK35oI1OneJ9Vjyb/RczNr14ACXWpmczqT/c/9VbxwPsjzYS
IoCIZ6x+dJzDiDEHynC14sQvHB+JGlcYX2Iz3rHb7YUwWpibl0ruKpCapqzKTKsbrqLKT7Dh9LX2
MYzL91OYpTtLLVbz5kOQDkM7SQUXpu5bqxpneRzTVBuu0ylMHgbTOFFFTczBbXbnvd+Gh2jycQ8N
2EloaK7DmbjPxlFO4CAwe3AyvBftu8SPo39r5b9K+u/+p9LfbAsCCcQXlk9F53kd6moorM/0fsjD
jdEd8eHjHvnA2+uIDi74KpvSJmXUtTE0c22GIl+q0Vmj+hTR3EFHvlTR/1bsEltjQg95KZgcgVes
n9tEzCbBX0J9JDNbV44E8GP7JMfwIqa5N2fydXju02wnHtw4QKpCxtK0YDaQuPDWLoLRysQ8kbQq
en2BSfCH4hQ7TmCjUgucY5FH1ZZTfMPlMsrCNtOYkLODRsbPZsXySit/Ntso850aBlmUyho/behU
qZEt/HHOvQDKjJ0rsLXVF0AtYzA8gc7qWndVVtmlTCkFFfRDKhUHPfh13xqXv+H2ktG3ZSaOIji2
Dwrw9jBpnAR9JChxVVXl5rGW06/oKXQ1waXSldYPbf2/QAXTKdc7b9Pb600oT2Ns2RjFjbXIjtQb
BnU+q7nGYXY2KKyY0SVcwGtp+KTpn+5v863bAnsHZwuco7Q7KajcblPVQUQzKttfJ8CND5WGEoRq
R4kfte30YGmlvPPhNjbHcQJxBONI6GKsojWkEkol70vWK9szmLFvVQDpj4SykKtP/aOe6sf7G3zr
wdjgqwVXltKkUx5Wat1fC8c6q8xsRbVvga6asdA0UE9Mk53ur7g6Uh57MHAktCTUUFi8yVIUPdSG
0RblpU4UeEjNsXgwhsz2dCWZ32WtsdewXnm1l/WoBDMfo/D8M9dx+wmRibSNQC6ri8WEn07zNKbA
X1s/7u9qDeZ6WQb2TmY3l5IvWL/bZSxd2BmNQ5ZJmE1BhtF4hBkXtvekqrzZGrR/2ylLP/YD3JTK
NFnvAkUffbUYhscpDvKdVHBlR8uvASwEqhKxIaKedWnYqehXxqoqLpI+iaMyx18KK/lsGpCvOGGu
P0gB1F73T2DjnHluQQXQEeOc1xWLIhch4o+auGhYMMPHUgQ1bjQQ5szRjgmtsfwv2+MFpEqMgADv
yOqw9TLXYGlWUWqKlNQ6oucTgL3tGGB10lgiyI/NFG5T0TTfojLt7YOkIM7hlpoU/hsgvfpPJ3rp
Q9pNje3m3dxAFouktQbzeVY2hwbuL6a0i0KOXCaMq526y7oZ9fLr0c7SFjVY3ts3MenAu2HVtrg0
SlYNbhom9Tm05twvSws1QtEPEv2JsDiKzixPqTTKP4E8tqobdbV0lOoE6jtZ6h6TGHloPYCuuq+C
ZudzrhOol1+59FEWVjQqNuvvmaZzNEWFJS4WvB4QXyTNByGFgMPGbPZCO6uPkugyzzAjhzaPidQf
Ios7H/rl1rx6ZvgRS5JMPeNlipbU6vZWlVMAmyfFsMscpEg25mpghL46zsuAcGCN5FllLL5yv4Pu
GAE27I4N2NDWLaYx/DX0gQbAbGhrIjOlr5/tfDK8xjCSR0hZipB+iT1V5KAjNMB2FJnFr3ga+9Yr
IKQnT+hD7TM8uoRashbM8yEbu0DAFzbKn//26ijghuDg06hgLvDk21028TyZ6TC1l1JVykPRCIWx
ZFKH3nB2y9xLoL0+Ud4V4mM8MN2P1Yl29ZKkyjJrwULuB2GmomggEpQAncD2yzAIvoxWCYRSiqZz
o3VcBHX+jhZzsmNgy0LrH4K3gMBlIRCHhup202HZxJVkYF+lNTpI5sSfAzNLz8UQU+pJ0I5NxN89
ri/GREGaWddFGhld5NsVLaEbTarP7cWcK5iwLcKudtZh9YcR+YCdDSegcO3D/W+7CpT+b1FwjiQH
JkwQ6zpE3IeofiZKe0GZs/lA2zCG1qgofavupgPRoDh1SqSfommKvGA2i/9lecJt7vEyn7pGRshQ
KOVdx+c2K1SYdSMfviO2oCCZof9Oc5E/mLokvLRvVI/a7B7aZN2QXXZPO4VYjRdxQaOv0j5Dpt1t
B1J/MWURf8pMgSSSLsNXa4/mKYZR8aCN8XQYu7LzQqL3o2hrySPM+agB/PHaWq39shjCb1bf7nXn
VqHPy28jUweFCmRPpT57aw5yNzKapQzVJQypPNgtUxy9bnlkJ4pbU7j7YNNIe19ljrYTwb59KXkj
KQgzVsvc2xvmOnpJVU9rsLn0iPuNbhMKhj0dyezkU6Bz8XdM4G3AxTwQxJIUwihq8ylu9zlbXTQk
zJFcSgAQHzKdmS/dFJNnGxXTHWllxN/um/zyF65uNmMWeMYXeQ0IRW8XjMMkSubYaS6SmsxHaTE8
at973bLNbS3FI2ot1G3Xw880bQZgaKG4dGNg5l6r9FqTepStKul9HGQzkZ4UaMO8k0VuLEszHLr2
hXgKNpnVaZrxDAZw2Zw6/VAMYGiAv3MJHp+w3UmxNuyTMMpYrBO44RuRZKtSnIZsUlxqROLazPAs
sz2YiNh24LUqqzyJYo8NYCOKJSihwkAThiE1iie3n64amiLtu66/4Jmcb6GRfRvNrDxUWW74kYFg
nDNqmdcTtropOmYe9TAao7FuIEPZB3vUixuGhB4KQ8qk0vjr9fTkmJRVIKChvjDOq3+MxnA+Zr3Y
q8ZveGhKg3BzopgMQnI99F3RYKjjWO0vqZ4/d05wTC3ZnyTYieaHsoFSzNI+D3q0E6Fv2BFVIyaV
QXhy2mvHPCpzUVhD01+asOvdCECO0uY/ZBGda/18/z5uhMuMRiy8ZehC8dauORDzkixcBEZ/kZU2
/qQFUmeecynpHS9pg+TZTLriYxrYleNGGn7alysBbrRt6vy3FurpcZBLy015xp7DKh7fU/z+XqdC
ORPjiocmlZT3vYZE6/1fvXVAaHRSUkWcZxlPuDXFEHxYN1bhcGmZihkMpwd10v/UxrryqiY73V9s
465R6Vz0MYjJl3Le7WKVOWh5Uyzv1Nj03tTMlptl2e82VH9EfeuLClCm3u7FfVurQhHFOCpzJAYZ
/+2qSWd2VlfFw6UxjU8if5rrf/vslAbEIe3BQNTi/iY3DB2ftZTcXib+1kmhPSSVNLblcBG9eR5D
C2rRrwW8rFV6cLTiVPwOUJy7v+S6/bQ8sjQqXt47mrCU/W63aE9M/KRyNlys2Yb7Jp/shz4zkT2B
LPfU6nJ/goy2PIfxlPq5Yf9DnNkeFGqdbu5EJ2Oy9+bAN8xqeQRxc8s/b9DzCtoXYZKL4YL0U/IO
ftT2NFGZPqk4hgcpm/cmeLbWg9AVUAf3jzdxsYFXoI65GxWp45m/KPrsl6DkXW7ez1Ar/yEWbf/+
zoBuJJqhJLcAz1YGlbdOayKHOF66MPleU8Jx5v8qY/oSmvUOTPqFiGr1yFN7A5NKE4qMf03AmPAI
JbITd5fJVKfP8Gl+6UTyXa77ypeTeX4XqpnjR41mfWZOpfSyQTTPiHqlB0uOY+SjYyPJ3akq/pid
OdXMLDjVJ8HGjgEVXDdKAtVNynQ8wZ6iHgeqDjs3ft2vwTJ542jSLZMFZCHr+EGUkmU3Ih0uiW4l
MA5IXfZA6mB/CkPtmPZ9cg7ztvmQxXZ4jiwImhUV1PlgFmS6cW4dq0gbobs0Nb+la3Jq6sQ5do7R
nsu+mNBPU1q06czAlTP7Y5Qnkh85HXkOk2xejhfy0yp7jPse9Gnf7vFgbHwdNMjptdhEX+At1hje
kXkup8nb4VKnaLoBLIo/Jb0IP8f03A7D0De5GwntC6PFk9fO2nAsrGk8qFOT+H03zIduAh46ir59
hEI7eLRxUF5Dg+vkGKF5KiYjcAs5RpBOq+VD0pX6jiG/ffn5/Qtx90Kygc9aQuhXt6aR1bQLDGO4
BHMVML4qVbA0ISl63zu9vZusQgDJo49bhAX/dhWbmXI5LfAFeiu1fpEq81OolsMxs+Tet8ZO3dnV
W39POR6Ay1IjJJxZzwcpptDEPEfjxcx71Utta3iCwGp29UjrD1ZaRn7b2iUyB8YeDePWyrBNUUUB
Rg6+bBXXpT0cyUGFFxJjFZxiNfySzFC2Dr0BA7SsTk9tq50qMe7Vs98+OTRctGVAmNqNysD37Qmb
eWdK9tDMl749EYH5MASNHwxTPCrSaao8sceCthQNbr3Ssh78JC+FSMNe/vyV3Vg0laYiiefLUA0n
NY5dTUGyL/xQK7o3F3v0Hpu7owOCjBIhCq/c7WpTtxy40c0X2B06v3FqcByOpHHTDcdVJusqAaD0
p3qpOpnmvGNNG9ZLIZ1BpCW7poy42utIbQYwImc7qMdpfEiiS9/8sP+nRciyGPWGYGoN42srLSuL
CcbMRml/CCX34+zHYP6JUDe7fxc3vhy7caAggyAfXMMqUGBwzVIGWcwXxn2i5llOrkb3RU4nD4aw
+yttJDkLzpPNcPoLPle9/WzRGEimnDnTJWzIXTTwxoc48pPUExQhdK/91raZ26gAIw1/Z+nlnq3s
c5H9BhKO1SxzgrdLB0HZt2o4zxc6rb1Hma4dPN4g+4i1GO+cMapdyYgpzhlR7k8WBElR3cc7qce6
S7k8ffAjUQozOQNi65Xfy/SuGYXFryhUX/sWfKby4Zuu6tuuB0L5/pa3vuvrtVaRdSi6yK511uri
2dczd6aqozwaWeTxxux82Q0vR5pMmYjaJvdhTfE4K6M6jqUuX6i7PNEAsAfiOoP/apD+tf+oVbMT
Ub+t5FBXwbctEG+OdA2uovY+lmk9KZfYyB4ksobPCE/HblVIe2DNt8fISkjMINIKXINPd2s4ZhVV
QgyBchFQ2aof7Pp3bz7KLd2sKdw5xa1N4aypGRLV0cpZRaxqozWWk8XqBZ3D9l3R2BHiN5J27KpW
+n7fON4+86jN/N9TSJvhjS5zWyuNFRqTdkn6ojrQ7em8cbb3NvTWUYIzo7ZOwLdc+vVUyGgVRS4P
snrpev2TivaG3DhujOZ9k+0pnCyf4fZ+sxQuhTktsizgwLeficzCNKfYUi+wqL3XZF+RnxBZOYaT
fIJo4dRQtWHafack9faDLZBFUjuKiqBq7dUzBO/TkDptr0FhH0BpSjNDQp6ihwdzxzI2sjlWWthw
eQgIhdfQmqKZwyzJ2V5ltsrF6NsffcswX1eY1TEvw/eKjqprLUHe1FsoJ6VKPbu4n8id5/q5jtu/
JEjDkdHEAH5Dj5PIhkrg7XFT6usHLZC1S5UWbpP/0YKv9w10o4D90iZZYmiO+I2Mim2EjT0LRUOd
UU4SV+k0AatJAGu4PuG/ZKE2X+M6HgqfPIO8RjOaDCQxCLrWE7HUjYeha0fJi1SjjLxMjuB9cro2
37lIG906qG3JZxbdKsZ11nMSTj1GVTKa2sWqhO5maWadurTp35WhU/sTgxyeMWP1mhYg+Fnbvzqp
m3bMcOOaQTKGCdJeWlo6Kxc1GKnVDU2nXxL7p9YtdFrnwsmPeaDueN2NSwYfEpqmXGrIA9blrClA
HivphA4P/wS0pUdBNbMk022qrDwZcpUcqnrMjlLWRqd+1HbZvd96LbIFyrLw0Cxx15plK5SqpFH6
Ub8wsPROL2M3kZP3UyvOoxy/C1MIDLQHPf4ZKzF9BBi4DQVN3vc9em/3jXPj3gM7IywjnGHUZw1O
sQJj7Kg86BfcNRMiSu4i6vKOQfLP99fZ+rCLDtmSPCx4zVW85Mhp2yRqZVwcCLAdMZ8mRECGPoSj
fmelzR29WmnlPtW4scvQLo1L2jSA6b7Fefwo5J/3t/P2KSWfZOCaDgw9GCLbW6fRVBVN5HY0LjCU
o7Y6jIOHUugXiHbgFOiYcJuUrvkfPhUULsCeDcDBb5CuehEI3hHbuIwD5d1hsoB+2Jl+rNp6Txdp
42vRe6HTSGLLEOa65ZZFmin4l34Jq+q96YCni+Qno/ldw619/yDfhlv6EiNAEEJ5fhkYvj3IqYoj
p0Q594Lo0qNkPVZa7EcyrPLKL635U6jH+8ttFDVYj6ITHJD0SVn6dj0gd33VtZNxyY1Z7vyeyEHF
5JXppHTz2HhjHTnvQsh4/7HzAiLzlqbkyZIKRvcnvYYRaFAm41orTiy7vYmKq5cZ2iLoxDggLFxG
G/3W1TwCh29lQ+lK4Sw/TZZVma6WWPGv+7vZyELYDRE4WyIGp/i82k2gmGiAq8YFxSW1jl0rmNxM
Sk8VQ9C27CUKIirycwdIfhpGl53vfL2NLGDx1dQLWZ3/sS4W6hrR11LYuVhh4ull8HHImHET37Qo
ubbfLPkx7wa3bY9ZpO5h+LaeKyqifEdiZjz4uvk/1imAO5ihLur4M54ND9zgj1S8h5iXViFT51ri
mepYMX5+un/sG28HWRUFYADnxNNrNFieLrMHRm1egh6oTTCG/SHKW+lc9A4CEapcHuzGVpBdqUb4
0+l2He6vv+HhTEqmhIYL4Bpoy+1Xr2ExJr7qiUVhNPbDscx8AwCxV8ea2Mm8XvayCkZ5G6CDhGKC
YbJ1gSCIZkObIqK1ZE4O0Nb6ifO9joPnFMhmoHlTJJjXRBYv7I9m8znUF5rx81ScK+NahX+y6eRE
satAOy4oosCeSjHlaLVwVGgP9w9lyxyWKgZ1SmDUMDYtLvtV2SawqB5pZqZddOV7UMd+LZzfdCJ9
W31aag5d1R+bUTuLdI8QdAOLtXQYXwaOkQTgqFYrz6VkJwRORLThWdXCUxCc+Wr/2NXoBRmwsCe5
zs56apwsrfWD7hzF7TkoxmNjROcsMj/eP4m3b9Pyc4g0edX5US/h6KuDiJlOzaNsMplVOAy2L12v
6vSt3JNC2FyFu0T9g2bX2+qqlc5GBB3sBWXm0qtmSPjTpNEPJK/kKqB+qYTYf/20L4zJgDAXyTl8
+CpJmbTEroIghrFTzMMpEEHlJ6qau3k/Jef7h/j2ji+8VcTqMrRppLCrKKKRK9NsWt0kinC8KtPg
phHekJfXedSOdtiR95lEF+37+8u+fXhZVmMgYIl+ueGrq11FRgSSzTQvUvF5at5H479ZSL1179Xd
3N2rZVbvhioV2SSHtnnRkvJInf+PAl5FK7rnZGBs5P9xdp67cWtJu74iAszhL8kOSpRsybbsP4SD
zJwzr/481IeDrWY3mvDsGcwYGIyr1+IKtareQCaKWKE7CBusra3BrXYoGzfPOlKAB+7V5DgaD8at
udUSv7AsmUDU7MlZoTmsW0p92NWVoSPqWtVL4SbUg7twLKubNM0z1xTKdmeWaGde/2rnB/Ly1f4L
uvpqbTjrRpggU9nDRnRpE1GO74vXoPLb3fVIF045QkHd4N1MDfCsXJy3/qQNCesyt35GWI8Y1pGT
yZFT8ZjLd0l924fHsNxaLxcH+CGqfHrCVWWvAWInKoc5oGFy3d4OtlAxyzF5etUsQ1v4ynw5zvDV
LJaSLoRBpul0NlxpPm5aVl0exH9//2rR66UKYqnn7+eJZ6ftSyB91f0tWZ+tIKs1Lqd1kwvdsrNG
ya0N3fZj7b5U//kpwFSBx6NHKwGBX1fyAivWEaSzOHytINg1VA+dLsv/UP3r99cX3MWPQrZBgsmy
48l6+uWDvhwrWQiNh1gDWKlLceWUgDX+hyhoKy7dRooPkPBPo5iVWCeLktDDkEvFjTlINIBN8rfr
Yzl/ayBlS8OezH+BMSqrBZboM0BjvzUfcjFDOz2rRCe1UhN3L6u5RWpntoei+pUid7ORJl8KDGSU
LupyIVvrqgbOJNMkiKP54A8z3mV6pu/hFGYYCkfzboyN9Ci1cnPQkrzYXR/y2iuO6tbCLkOKjJSA
1GgtWqQoAwh0YTAftPJlFr/iIrzPouE4Z2gyRj9GELmJdFQ1Yddrt/1S16FBCt3djtXJtpriCMHo
1kQQKxKjW6NZQI2bfebl1l7tezxs3lM2aqso451+/CBL49KIBPZ9m8ZvSLiUL50g+iRufvWoCmrh
mJWSuJRR1EOpzxRDMQpBjDN0kCwUXDNUun0lDdojfVDRqWPV/BJbgw4WVK/cThJ+jdmcfI5EYdhY
tRduUTgh6Gfy+OEZtDb9LrtSNdOJU9GYJSeeNFfM3aL/Foo3c/G7rZ4k7fv1r3lhM5KRkALRrIOc
scYBT9FklZOfoyilCd1OSo0ffguo7nqQC6AG3uJs9cVrmn2ylhQ2qr5ALdbXH9KpeiisXWbcUchv
8TGxk9kOrHA/T790/y2PQzsLHwOIRn57F+ieQttNyod9ZA53Dc+h2k6GXW2+dOaxku+LBnLoLglp
qPZ6vZE3vRthrRYRkwKKBOghrMC1yLmg0trwORUfxFkqWNtp7T9Lem29RK3eZs6YKOJB7ow+w4BN
ZYOrcmgFYIPz6W+nRjAvK/p88x65sghYQ1gV3/3aigLbkH0RqW8jzUE5D8hBhUYit66cIZkUaln7
e5y1GZOzIYkUV0pm9XcMgCN0ZSXKRachD2/QIvV7CHtF26U7QUMZ1S3DuMvAmcaLtU8+WT+0qjFM
WxOy6mHxo04A9PqoCMiphnZHW8pzSkN4am7JGf3PWCFKr2qY+JQgGpn6RaElUsdZ5guG3aVSEjvI
olqH1BzUb8Gs1INtjVr9pQ0zMbbrvsm/pfjCtHbQFAGPFs3qEMIMysQFuwmgw5eFwBGsiMuxyaam
c6cBPbxbvTd4X9Y1Rdqd1hV6dEDRSS9vmrbpfoi9IMk7AUUb9aBrU/WjoBb+XQ/6LN8zRX7gGF0+
D0esZA3FTmdZK3foqebPYkeraOO8fefMflwNEHapytEGBqVPO2ONUqOLpggCBwu2oPHc2noS1Knt
N6CVHVmOpdFOOiqpChJKoy0ItGjV0EqfDAF3YjucremuqOD7irMp75UeyJst9dLwx6rT4GuWFc1G
L3Wds0LcwAQGhQVu9IUjuEpMosaw2rkRKOxFYnkoJDRYpXKMXavo/btokNudH4r/mij/X1CAsRSP
cIA2Vg8csZYisegj/WFKjt1Xs1DdudhJzb6N/rVcsURC0pjLnasIHtBqeLUYwqhTSt40lmL7of7V
qrob6kL/+LqgG87RyLsJ7uzCp17lEFlUqqWYiZSDBDas5so+OmPDQVG2KCBnRa8lEkcM1wlvUZjA
q2w4zUt/7vtWe5jiP2PTPCpxdRj6+yjP7LbXHkdTOYj5pzaxfibDlkrl+s4hNpAzQKbLWmGkq9ha
Zc3C7JP5+dMiNxbv6bTaea7dGnFtS1A8JYT6uo3EaflCp9vpNOhqrSjgtZIUouCDEv4M0y8C1nfR
v76hloGx+plWtEP5wypGaulNAhhQf+iq2A7b2K3hlASYzGzcbutsgzjIPAEnpQxCDWEN3Oi60Jfk
WjIfpCI3D2ljQhQHPe5AS5P2ctfKbpDqgYP0RwMcxpxfG70p92ZvvSaG3N1N2SA9TD6ZUlojDTxp
rfIg6FgzCm0S36g96vq+lut7Xwq3VIzXZomwMNHBoiOMuh06C6y900QpmjFHVJvYf4jSwFaSObdD
IfvSB+Je9O9981Cpd1ZtOOKiUOIL98NU7/JyAmTXOWXmasKzMQS7OpDsGkxIbG79vrNqNOVfyoTo
MvLTwCzJq9/X1kkgUk/3HyTpLeQjxtVeaj4lO7UK3Fyc8cWhGKZwt0nNfVFvfdl1crREB+yHEdBS
uNHWEHy5xfBHaVL/IYPyZheRINqhr29kYBfHiOgmvYNlD545BQhSaJRICpNnDNVfxQBwEMtH/03w
HUV4iPzmRQuGvRZIe0SH8c3dQnuvn5cMEvsRBWsyKlOIka+eMGEh0/whlX0w1dwOxGwvQiRv4Kxc
3yVbYVZHtqL7YWD2k/AgR5Pdageh/CNhW3c9yFktYxnMwl3ABYHXLEnn6XpuUpwjEt8SHmozOchD
byO2qw/AD7TvdY8weNr4jlm2TjqlGzfuGZthCb04KfEQhBYA5/o0dBa3AgSUOPB8CV0+wxVU40h0
TX/ypRbp5NqeFe1XqvTPQtc+4cD6e0DfuFVJ0cZbOdcpYD9FqWNOn6/PyVny/f7DgHVRwGdy6BGf
/rCQEnmiV1ng9c0O+RHcOxwFEaCq2KfajQHXHZpQkH/OMBnHJ6BF/1EuPi8mQriwuVJ2lEDldvGX
uNhZ1ueu3stxvivHYxz31KFrJypvzUbdMLM7v5N4LvDI5FZkLs8UTICjxYovl/xmYT+B5yYSra8u
QtIxNhxTZOpKEyIVROnrs3V+Ly2BF7kc0gra1+vJCmNVg8EdeFYke4Mx2BNiEpgy7pIsvPnXUO99
XkTYZEr8AG9Pv0sqGYGUYjXsVb5puq0R7xtVmndB/gOix/6fYzEiIL4QLpdK8KpHmVK5kDJ1TrHG
ApZAf+8Y5P4tvb6Fe7mx4M6/HSoqH2KtSuqGnJYVpCaszqd0YbD7g1tMk2shRbDPQ/M1FtR5H4pJ
dBOIcXP8HwZqkayBJ6Y9s058K5/lROUi9YT4Xgz2enGf1pFrdVtdrAsZG4jepVgmQdoA1bc6z6hm
15mVxZnH28zpAnR86y+l+pfCw26m05v29hAeqlxwtcLYSEvPryUNz4h3uszypl7rfCvmmPpWizku
v6x9RtRXusu0RPl0fSbXFSYePKjo8+aBKYNo8JoFVCG1YRojDrJa70e3Ix06B3htCaBolCMGJypf
MuqIONnXtb+xXC/FXvSS2X/4/9CRXG0N1LHyUcDw1EcscMD+S60SJxTQqUGyKpGVT6VSvv77cAET
U9Zi7SwGUqchK6mTBatTMK3FXTmaWbPKwYhfmed90rRQkb9ej3f+QgOzQscVAg/7H5H903imPBW5
MmqZl/cQ3yl7DGEguGUxDvlTPRaxfLASc66PoI0S88/12JcW0CJ3hZUsq5cK4mnsdirSqmlmXGsz
eITz1NI9VdTc/fcoCwgVihEHApSJ0ygy3mZgkkSMxts842wTpUerlKaNcuSF9AnsCsBauIqAzrkr
TsME2SBmSetnHp1F29BCpx2gTvVHEQ5BGI57QQt2rW6Hmfks+N1Dam5lNheSaLg/gHtJUhfd4fVq
FQ1aDJY2Ye8KTcMW9bjdV0bmiUb2U9Y6f4/oUmgnhcFxNLa+k6vzT6Nqj3EtTnsfC4lD3qYviINl
TsJjzF4wik7Qyt3OUDJ1H9F6/febB3QMJXge6qC91xzGasbjPkFix2stYY8w1OPIDd/UT/WmIvOl
uwCBe7YxlDagmas1UIlWYlXqMjX1Xpdum0Owi4bbGFbfDm/a6+ttOXFPn5QaDAtz4QejLwOO4XQh
wKWSO1HsM0/u/OQrzsG+i8vo+DSklsrK0+SNlXdpB/NaZg8jHSSjrngaz+gUK9czdpGYvllWYoP9
ybjMh9s82HIqfncAPRsb8F2ea7xlz/QSdJQvQasLzCN2fZ+SHgEbOZDEoxZY2X0IX9/tW+hsYibU
OysTOKVR0XXBm8WHWK+LvaJk1j2ZfuwAOFYcY4h6Nw1q4VMWBJDtpcY8TlZruE0TaneBViUH2reP
QVUKOzXOy8MQK8GtqAzA8duqf1PNcOJ5WqQOfpsVMqtKfTPJDQ/dwjD3VPV8qJNJu3G3X7oVKMHB
buc8IZVdfeA+Bc9KSRFvRmF+I/l/CUXflqRkzx5y1CZwJhFM7/+wqGj9LjwaFDvX9fFMMH25Huvc
QyngrpYmjH7u1TB/MNrv1wOdryZOMM5j3pqQU1m/p6spadtIwBoIi22SJizhMyl1Ww6PZDYes35+
uR7tfF9yqSP1CkeIkg+qP6fR/Jk3paWXuafov3vjuDCEstquh79qkN6BVf+MW/r1iO8Y89MlTEj0
wwA/gJHFxuY0ZDC20SBKmKFoIe5nQJantrATIbL+tIghzXYBvZaHmmLVhUPNAQ7BgBPboxKOxTcx
KbQvMuJEk2305dzZRqErnV2KiXIzt7n8vej88tkKtepnAIqkd8UsC6BBaqX2o8HRc68C4NwY0KUP
BjUA1M07XmV9vfVBXoGLG3JPaOFwlaJNPRyc2vSSmIOjdfGWKumlT8Yrjl4fU8g/q+NmDIMm4elV
AKbQbya42Q9BPu1T/GVDXzxaSgLNc8tr9nzHcWiCC0WKDc8I9tzpN5t6HS/xKcg9Hcmw0trn+o/K
LG6BJTRhuLN4TF9fJBeyagIurHO4Kwt4c5VVm5kcGSC0sWQXhZZeBPoArxkA/dtgKP0v8F3M3smU
xHwOQZvr5Ggp5dCxL5CHC7URzPP133Nx/Ih5sEGgfkEvOB3/PKcWdf4q50pJEkeN6RKGeY+hYp/k
tBCt4lOgou6FHa61EXk5y9a7hZosrxUsHZc8+DRyR5dEFBM2qDmqbq8LTpIclFD852c200yiTyOK
qeNeOY3iSyMOgf6Ue4N0RE3BTuPPPa2eoZgdQxzghSQ7yhobgPzz7HMJinIGckdAodYFJ9lK+lSc
Zs6eAZ0S9ZHX8UbmeWnykCpc+I8w26ltng6rygPLD6zFPh6RiILcL3lIN1v/l/a/sqC1ARgADVw/
qUPDlxRyttwL8EBO4FhUwufRf/ZBIgXz5+vr8Dy1WRQS0CxaSBQ84Vc5bhuMlTKNClOmpLu5V0lw
O0fJ553cN1uKgcs3X6888GCocPF8XPbhavKiqW7DxZA+EYo7P3gWyy+iaqsBPi6kNj8n80djbam6
XVoSoNNYhHAAsdVYxYR23ICGxCCcTqa/bwxtdmPEQfbXZ/FCdZDCIGKIbClkD8jZT4c29dALFbkp
PCkscVeha/wU5pXjTy/5ETN4tzQ1O9nKIC4tRnidbGHIJ1y3qyOtV9rEmGX406pxV2YvqXZbi1vV
iEvn1McYq7uBOk7ehz0G8k08IVx7M5eQ4dEURz5OgdC4sRovrfyP0ZZf8wENikxubSh1gK2Zlu66
RHZyo7SV8mvctEdN2bJaubQ2gNcAFkIlnrthtZnFoYtjoed9p2mAReKWPA959q0O3IUdBj8O8WCL
JAU43WpM6ShV7ZwnpRfoeb5rZkOpgL538mEas+iYI0+1MYkXhsWYeB1DMIS7sqbkzVaclnnalR6W
JOE+oO9to/bzj3bR9HfoRwEfXt4NJiiG1cYaTTOKJxM/FXWU/ce+Q6rJLAXD3dhYF1bEwqWHxI8y
DpFWYQRA7QlOBYurClXZ4aUcw/tEfFHrgQdu+ZTSeW6V6Wb5bzS4dgrqJiH2NThQ2EXW7ynlu36o
bpTJ3oFkJycZVUaqOdT7+FFQ4VfflHdnrzWM2euNbvyeTkkUO2UM09kdJrU4tpUSiU5HWyB2lSgR
3D7W9IOqQKFzpS6rNBsreONnAjbiZzv5OIMEVSvbrMK6caZ4Uj8hJ1bDUaitcOdjN2Ts1DYcRqeq
YTGTfFYtBAlEg/8InawGewEyue7Q+Bze4s4cx32q+0P3ucj1djjWZZ0odoV+UWMbgyVHu8Dol8pl
7if8MZh08BQlorsbX2458s7miBIb5W4W/ZlZl5xY5WCVoU4WWyk3elbe+GJG1bsZxJscVKNjzK0x
2VEYNrLd1GiQ9Ja4GAsO0b2JqcCGfst5AsitvbCRgNwArKNscnq24N7EWxTUjcdnau0iVW6KrHUV
6yClCvK1wS3i1fsZsleQxJ/mwd9IiM4O6/fwFLt4XoKIXQsdR3kqmZ2R6t7QBPu80iXeKZET+kW0
kemendhLIKoGi58nnbe1rkBVxV3cz6XuFWYOGAbNmbTmBZHZdQvpvr0f/I09uhHQWG1Rq7IUYF6F
7sH0sDv0PC00gZvSlTTVNpI3wfq6sbKWnGS1srjQQWADOeeyXbedItMI20Fk9wEM73ecVMWdEql/
5w5eB2QCzBujYlZfmgrGQp8rxb4cBv0gLM4/13/JpW8KapuPyllInNWSwm5b7fHNAkxWS25nHVRp
R7Fu43teDgL0hY9KUrtOLUjQMh1RSd1rATY2dDjpiXPub2zXrSirV0FmUbIJ/JwozW1LUdPID6q2
kQCeLxSWPoVwGoXUO/jj6Q5E4BVth0JVPB/KKFxAWTr6yQ3aZo6SfpUic2NdvndkTtcJOw16CV2U
ZTesCx+hiGNPrcWqRwqVOeCAZ5SpJ03cZdEnOXma1O+i/FWkRC2qudNSt6r7aY+T9UOgQh9Kt27M
S8P/8HPWT6JWD0YlaPg5inKv+sh86vet9bWV92N8N+QbPZbzjBSYEkkHMILF7oLZPp1s1n4SG5pg
YAEu6vdjkht2UAKH9Mnm9qBNa0/OAu4CrpRPvVZOToXr+f76/jjLRPgNeDChcUIXEEG7VWFGVsIE
ZKhheCn3I50uN8le/z0CHQDuYLBoSIAtc/4hYTQXKStrbkyvFAXVSdjsrpiWW+4wF74cJQrgpdRj
0GhaH6lN0XQFZrccqd2wF5Q3AMD3QvSg3mB86fJM/+djhYoIHRSAG0DdlLWmTx9h3NoLCdNmirea
TAk9x69VLfQtR9rzTU+Xj4cL/wlyFgzt6exhxFxKMqYGOAb3d3nTRvTno0+Sb23sxLMUGOz/xzjr
jS83NCpE4iTDbJsooSTRV8DIu3LLP/vCJb9EAnJC84E/vbd0PqyHiCVu9osQUc6hsDe7RrHFIEjt
Diyy66e+cNO3s39ElBhlM38U9l2Xaxw/ubm7vjDPdBR4TqvY6PG+0JQlCV/diiJCk4IR+BjeToI9
YLuWZV9DeZdn6osP3bQ6GLNbleNjrOXP5Ti+0B9cAK9pUm38krPq3sIM47JcUg8OwTUpQg8qELGN
bHm8UegnS3lzU6XGcJyUPNmRePeQT31pX7WBceNPsnRzfSIuhYcIjvIvX0ShzHC6xkK9KmMrJ7ww
WEiqBo1bGqSBeWzgJW/dzIiN6znetdrGsM8eDu+4Ko5ACpsLAm11/jV1IWoxqiVe97NKbBAo/t2o
2tlGxeni6JjT/x9ldW1GbP4oWKKIn0Snf+q+9LFDn+St2urTLFtxdZcBE/sv0HLUfljYCP20ajYT
SClsSoVf07frn+l8umgO8AymgAHEFmmf078/5mKG7qF1njo9+tGrRlEymt/M/MbXNh5P51OmUp9D
2gboG2JMa+CdPwkJCmL16M0WcrpCh4/K6Aj+N0qs1aBS+xQctLM30pvzE4igC3ILvztM4NeklmlQ
wkEL5NGTtM/gxcg+UPl/yvVpI1m7MI28hZdYeBah0bj87x8+U9OJ2GKFxuhVsC9R+7E7M4emDzRf
epaiaiOhej9ETleFSm2LQicFT/rT63Y78ll+Qqti8nqX0/S7WdmjyRnuVKrdqXaiO+jS2IfvX567
b/VBuE1/gMJvD9E+HO3ybXwrP5W3ubP18jtfqvwoFhKyKNT5zsoqZSB2jT/EkwdB6X4A0VEKGFPl
W1Lrl6aa2iV8HpVOydl7bjTjWqA1OXlNA3t9eApDsPu53aK9/e/SAct7/2Ow1Q3WmRAwMG6ZPGMO
WZ6OWNSuJQYPSpr9zdWfdXPfC+V9UR4jYWNFXZpNko5FQ2OB/61pxKIgqr2ftJMX6jeRIdzkia2D
QPrn3Q+W4r8gq90/5wUcYrGaPKq3B0ON7HSY7rr7INzNwtZ3u7AVQV/zb+phC+97lbKN8BotI6ln
T4kBvUbflUZ2RPGXoWwkHRcyYHQzyALwHAGtBUzkdC/WBvsu17vZE2roEcbBfBVb+GxuQY6PvPgu
TzfytnPACILaHyOu7rpkkBM0QohodPPeVIvP3dOMGJtDPQrv5LG4H83ymI+23G9Efn8Erg6CRV0f
rD/Su+ePRLg4XSTKw+y9vj5E9v7h011h/3iM7EfLzuzKjuyH0SXFt0OncoLdTbJLlj/Y4f7Xr8pu
bMmGK7V7+vzt/qV4dUy733337S+hPdmyXR94QB/CHXVtO3Jl+9OR7eYa7vPO/ny4v7/9++kutP/+
+Xt9Rb7zG6+NaHWz1pY5Gs3AiDS7sB/3d3f9Xt5NOwDEjrXHHuUOmMujtfPvddf60dyjtqk50WP7
yTkO9i3Qd/uo2BuX/eXv+2GWV5dwnNSjrgfLb3r082xXl4eMUtae2r6e/Kw/Actr5s9bKcbyl64m
AmcjdSG1oiNwlr+hOj9MlYRFXBxTE4+EXVImG1fy+55bx0CNAh4zsDxoIquBQTMVE18rRE+yC+cX
pkL8C18/J7W/ffkZ2qLtqZ83vu+FYwBm4H8hl3Pvw02ZRWo/DxYhVeW77iTH1BWc1s6cl9dlwf5A
h8Nu9tmrwhR7zl/TU27A69n6rkO2Udyjz6EXNneLvP8+bGmqXshQTn7a6rCXpjiJDImfJqbKThNK
nn24vkd125CnRLtmijylQTdFFTeO4YtzAiwZpycF2scaPSXR9ZcmpRY9o++e+uKYZzeN+StRu+/X
J/98gO8mjnBBl+MRH4DTuQd2WU91HEgeqr9Ne2+VvZ2VOH67k9w7uaTsjObP9YgXDmO4zIqCJQxn
JPSq1XbOZjVtpUSXPNTZ1Dmz40Zy5PjvkKLhld/p3W3SDzfITD9txF2GcrqyFw41HB2q0ItE5mpl
K1pn8m7WJC+/F8zjrEoU5LFfmX6jrg8Dts2fKz3fScbuetzz5GQJS/4DYIzm3Lo1F6cdZ3VnSl7c
8PJI7hLhR4vHcvQYCRsVkPPaxGmkVcbZl3IrxaPBt2xju/spBi+y+DWvEje89VHmvD6sy58RLBzZ
EKglGGynK0fsjRYdc8bVTLv50SJTQDPG17AajSVUQH2ksP4EXLPXw14aI/NFg5rWscqz+jRqZKG9
pqm57JkGnE5rH7ZPBta5vtNFPwVxY0IvjZElSu99cQRBI2d1MtVilMyxWcheBgNzGNyosVVIlZW5
y7hJqwehT+wUG63rYzzf+wvff1EtojCqcIWfjrFsQ32a41T2KvEBnGmXNLt8egm6YSOfvDCXxFmG
R0ZE13h1uFV+qkSVXsveWDaOWfwM8SSMoxL0HQe+pd1iu3J9YGeWZlRATiKuvl6aj/2sGQ1fr0js
JMX6o7Dz/hVgjaA41VgdesFVGwt/UMOm0mcLoQVXxC34Yzv+brTqzrcObWYPFb5NLLMmMg55oB9S
2XA0BZJLuL/+iy+uAFCeHBeLsCSr7vRbFHEmd3pXyV4p7GOf6kFcu/keQLpUoWxa2b4BzX9Ly/dC
7QoVGFJVaiQclUCjTqOGk1SCaulZd6H2B58yZ7Sinai4JW9k8Q+PVzwEarszkKjPrOP1IS9/9+qY
5EpgtdMeg+Cw5qNKWj3MXd3JJOWmhoRQU+xnP002JvbCvYPlGwkqGmjo3Vire2eoq9nMQp+VEOfP
/jh71aw4RdS5gp4jjSDyORWq4c3GYXxpZhcFakpyQCD5nKvvqYf1UAtUyr2i/4006UCEScDr3lbI
ik07ym3lrRFk9/qcXgy76E29bzMQQ/Lqg/aVXDa1QP8BjvZU7xthckc9s83xRpdey6T8ogt7ObpH
bnIjU730OT9GXt22BRSKxEgCzSvGqob/P5C5tLiQXR/gpc/JNYBSCC5veOOuplVJIyWP/VDzYp8O
fAJxv/07VTcC5ghB3++GT1VsHK6HvLQ1gbss6oEWORqontM5FWeNLjFb1gsaW9y107OM7mwVH4bi
i5ga+2FObGkjhzifTB6PJHNLOX7Rm11N5oQKgoCXy+ylcqzsui7SbxrBqG+uj+xSFLAopEaL2OPZ
DpxCdVaKsJw9eSa/nyKs4RCN/1eDKfIRrlFKJjQX4HesM7/ax/4hqarZ04U525sRYl3mqEQbp8n5
XXYaZbXwi8zSAbvwTurxC7838EfbYflKdi+bwo3lq8PG3F2Ix71JyQmUCFzJNWB2tGY59ZNE8vxY
0X8UmjXtpd4kPdD8sLZBFcUbW3tJAU6PS/LYd2XT/8toVwfZYgFa8ywj6QImA8nCb0MIl+g4CkXV
9hvbbNlGp8FQ7DexnIZSzTZbt4PCfAQpinelV2eibUy82kfe5fFnLXibzTsl3thi55N5Gm61q8dK
GDILbDgQx9jR0slhwzmN9qX+d0DGaaDlePnwApTpPKltIBrA14rfaZneh1E8251sy0ZoC8adIGiL
dHT3qPrfB0zYru+3Jes4m9WlH4KUBU+ttZCPYZa6lZDnehn8+T9TcKN/L9O3BNHI63HO9zWVtYX8
Bf0aLtZ6baZNFFYCXq7eXAe/MvgxXHR+tnHDna9HgkD1BAvB650K9OlUSjiKjmaRmZ6VZpEDsJcx
0WuGGtQO/8t4PoRaZXN6lpt6iRAV7WMztw21zHfRiBb1/zBrH6KsFuEQzHFfTAzI9LN9287Y3m7J
xF1aAB/nbLX8kPlv8j7gw2SGmwtl7mQgATrjxdRTdJniL9cHdGlXfYi2bgcuckCF7jNtkpY2e6vz
OzeY2+fJCu6Tepo31sOFxgALgp41OhWUBc/kZtW5qaNeqUxvmnJXRh/Rb5uHxpJ2Ymy6c39rtd0B
D9QbVe4c8TaZUjvqpINUdD+s2H8tPye98WYlvq3MB0Xi8UOrMEykx0zR7cl3DSTPWAWHCTJOodp9
0pOSfr4+YeefZ1nHMuUoEgtuxNUdMtcRevOg6dCwHGews9ztstuOrurf5Kq5dcZeKO2ZBnciPUry
Uh7sq2WtjmlpaZA+SL6/xdYRBnpWYM8l2GGNOG7UTY4/tn8V4SnMZLvLhH8WhIBVvIgDk9SQatDQ
Od3BjbBAzoVS8XrUZl165IqtxuIWNuxC+gTjwiQWucOinr/KZYJKEODoRbpXKaWdN5ge73jzGV/x
oa1fhsc8rDeO2fN1Tx8MNTkTFRPk1N/pZx8OeauA8RX4NRCpHmsIway+lRlFJzH5LlRWv5H2nksp
AcvnaYHqBJ13ZnF1bKhdgqBWpIM5TORdlc909uX8APCL960l/wI8GWN5biKy1Kc3mc++aNvkoNEL
86MbRS4VhFLS+laV+ul2qrVf15f0BUASrAHMcMi8QM+ST55+ZLOTINX5oeEFpnQ3CPp93frPKCjY
hfVV5hmEJ7urN93Rb9I9OsWZeq8pt41k7qT+Ud5Cj7/nrac34PJrFqIwCPgFJXT6awZhHCzfB2Yi
fx1JLEykEL5biKc7UE217lf0Wxoc68nojtdn4WxjI50ILIv55nZFImZ17nZ6IjdoiVne3Oe7KXzF
2t4RiidjfkH++nqo8+V+Gmt96lbAOGnHEEtBXO+r/7d+HAu3cUP5UJn2FsVoWVwn87kEg7ZFux/k
CaiP0/mERKFmedwSTNF3TfGMC4YtYLqe0lspXrcK6GcbaxVtdeUrUh+UnN6Wl+t/26mxYXiiiPB9
cQG+PolnuQWBMDiF0rvw9lm3p8OSan0SUiv0vVSf7IprWA5/WN2WCtql4SxVLyIwc4Q5jaIPQYz3
ROR7huwmlgsUPwvvzHIjebm4IEDHgqp618BeQ/5rhjekBmFm0Aaf5mNb20HmxLS0+tQJnv995qjo
AbACIQ6qYrXSxbhT41KIfZ4lNfI6rpT/UrKNM2WZ/dWig6TOeMBYL5Su1XtYhv+hi2UgeJqeNe6g
FYKtDHJ2c30k7xoFZ2EWcIiMWBI4ntXnaeNUTbowFTz/S/0kvagSTS+ne5sDe5r2t/pnrd9BCEbX
fiPu8vNXcUH4UvV7RzMjMLJaFoZWC7kiCp5Y38d0+CdNs5vkB/bXfZvbqu/KJQA8aWPJnx9RvCFN
Dmoe2BAp1urs+NoJkVYqwSMsd7uf/1htY/fdL0N6xapsI9b5qUH/hZovBwaTy1o5HWEV93Ei5HP4
OORvYyS9mN2DmHQuaDzkHFV32PJGfgd+nk4psaiG8f8GCA8D8DRgV4dNPWPa9ahyPmXNz85JxEc8
1yBhIawy37fa7wFRyq77DFsKU1rYI0J7h9bYIVraRK/YLhklMuYWG6ami7Il0HNh8oE9UuBZsjHe
u6ulNk+z7lvRED2a/n1SBhTItL3QvJX+K4alG+fBmeIsGRcVXtYVzH62z5r+1mu0mH1sPB7z/jnO
v/vDl3m6nxCM9vVmN0is6D+VYEe8PyCk57/z+lFGjlP91pcKUlOzaCuY0LQLvyLYQmSf72yyQdb9
IsXLjaGuFobYwriaMiV+lCLg0k1O5TwdfWtjh515JjADLHFsbuh0ADFf17rnyafQiwjKoyazmdvW
TcXkZnlFlojzBcJTW1Q3XSm6xjd/LGwqKXIIAgWcbRbQuku/wYd2BN4XU7mb4n37DuYe0VPS3Cza
2pfLgblauiDHF+sOlBHQnFrlT6A2fSOcxOSxC50mf1aLel8tfg76r04ejn6G3dPGwXdhMYK/5SFK
44l+7JrbEOaylM6GmTzW1m1Yv0jdUxTcts09oPyNc+D8BULfZ/kHsCImtiQSp/sSNfEKkWc/fwyL
fg9s2o6Sya4Z6SBrdhnUjxQRWIa+m0xfJT9/qMb+nwfL3CJ+QAsK1DYsktNf0EWJUQ5+pXmCYDnR
BNiiQc6MroecHswNxMr5xCLbu/S74FEt74LVpwz0KallM+LeyrV2H2UCYJNRk+/9QoLJpTbqo9pt
GoRcDorqJhkASIoza+o0nLPITAQvKiXsQP4faee1GzkWbNkvIkBvXsm0cpmSSuVeCFVVF733/PpZ
1AXmKplEEjXT/dBAC8jgcXHiROzYW/U700ktT9qOMch/cagqp6ad6evtS+zawwOCI9cKtILjfHXC
pExvpVzuBTJAZjk6aR5ousPz3Szx8Fnl2tXgWlRPA7ESt+C9kjUV3oWtBZkpPU8kEUEBIyh0ubDk
pxJV6ka+wPX8zO5jGGAA/voPKaUBp005qG2cpBsBOl87TSJ4Y/XyQCgr77UaNrTb83EdUJoAMJFO
AK9IGXL+SOv8IE0NU4xPvthL21SQewebQALyZi1+WDBF0pT2WEAH5LznPV9pR4a79K3oVPWKsokm
bGlf0upW9MMaQeA1Vw9jgtUKoDV6ADjVafN9eulmAiDToAmTU45+ZE1PmVlUMMiWTnuvE6vgN+T+
jXP8gBNph01aGoc6TvZ5tTO0zC7Lfjckxa+KrmF55axdv/QmTRxiC1jvCH2vZlxS2tj36yQ5ia6F
GDZXvbRvh2Tj5vTB/JTKxjG0nYJyYb2vjfs4Ef55xWG9M6d2VBSg8C+zw453VWs5M5KTK96pqcqZ
izfJWmno6nDTYAJZKhw25qRy/hH6f5p/T204A4hfEdeod74qO031bEFL02gnKtC723v4+iExszYb
kqYKTeMNXnYazfZoFp0tuse837yF8J1CYKM9ycpapHgdhE82IYSaHkgsojGzSThWtVZfZqcKthrb
l9psG8rpM32m76U6VDsuq+A+bAMY5ptk2ChDFd5BAAEjs2hlm9wNhXc/Fdbq1kvzThYdFi7476At
md1bXqsM9dAO2YnKGbsoMGgSr1uDnofwp9/FxXZU1ykxZQ7TRSTAVPAcgUSVhBlB+sxoaYZ61VV6
dko7BJq0SpWPnkqveNElHqmsyjuYnsftJQjCRo8S9x4V+x+ZZBTHrqjNvyubYQpJr76GNMoE2oLS
df54Fc2uo+FRzk7aq3FQ7sOctJLd2v1fBS53OzhmtU3v5RqQ9rq+PE0Cg9dJ51Ga/MiGfdrxuQhR
vFGo2akfs0Mh6bb3XA75pmor20KKMdLvGgsxsw2CdbcHvLjk0/sIvhgRxa3ZfWIFA8Qmo5efxKZ+
q5oh3LoFLBiyNqr7MBUNiFHH9Ndtm1eunMHCvsgJJxFqXvXPagKYOWEcs1NAZpgmrBCJ0bwRnJIO
sO1tU1eR92SKAjMwPGI/HiGXnlwfh4pYS8pPhvtTkd906+32718FBLPfn51jSfA1PQ3V/CQbG/dr
WKNjYZeFk8Z7NsptU9M5mO1MuuOmBiBemZTbZisVo5YeurGRn6K/+TE/R5FtborGab746v+npWn9
Pm3GTkIfLLaU/KRZJ8M8Zu2mjpy+ehleBW0j1Sv+d2EHXoxrOpGfrAXyqHfxNC41ftWCraQ9++9e
8mU1AbGwVFPjHxESN/r030s7BUJykWYOLBWy9nDudn8LIibRe4WK1In6YnN7uRZ23oW5adifhmVa
wkAQiLkRRdnwS7MGZVjaDqD2gNFAW0AQplz+viWYZhqQ+j/FcmkL1Rd9uIvcv25xlApHRx+6hYvl
9oiuYw/SGjzneWGS3oMyfWYSpsa29iI2O63LY/4YIMkDr9IDyeY/7heoRDLzGMJAsNbwszSTqCfB
uEmqDz7MmVmZpCUNh2wQM733BW+rImZ3e2RrFqa/f1qryhchjDOxQEehsE0iD86xgST+bStLG/B/
iIBAbRC9zXwF0RKwFgUrcE1KX2L1qFT0CB7CYd80K2dq2stzX0EpXIewnfiJlNTlgPQwHqwoyIqT
p+98KOfjZzlJ7d5YATkvzdtnM7OVaWG9y6pqMsNGqNM7Xz7cnrIlA7Re0VkChxI61tOUflqYvtaH
nAdPcTLNypGSx3Q91p+mYjZVnCDQGCavSNBGM7cQI7aqkacqT0ZzhxQKvVb6sdtEhPiKsRODsyQf
2sHpt/3Bqt4CX93KdhjZnVM2G03aUVZJ1pquFhbv4ovmniMNi6TqDQocQn0QI3Hai3bq/23Ff64H
kCeDdoHhwy1BX+ds33tCRqAnGdWp34XmW9w95Gs1wwXnfmFhdpWESVMjY4IFpRscsf2rm/cB8awU
ekjXPN/eLNNvzVaS5lSe5ZQo4UacS071oh4XeZLXpwaBFYdco8+7IYwPcQiG4t9NsSnp4oRsiHLo
LKzo9JbI0a/q09hJjio/SiGJh2F/28jCPoCKYorEqfpziGebH7uDORp1fUogx44S2HCi6N3Ihrui
y1eiwOu0wpQxtSYZI7JV5FFnvinsKlwsKhQnhLrupWo/GGx+9VUxXg1aDxM13EXQgLuCeqgEfe/H
a1zO12OFX4DsPE2AgDrhuLw86CrU1IiJFNWJDwGP+18sf3GFTY9g/e05vd4jvJtB5n5QsrLlZ/sR
FY4gRPG5OkkCUhRpBiG3vBeytQzgtasHmceAyP5NSutzst8apQY5bcf6lKqh3UlfsvCoj86goA8x
pLR0Hm+PasEcGTDaRsHT88+8DtvXilJ3kVITUOtfhWYHSK+tHLH5UjpjIa6VYq/PNLx8/2vtqhLb
A/f1Q6k+FX+9Z0j9DX/31sbxWrQxLfnlcb40M9uSEgTUaIYM9UlPfw8hXbHGfVn8kBC7dDdBQKjh
qnYd/rk9kwv7UEFmg1wW/+FMTGP/dOF0WdVbQqLWJ3UPk9BL87AGHroO2xjVJwOzQw1jp9VEIQYg
DXN0R7L1jbLPNsHu9jgW9vmFmekzPo3DjeIyKVFFPgWI5Krt/ZSLcvOVw7SwESYMNi9lCFnoAp+N
RYqTPB8ytz7FOfQZkM10JEDdFHT/s2vkK959YWUmkRU0J8GgkP6ZGatb8rxm0DWnIUz/jPAthYDi
ylHaaN3am3gh0IUM7QNWC4Joyk5czl49iHqnenJz8o/eU35sf4t3aEzv67voof7rfm9X5nEhA3Vp
b+aVxMQV+lCUmlO9q49EHl/UY76lX+0Iv+0/74uLkU2z/GlfSJ0Y5rUiYkl9s7zi12hFP3vv3/Eo
ZI/AeZEjJ8FFrnZmptH0OCOMaU5d+OiGJ03xXkttKwh3evlX76Du8Sg5WtIhHBNI5bOX1DvcHudH
Z8/Me5C6nSiguT/RY5t9wSi6cGA3WXOyzBgiYLsTFdv37uVs52rncdyMceqUhj34kGCfa3JwufWw
hkudtuStb5g5E1nO3GHs24ZbgFRt/dAo8YNZV4eqLOiOGX+M4pq+zMKxh4lBJ5kGKoeLYOYzs0au
OtDazUkeDv7wX5r7dp7tVqZ2wTFfGJk9LtoU/nwz6ptT3N23BghLyek1yGDEF6Xfx96x1L8Fr7dt
Tqt1NZOAbtlTAMKugvRMDhM9gYeWbRs4CuqciPul31xtrbyyaAdyYXgkyUYC9b08HqNu+UmsK80p
CK33DglF0xd+JeG3QV1jkFr0MYhm/F9TMx/TjEbcgZpuTvmOsKDe1Kadl7ss2zWd7ccb2oPKetP/
WJM+WYj0OJq6MrXsAFRF0WU2xDaURjFniFaYPQTRY92k2wLCDko5G/A0226kHM43SK0L2Vr/JqbV
6fZiTiO7WsxPXzDbP0LVl3qAeOopbstzKNdvmr+2jovn4JOJ2To2oWl1KZCqE1oL20rybat9UPWV
cXwE4LcGMlvCpCkGGCGxohyCnxUM939++ZIdbGWI5gs7AYh03x5i0sdkUb9Tkq8O+X/Zr7R3dPon
0LikBtw74X+rOJS1CZ5dJ4rrB5nXsLUGOd200tbo1uZ3efdCm0mLG4BedBsud5EEP6CBKBzC7bKt
RrSY9/6mPP6W+13T2uF7dJRfbm+axZP5yeD0908XV6DAdhTo05ju4mO/E51OWXnTXVf9pkvrk4mZ
u266QEQT2ZquDPVLXDwGHpQvDoKDeX1H6v6oxfpdGjgqfVH0Sj1Fpvbg6Z6t9dVRzKnrq62tCoOt
IfxodiuZloWw8eLbZtFPXBDPdSbDL7Z5XZCeeNafpeiN/km7189DKa+8KBbdBGhfUi4GgBVJnO1t
v4qaShG89tTUL+IAMMYKHt1gQmjJj2P/kpK4H8kBJmK1LzXx0Pv5GunH0ooTPwBrpa+DoGX2JNTh
fht0eexOQlfairev5M5Wyt/qmjLLkq+YpFqRh6HhSJvjCNMKCqDIkjqiFNIspNZ/jcWwEnYtRQKI
OcL8AlPSxON3uXsVdFRK2Qj7UzEW21B8MORtX5/73t3k/XZNSHlpr9AWTNspjzRKajP/mliN4Mp6
0p+EqHU6P9xr9Ofi0Ys6vW9Dwy5giReHze3zufQW+Gx05nFLgTJ8nEQ9r7X//GhnGGCqvuvZkYfb
bUMfdY6Z1yWoRKRsQhMC/ZztzK6FUT/TsWRknlMGlZOa5aER6y+0z2/c6Jea/khruwiqU0DrK6rc
e136kQfvmdD+1ANzP0LippfptpdiJ1fcXYHAbvNaFwjriMlaZL+wicGIkwwAiWMYVy8JSfN9NH1Y
i0Q8NNlG/45EpNdvrSF2kvhXvU1+B/TA/wdnXe/+9gu7XUnsTJMxn6zP9md+Gg7svgJ0xl4I5WNh
CK9mn62F2tPmvbIB34iI+6RANc+gGmUgxVpR9KeRSwCF0p+m8qRr9WOSnfzRtCv6vbLmL3D5rTFq
axM8bea5cUjhp4I1cG2ycZcnK260RlXcbjjFjdU5sjkcRBRU6SRX3C9C0P4SFcirvFrYB4VcbH0R
PezGCDf9KHUr87BwxjVInYCLk3Unzz+7oVqBV0+dhHyJKv4osv9EqzmjTOx0Ap1vP0VrrUFiwW+B
dqRKT22EtM/89Q0BsqZ2dTtQeswdyesPar5tjc7p/dgefYhRvTugfUP+nqjfysI6le+N597F4Rpz
2XUrBEMG7o28wVSVvNIcMdPKjL1qHE51egrhgmt8W1bujXZvGtuh3rWGtc/hoIKB/Dj19IrBToSb
Vvov1byV3b50a9E8Cm6EGjrKVeLM9bWmbHiNOAynKrtvcmKrfGO19gjw8klut8bjaH43vDXGnaUt
SN2G6gHxPJCB2RlzhXGAFDIZTzmyrD3KwX6DVg5KTyOlAsCVJglG2Y680c4Rg3cNay0ht7ACNGBM
PG2ItLIC8zy+HmR9aWjKeCrCb/CaPlTvTNF9EVqFU3QwRbm5I4hOPti0y5TCwWugifL+tGn6x49+
3XbP1w4H1kHyx7Cesg60zF6eR1MZUDiXxfHU9MBp9WI8wiyyVhG89qqXRmaRmhSlmo/8w3iK67sM
5qacCtd2lQx7yQpYdYgj4Jrh0p5daX7baUpZl+JJCz0nM2Qbgpu/cfvl3yeMVmfWDYww9/XkVj4F
tmaIfqgmFOJJH4b7TjYCW0nM59s2FhJMtL1za/LepG/Lmp8LoQRCSU+kePKbO7c/ILIWCI91+BS7
FZVcZaNYnuOra23BS3sBPT0q1ADppnz45dDkPESox8UqMpiDDSdltDUAiq/E7UvLBEksZBd0i018
jZdW/MjQYjyTeMr4/TJy98D3XhH0fs/9YHt7HhcH9MnUbECjlcZiHWviSVLHbTs8ImewMpg1C9Pf
P+8G9I+VolCxIA5AC4vMtpR4Jba/vjjIoXwA5alcsedmgbUfBrJRaok4YWIixPzE4jGTxpWBLCCa
Jiv/08ZMN+Q8KgiyNmlyg9OTtlDVWbyJGlu5kzfpXf2Y/sxXzF3PGykplZQGnFQgfuY4H8OvWolB
yScPXYa63MeoEt9e++tZ46eJM8hogrYAhnq5MlYlCFVYxcpJHMHqxeW2o8MvAZ9128z1biaS4sE1
Fby5weYFiL4kRZvVo3oachh2xGNNd9Oo3QXRGp52wRC+gH6jiT+CZ8nMhxpCIrddJKmntC52oR6c
c9f8q1T0ktTJt9tjWlgcHnEIwkERS6PKvFrK+y1NkE0xTtyUti/+zHGkty0s7DYAbGCiKR9S+0VM
4HJ16kHV0rHOzJMBTi95qIvhuXIlvHZn2VXYpDSBCO9a0IG46B8t9INWPuB6NkGn4IFod5l80bwC
F9AG2Y9qYJ386rFpRNQ9HvWSFF6wgv9dsTOvvfVD61V+61snwQ8dNwjtFqyvbB3b+NftGb2OZqcB
of3JbFJOn0eX/SDK5dBG1im3Hgf5jkSB7UK426TvkicdaUh/uW3vut932h7TA5wmDXrEjNkKZrqW
RhDsCCfNr+G7lQ+VdCdm3bk0RZq0WwciHPjC6Bl/tMbnMfbtSviTdwqBDOwxQGiDfw/rLj9oWopP
rtgya9mIRVM4yc9FbAvftdo+urXjfUnv2sfyUdjdnoCFCQfNBQMPVXgkMeYTrsAvPhXH/bORCZtR
eI8a5VAKxTZwEVbpgOCtQrmv9hKG6GgkJCB0RH91yiN8GqCpdZ4re8Uk9vFqDQioCB4p59YQ/nYo
p98e3bKtyafxNGJDyZe26rIpE9/s9KfG1Ia7oKrezAq1wLIojV2oKfHKZE7O6+JVOFG60CQAVp64
mNfApbkyRxO3LjXY8NtN3iApoO/bsn1Vdfer3kZr1q4SLlOv8NQTQmkSOKs4c6Venqt1BUvNU2N8
141vbeHda6VdGwXU6KSuVNNRm7UJvR4hNomtOKHU11jHyxHGpZuRjoHyomxHeHCL+kxsuS9bl8Rz
PGiOZtFkdnsNr4/oNE4OxdRgRm1p7se7KJXyJqrNp6KEAhqbh8zQq33midIBbMe90rjhgx8J9T7K
0h8ZKQcHGrrc1vxRf82sAlnI6gwayT25+hhvinaVHuzqklYp9XGXTesOr+EcMmN0ghXAvmM+hUJN
NzCUZF6TQFOQvK5MhXK1wTAECzmRLe4KOonL6U8EqUUE1YOJ/5Hxfh3rPXzVLYq69RstMXbwqvwd
juQU1Xot43F1mTLEiXeNBy6dwjAyXFquSkv12yaHhD+Mu51U0rhI15+5EiNeNyhghqc04SHvBqZz
Fu5olpe7ZaxaT4ZY6j8Hr+GukXzV+m7IY/WrqBOc9NB51vcRhorCbtwg8mwBX5Pv+qGDmaQJfCM+
+GPW7pPS7NZ0PJamAQEd5LzRCiEdOP39s/PyKjFpJmmncvTGB7SvMtuXh26/ss4LZnRuQPoSAA1T
6JhNg57BQ1HJLk3mRp3fjwT/li2VEbgatGRtfdSzfWQM5laNOu1JUoBKp3ruOXWXNFvBDI1t3sgx
YsvRGvfjlc8B2DkRYU/ZxYmvbebhqqLPIzGMklMiy/GzGvjS3nPj+tn1pMrxA3od6QyCw9MsBvqy
YMa4PTFXB+3DPGqnk84k8OP59PtwVDe5TxuSkVibtBWDbTS6AUnN4p/hkDrexiRy1Cj+ykjDXK70
UAQxVGCmf0YcpvsTJwT4bSCVh6GKRdpn/Ob99tCuH8sYnCZ3ahuYnq2zF3mkp1oTB15w1qvfav+l
Q2MZgs1d8JbLCLb5xc4VHEFd4yG7uiGRPMZlscnoxsDDznaa5yPkVkRmcE4VtTzIheztyrFWt5Fe
5XYwpGsqFFfxxsze7EbuUJTLebYzSuO+6F7QJY1oAtHI0ToJomq35/TjqX9xIWONqAbQM70dsBvM
vVZd+3FFJvrcOYjDHaxtvGk3EPhuzE28gScUEnPB2XUURX/Iv5NzIzla6nRrsOjJyuwrJmpMkXCW
rlxE4C+3kiAhPtnQIH1ONJJyKfK8YQtNiqr9gkv1V+R75kocsrCohHTG1NkzNRLOj4ncqKpQNHF8
VoIHaUSyezy/DdUa4dDSjr0wM3MGUlGpKA0lMcIJ3p6uMCP17iUv2GfRNvNcJ6b63SjmIZfMlWf3
lRcinPs8vlkUgjJY3BuREJ1FxOW1/j6MT0UPk96ZGpQNKb8e5tvbO2lpCT9bnG2kTohqlcMZn8vh
SbDKDWKi3qOQ70q05m9bWlg7MtooyZPSN3i8zibVEFCBlAM5OaslCfU22CfBVyXpnka52ty2tLB+
XDJQi05EQsRYc5IKswytepSj7DxkBtxlmsM8Br2DxFeYhCgcOSndRFpIU9yK4WnDXx4IUMzgtKhZ
0OyG+7k8EF2ZBXJnjFD2VPXPoneG0a5I21s72d/WyVGKC7sU91IQH/RVNr3r+b20PVtJK65hAxMl
bPevPjSBcXpIGs8Zvq2M8QquRMcPD9hpo2pUDOc812mY1WYYFdlZkM6VBklt5e179yG07skYkxOF
KeGsCb9vW/14iF/P7P9anU7Op/hkGILeSLMsO7c4uOitfNV+Rc/hqb1XN7DUOtkeVPVDthPvad09
DQ/5U7iN9+NZfJFfhn29045rR/Xa319Mw8ce/PRByZQ6qJsqO0u1sBHg5dF61UnKoyQitDKWDiqj
P27PwbVzuLQ4u9FKvw89cWTi2+rZE3Hz42Na7YpgE3RP6BPSarG/bfAqKCFKA4vCIZoS9tCAXM55
neRpS8SSneEGclpJ2HimfEjSFaWeJStcHvzLnUYmcHoafJpIqypMq8jG/Ky4NlGW8HMVv3OdzZrC
TfYrIpGks4AwXppwvT7lue4XZ8GFPYkiRLvpEFS1FaVStnXB/6v6SNxkPdKrsdIn3+j3SZzKM/Lj
7RldOKNUNCGxoNf741F1+SHp4AZELVp+DtSO99qkdnpHLwkU8WuEFQuzSnaA+jHE2dTJzdnaZTmF
WtJy+TlrBjsV+3MJDi2kceT2gKaZmx1L3k4ghbmPSXnMe0QsNYm0sU2Ks5nG7a7wRYiqm3FNQ3xh
59NwSlEW3jpygnMrlT8WURkMxZmy9U5zuzuoKp7DeyEYfkiC+T7E477wVk7bde2TIOOz0emjPu1L
v/OGJjOr4jwI2TEKvxYlWbHyLhFaOy1729AagODHPndSQXjzyuB8e2aXFpAmW7YsNQUw7rNj0cpG
7yetVJzdWts1fe20bbOthWzlrlw0M+VYSI1TtJrfWO5ITsvK1eLsCxR0C3B2Qm3uhlz/c3s4C+4S
5PL/2pndTqYfaB14h+KsGUe5KGmG/yKlULY/ZPGJvvwVeNf0a/NtaU5Uc1NzKv1us7XzmiaJfK0s
z32V1s9qFupfmyyyHKqGyFFlcr4NpXCN5G7JzQCa4MExdQpe00cZManWQk3Ksxb6B7HmcBe2Jv0m
txopL7Bz8b5qxnQvxGvclQuTC983ZVUASlQ+tdnkSkAUzBxWpPOoZegoml/awsw2fRo9azS0BrVp
OJZAJfT2kl6f/ak4IGOUdwg5lGlrfTogESCEJBaq6jwYJYgJKfa/VroePt+2shDMTTKpBHQa2QlS
uTNPlhaJKASJyuCSITpU/qDfaYUVbBRB86DiEauXrOj6r6HQ0L+tN8Iu4v17WPmI6W693FB8BPkh
hOvQAKAydjlWPTLrKJas6qyUhWyjfU7OrbTeJeiEj+MAstFoJ/4QV0ucLG6ybeyVFtnY8J8bOKcU
EtlJXtPUZoBsXX5HVkFVT9KkOjdkIraAR+rDGCbFysW/tLKfrcwijdYsKVoFJBehoO22vFkgXRuq
ent7Uq8P6TQWLt5J8wyihpkVl27uKkiYU6kp7pXaDaFy0n+Hsr/3PE9zfL1Zgfhc+zoMQoiBSRDb
nJfLyZOLIFEEC4OaOKBt7ku/ZcnNaFkvjRWven3P8yDWeQPIAJcmNMKlJTKcBi2MZX2uyj9t/1VB
aDN5K90Vn7owgRdWptfIpwOYkvntlSKrz6TuUCiBodD2kSqG5RAi3lSNaAtJjTXCmvneIByhKExp
ifsYRvl5Bm8o6fizGq08g5vpnDwvShLkvrryEL7ypXMzs7HJdZ6OfWECaDcruKAgQ0IXu/vPRURU
rp4N/79hqI50umT/uEfmdmfX7tjlfUyquDxb+tcu3NfDWx9+vb3vJ1/x2Zd8mJjmkEiUUsPcoXkq
leG48qqzEf2UK8TngZOixb6lnQUub7prVM1Gt3nFW38oSs/N4jkAq0wcB6S8L3dLMSZlnrsD7lrd
hafgTf6hfwke2zv3If1rON5dRsYIVXqnOsbeXdivuJT5XpVpzMBtUSEnWTSVdS6tD6gNuq5LWSWI
be132vnH0NQ3haRtdNVaCZ2ukOdzYzNvnce+7CeeVJ+tmCTSToQpACm/dKDtrEVsyx6FaLjre7zT
QU17Q98Kclr5Tt2UcIRqhuYGe1ey2ql7PZfjg1tUhunEUUB3nB4g2L3J20ocD7Ieg/NRcr2KnWJs
x7+398nciTAKAKCsFKhGqiJz1izelZ5ex2N7VoY23AuUf/bR4N/ThBQe3KFM1+64hSWaDjZXLck8
EAyzIxfkWackcdyd6QyUH4OkFt6qITGOetD5W1doK9xLPpJYFKvWUaJc2OS5Ao+vHrYOzzvZyUb5
EOY5uUZBkI8hxgi9ktWOm3kCgnmZCBl1uuyJsnDll1vJEwa1h7q4O4eNa9m6nN1rVln9iEepfIiV
ULF70oTbQs+CI0070l2JQMkKMPL6CE/or6m8DvyLW3bm39MuVfIsk7tz0KndHWmfJwEqhe9qmdfb
QOizUxO4b4anPEl5u8bH/lGKvDzIUwkJz082nVftHPwey0NMHV3pz6EnF6cydvudJisD5SN/dIhR
xF2k0BLYSEL7YI2I7epJ6x+AeefbxMu79zAO06eoVmQn7AToOWOtI4GB4pvSV4Yddcg3xn6Bn81L
4w6RvALWpjZ6gv6wc2pLdW0eRJDMZq7m6OLwogejtWvF1jsIrf5aZkXr0PC5FYgP7S6pUaFK02zl
2blwPVCNhb4X6uYpxp8D8FIvKmNfDPqzb/1qMnnjDYix+l+R0TqYkXzuXdBY8o5A8JUvvH0sF47J
henZDUGRGD2aAVXdVNaetMh9LXXpe29FT1V7Fwmk3G+bu4p/p+1O6X3qe6ciDjf95XavcrjvejHu
z1IYokqmbkJIfUHIOrGs2JlQO0qdHYUc2Iqn7lZsX1/2l7Zn+1xN28YojbQ/t8aAulhBY84ob9p4
3wjviWs4suVuhhT+DrWK9l2wM0TTATKtxGvQx6VJ/3jdwEZLZ8k8dLNCcWyLvmS9w8amC1UkDmjp
6RuqvyAuVoKPpVFzRfGxZAAoSs9m3BisSqnakQMWCtQeXU06aKVV/vs+guZxytEovJ/olblcV1Px
E8sMzf6sJ9pz66O8q9Ig+Ee1oH55W1nHhemjCKcC6sRf4Tunv3+KFDPDqyki6cM5qItD4Gt2aX4t
hqNKY87QCbZkjXdaZZ1SNAR96s6MdbB8OzMOlfE7BfidlvH+9ifNY3F8Nw9Vkg4UsUjMzed46EtX
y4tgPHuuyuu06StYc4EfBwMX8W1T18s54SXpp2DwXN7z17GFnKeSjsl4Rse1swOC/62bKenmtpWF
oIOrCHcE9w1AeZIAszlutVTwglI6R15bb+M4qI+5qGZ2bqrdvhsE+XmgcA8ptOftvEIxNvTEGxvY
dc2N1o7tXopd4yGysnTn+UnxWGextDfEznD8skE90pca5dmCyHcl4F2IC0mU4Fo0Ur10Wcy5Ndo8
HszWDJXz4CUbMhbq1t801l+1sfV8p0G/NjihjcYgNBjBBoLF9Ps4nbvSzteSiQuu7vJTppX8tE2p
ixuClvAp+p3upDt/cy7fUZfdFWuhzhTKXF6haH0QRwPKmDTv5/QoitVFnaSkypnrz062xZ20CXe/
lTv3PnWi19sbY2GnY4sXH64Uqtt5O8PYZKKnS9iqie/T/CuCqqW1Bl+6jhU/xEsmSC3bD3DQ5cxB
kdr6VZgo5zJ6g79vFw7VNu4QlPTXpm5yS1dTRzinoR0+FQVmlgJFKcxaz5Rz/EMXDsa22A/hPi13
5NSEuzFzuoMm2cka2fTCGSYPKtOQBCZsSodeji/sAjZpMGrnUtPvhmJQHU2LrO0/rxR+eFL/nFA6
5pzxXJG7QO2j0jzXUltujKiO7aEsH8Y6WBOVX9gT7LsPRRsoj4hkL4ejym0s955snkNNCDaaEdQb
tVGTjZVBa3N7UAszR8epCGAfqjfayWaXmahUdeKHhnkWClVHykQ2Uevs15TRFgc0+XIoKEHQza0Y
QqXUeS+Y56RSymNLFBpwizThtxpJk+fbI7qyRdw7abOANyCNQnnjcvIMwcvjPIitcyWL2XPkepmy
E2Q00e2S5rxVKtFrc4BlqOkq0BdPm2IWAwW0v5m5YQjE+rFtIZdjuT8NpUPad981ia1E43kodip9
2npZ2F7p7vlf21agLOmtoJXnnwLbOiMnaGCOYVKe97ZY9OFTWDb6FxdlR6X+I1Vv7rgSlqzZmJ20
vPH7Ls2E/qWvBscvIqcpFad1v95ew2mNPnuRj5FwjgEPGiY382wNUyGPYheMwYtbj+KrX8NFi8Z6
eCigp9sKZSA/6e7QrVQapxv42ui0muT+pkjgcuMUKHs1IMD6F79U9W5juUJi2oVfoNMxBmr5m3Oo
fsuyPt91PpXC4+0hX91u05hJz2NZB1NJw+3MPBStQiIwszC4PZnjQVAetFi0s/bYtqPdIVvYaAea
Lm+bXZppur05K7wiRG6hS6u6VqZj2IXDi9q8qEK8bfyN0Pzs9LvO/3Lb0vwO+hgftYCJSn3yabPp
DSL6MHzL718MK/YhHSt3bhbhcrJERJBaXWP8WFpNhDrI5370yc6Bm0YSDV0qKMPL4CnVi1V1fQCm
o9RRCPCHMbbbkjeyPXhDiiqxnnlrjnVpYinyEJRMb3A6Ry8nVo3HSEpbeXwZ8/KhowxvIj3c18l/
sdD/UJQ2s29P75W9qRcHCOnUloMWz3x6W1EtkrZomxcfueOBSLaLW6dsfwn+7zR9v23raiknW7Sy
UK8jZUjl/HJskjKWcSWYDY/7bpfm8s7ve2dsvaO8ynwxz+YYmAKlQz4H0qup5HppKou61uDOaF90
vdnq3SPbda+S0mjcP5DY2l6T25DMfWn0tUT2NIYLb6BOjdzUrafiNRfJbP2MxCyVqDO7lxiAaR/8
Mv27gJ4IyP6dHy3OvZG2/zypBILQXynWBPOa867G9I+OWRqIL6X0ALLCcf38We7DXRa35/8XSwpv
HtofJpafyzml2FqWURYCfgm+5bJdDHtSRXYurEWdC1NIPgJcOI85VLDmotWeFPS9P1riS1QaT9AF
bPUkfED7pDCA64fhQ96Hv7JkJfe2sDcvjM5iJ8nzNQQZYUfyqsCp/KPo/eH8D8qvf59D0CLct4xP
vOJHC9Pah4+Gsfl/RLFBVParLhdQDq7cCldeDAdGnwoYVXQdiDJml0Jee1UnRZX0kvv+D3mAgo8O
Z1V6ApT+EEHU7+sru/Bj8S/3PUIqpOAnIswpjphdCF4reaLSq+oLp3E31oOjZNrejC0nlWM7FOT7
3uwdwMivhRjd98Hv29P6MaBL8zQAk2RmVun+41q63Jtt6QqZpo/mS101+/9D2pXtxo0s2R8aAtyX
1+RSm3aqJEsvhGTJZJLJfefXz6Eb97oqi1NEe9CAbUBoBXOLjIw4cU4T3WV5gueDRabUzUXfor+K
4S2eHrNNqWxjmri6/i48mPnKLMxehfsKqH/hEYMSHV5L/Fm0xkzJAqYHT0yoIpKBAv/QAwmBuZCU
lVzlpd+GihIqwmD2w1WFtO35gKk5MonpcuSnokqUG0u4B5/CGBZ2kBxX5pZ/m6EkB64yxBfzGxDT
zJ37PhSi1BhbdEvUTNuHYfmj76l0l4wZcqGZkL6iHiI5owgGCYC9px2I8e/rpK/3SdYcFF2QVwKu
i1mGtgr699CCBSwSAE/zz0/e8xrUo4xCwvd05n3dPfdZ7yaG4q2M+uIIzQouIGhDWnAGqvGjTkBo
LEW/Rx066S/jvnM+h238i9r9Wx67AOiYhLnItMRkeAjWhN4vo7rf1ueHPXrN0D/Eva8KlJBlZeio
P5gJaadnI/Wj9rExAeCXf+VF5cpyR0bFvT5o/lWH4FWcuzWAvQJG72L/inJo5DLDzCZl6Gp4Djfa
WkLr0lFwNuZvOFk9jCrrRjQm+N0PhFaoFjiWS3PS/SpIcVyjvl6ex5MRcXtFoCyTO7GhfgtuPxcS
BroDHWBbah3Qi5j/z+njzqSqCUkutDAGnkgSKF80slaitQvCxH9WCO9UvBxnsAG3L5QARNZhj31R
k2KXHMJHy+32LRpMXdGpbvut8Nw46OW6vi0ufM28ZOgGQM4a/CG4Wc6XjOaNAQ1RjCvGTWyju8xB
0xDu48Z8qmnynsrhCtBqnqgzP8oZ5FaNscjSZTQz+SEoH1MLhWP5s9J/6EW3Ymj+RZeGZlYcEQf9
AiVa04olsjZQn0poFen0QCAMEaPdm+K48mJaM8VNohExWUhzmBqZP+IZL1roAAD73PWlWj5eeDqA
Pnm+gvggTU/DZJjkAMdL/A5zaaNHzWOdKrd02DMQwCofvVzuBOhKJsZaU/wF3dzvzXliWz7fJyxQ
KrkxLOoj9w75Pmo6hSe1dhV8lsJtKRMj2YUQadFA++RcH/bChpkp7kyAxsAOD0zAueWw0qgudTgW
ogFUZTk+WepgAasuPSpts1Y7W1hJMFwCXQS3jL583hjLGyHpKVayUlho47X4JGgs23TmGrfawrlD
9hx9Y4Cogr7X5C5eiGkxfAjWUrrXWr9UXaoQWrnptDJ7iwMCpwkcClTQMH/ns8c0I1IyKlAfEflW
sI4Ju4tNaSVguYjq8TgB8w4Ce8gJQlKJ2/9tCB3MtmKxDyLCKb6hTeUI0lMsbXLccEPRAHm3EgRf
dEdiP56ZnMd9ctUkSiTjnR7Ffv6rL2zosP3IHPPtW/6SDFsnMqr8WwBlru/EC4DvP0YRM6H0AWEy
vntJymaB2CiNfbS1pr/yu/QdtLKbaafbRbJDh7y5UmlZntc/9ritX8daiUIg7HXt3not2GMkEpqB
2tKVtY3wdX10a8a4RcyqUWhipYj9OLLcIsDrL0RpdnBAWZZau34w8bRYY/FfcmlYxj8j5Jax06q4
ZWix8cOgB3bmuRTJkDgFcGJA1btJ8B32XoVcjbZG57i6ltyFznSmiMOIPSv9zNsYCWhzKxzLcPTj
5qYbQlwYhm124E2J79p6DWs/zyV3N50Ne/YOJ7tXZV0pAlwV+6MqZC4ruglxUpm511d0KULCgw3O
E5B+tE/xkWaVghy8i7PYz24kpPJlY8PyHZVJHbmVADqgQ79yQhb30IlBzqulaP+pLRHLqdvTNkY9
GGcxycj4urJXL6Rmf5/EE0PcdVQGUGOXJRiiL+OvwjcO5ncKdjXSu+werFc/GZhu3m6gvQ5+1+xJ
sqXjytTOBi5W8OQD+KMpqkM8Ntg++UjCp3Egym3viR56NJ6bjbFzVszN5+CaOf5w9uDa6gaYG6Dn
ab/L3w/qPQjKI3vY3FgPTvz9byks+QnmDmYRNVoKKeXYr4LbTo1sze+RapCQ1Oujp/w5jtf48peu
eQkMoODTA7ZB4YueaOfPmaBiRfvibkBbffaLvVdrzNnL0/jHCHfoSyWMITNYx35QyqnXTvpnJFcS
MOFDuXISlgImnD20L87pShkmz494lsRZXcK9+Y2Gvn1jP3rBTrlp6yPKkWH8s0T79HOVxCQe1hrz
/4/D8cc0N0qjljWgzZoYVJP3AfuudWCl7bq00xKixOKhlp2q/Kk/tx8xGlLql1CNSPCTgZyuLh81
61U1vbjIVuZjeXn/fBPn8dK0L0Fgi+kIYyFwtDJpvRT8345gqb4w9e7187I6BVzYgxxxSnMjx2VW
R16l9ohLWEeY9Rlq3UPTUFxsex3so8V++AUljV1vbgfJi5Pt1HpFTm30mdPsUVF2LST/rn/bso/8
MxPzz098f61CuFabV0dMDzJQC0O6g/D3MXwQxZU5n53CpdP4ryUeMaOh7qfp+TwJWgUA2FhRp1az
dOXxs3yT/tnpKuf0c9WKzKLHgCzrKBtuctNVaF8hqWO+xvvo+/rsSQu5G/TLICGILDUQBQY3fULU
Ck3YdLhiUle07oIRQn/dc64AYSJ7pXVku7g69rV9KL7M+jC2HhN2tUSkt+vfsbzD/nwHf7fqFvj3
RRWuJNO3+WSj4yrbqNMt00ec9vtUR+e10xQ1kTVngIDlkNdzOcRVgdipH4VgCzycnhL1aeWzVqaH
f1fEHcgEmY7p6broTTC9rN6O0ZaV93is1Sx/VNvSnvRiXxXbxPopx29pB5qKJyT8RyV2M4hvRcG2
GNGJ5DCN7ph8G6a5M1XglukJM0ewmq6VVZZd5clUyucnomcqSzLUNXz1mL8zP3ksb9PN4PbP6mv0
mPhAnF6fpMVb4MQed3czZQRC15RjvwzCyRtrcyBqGVR2Y/Th7rqpC6zUfI/C+wNJBriNBMTc+dhY
WjXIxuFwZEoILtLUpmm4E7snxXIKcdsAfyu2z8rk6Y0N8VsSpM8jNMJHoqKbFMG+AZ761T7FiwIa
902cLy6orAlFU2K+TWFTT2+qgM+KAdUSJk9pfiYMQgjdO2oY3spkzBPLO6TTyeC8cq/Ik1o2ODPQ
AckzX8ljotB7kNdk031OPVQng31fOIVxQ9da7Zbe26emObdR9MDPxRNMF6LwiqUQ4vAmLSQS/TDl
ZMXDL/ndE1u/w/ITD68XlRU3+A/QZomoIhQa147M0m16aoFzuaoaSzWKTbGfQmaEjfIuLevtlMu2
aERrLGzz77pYNDSAAEyrg/KbzzqFFAqAsojR1JmLW9EVPgy72BT2cNvdrjE+LL5Y5m6T/xjjXMEE
kp+q7HoYE13UHPrW6YziULjQOSRJuxWmH6O+xim6mEs4Ncr5A0FH8bpW4DNliJKOhY0WuUq2q2fr
3hz3OVQ8kckwW7vMHw3hpU5XTsWSNzq1Pu+mk92SDTUz5BreL0AL5iZETsixBhX3Vo/wfuUAztN3
bS3nbzmxFRVZleXRHIXlB+DGUvFWEisSpbegBhWGm66ndljd5x4Y/65bno/XNcOcG5QGY5jAwI+T
b2wH5Re6hl3LHkjSBBtqfBnP160tXYKnU8o5uESwtKrAy9en2V0lZm7c9naovAcdMkXhhGh45cAv
j04HKAGVelRYuF3bDYIshM0IJ7/Tyt3Ue51qF/0GhH6mr1SrudjlE/nHHLdfQyWpIUWB4Vnspijc
8FZ6MmxtJIgnLNVBFnrtbbbo0JBBRIkQTZcX+Lmqytq0CkwYjASLKD2dwIiKJML1VVsqgAB2/ccM
dz3IFJrrGsW9DPKVCLySk2eU9227xwElIPXutW818BTB1TOI+EUE7SiGvlI0uCw2z3fjyTdw98RQ
WGzSYnxDL7rpRjlIEhG/88wu6tfqS3koIIB+x6Rns9jXAmg7VnULfxMSXZyU/34AyJLOjyhYqKjA
WgmXs4gi6z48dhnRzGObAC20KQtPTbZN8pT0N+Zj/poUG0vYg56LmCPaG+R4k6Jpu5YfaPnWm09x
uqaIubJGAK+ff17G2hbJF3xeKm5Y7HXtXdRs2uZzSrwsRpOANwWPAkTaxG4nCpMTTx0xy3/LnPU7
qDqZI+68TcGgdr2sI322sSInZXb36LMV0MhialKZJeFnFUl0rnJOBH2AbSmGMvWtQxKj4iGPrkq/
UuMma97jqiVtITmV6Wrd28oxWHLSp4a5YzBBRxJo0ZH6QfLSRr/S5ztBJ3sRdIrjlxCT9vPxusGl
YALQYkCYUY4ASTA30KIZ0T2Q1fAbWryB2qOYHmt0Uxfoi7tuaMmNnBriBkbZ1IAPpEStcehJQXtb
M1+uW1hy/KcWuNMbdKVmNDWGkmiFLSetPfU3CYMG3meZedpqY92iuX8wvshYgdjg/DCkElUFbV6p
BpLfZZFB/ISRtB6dwNBiSG6o4FeLq5V4YdFFgdcLaHoNdLWoVp1bjSXBKAQJpThIlv0U/HxwtMB5
SCnpttAl+lJcW+7s7fRwfWoXQ7MTszzxcTIUE7iEYLZFbp5U9+G78iR607v4KvxNeHtqinMyEk2z
Xu9RHItZYOvdAa0vDfSWrJUw4f8Y0qySMINN8Og7n0kgX9RuVOZ0ddKCvR59mOiJp/mxotWNrGfV
YzUmI0nL0rpRJNY8qIkW765P67xFeHevgt7nP5/ABUZWbSoCevFj35ActWqgXLHrIOSemQdB/Yvj
BwTjb9jL3FfNjRYCPUMmlkgHhWZp7tOi0ghSX8JKLLSYoEHrMWD9QJmAwIU75Ubd5bjI8TYxRr8L
9335gnOnTL/K7wyQTfVRahNCvybNiz8DEaxK26Bw+3vz8/q8Lvma06/gDkk+Si2IRvDeC0NR3+h5
AVSqyNbgjIu5L+BQAdUCcPKSBHRq9S6oYwTvLHIVQ7CHTnY14SDkDwGyCpppl+ateNM1X8Nqdu/3
Oee3zqltbus009AblYUwUB/uM0r3QSPs2zzdpcNRFvcdGLiKJLYH8DkWP2nH7FHyku4G2ksU/Rb1
56g5XYzWmx00mrD/nTD4AOHeLpHirUpTO0yFXTwkLl3VWl263+auMez6GfPNE6fqOsuqZkS03Kdu
2Hzm4u00aVuBqCCimF6iBNzm6AQpPGPlcpj39+V8gSwYbUgQluSxp80EIg8RMZJfRyogNsxSDmip
RDeSoOgrPnpx94Gg5D+m5ik4eWfprEe6uZ9QrkEHgRs1xQTqR2nFfc1b+Np4uGdAZwbAbDYinq2F
tE32Edru9DCBxmrgB+FH0JuuEa7BoBajItA+/Xdk88hPRtaVAYBLKRbPlMJdiIZuLYttQ8FztaVO
CLmjCOhIfboZwAkfr0mcLa0gFLZnnBLw0OAvOjfO0BTX9T3eIeowtK6ca5knJJHgJLGe/YVfRtSH
vkwFgGjQ+JybEsCykFuNNaeqIL2H+jvtHNFUXbHT3TBbicAWx6Wh7gUPMjOWcS4TGdZSH+Mo8SEc
WRPAekYbQgnUabNp7fG4Zorzi2o2AtCSpolfNkzfgHB1cpMkhCBUaq4lcxYdFMAg/xkW34cutglk
8GKd+WJRMdDmmRX640KrNlqvot1U3oJLrE/HvaAhl2WLvaIWpKd9AE5hkIy5CUqF1C10mSpbJQ4S
aZdOEJc6NJY8yI5MY/wbfbpKabc9xDQewUBNq1+SGIFPALt02IyBFucgE6j08WD2cg3hN32oy20l
FnVld51Yg9hjjHLTxjECcRG5fgUt5ZWUWcQa0CVkBUCFf76HwOjPaCkrCSKm0v2cSOl81zYlPyGa
R2J7Leu4dPEiKsSTDOBzwLV5dqRyShgOfMP8yvyS9Gpv4E4K1CACokL0hfy7LmICzrYnhU037Zjd
9tRVk+esD7xe+R4EP9C+LFp/XZ+EhRBZQSoG/KZAukKXjQvlMqsHy2gRpr4aVUQWRDALZp7ORtcq
PFFRSNG/XTe45KFg8Xe/xJx5t7hrEYFjUY/g//Ih5S0RyK8KNvlWPqZj66erMtvz53M+GMAKxOJo
epHRAcP54LhNjby3YAxXqp9uWugHvrC9nd7H+3IFDLRwcs9McR4pj2BL7uZxMVzPkWl8R0X0oUnp
mutb3Eing5q/5MTHa30QQE8RlsZ9n0A0cYNKRDAelTx3AmGbC7eZK+AxrLlBSuiLKb5q/RYqk3Fx
XFnKpc0DbwgFMEUSRXTxnn9IamYQdEvL1B+q20F2k8FmIqQbQRtxlH9UT2XpZo9h5sToyBZHwuhT
BsKZYaPlT9c/ZCFIn+Ez//0O7t6pjHKKS1CY+GnaEGt0pPKAAjGgJeGalOO8iJf76Y8lbj/pRab3
vQVLmUcf87Ui/FI16mwg3B4yQjqOWYAJpaNt5E5cbeLkOUbT8iH7Lj/ziHTfEyAJtvg6brOjeddj
4ddi5qXK6dxxgM5CqNOjFY5ziw1TI6WDUKM/Bg/VDlIRRWsPjlgTqyXVW9XZUv+zeQmHPdgewbaa
tw9lR8BsUOGxma1i1hePFQB9YLiCmwJqiNtj2YTOaqgp+O1+YIU9BW+dcEhNFKLGYtsIB2ACIu0N
0tVD23iz2hQT6F6LVvp0l2qgCnbYzN+EbmiDr9s2UzIIktKl/oukfkxZTkyzAkWgyzQIVTtytw0k
XxXeEvWjV9YuqsUVAb0soioQpc/NmOdzMJRBWZnmgP39hJZPd6fups9yA77tnfHYuUdr09jip+WI
d/m2Pqxx7C1t+T/GLxKeImj3s0KdUr8wEyAV6kMqrkLr50Xkj9X8FkVLOzDM6G4/H6DGxtqgEJf1
x2mvFzZTPZB69jeRbmsv1RHEJQ0oFtb0vS4YqJGmRJz6xyqXHtLQpFhV4jwyUO33bubQhDCvuVdt
KAoNpHWSB2GvuG+75l67GZ432VN3N9xFW+0XVEMBDaCf193Y73zGtWng4swIKhu1meODNCLv64/C
+4zs2o6/bqGcvuuc1tV8a9vbwXe5fcwPkBQn1UF4+lk7hhturKPpACuwa7bhLSNviOc2Ev6/iRib
9jkmzL7+sb/bHa59LLcpG6jbhHKHj2VoJUFa7ZHqNvMbW3DkV1d60tx2G9yJr+2usbfXTV9eO0Ay
I/ifkdkoevI5brkujVhVx8pn0LBRRIirRx5Kxi3cE7JsAZK+1+3NIzkfKVqesE+AKJ7BYjw9QaEk
WVeCCMw3jxhot/sJiGb1kjpr+deFfBdIRVBanXn10NDOOxmtV80UHXIwRHcRAAbtkyXf9D04/IYC
hF47KIeM2go2fD5a/OBAwDFTIYDpBtRF50evtrqwBAt746uxdpBidOxa0VfVQYNCLn5dn8dLTwIO
JlGHBCusoauL297BkKrUBLTKhzTNDQRr8JKim+smLiOBcxPcpoRWaFboY9n4Rj94rIbyabMtS4ea
EjAyK3fCynD4fqBsTPRWo7A1NOpTyBIPKssr5a41E1yAJRZ6nINLFcMZK6KFGonD1+sTdnmWsPh4
qivIO4LjmKeei+oA9G4aw5oUY0BkNGfVkelMNHc0BhXHsv9liWvUX2s2uSsdeBtVDIK08dMgthW9
3I1mSLL0Af6EtB2wNur2+iCXphFkCSAymHkQwZpyvsdjJTYyNcM0atOou6MRgy5LF39cN7KQa5yn
8o8V7jrpw0plpYTtDWbK40QiJ7l5DVoy7W2NOsNKun95Dv8Ym39+8gagTZZPmpU1/miPkL/7sN6b
kWj2y/UxXQZf50PijlNqVZDFCGBl8KLn6GXtBl46rX9mDBwa54OQeqxC2MD3aLXqCpOvWR0CPB+d
Gu0a/eySmzs1xZ2kPikAOJtmH17/LOSU1Mw7Cs2ayOqyFbDoQvYAbYL8c1NSy6imFFamQXDSYkMl
xauU+LNp18hf1yzNW/5k/S0riodcbho/zyxod8rhE5WyA3BHL0L5bxl0UVuFcB+alEBQAxFvvrVa
a5ohibURe60MnSwCGk/6nBCUXd9ry+cHkTXUh2YpID4I7IGhL6QJZqLqNqwBypYrV7CyXWFSYkQu
hMvvogDqJKHyQysmdwiHt+tfsLjb5/AazdagsDG5A0zDFCQdmdj4LHnLLQyT3YTRGrx4zQh3cPU2
1yH0KGGUluBFfXRgIJ5MBbpWHr8MWkwRHV8zD8Gsz8OzegWhJbSGGmCDpN8BMksglAGLI6ixSVqB
/S1JCZu+5T5H7SdF34Abd6nb5qhH5PG9luS2jCdoSZ+LaY1vbCFwPP8ybgaAVilpWxm4cvCIdITK
CZ4qAN1/BZOb3hnbXgIq2DGOxp3WefqX6ZuQ4NZUf+1dc+l88BmoqeONK1vgRZkX6uQEtY2amcHQ
obkPMgIRGEZl6cDS/ZgSTV8tul0+cOZMNV7TAEXP1URuzIIgaGOtFu2MRoZe8ZjuquQjt1ztPSw/
0mwiQHoK6TfYhFayUpdX3z+CSaB8QdwFwbbzUZrFAJIQKFsA2PWu6YdqTc1+IWaFgZmfQEU5D23K
3GVetSoYrtW485u673RiQXRPuu0SVPpv0ta06Ab/tj4h6tEqjpqak0H0pDS2sgCclvNvzy8a6FHr
m98E6A7lK+BiMoWJGUSDjyS1RB2wcIjbeNTFwgEv8xrfxKUDhjFZRpiKR8HMOnM+sa2QSqFcZoMv
MLZT07G2Cwk+Y4gHvB2ztdD50mvA2sxzr6K8glom55qCYcpbsy4GHzAXcT/qgX43qKKykw0xXoks
Fk2BlciE14CaKQ/gD6guJpnaYWAjqKvQm8q2spYrByVAs+H1BVucQzBpQDsHrzgIMZzPYWXSrowC
efDjnNYklLdRUmhohBjcVhsn97qxhXT/zCs1cw3CFoBy3Byi8t4jmi5GXxwE68EK9bojuRaC2QqE
QtZkhwYUxR9wjpmdhGHlGWljVHtaGuyzaDu8+Yw8YAPJDKl7hnwlS1+uf+DlUcX3Ib+Dt+asEcPT
T1Vtm08ZWgL9AODhQ2qo2dzZJa9Mw+Wco38fZODYvNBnQr/2+ZwbU2gIpSKMfomGrgO68Me9LgjR
rslr+iyqffmvnzCwh8QFuItQbMHlfmbv+gxdbs3z38UFcUgQyYEO/Xpff1Q+k53+ev3XL5Qmzn8/
58tA6RIGAsXvlyM7eU8Okb+zaoImsOKYsvnvFXuXV9C5PW4tZmLUNlFgz4puWHNg9UZ6jfX3odoM
wIqa6tMguFJDxF0RRzaKdKQfHqvoq1TXevgX0pvnX8J5s6nQtbAYFHTXhq7SHvQPvbiVkY4rP2Kv
zGwxg9bNxmrvP1ZmYF798+zDuV3OA4BGWIC4JOy21o+idCrIwUxeGnioVb+GP9coipf2PjoXZ5is
NCcguMtQAYulnNbZ5NNERvU9pyOw1cG9RcuAdHJeraTIFveTgksX0Rd09UBMe7b3/4fWDRtxPU5+
q8jQGfhOKCmfg93bJG3bDvoDLl2T01zwIYAOgeMKUR8ufIuLM0ZLqqnSixOeBXrtxWJceKPRrCWq
5t/Cr9qpFW4eS2ZFwdB3k29WuV1JwSYvNu0tev5JcDCteCWUXTolOkR6RAikQoyJrwCwhmWxVFiT
b5lheifinUBYY5Q7SaiVTa3mfhfH+e76xlycxxOb3Mp1UtX3cNKwOfOSlwijNmmZm9u/sYISPBJi
QLJe9Kgh1m6MhqL6K6vNLTOnHz2wSitGljb9TC5oIfeB+I93+EMCXvRWRIlZbobwNpQMTw6UJ2aY
mTNSTV2ZuCUXDW8PvBVecBq6Ds+3PNKXQh4UqehPuOJIb7bNT0xzdqdlbblyky2EniA0mzmLUaMC
g6LJueuwUye1DszJB+xR2Q1DxlBKr3MbiuSjnSVi+NI1qDsafZFDkJ2Ne6O39JVoaXF2UTtXEL3g
Lz5amhtTJIiq4xuQN93HUJUiVGlHJ0HmxI4m8+svdowJFO4cJcAaty+nRE4HIwCtmtENtTelkkjM
qhBWHNfS7kcfgQGUwsxryqvzaakgl1ofiX5u9I9ZkkC93Gqf/v1ITm3wPgT6twaUV0Q/gVQ8oV0T
2p21VstcKJUDw4YoR4NHRIab59c1EiMzlXSAFWTw9+i2rQ+GOVq7YBibp1ZEYi4xa8utQgOUNWoF
fGk46kQKwtEtAfR2NSpYXl/3FZHKcXJaQafPYaEyO2IjXenkWjo64IBBTQPtiKZpcHchSullZqWy
CPxnEDgJrie/a0D41MYs8a9P/rIpC2Sr0HtDqMmZgvBMFtaJJfq10I62zKLumNemSjQwxq+YWtxL
JkSK8PJFjoGn4B40jVJWK9hLYhveTXE8uarciH+zm06scK6gqVLFoPDYvmy2qhe1Rb7T2b+WTzWQ
OgbtH+gd8TKaC7Hnzs2ElnOX6KHkg9kCDJwdsINQz4jvkJJaU6xYaOQ4s6Wdx83/U6gA4cSCKfop
MgqoAJlV1t1Iw5j321CZxPamGykkYoR6ArO5YpXpuFWoJdZEMqYaJXumtUiRMVUnItXqkDSVhtbn
XI3RqPAXmwl7CbE9aLyhkXY+K62Yt0IjBSIa5JJiLzWG9mMU+/oxaHNrpeQyTzAfeJgiqNDm9wsQ
0ty+BSTOKBorkYBulI/DpH1WpfwUaX4ooQEE0fOMLWm8fz88kE3Nd4wF6lCeVKiCNkw51LDZV0VE
BK1s7UKIIg/giXDF1FKkAzJwSIhh7Y2Lt9mIcKCT8kLyozgj9NDozhC4Xe1V/UpMsHQoTw3NPz/J
fUG3K5FjM583cvaQRtRmYbqSeFq4GHE9AbiBfBfoZHly416dn9rzrgjrcJ819SYGuwfR+hTAluP1
FVqKs1GhhcsEk44CkRduOGNXRdbQYTgiuM5tOewcvYlUj0Je5s5UK8FuaN7fNJWKyr5m3uqtOb6m
glKszOpC5wfSJciWI1bFXoF87vm0Fgy902DilwCT0EmYs9tBRW++/FKZ4JmXJbvcq1D2oaHs9AVe
+KN+V7PWbVl3n+ZQ/MnCYeVoLpyXsw8yuQ+qckvo5fm8RLauUk9m+SHALLRjD1moETzCN+oaCHhh
b8EmCOEMuAO8sThXbA6FKka0hk2oj6gxhO/XesWXR/XHAhcEDXhyWU0FC2oVBR5DRc8a/Lanx6qr
kMygjwXUy0urX3mHLCWQzkbGbbMJad2CVY3kj9mXnrwKd6GFDNI0PseiusljSvLGKUZqW0rpoqP2
LskJtVYIWBeqJJhcU0bXm4gwGyJS50uaTRliagE+AqgsBTiVQujtxNDsrJcA1sxSJB+Dfaw3XiAN
Osli5UYZ1niv523DueGzb+C2lVHjRrFG3INVn7QfoiDi5ZdBzfh16BApTSD7vumTTnamFHLm18/6
ols5GT53Beu9mUl0Hr6BbgTB/Ino1VaNz4mtJZOXncofS/wFXELrNQRkGT7SZwGJYyLcIXkdv5TP
/b36ucabshCRYUrBioXyEySHL9LoAaVRF1eSrzc3quILtaeOK5m4hdvlzAR3bLpOZmzsS3gn/SdG
BJZBOf0IexPX2e5vFunPYLiD0qS91us6Dko62UAIbTUzJbme37M1Dcql+P5sTFxAgJhzLEIRrqBF
frZMdlXq6bVqK+q3jDqlEPWOJNkC9IemJPUGc1N0WDzqVOrojZ3+qqbKt0bFr+vDX/RPJ2s57+GT
21XC20xKNUy0Kb1F1BGDgqjTvqfvtXCfSfdKtBJiLz2EUaFFilUHLzN6DjmDWRvTGDkKxA0dqbBX
FbAkfOhf0Iw1gVQqnuo1GOyyFzqxyHmhNJ/EcZjnvY4CtyhLYkzWpkge6RhuVOEjT276Vt4UuZiT
unvRmhVXvHjHnJjnHFCblmOkB+0MubSqTWRKManDMnavr+NSDI55BWYJbPgzHpbbx0Y+gDAvgxnd
tOXjTsXpn0DRdSMTZGtArmGvPWMWj+iJQW47NwLIvQUTB0eFfsjIoKZuyq4gvaVF5DTTj+vDW3Q5
J8a4XRO2TQGhR6xhkRfvdcsy24wlKD0xltjXLS0eiBNL3G7pjdHoRyj5+JPWuNDGS0y3Ura1fmON
dlFMNpJRKxYXr4kTi9wGsdI+jXsDFo0u25jBdux+1Cma5jrv+sguMKQQENJA3zjX5lRZRc3s/Kwz
KFDnQxNMR+1+akkQuCYkswjz2U23nX4I5aZ+MXe6IwGybOu39W2sbgZwdmrAbW/Met8kxCzcl8hL
ge16bLfXv24e5ek9/fvj8JIAczQaPiHTe/5xYT6IBqOdeAxKvbL7rizsXIKAS1FEApEH+KVkasFi
NAirubkl0+juQG1PRPSvylwUaE1lgoikF49RTORHiAMMEJv9GD+NfZVsLMmjqj38GjbghgWLSnNH
nyO68lbkt/c8eLD3GgpEcgCE4OEkqlxWSUIN8cg01jtTl45ELsE+WwRdtHLfXUSGsy1Ut36DiZFq
4rvRRDwKo6HOxaOTk/eSvP9o3ff6R0H2xeb6iv4GCvBLemqJ8xB1i8qGIqbiMSWdo5GE5GT+F976
TrjVNxZRbdEuieJ46NLcZ+QBsieUtM+j8+v6l1xcvfyYOfdBmZHpIKEUjz/y3x9xK5Hd5oFMdu3c
7GM7s1celBfNEbxBzotAWKNsMuUfg41jEAd9y05pz+Pr3NC27d7pV95PFzcAb5M7QXEdykoIvb/j
4db7/LTuNvvQsUXib9cGN/uJa+s6u9CTmIH2RtsO5Wyo85zpAB6RnZ063a3zuLJs/NU5jwj1dmCc
8IeIlPW5IS1OC7ODqM0xJyG136PKrV6nJzxV9IDYqIe1zlf8fd3mki9ADUyEG0AjwQV4gcVBLlf1
IB49TbClJ2Gy94/oz/n/GeFWSofUgFYyGGE7AONvLJwKlC2J5Vw38xs3xS/U6WC4hWIQxgNSCD61
VL38lb2pO/Mlth6j+5KUhssOeU4M5FNitFO6kUHUv9koSEIC3gIo3pxRPV+/PrcqJR176eig7zUg
iUpKFaGCZ/64O9rJmpjN0m5BYQoPeYAmoDfIRUB6WZpmH6jjUcilHZLnUiqu3KC/E0H8hJ6a4AZU
GlDLnaD6dZxAqEJeko93TyLerjp0ZHpqCDIn/8vZdzU3jizN/iJEwJvXbjg6kRQFuReEpBnBe49f
/yV045wlIVwizu68bOzEstCuuroqK/MA5dKUPBi2fQZ87c/9Bf25ie7Zn/mxLGKQWAoxRNWRQPBO
9PenwMgsVQ+sqNviCU3gXGwGvsU1pD/NyrZdm+CZU2O5HkgSVRqcPEauSs7AO1nFKzamEdwb4exo
VDmOZVcqg8N7pl/VBstu1LwwK7d4uj+Xi4ZUpMbBuKAgTT47G1LpS+IohKPD+Q4eIVr9nY2muFZi
FPiF8aBhQUCn0KTUJs9WDFWjPslUdDw+CwT3APc60NfyVX89cuSpJwnlPPLYvQXUMHJCfTTPXZzq
RNdc9rQv57N6/RWzlSsiEL+XITM4Sn72pQMj77rwf4xiJ199bWK2cHHAobkyxcKJeEdFCoSdkLMr
m/2IpMf9lfuV7fgxhV5wCO6gnoqH5K1bqQOBz/o0GJ1wI70mNrcD10n4CbKKHHUxstbptBg2A479
H3PKrLohFZ3qRxEmrwVRE90del/vdTPVNxm1FLo3Ot1w3tzjyxcCNsP4uJwb8j+zy8yGPO/HBgOx
l4ijPzr8cCiUlkC8jVV1L4NyY8MRqfoIGmjeB2szvXBI8JbE9Qt3OgmFzIYORWQvijh1dJIH+dkr
KGc2W6XcZWY4biAK/YBEU0e1fQTC3LVy6C/yMgxZ5ibFSqTFBPkXQlKJ41gOi4Z1Wu+j5y9Z/BLU
Is4p8hMfSVBbY3fyK1BVROKlDtoNqKCtQk2J8tpIpEpqqgZ24epJ/VH4aBDxvsF6TtiVDOeSQ0aY
gAbUKYM+pdJvt+I4yjEfif3oiIfDK4eAeod7of/qTbxXYsQqWamnDx7lCb14+vl55SBM0z871tfW
f3ItV4EYspqcUKXD6PTVtnnsFJIoLyxj9sI5qND1B17+FYML3kzG5ToRZkyvSGXmzdJMbduWk0fH
hQikAgC2pxlu4BpD9MAyBAjAAzjQtuxTwhs8oNor1he8GOTjgVFCRAgVgrmWWSizQQOxVnTfbyvj
tTf1bLBixoBAOL3obUfWYLOLq3ttcOY2xyEde1XyWKcvJJKjJFR3NGvRTxvp/WcTAQkd0xJUdXn7
5XlWnj8w3JERdBnvG9nqRKsMDPQhQ2KGemv0m5Pp+dKDTWTSyORk9LTPIhE5S5maSWp8GkfeUbKR
P6rof8zBTgcQ9yJaiPEil1Ecu93bZe2GWtniACYETI2jrTn9c+zcX9OlN+KNkdmOimK/qWUeRtDm
pPM0o8E2seBYZaqbo5nvwYK5NzuZog6FDVVbcAHFxd+yu/QQmGs5iF+pwp8hayiIsQKPC3vuZgUu
b6FtlrOOp4hfYRMYfLVB3cBg4m/RfZI7M2T+NoGpcB1J11QSfuEaJ+NTtR4VE1CI8XNMhZKlfSiM
Bet04Pjtm9eAsA1LWahexNumHwlSA8RPOTPzR8Lkz/EamHrpuSCDzUhmIesmozQ42+5NPIIlwcda
uOGlkV/z/CxbzbPqUVSQxSfxIgAuLlYsHSqr8smY6nVzFP5nWc9pGtCUBIA+akZo9Jt80JVTw1/n
chDLrMPLRGBPxXOp6cGm8nWx1AEAvr//llwKjhAE/Cb9JMiP3xpT1GoUu9jjHA7qQgHOEeALTbXy
Dlq6Ra+NzC6JoShASN7CiFZZvfwcAqCDHuT29f5QfmXW/9/E/Xcs85YCoIYqQFQZ7J9BoYr2VrfP
Sbjz/bMqHeLeaLuMcJv7NhenD1A9DaxGmME5fWDWKxwTjz7nCLyhPUCh9/7P/2oy/xnSP78/H1Id
FS2Y8TPeETwPiJCKFYMz2ikgCeyxoP6Cxvk4EdyF6fiBBr3kwgCbKRKv9UA5H+KpiL4orcXNJHpB
AGzUkMdGKLl9TDoN728jbSJt3wtZhRsMLNigTK8bvGhGDrE8mpCKFJwykAj3jaRjoj99EjfvPhC0
HenLETcCUkpIsYPrQP0ABxkKbqk3AHgdQFM1tTip7Wqa45EB4Rhk/gWa5ol0ZFvEJkYixOJzxqWq
qA9oc65IIgV1ZuXD6JuhPEox9N0L5rXsyr4378/p8ja5mtMZMB2UegnEAbFmel0h/aDYiTXxPY50
QGHUum9s6cGMDoH/bpCf59HVYWY7YSiYNuSccs/pZkVbPd6MZmCrf02e1sfxEeWJh2Gvmqzu735a
/1eqL786uOZbaJZDgq7CIEvFtEXZk8oYYA1qq6Mk7IsYeKiTx0Ki01ZTVY9Lky1eRVmDWlOqi+55
8M2obo1UPWnxmvze5Fbmt/f1tMxSFX4m8UUGcJYTVwYcD4uygvuCoqB9f/qXgoRrM7MbfKjqMUfN
kXO8AYW2PRoTW80SkGlKqpWTuhitQxEOvaQIh8H/OptmbZTbNOaw0BKRWhogq7sLnttNYyVwqCEp
9uxetH3C2/E2PHef4M0opozzahJ02r2/Z/af75jNbJT7aca6CeckrV6f6lzvd+oePWsGVcuX+7O7
lHAFsBVgaAlPe1Cozmyxftw3Q5ZyDjsYsuXFNteiZqFrZ+91635VR1SLksvKki6GKNdGZ2vqjkDP
DXLGOf4GUVkF9eBpikuPVLp6bB1wHcaRcX+gi/cX4GTADQN/jfj79pLkPR9IpDrnkPXit1mqN5XB
r3XULp6IKxuz2MPz8goSCrDBCJQ9y6nBpk6mZyo6rFbC2sU7a+KMRKF0kjObvWmxZqlUQVHXUWPL
jT/RaMhmK1HFdKH/2oRgQAZ1GoIZdj5hdTZ2Qo/nopNlRhGDGRVcCPsc6MaT1G8CaeXsrVmbTd3g
e00MFW34WNfqFcIf3SkNEtX0stYyvuhPrsY1LeK1Nx/rCDQqsKTGeo0Q2D+hjt22nyDNur/jlnYD
+DzBrcCBPAW6hLeG+HLw/BphkxN8Rx6BoElAuPAtY3vCrdFrLt6H17Zmg8qQGevSpuSd8cgimNAC
wnBfQqdQLaPZsdzma1mVpQ14bXBaz6tZlJtAUgYNBiOxJWFqC9Jr/Pf+/C1tiSsT85SVOkIBTXBh
Ar3KiTHu39td+gxeEX8l/7Hoja4NzYKJvOvbQfJgSCrGDQORR398dvmOlB8j1qzw0Pl5Qdey35A+
kFf2/drKKbOXgtpnXhtnKe/42nZ0dSxelWKDkPSc0iBfOdOrQ53dcK7WV1XLY6hVacY1zeKNl5+Y
apvvg+xxZMEnV5tBY1f5ivddvGZQRZGhqI4MHLpjbveLWIlFwscV7yQ+Hafsjq4quifaZX7sn2JI
q2/62jPUXI9RAjDHTr+/l5YKxqBSmHrCwfIjoA391j5fZYyLM4pEXE3L+pLmdNB7KhlCtuVCi5X3
lbjpRR1tqsHKw2kpe35jenZUGH4o6xoPVkf6MiNbMscNjme5Z8iox6bJUDelBY0gZr9RzqINzrl4
y+94lvD4gyZ1S9yPUBpF2uD+lCxdiP/MCOgEb2cExGJJh+Q066BuQJB+PSsrc750fsGMC8SkiJZt
wAJuDXhMAVhoV3IOIIqDBUBNl5Pep94Tkq4rAfJi2mHq4gAEboIDi7PlHTKpjj2xRyyqc5+u/lDT
LSpIZ5f+r1DYKRL/kQUAEhRtjT8fcuX3+gEi2l7HcQ6QJ4Bc2q6W6T1fGV0b6WVZkKA+xfkabcvi
7gXPL5DdAPlywEjeTmXuKmw7gFDF0eyEjP6DNhjVSXp2SXIyossu263F9kvlCaiboEUcEZM2sWPd
WmwFoR2HSOOciOzK/aGzYoUUJvX0NYG2Rc+AOUWnId6yoKObeYaiLyPfL1zOCYb3jvnLKJvO+yNX
m9TIrTKkvK+zrFGWNHgLu13BrVzSS5v02vpsnIxYDZqbTdblHYg9xY/Ce4nUTekdJWSF11R/ll4Y
6FtDWggtdMj+zhUI+6DCXw0B7wxWNFIe2koaKcZXITU4MBdVEfJERnlIIzv5qgrjIsZGhoRZltsS
ui/13vtOPQA9xrf7rmA6ibNQD5CdiW0RxRBwPs4uwGrkBC5TucHR8Iofi8DU4rWy69IJvbExu+ea
IWllPoUNphLNjklMkRH3cuV0jQ0y09A7gMDHL4GNzTozgzofBEXuD3L1C2Z3H/Sc+WaMUPfOBiOo
WqsEs2cMHqQe0RnH7GrX27WFQDK3JhXIzEQt2RTVCkZqcaahiwHFemXi75htNzB7VH3Ts4MzCO17
7yqAyoYri8lP4/i1mlc2ZnGnqmQ5+Fkx05AwtMK9v/E3lfF+9Aj+WBBefERyaSMeZfK2vTRkLQO8
VG9QUV0B8fLkIXGubz1H2EhcH/cosL8e3j89KB4zNLFqO6IWCvsO7l3Skcr2rfP/CkGEa742PK/z
DTVwGsDrDk4zWpX8oDQfXfoarwkiTSv0e3b/O7x5ex3YIrOuLbGL6gSsw1rRnKpEtccQKTe2Ycz7
e/b/M5kaMtpTey86im8nM/f/M5kNrfXD4ZialRVAde6RYDbfVNJsCvNy/pOvXN1L2xQPP6CSQFQI
CtT5GvasNLRgBHE4eRt5j5D+WDmMP45uPo1XFubBPSf0YYmsFoqypBsoWoSsFlC+4xM2ZwzUr3bQ
Dj2tyVcCUTSPBKCt5o1+49MnlFX+vhBmW1sS5Siy6xRymN1q4XYa4b3vm7lEJq4lLw3wfQDbIb+I
rF9shmZmZQf35G4SahkPTmhEZmklZmwgfUs7wpgpyDjP97fA0k2M1+N/12L+QEjUTgPsYRwd4A0B
tA/Ie6pnh/FhCP/NZru2NHOQslJyVaGhDgzZNCRlMOkYsrrxwXIKUM6bhxrlBVFit0utNXLTn2Dw
3nxPO/IqrorgTSB//GP7/QmqigQU1sTfJARhB8Gi9+T0BSVioyW1/Xf/kpOSXJDqpfHB06vdKkpo
8bJAAYfjpsL91B9y+z2iWAnQHhgHzEX5lEV2dlb1rnxAp0jCcXpgpiCYi8AZvVlZ7YVquHptdxYN
pbLUgLEednkLLGGv1V9XIzQx7ZUDvvTsvLEzu4jaoBM6L4KdiNQmu9WlkVCnI39WhrPkLSHJgu5Q
1CHx7poNp3WFgC/kjoUZ6et4fCqsjQcdDH18Bpd3R0BYu/LaWjwu1xZnAxu9qVGwg8UiP6VSDbAe
7WKkEzdQd9n7B016AAfmyiiXFg0RHeDoIPoBRcLsxmXQOFZAgYN1Dq2O1N97EFneRpNJE9E1atzF
hbu2NXvpBMgLQ6B1wLOtIYfXTtUzqowHHbJrxv1R/TCRzo+kghGhYx0hIaKV2yOg+oOrFR0HjDWr
0sYqlD3otk7cNtlY5NEjIzErk36nB9UDVc15Jzw9iw/Pmg5d546srep03H5/C95eaEVG/9H8bg+r
cUw5EaM+hK/eWaHcltaWjx30jcO/sml/9N3uGZv5/k6JXXCLTsu5G83Pd/O9sTpL3ZrYuo+PGoVs
+u709Nd4MT4K+gLqICemdmxoundZf28ugbBVJGBBw4LXH3p7Zyeo69Uo1sB95tStmO6GKNFLLVax
5qNsVEDWbyW+8XVt7LMjy3i4rNxB2UWpnD0HcspuJJTmrJAdlQeoUMX43yDDKYyicqzwDwkaT1vx
YIshiwryNLyNJRCtaLMPZsbAz0fGnfIKumspLBFBoM3qoa3jbtQ25+zzm9HtnbRpiErX0C7TSZsv
Hdj+0AY9xdi/wNZFmqt+h4ZupxqNkfsUuKcBpI8kl4aVM79maNqwV/eVGiaC7yLZ77SK8y42OQ3a
c44JzdekHRfD+eshzeYzlIUMQ0IaRUmJ/rpDPNKg9GuUb75KJAM5FQldCSd1l1PIzv2xn+97gaXU
A6g5wY091U1+L2dSgiQEot2ck5ce+oYOkvBXDCPSBAEVmW+XKSnLULEtUHEkFdgIPCMSx6f7H7G4
p5AfAOsfqtYAz86cep3mbqxGNeeknhXtRqJ9vFSmVXvkZBmG9/aw3Z6VN3gdLl+JU7mFC2yiQEJp
DE0gKvbUbJ3Rta6MJcCDzTYiB6RdOmMcMN8lEkxn4dSQlXBvabmnRmukXaZJV3/QBFcbq4/UGGpj
mO+d4JOsJy/ld4oej5w8EJRCUqrpxS6lwubZtu9P8kLEqyFJh4cG4G0ammpuR1r08D9CybNO2pla
+l54X3W3j1nSAF8vhHrLr9VHpo07O6s3BmdHSOJTSe0Bg3fCLy47KFypy+oa2G/hmOKhzbGyiKe1
/Iu/AuQujJwVsJG0h6E1RhqMelqvMLovYY5urMy2pwiWm9wPYGWsqLc9BufIhlo34b54zSOiLtu4
E+2ke2ZzY2W7LB3PKZOAFB1Yd3hcE7erFsi+GGgtvK2aBsRTLxq3zxIjiQwAS4q+0UumIP1fRSYD
Q+PKyT7vb5qFocM5cEB6AWCLaFmaLWKQi1zSjjUP7Ch/Vr4mKEZkWJzywL66AbGBQqgM11jT3lwA
RNyanTnFUfSZVM1gFpqU8uDpfApQ3UEz1c4uIbAbxCRXTE3HJySQBHpkkeeQdHHfPmuRXpQr0clv
H4GPAfMCi/FPrGKzk9N6XRXhLcsj/NsExN+tFW2m///2oNz+/myOkUIXurgZMVjIL8jKRgx8itQi
lcZdWl5EmaFsddBCvRg22Xio27U99vug3tqfTTaSEH2bTOPjwWfz0p8q6cmNdDd5jNyP8SOSj0pH
lT8ZGQjwqyv763dofWt7drRyZWiFQsLY45iiZtVWOYGWZP9SVHYJnLQhVmulhCmA/jXboK6aNMqA
YfzFrsPXQyQVyLULUR0Drcm2iUKUJkYDpdLJ4iVywXrUVJC/K9pxlGiX+pJA4jKSZSIWLKCFbQKC
RbMv1GA3JlGek8Hv+s9o7IaPjE3GP5niFYlxf6J+OzrM09VXz54F4xDEvCYDIVSKPmEr2RaA2478
ndRDz0SNV6wt7Ag0LUy43QnrCS2qW6/DcXWuZmiWcgLpRSw2aviUNOb9Af2+jsAzB6Y+QJdliCPN
cSlNrHZCOrQTBiYBmhFqnUW1YfxIV/JnIda7OKFZtpYCmU7SbO1FBeBVTkXsCJjUbBYVDbRrDagD
nTEqQ8tP4o++9dfI3hZiCiTV+ElxBK3M4Jab1vLqik87MfHcwOcduQK8P95WJQnEQ+PzAMm6ZtsW
aK4vR11tzCB5LWOrSc5JWhAp/FrDVi0UX/Ap4K4UcIVok3bq7aeAk6yRozbhHfeQP0GyWZeMTbDN
d5VuqGQ0UpEIT/fXdaEEDZMT4htdS7g05ikBxlcH8MChVDecwVWA3HBCRZ176OlDpEv/In5DFhoN
2ahAguUeC3s7QDyaFPCUxQARxLiJAGPM/7AfPE1oQFWOQAuweZXxHx+7l9BaGejSDsajDSBgjkff
4Hxug0FmXAbBh+NnUBCD7wxsd1PvlIcaydtdbWz/FpuJ6RZPx8190wsuDK7gv5Z/bs+rDYa2zCT2
+FxwuDaiTG6xHUnALJ0bY6y7/oovWHihoup6ZW0WgjD82GUMKI4d9jvXiwdB33jbhKIb1D2Whoj2
MBcJxBrSmqRYq6ctHqVr2/xsedVRTNwItvNTX5PGSnVvJ6DnjrK+QZmONDvML01e/kXK53bQszu/
RgTfRAoMK7kefYg0Pkr9XqLsEwKMOFwJMBaSPrCGBgZ43KlZbE56mdZIrqlaD4RKv+tb8DaSP55k
5poObHTnf4zVGiRmycFfGZwTpfIjp41+2+LaBYAf/Oo84RHH7tHiLm27/Yf7so3xBll7va9Zne0k
JLr7uoBitNMnezalVWM18r8aGWgjQKcLJ49c0u2OATtXU0ehALwN/1wz4kbgRr0GnYnEO4UAVYBN
wqrvXPpdgeiKN/nQZly7q+j9A7rgGiD+NEFNcYuCrHjmdmM/ynI2SAWno/0m/mw2non5XIudps0/
u82urcwXMc96sBHysCIeEiK+93pjce/Fa7ZBGX8tgb/wbsV9j4fr1OauTm12t/M61LhmYvlnSHpi
izVCcto/qk9f3Zf65fBE44i84w/jEQ2/UA8DQ89juvbaW/B7N98wu1j7aoSQhoRviNB+o9EgOAlb
NyPdp5+tLODCu+t2uLNtFMRsqDTTcI8jkf9YnkVeiLD9zgzNBvfj/d2ycCzQQQLQ1DS1Uzr2dmqZ
cnDDfrJ1kIw/q7tk+dfxhgOPNYCKP5CFq8ui4WUv04RMcEozfeKpmdiPgVXprGlkb9gm+v2xcAuP
GQzmH3PT51yZKyNFBRB3WiNSmtV3ZwFYjeuQPTb7S2O3q5Tvi4dAnPDcwM+wAMze2pNUrsijtBEc
NwlJt20Fg1cP4WdwBoULEU9t+ciO+yrN1sa5uBcnTRs4GkAr5rRxTYhkWhd1vKO/8tsRT5WQPkB5
2OkuSByd1/A6CyCzKUeFW0Bk8Q/orW+HWatRM0BWHcCSxMhZHQorLvTHYzZGD2NkeLGqp26MOdjn
eUDAz0x84cwpCMD8zmgHh4t3/riNM56CuqoGCCTfR7yu+JeOo2JJ5XfBx/NSZ9s/MeooazTxC9Qm
+HpUGbSpzI0s9+zg+jlQ053U8M4z2BtJa28i2tosnCNeeAW6Tx/5nV4pyBeDUOf+flzo3bs1PTvI
YVdIUeLhzhnO/BnFPr3W3XOra0QKiPDClobxhtwbFQPy9mY9tAc7XW1sXwqJp4cAjwoZ+ubwNLhd
vN5DU5cGDW+kzEFq6GXU5UhN0Q967v7FW/7G1GymZTcATniEqWddfxW3hUcihnAHFgGabYsraJcf
3ur5DQRmAkED6BOdcPO3NLJvildGuFql1+qDfVZ2vd4+CQ+R8aRQa8+BQsYn/rl0LhfBcUpCjJfU
3hPkcy9nz1w5kdMk3vuW2UIr/QBpdEYFHBuNpqBkMiURyy2uZSyWzj2P/ClU3rGkaDS+XctWKpRo
UEfBqaXHUCNJanlGj9AwNYLIub93lyJv6drW7GIYmJ53h4yF69bRHKNdRDp+Bg5jDOY+/VDJdmvn
9JuuWF3Kvd1YnXnUFtWOKux4wZlKAAPh9u5W3rZPRNZPxn5fEt78GEcK1VZa/bk/4KWrCnw2yArI
oGIBmvd2bgO3TscmkvHSUKFW75HuEq6ppS/tEvD2I6EJ0R9R+nkwX19PY8AFfIXBxQNAuVpJhGYf
Jlt/JaJf6Cmbni0g0/hRi5LmYShfe6qSMBhKh3ay4dl7QevwqQIhQ2sTkuy/sEHxJP5qyV/G+BQq
4g8WtzKb8tJ0Xn/DLAqtJNH3uEAVnEzKGLQ1RVUsWakwai9a4RdOHWXDk8dJyl/Z1eRGzxoX3eIi
4yuH3hvRC6gVbZ0YdTekHDpEikEgErSooDcFSapPPhEBzMlaFJVIUTAVxNA8sDijj8RN0XfLhTHy
VJ6UfsWymMSm7CZQHGaazxEtJw8DCMVb0pVj8wY8frMZub4p9ERjJEfhK/kpy9P4BP2QFimLms8L
mg7gcqJCKgueUQHR5OHf/eEtzJQSuVIuz21GTBCY1YoGwLkfqodIEmI7j5XR9nPZ+8NLqPnSRpQy
Gqd1ypExaeutmvLMJs5TJSAxlystzfm4SdEuH7OQLy7RhklAJQDodOqXH2zclSyRu65xKRp1o88E
U1UR5CXYdiUiXLwx/lm6X0KOXdCisRP61U74VKgAOUOnGKqUfEaYjb9zDRBle755//AthrzXNufe
RpWrIUXJ1fH3MvUvx1D3zpzFgRciNmJLertvbqHmhxOCCjIaqHHaf3UMqF2camHqYnca/l5vzcMh
sgsAkzLyKh3BgPaR5VQsdDmmlMksfeW2WB4tSH/hxJGBREvgra+RxMAdZAjoOmKrt8x5zM7Rs4hG
oRLqQNhTigDCourQ9A/DGjZu+uX5RSX8Y3l+g3gZn+SjFIiO9srnNCJCafHZPmutqj2thAOLHgCx
hQBoAZ6ic4gHekKT0utTEQ/uV204NC1AAyvVi2VPd2VDvJ1I6GvxgcTCRmkediAXAWeQrz/+dU1v
31JibO3Lt61sntXV9+/i4CYRFoiPAa/54/6uXDkjjMzAeaPo7AKYub87pzDp1xpd/fYsYmuQOlaE
6bcHx9g6PgCA939/+YBfGZjFaYrUh7KWw4Aa2q7lA1j4mrUo6Yko5yk5GYVz1kD8L9t39UrQ9hNt
3hvbLFAqlAQbsIDpzDgc3o8m0FqkK4D3Advgfl9sHh62PNEvSkg8fe1aXIqeJpjrf9Zsdup6L8xD
z2fFqe3gMHy/4z1CRAMNQpvHeGfl3y9vydPD1gGC5Gwjh/CvDv0/5ueoVIbLWWjWYejtK7c/Tg8A
V39U6HC8QC0ltMKVXbToZPBgQ9yP5ylA9rOphshgxXEBXGoEtONhoImk18bwtAXPzh93jc9xaW6v
jc3mVuu70BsHCWkE0Yi2Co0fbe5tZdtOd8B872Dt4FEgf4Tc/uxcpG3k1W4Ti0hVmPmONal9/mM3
a2+2pRwCnvTIV0BqFdp98wgU5wLi8fCQQUndb/OzIKmLe+FT2x03b63hP6ql/kCFiDitE+mX+2Nc
ihAB9ENHE3QjNHzBrT+LlSYRipYXnVD+LIaPIXtKmI9hTTVwARCLN8SVmdkYGUFIY7kS4L1eJ6/p
0/YUAjFVkM8nj/g4DyIhe+askm5PaypHIK8MTMiT6JoO7q4GFYf7w17cPcCGADUKuXDUyG6Hnft8
wfKDIjrsO3OMO0tuNhmvo4NCPv0bQ9BHB/Ycqi9z+Q+FLzgtU33JqXVVNoVP1rXT1GgjO9e+71sS
FvcR6l6SDHEndDjP3hOM5zF5ksBUZlSGQpjLaI4CjTfvBzMg+QVNu3+9KTkVE+4cfxspiZ5ApQnd
dHqBXp7pO/e/Z6magXozeJAUAYk+8MrezrGbMBrn+dha+qGjh3KfEZT1afkS75K9tPVl2tC1E8sv
3WTXNmfXsyq5PlPHsIlAA9kP0G9NhLr9xcQ2I9YX2Rt1QQ17omA9688rA15aADQdAb4CtBPgszN3
UdXixHQAf8tc8lgzhfhV9R8F0AT1qQHes7DPqVpYCL8Y7O61JPziHXttfXbHikE7ZqI6TEM/6OVJ
e1FYtP4SNaTfYL+zV8Y6baa5a0RUIE84YeTH5xm6EdrHHBPIopOgHabeFJZX0tRX9Chs0Reu6n2o
1/7XfaOLd/m10SlGuoqBmmBIqxzhLWL251f3ACgXORwrsvnbnU6nl2y/F+gDtW36vOYuFrYVOAOA
D0D8Dp41eea+oiJ0Q7lKJIf/BklJhzSvDq6anrHuD3AhxrsxMzsxmejFUd3ncBbQMrfGUMWcMkFI
BxcViPumlrItgHYjkgWNIMh15092T4ZW7tgWkoNcJJkYUx+tk0VL4pML8KwrR2M6dje7BZcbrOFc
sBO+6gfmfrVw0cgWXSx5nZOqsaf7DQbWdH5jrIzpl1efzEA3RobfmdL/swPYIRMvlZ7aOv0xeuB0
wU4OSIv/BV2XFVDp8FIbol7pWnteGZ726zTMDM/OnhRIYQpGm87x5Ae33DGXeiMkm8A3gWpt6w+F
/5MMFBo6ezTdZGbkm5/aRywaCZ7n2htfVaTWk8dCDw6FMzSbKHgBP0XM03jvWxBkqFp0Z1R6hbDZ
8J6yYxbTdq85XPiiJtTXE4+U8bHPLamgVQA6MDu/yMWp5GqIN9CBIaGdfhTgQKk00+PxzhXtHG2+
2wAg0HCfcHrH6wmNUKMkKRB+kmp0AuAofE2ih37q3j8UUkLQGIRie828gM0EeQHR8A/iZ1ittrZP
R+nXVrlaw2mNr7aK5gYoRqtK60ho6H+uCirUoEPecyDzw8coZ4kxKt9QH+9vneWdg5oUhF3RUjGX
gFIjf2iVaQE50z8qyFW5HlmjsluzMfNebYbiPjTAOmcnWuh+y3f82ple3ob/jGK2//s+H9TCwzED
Wb2eHmtAFZ4jbBFS7NyP+xP2G2vzs+X/sTXb8t1QpFLLTbYImgWlzBZiQzo/uCQnUKoyux1HL1qy
QhSzOIWAwOANjOANnPm3mwOSV0VVsxGM1lVjNm4ck4GLeiPrIN0CxFFf98+pz8ZrKLpf/n8aLIoZ
6HWGGwOWamY3CxMlbbF0YfjOjuhX49EN85AG3IQnrlgigHGyt+Q/Ab/P/7LHUtUhK0DE5nR/0qeo
9NfZuPqM2ZwDNzmkbBp2U7U/NRmUwUsM2TUC1HOKY6II5n17P9XSewZnhzGUslHsa8y3WJi1TyQN
igFBuClFvf7KJKi2QEAAKlUelU9qYCSbSLGzL+5v2+k+ntgG+4cDijB7uf9Vv1G6s9WYBe+VHzQZ
xD+nrZfFdtQ8Shz1P738SaNJRsRN89oF+0ksOSWVrEfMLhhW3MXvOhs+QZnU7SFRgZ66OQ1+Ch3o
JsmlzqnkXSAjR3xKT5pA6wwu901yU9LbUkriTSFBWwEtIyHRHrngpRfMQYVnN3o0v0jI5XZECC2h
O8jiRlrF2Sy50ukenAgsEYTPs/8DqmMin8r4yJLI27DHAsrnVNzIteX1VhxsI+m90k6ScFlZoKXr
Hq3SE1MG9PTw8rk9LgJelRUj1z3UO/Zc8FiNPR170E8XwSkU3nuZBaXPtuRNzg0NJsDHae9ls3Jm
508BNDlCn0BFrx6ErFk8b2d7N2JcpZIaNFm9itYrdogaEvUND0srsxIraCiQaoMdmWgDObiPQFbp
8iEFlET6+XN/Qib3cHWMfn3KbD4YQMqA5h9ZhwWsXYggnsc+AMztJitjnr8B5oa4mX8UQMHQRgwM
lWA4DLg/vXtSi5yA286QSsmsE5rshKYGWc770KQr3mLmnX4Zn6USvGBsxaxiWafOnrIPN4GG8zZo
7YDTudqUmZXk2uwq+GVt2vxXcQLHQuiIGbC8EYo58lPQdZDNafSkPCYQHL6/fqvzOgvM3fj/yPuy
5chxJNtfKat31nAHeW26zYZbLFJIISm1vtC0JcEFXEES5NffE8rqbgmZkXGHr9e6zaqUWQJB0B1w
uB8/x1VFZaENs9yoYdJFjboue1+AcCdDW7dRrq1QnKTX+PhastkAbwFiBc0GV8rHhf/zK6btRGYd
XxPl0MFZQZ4lykCnDbUIoC+1l1MMN798ywOlEbYKCO8A5vl1SftMBSkqoPi3mRlahW/xdbZxjXUz
7RFE0uJ7565anLhafOJeJwMmPr4ljlcIPppgowF+9+uD57whWTyh/czoaXxnQ15yJaAq7FVlonsG
o9PTlA7sTnGMbKOpZFozZUIbXlE9srn9nmtsXHXErK4KYOEu50oHbkm1nuspOyVc9itHRiEcnUyG
DulwGessmEqrIsZE0y7qcRpSbVUFhlP6v7c3OV32sSCHSAMIEmiho13+64IMQ9yNKGeAELQNUCfy
sz1YOvfsyg6zt3HFQXOvhFZ4TqJ0Y63GgG3UqEGpDOSmV3ngbiBagHg9jZRTAaaUEP1pXrKFVBrE
3w3Mi+jvNivWQ8S7NBRI6yTJExlxjTFK3/rx1P96Ff8nea/2Pyy+++d/4+fXqp7aFERy0o///J++
4+1zkT6Xf3h9+/7c/1F9/+OGP/O04+lr99+Hwf79y//8+iPG+vtZwTN//vJDWPKUT1f9eztdv0Oj
jH/MArM6/Jf/r3/5x/vHKN+m+v0ff75WfckPoyVpVf75919t3v7xJyhyQCMN3XXb1UzYj3WQd/2v
z8/7+z++eGYY56Jqv1dF/semK57Lt5MDvT93/B9/4vL7F4T8UN6DvMUhZ41Nc3z/99+g9QBZ2AMx
jnn4m7JqOf3Hn4ru4JdQkXRAOGIDxnmwxq7qf/yd+xcUMpC6dZEnwDbk/PmvGX/5bv/5jn+UPdtX
KRR58cqw2i/7GbJFGOlAamVA84xIJ3LhJI45xg2977dTC2KM7mE+VYKQbkDoqvz6COmk5ZrBW23G
IwLnNnkeHorLgeBJYwC+0U+f4++X+/wyB1P/zcvI6I2CkCp3HTypCtv1/hQA9ee9//Ai7qGWiVQu
MibSlpiUfZmbdKT3o99CgOtivo8j9Vt9kZ44tD8y3T+9x6cH4eN/PkdNTThZrQt6X4KOA7TKM+hB
Ws1zX5CVHwACtbYcHRTxvkd2vN9MQXthhKAltgMnyqFMV0XMjTQS/n5x5dvlj+/4aVbSRlNkIrHn
YqL3LdhouJ+vo+rdDfuIQ9qjfRZ3w5MwPftUd/LPB5G06gcL/nTi0jbWzYbgsepWC9pvYjOfH5Rb
77vb4UzbIhOz7wY/s7xyuyXfFrwyOjsOZQLo3AMe//XZSqNktplxeq+9lmj6a73qqfL7R4d65rcW
jZeXeZQijEPw+PL7Jx8Gli3g84Mlt3RBoNiq2sHUppCAPAoSvHevp07On4MLLO3np0ie2RkDhSjV
QO/tFgpXXv2oNp7GPFzT8EATbeDUSxV/OAUIlqGkH5aEhBEKbDpk0cHX+HVZh7RCzKS5FGKtYVt2
PEqSaQ5Hx6292tIheDcaqo9r/xWzMrRliY0BPnCPtTZ6W8Ck7vcpaUBf3qMznIpqV2jmhcvzPMgF
ucmU9gmdm8ixOFnIYhYjLBMroGy+VxOha1IRcBEOSgqCSD3Iy+5+nuYu1OY6CX7/CeXS609vKW0X
pUYJBFV1eq+vlEu+B//YdeprF4k33E0v2iOgSyfCbxn5/NMTpX2jzJIJHRUzvTduTMeHzgoo3UMW
gnz9UqG+8+DoJzbcn4OiDwv6z5eU9oQYgqZD22j0vgnZc7MGQTyIPEIRFeeqT9Aj44bDfvaKgIXg
pMVtEy1SSegCW5evU5BrAGAHnq5i062LFX7OL5VAB7jo9x/i4Cs/+RL6slDww86tf3ynTxvI7Awq
LTnm2J7PZ+4FC7Kn3z/gg6pQfoKjHUq1KrQxf1J6njh6sMw2Te+ZN/n2Cv3Bu/y6um7fOHAUXoPA
8HUEufet8zif0WC65PfQs1LC9ImfTf2OO5G9mfb6DSgsPCSH75MgDkUGOVGPbJRIuxH7Zq0SL37P
fBccBNYbcj25Fl6pQbPv3/I95IG98Qy64R7kgZP983iyNPvBAfK7N5RsuaCNpnKqUIAI+5BuBmQy
wS4aNeB3BcmoGo7XKriUt/TGgaRuM0WzH3vIYEfmi+21Pn1SvRj/hCRJiLpXcKpcLxdOPgz/8weQ
DH+CrEBpajG9P9DRTVuV+t1dvu5Xw5pXAYEgK1+JrbZVz+nW2LvnJ+kzP5rQf7c+kh+UQz2qAwS/
73OvPje39LEI5nXlt2fjPve/kXV2IFgPcpC5bFHs8A9G0Wwbn2+7HY3aM3FVvuyfX8VVEabo08n8
hx6gTeMRIttuANXrbFfd69fd2ah69W48O0VcKCPhfqwfuncRhx4Qo3IrLNXzFEhfmt5zgNPLTasH
uNi+WpEWHAi6SIg9uQ7tmznsL9M37vPb5KT26MGCflpBhLUgwUCkjKl8PRN0miiTY2fpfXqn3+nv
yrX5ZoOSdluyMJ8DAKnRAj2e1Er66fKE/QtSuv9+qhRczF0ClGbJ0vssqi+tteLtu3PQ/mzHs1Pl
yo962u9eUIol2prUbqzgUUhSc4/tsCPEuCuWYXyBjfNUo5ucJv7xST+9mRRBNIZb5dDKSe/NVbwV
AbrpL2Iw/IlzAYFV5UK8AMT9qG4ggBW03rjpbtD3HKT3v98Zf+2Yn2YhRRhkYsVMGF4aTgmKo3o9
r4oXekmhu5pskaoJ6x0acrJdfKFi71z9/ulyx9iPNbAOfcBAPBwYbr7aVFmUUG2PsQZ9CCbkILss
gvSsCGigoDm3/j4+NkEfoDoCNuQkaEF/6PhQo/z9JFCJ+JVl28h76sDzQDBISgBOvZvUqDOl9w+b
FwbeuYeb3ctdlF4AUxTA4qD2AfjNy2b3QryzDvBTDZW/UAegcFWj8rvfmOglvtR91Wdb5j3Yq6fO
yyK2+oY9hEbXYe6vz2kQHfBdENvbo5x6oNN7uUuiG+Zdxhucwn50Bl6XFkVlw9sleETnPV3tSHRW
rZ7QKIQGM7iXFxFQdZor1bsSQXEuot3lEIxhh+Zav/D81RTs36P94/VrOF0ib6uHEChBqR8kER4E
qbyzIbC3lwB+PX2jAFp+R1HC2909BeDWuwNpsffaBpN/uQO8G5R768r7Vnh4vqdFhvcQxRslZB8L
oEVA/gYYtcOos/d++XTAi1xVkEa9uZi8t93TjFcIzpQgvL4ERd85GKc8axNEV9s79OF5O7zPG7rd
o9v1WxI5mFzh194aDO+x//YQh3dPMRg0Kn9v4fgq/BsUS6CmdYm1PFiHOHvB90jARcjwzsjoeBvL
u9pBNi3Ybbj3bSW8p2n1dOa/icDAH6HjccLyor8zwFnuYubd6hL4Uxcxl4tGN3814w3zHfeubXzV
aW9jlEM3OvwuwvjcQ/syarqHf3lF9ihcOZ4vtgY6c8LtxaFGvtlHwntco8X4xvBXg7/pvD3qybDb
8/uLm7PCv/D2YO9O/fP11gURahOE2/NteH2O5gw3eGi8s3Xv3bThBqkpPMRHpOX5Mczr+zPQxT4i
0gPzz+rR9ExY3D4JAUn3sL3veu8CbKpraJjj4+rABV3c6N46pN7bHFlYUGP7SoPVGClbY3toyPAu
bqcgB6QHQDK2srFw4TX+AcHs5PDtMu8OzC0Bytkofdbe+TtEICFsEp+FW80/zOy98qNAPXRy+/bl
xTkehHn6tb+7TIPwexhsV++HQCe8eNv1/rYPXe8WG5rqjfuwDFfvs5+tm3DXb68mHxx5QzQEWsSD
de6tdwbmr2/v4N0TzGp3+W0Iosmfwja4vdtdWt7DmsAjhsBZqatwfdChvtudXWHmeYCILAQnEnJ3
Z314eZcHXhV8N7ybhzdY8sGNiPedBeH69s4P99sD8ezF6hHLx7zvd+uH0cPqTkF28YymFce7AMHl
I2g7wm3Ir6bgQH8whAqyldTLzmIPZzv+B9ZVBHHRGotdbykAsBj1MF4PXiYLBGeY0G14i9mhvT/2
b64eXsBKJcA8gOX14HlR57Wbb3cqvpi9OgD3wadZ3KoeWhEu2m3pb7v17zc485cn96f9Taox6Ipj
p+DeT+8JtpcH5exhDl52HazmDl8KDgtO1Z3pH3C2lf/ybcVRk3xF2qDZ3Dve+SF2HcImMvybZVGh
6xi44uroG5YbJOss1ixFaVNkDj5qBKkfr+pNkqMokUUcCajx0l47lVeGUJ2Cwf1+XeSS6I/T59Pj
pRPYpS61zbI7xIT61VN1ITYE+yDIdY2LeG1f2lG9zS9P8W386rKDRDroIIxDi5j8zirN0bhhjOl9
16Z1SK147+oZLhta81yiHueVc135iWjJqSzfr6wAepNg9sJ93rId6U7PmFONmoIHg75so353vpuP
44P+gBtJvSN75dvfXMz/n2WgD1Hi8YTz/7TJIY9dPn/ONR9+5UdqWbGMv8DbDJzYAdoIlNp/cssK
Mf6y0BMMYmUAZwC+OsDj/p1c1v4iCLKBCocIHHqHD2XYfyWXLesvFcBjNFIiIQwTRsHpf5Fd/hr6
KLhrw+tUCEd/DbzMpq9AeU8LtAX397M7vcT93aeF2P+Imz+neo+MLLPlAbCmcrPHyMi7o5VVeKDO
O+G4x4aW/DWdJ242Ar3Mk0v2qqHsC804xR9wbGwp+K97opdxHuchpN7mHWq/QDNNhR0sWxTpFhOD
/6ErUicPtSFSK8tP0vZEDuXYvKVbWZWpmZgcLQ9nUQ5oMlcBsswn92bZvA9P/ZSZ0eN2HktSQWIO
WuZ+amZzYCvmiTvIsalLwT8yxmQ0bZGHPcvtdVLy51HNT5HlHhtc2u1mp8ORR9D7bnQNEjXzedom
62WLIh2nVimEw1WOjjd35Xaovy30HMkn8dnqGrf/POySTr/orLJ/NbIUgjyLpi2T8sfOQJws7Yuw
n4wNqnHfcossHFpyTNKMzQgZS4hSOr04q7Je28WOcqIp6ciXlIkBLE7Mvp2wLFR/bWqgphJr2X4i
d6rEth0Lkun4kFkJNBJUU02FFQsHlxwzHbq8MyuSh2ndXMb6kKytWqjRsm8p+aVqOFXdaVABbaep
eJ1blmy6THc3y0aXHNMszFxUQwdo4sNc+8YpQq5jH1Jyydix9CmFSEI4dnXptVqT+easLdsH5Zac
0nDshpSwkkRkqzYZdQjTiqUzlzxzyEF216RtEQ4k6bxCpLE/On2zbLlNKQVDyyKekxGHg+MW2FCc
1AeRQrvMDGVVpJmxeUy6uUCRKmWBaUHGYSLoPVhkKXIwa+t9z+YKo9fZedejJ/tE0HrEVGToKEgZ
ywytm0i26sOOxUXmtWV9grL12NiSY9rGTFV3Rh8vCv6bKmfsGTKmxomKw7HBD3/+6cBsbKfrxGhk
YWbb+VNrq13uuV17CjV2bHjJM2empk1q2lkYdykU0ipzPWmKOJGVOza45J9FNfVaomJh9KKogtiC
BNFg84VnhCwwlGmmysuMxZDIqj0V6E59eFtmhJJ3QtavyWjKs7Drzc6zevPNiE912x9ZE0PyzZLP
mVJQwHQdMOowUT9RLTtFF3JsbOnU1GILGj0GlCfBnGJ6adutGWH/OxmXfwf4cmGcD4RPbYuJ5yOo
+AwLrRFZfrVowQ0pmh0cWjLdwsQzDKsa5W3H2H7Z0JJzlgK07k6JoVvCyYYbZKu2giw7NT9qpZ+c
Mwc0wmw7DM4oyN6soDUXzlpyS9GZXctwnoVTMfpo3gM4l2SnZMqOmYnkll1WtZNqU5hJo5h+h87o
0Han22XrLcWyRazUZd6zLLSzwoSOrOZO1iOpwJ+/LHqTmw8A+OE15UUWUiBSHOWetqfw9kfWRe5G
nYjSi9jAyJUybXlSax7r5m+LluUDyf7JUmqLZv1AIJiesfFFUfrz2KqbZcHyBwT709iVSnohKFBD
gyHs60wVt6aV6Cd6Po4tiuSacdmkqeH2aZhodAeuaNx71LFbdirLUFdX55A5SRnFbfC9TTZOuexC
9VEp+7QinUGLZkgwbjyqQCRA5A59Iss+pOSZJS9wpdRyGo5lOGaF5wIitGxkyS31xNSyqSloqKYO
ag1l+YgL7akU5bHPKLllDPac3OEWDVOel6GjdOA8AUh72cyl87JUkKdKNQxep48uRQ6SqsvCwY9i
46cPqah1liWGSWF9wkFTh+YiXaBVy2xbZkpQM9WqRwejx0l9Dge60nl1Ci9zZME/UsWfZs7bMVF6
BU4pkmccyrkX9yCrXbTeHy3fn8YunFQbe3awlAIgayfhd13iOst8R25XGYeU6XqCwQlHJcgCTczC
0EdG5fSWjrsD+m3gN9yHdCeYdO38VNH92HpLfgk8vcnpgPVmTqN6GQPrYOIq40I7lHwzy4SSTYpO
Q30Cc7g6Jplfi3RYFid/4Ag+fU9rGPpBOBi9UseLIh/fm1mxF9qK5JtZ3MaDTrEVtgpIs4DDALai
OyVge2TRVSmYNRNnHBpq09Bu0NHqADDka6yhi9wTxfyvVx/u2gnnjMOF6rhfxTnI04wRrbGLnEhu
TNLbpE/UCQvjKLU/13u7flg2sJT4bZkz8yQhNDRSBUCHEY3Ow+g4C0eXzmNQDddZTivsWdOMbpAY
+hzLgnCZQz2pxnLMG4ycNVkwtetiPgXWPmYmhz//ZN+gmnXHxsXITIESNTVeRI/82LLVlvweHWdT
oRxOzRySFgGdrNLvxamOrmMTlyywbhyjqKoOjtlDpmyYUWVGX+jCmUtHMu0Km1GlweD8PJ1WbFgW
VKmSxxMdTQXD3KNLvJrO66LYzadU3H69HGhG+PodVUgWCceFQwICCDhjtyh8QF/E12FLc+w72rWI
TRyxsTV+BpHEYIl1ODJXqNvw0qF0gC/O9paNO2NKTyBwj62F5IfFZKijMHGYNTTLrqnR3R56BRbu
fNKlVYBALScCn7AqzJvW2dVNvGj7QEnw61oLCAvw1sQxaYKGsQ9LusjoHJllRitMpW07uCFU/14n
bfbm2VgWGDuu5CgMdBydKg5mVyltOOtVDBmLUwIax76j5C0G2rWnqikxeFLWz8SptXNqzUq3yMnR
ePR1vQvXbofMxfB9M4OEggoIjEHNcZF1O5Lj1AlXnaZC/GrlbXM/x2BviwzSg89/2fjSSZaoaq5k
SY3Yociucg2gVGdaLxtacp9qILQYOlg4Y9qaoqHeT6Fqs3DRJfepGnsg7XhwH7Yi5nQ5ifpEi+8R
a5EJKqbMAIeiDvcxSmedl3OzUiE6HC1bE+koy1medbaBfXDiej1FJJknMH1mvVhojLKkqIpNpRFz
bUe8Fz0oPBqxLigR+0XT/4DMfzrlU2wKxDJLOxp7x/azgTsPzOxPNZQfWXkZLNyymYq8L+yonA76
CTk19kPD+aLYx/kAdH6aO/CqLtd5ZkdVrgMdpOYA6+rWqWbpI3OXgTKtyibcjvFhW8Wcz/Kif8sa
3bxetOyOtDv29Vwb+ghpElP7ZhGQCIllGAO0JX7du8DroY/ocMSlhwLnaMSdb7vslNrKkTWR1SpI
UwF/LjB4MVZrmu5mJV10mwJNzddpF47OkULGcZE73b5wFOBL6XSqS/vYtKUtkUwzem/LnoSDy4fz
XlXL8wY1vHDRt5SZk2y1TnLGZztKsxbwZIizbiZwyS8cXdoW81JDp1TL7SgZarZyWz5vYp6cgmAf
W5nDn392IVJzofEUJ1A8DmjlSqaQ2plYOHd5b1SceRrd1o5yt+vXbTJrkUB6ZdlBKsuhQ/5Ycduy
sSOnr9mFayXAjk8ZXzh3yUNLK06nOE7siOaDiqaGrlgpVDtl7ocT8z/NBv+qyzgy8KpEgFFaaFqM
WFZlr2QW8z7rjNmrmiaLtDq1lx19MgzLzqngtUqsiMStdoaoCQ0+aRIHiywfHc5frKeaqC7GqcJb
uHZ5BUZaYwOJ4lOKFkdsU+aJUUrFaFSCo4llPdCftd3MO5VbysLTQ/86ebWLTWVSMLyja1XUKA7w
/OiyXhbN2JL5EG1yALfFqT029KpRIGNUD8647O5lS3t8YSBzmCU4VvOUpVujs8Q6Vu2FAYeMEALr
J3PLBH5lmaL5ZlWl/p1WKVm2MJZkM+mQpI1IsDCC9yyIVVKte0R9y4JfGSXkqp1BqoPXMmfikQB3
jNfas73skJKRQsyA6DYdYytK+p6uBPR5w8FR80XpSmiffDVIE3i9rDWx0/Ms16NuMDgI7NlCg/zo
jPu006cjEvI9VTB3qxEBV0d21tvWMtAa2MW+zt3Om6bLCIPNWIO+Rljg+LM+5ctibJkIVsyN3Tm9
CmdKu/6SWkkSzIZ2qhXryD4jY4YYCB8AdBrtqB3L60axzG1fmvayK5PcVNTneVnr42BHKq/e8q52
NwY/Sa1yZOYyZChhTkHV2bGivrDsIDHyfkUVaH8v2t1lzJDRN+mc28KOQJxGnxqzMFYZqdNFJbmf
VJFyM2uNghl2pHFHWbHYJFtlAofNwslLV9WSKm6dmR3uBk0/+bFjTF5BBFvmqrI0d2zzqdBK14Iq
HEO/VznZvjNn8bJt5icGm7iuIUsHVzVzptzEAJoGWu24p5oqj1mN5KsO6U0xGDDJFqXts6xMha8y
aAkusxr9606gFy5nIoc3NalueyrLQaXjUPOEOx32wl/ETTJ8yMn0tGLQpIl62nWe6JruLIcm8Sav
GidY9gLS4SoIZXNcYysD9fX0UGtqe+Uyd0pPGOaRN5ChRClaQVCZxxu0blVetHFR+khiwfgbUosT
zzjyhQ/tBp+jesiYODAa24K4nrA3LlWSBxzj4+uiBZIxReWQlhr+b0W206frWkvJqkPb/rLll1FF
jGSprgymFc2zk61Ea7LIHex42Uny0T//6RTUE0wcx54VOUlKcBmJyQq4gGJZBlhGFhVW3uOiA9Oh
pmJDkFpPQ4C59WWeJVOaWVRVGm7OVjTZkGorS9B4GXnjLhxd8lvI1lK7m3ETVLqErasU3LmzVc/L
gm1DCofpoY8FtJMkmizslUArOmsQjywrVTkyukjj8ZgmGaI+lbP6TdQglhyTcvq2yN5lhBG38njQ
akR93ND1UFdGd93ylCyLWGWM0aA22PgURNsZH6YiUDLSvtdQflmGAERv89e9QBC7Ha0J43fTpJue
MxOyigdTWbjXfPCOf/IooUBTsYTocgQ4Br931C49n4tqOLHfH2b5i/1exhoBRTuk9sEqOyMfQDeJ
GpnvupV7yYzUCOK8m70excRkmRPIEKQBFYpMJzmJDBRsg85s6wt0y2XLcq1ymzsubbNTxkgUJUXT
eHpmUh9KiOayhMUHd8SnD2GL0RZqjSAZOnAgC09F6wG5Yd4scwLJgS0YzGQKxFOdOg5nqPvxaG75
Mnig8yE092nuqB61uUgsO7KBkNH8sq1AXo09yIiXVbpkSJKGsniRYOuJGqbPd70Tm99b11mYRJch
SXlpjMMA6fpoHIS4GUBxcml2SXHCB46c5jIoiemVnhM070adrvH9ACkjn7CiWnYiyrAkKJYqVCk7
Erl8rOJN7GjVDYehKsvMUkYmQfhsrFUdRGdW27seeGWLSJkQ7ywySxmdlDVm75h15UZdlxkXrGDq
udvl5GHZ6MbXvdPMQYpPqeNGToeGOqUn7m3S1uOy3JzMrtWpaInUesONiNlkm3qizEtqMSzbbGR4
UhlXc+8othvFcw7wk2WwV5oY1fuylZGC5Ak9B+7Q61h3W5nuAAjjzMsA3rxeNLwMUbIJzd2UTG6k
5HrDA2suIGvjxu60LIEmw4ggQtYJ6lRxBEIibVfl3PVUtTWWmbwqHbmW0Y9cL0vIhlugNGvUMQ4q
KzulQnFkO1Clm22VWm4FXUNopORc8XqmKuuaF+7Clbe+mnzaGWmBbuX4UA8szkZOjS3gI3yZu6qH
d/q0z7MCLWtJ3sYRrREbg6HLuOBlby5Dhzmq5K8pjV3m0CGOmkpVQ8VQsmdWMv6yzCilCLk1uinp
9VKJ0hFwQnvI9MgaUAdbNrp0wBLhVjESFkpEXabd2kZVBPVIu7dlo0v+Otc55EU4U6KYTSLsHS1e
jVzRFn1WIkOMWKm0WecWEPLrisKHSnm+J0ZuvC6ZOxo/vhrNJKpcHIo9UWEU+o5qSvMNV/RTrKG/
dicig41mlTIO1mQlGppBPOgiybcxUedFiSLiSs5qEvCD5n0dR+U869FYZxdpzKpFeSLiSr4as1Fr
umqMI2IpdahNIvbETOmiXYzIoKN4sMtayQclMgerhniJmq1GvV0GD4IWwNePCirkPrFmS4l4WSTz
pinq5saI7XrZHgzFi6/jJ4yjYpcYoOUjuQHAxzjW0CftU3WRQ4Fs+uv4GYGcb2Ni/kzldoAUcnxv
mGm60KEkd82tvhQdxVbTT21zRqcp25iJOHWpOmLyMrwJ57ROJsh9RXTqi42Ofrm73B7ZqRvhwbZ/
vrPhGv91aeoaN7WpGpXIob2VQH1eqCt0ufVR3oD1xLMrm8z+oq3hQAv9+TwB2NgpmCmUaOrAoF0l
ho4Go+qUPNixdZKcN61stUiTGVuyIYytaiam1+KOvij8I47kvSmwVK7CkmTVjdZoblXDsm8rJEba
aNnaHN7q01lL3WriwlGbFe+1OAKr9LjO6m7h7uBI/ssV3awYqbpVlSdF0E9DXnpzlc7fl01ecl+z
t2iqobl9RVzRQg3N6gJG82zZ1iajbzI6KXaqM2Vl9oguQUs/rpoMClDL5i45b0xdJVYMK15ZE3Rv
cM9X7HdzaJNFCSMiY3BUNB3QLufJOtcVtQzqEmVxO2/FQquXkThD11RV7IAmg9Sm6g360J/zOk+W
WSWRPHY2XKh1qnq77npuKkFdJDXIRChb1hoNgpyvVp/3pcHy3mnWY261fu3gq5bgK1lmOETy2Qa0
SmqcJ9a6zsD6AfwANAMMPi5KHxMieWyV9yPsUijrtKnvp9Eq3wsydo+LrJJIDts6QzaylNWbwTCL
J0vL6real6fAm/ZHr/8vdn0ZjZP30AQ19b7e0IkbyZmFbFGsrQgH1W95Pum0V1w0+HSZelY7FTF3
+TgqzgoCNFP8PuqGeijQlVkLdmG1q+o+86gyK3ynmBCPgnhbPhkkIrZCs5emHCfmEV0Vk+EpE7P1
La36vGa+MceuGmXpYOQvijBq9IXNpj1qj+TwK2A7NtJmvrbF1BbbMnZTtiOUZOXWSpw6eezLvunB
rl11or1Rm6YvoLk9cW5mHl4iTl4UfdSSGAI0epW9KaPCx9kXbi+S23iiYzN4pqlQGF01tfFlpZmZ
OGdczHbrd9rg8EAzWR5f1wNIKnbQunRmsMQBM5pdk6bPNajci0QVJJjqyWrvirYt6ApdAWW9cZ3e
sbyED2yogkEtCob3p/3cbObWdAHrVxXaQCK8MMoLp9LcJvXH1rT5eeUOesP8cRSO88bMWmsuCLUa
9YHxYtDVYNBYittXBSobAr1EkLsmeFnu5FDSGzBm0wRdA33Sl7lQLdp4o9NkKaiPDSi2gOrOEjqp
PFdHqNgitRMPdZjEY1xdZFPJras2sTqM4IDcTQe/IxjDrSlMAB6wLrOuzLMLV5+HYu3iblLjhWKz
mqCJoeHeOTtOWlxlgtUHfT1TVPOKWpPV7breKJoCbOfAGdzMrqXzwucQNEwazxJzUq8plIKVR2bw
qSu9FOg2Qr1BsFJUyIEIa4TOhlOPXR8AV2e0o4+WvMkwzqasGJBWU7WJz14sSmJlK7BKFUnnN3On
WCiGlE5sgxccpLz182B043jbp7pDb5vYaoYWzADgu0l909YFyBIUIzHoxu4ry35KO73IvnOVKDPo
7BJl1ktvsBX8mm/TIRPrTOCttNXE4q6A4iDYETTV00qC54alC7gWfGKseue72iXUyKAi1sToTWyc
vlQelJn3FqRh6WzMr1ComJQ3yEcULECfA/RaaVa7LDTqsYFsVjnlBwcjDadNiH7yyhUBZFcHV5yZ
aWVobZRBIJKXoeJSDmp3qzdoXAbESdn4riPf0F87LJnSLuAVj20/75NHW7QVCbOOO42ntirMvG1I
yl+1Dmv01mSdXidYPKZNW+ivMXKOJvZOv3Ya1Ds1D/fG4orZdrodtVwFB55bmG/VOFS5D4qv+VWf
uwx6cBMB7Q8U3L+ZuTYmbwkkAMxVQlxKZi8xBG3inSgqnkMDPZ/MEfJCZuzmyQMkccwq35kzdfV0
CzYbkRb+mLstve+wO5jQn8gESWmgx/ZYbYsDMXsTAJKXZE1gFpM93tuK2s3vQmmH+tbu3P/L3Jct
Z8pryb5KvwAdIASIW+AbPZWHcrnqhrBrEEIgAZqAp+/0f6Kjz/6j++zofXWuy3bZfGJprcxcmRHC
zm0HEDmuXErt/tjBztrIZsDNkKh6CIXs9wrVI1rnSsegGaejB4+/kHMRezhcnbDqmJu2GuE6NP/B
+ta0hYrDkcVOkJDDmIVVlm6M+KpwfT9/R1wI1AvHFc3cUNZwEJIesXmqdLys9ojOiAKIN1hcIaYr
3cqnhaiQf0+3yCL+p/TjQvG7BR/on8EuqX4UnWHz26pHnSACb6WTu2/jnqzvgft+gFXbFk/iNLSZ
X+BANU9wiqpi140iOQaeF5AJyG1JJbmVPol9Ug1UzalvFtam0BEMJDLJ2+rCFh8KKnP6x0UYwmAc
r3mph2MhAfQfk5iY5X72vVMaIQarh1MpiJDiuYMzQ/yBj9WFtmIry8RY4WoI5RcEx5ACaisNTQq+
p1Br+OhTvXCc5n6NEYMQcbUSd5LzZKMZjkJTzh/yLo3mhiARNr7EglrcF0XuGWwW59D+2uTgu0dZ
DME96HbOyAnPhtOfA6Njgh1AljH+FRe96+FEyeTIfdWZUYULm+k+r9BVswAbYvBD4MBrS70ioS7c
4PhXWibanuOFmPBmhkAVDF8z0clwGOw621BPYY39o5tRZ+5M3w2fxjyxSOqkgJ6s4cNewlLcaJ08
Fh21rlLDJghc52lYh29R6/JdP6K37we4QiO6oZ9utmLai0NIzLTegOmLsrgiRBl4q09jQreqBTY2
sGqM9TZ+ZMNKBaI4yi4AnOzmhU5IKOngCCThzsC7h75wC0p22670HeZjgxqb3fc2QebeWCxTXimC
n/HNsKI0CA2TvVanLu47yU4q8QuLDwlHxvEN0So220NgXhJVl2YjfL9L9x2fVTUndlggILBb3MaN
JtHYj43K8eGqep4+h+vK7mk0PU6WGbx22J3cyHzYA0A+Vdkl44o9DHPg39tIZ2gJ1sWS9XeCv31v
KwRr9/4XDaGEKG01iULGWbQqe6aEhbTmUdwG5CxuNrCn2CXYHeClEb6ssmHDSP9HtLvf5uME5qj8
igoYE1F5KsroGJPcOaQH5MiL6yulOrJ9bPM+LTctkVt87ediDy9q2I2/o/GmbVzbWYosRW+xowjA
eh7v4959XYPBAamJsUWy1Ij2skIjRYOM6yuqeh/9cMVWEF71ZIROgfdl2v3uy0EtLwtzqeYnqtOO
ITF0yOfyNotnxhEM7rT0phbJpMV5U6uIS6T2Jmry1RyhOj2FqPAoyZTOVH1J84D49rZcbf64xzL2
HJ4lItv7mljLlakXPBMGW1KeQuWBltSFWnZcY62oSEg6PJdK4ypHSl6X2R/RGjz/DT9XaibsY4zB
IXwNbHz/vURi8ow0mDD06bfEl32KYNVFY4CpWub2SFdrBw+p5GB2NUm8bxsawqzyA936myz3S/4E
cjYtn8WezYPFJ0GSGSBsPgsF+AuZEojV2bmcroy2Wf867C5TPwsiJrJVVKVrMldDuST5T5FxXAMV
EfkgvvGNt8iH4SxC71MhPbqdL6PpegQM0hTq5lczzCKGRTaiKSI8wNxaHK12EwU/ZQJ9LKkFbDt7
1EGfRQn2C+AB49BBLRiLKzEOU3vpOmfwBOW2JrfoOSh7RcYjlcdpTz5txNQOi7i3TadSHteZhEUi
hXhMW8Szldo84lfJUORaN4yfsQLakC/5SFlUlVDmJVUxKgf761LaBHEE8N5rn3RL1+WSrMNAjjvF
54OG2+vyqy26dcFSouHb93YvFumqrYvS0VZJF2t6F+14Jx7jrYf4rJrmcpef6aR5NgiU2MGW+PM3
zRHgA/WYGhVaEiqoPKSl4cVvI+GOBlvkOCvx9WMPgvWcjbilvu1bWxTXtWc6e+MJ6snPXeOBPcrF
Zv6h02Pq71cIW7orpFAF1u0wPgd2tcos9k8y7cofkJJZZK7yLun0ufVp797kBNuN5xSixO7JhyhF
lKzGKvH2KoWR8xl8bBeSCpldhX5dYnCmv/aRJSo5pItf81ARkIThRZYzQUPveZiyyzb3QRTnkfcD
VkNFF7kRcX2Ty34nTvYZ7lfJx9eAIoLnA0ROIKQ0XqMWnwLe53m+WXeY6L/HEO89bhi1stvCRQsW
kK2Lv6zaYfkhFYsovwohej/WmJCW7C6SpZTfCdyl+gdEpWfkuPR4D9+5mfFO1jJrywzbQUmZYocy
ob99q6PycYNDwIrhKURxdlYxjHouIKGZfdEDsd3HVi4Mfz5KvdweiqCGEW/bsFl1h/CG3lWEd0G9
pSvayGqakAp+6Sc+zbcLYnrSk3dCypcsm7pRVl5uZDwPE9UzqoBJXx3UWNODa72XJ9PbKJorHysW
vXTTzMlvOdjgTrj55rVSENAlFa7FAqcy6YlpYuv7+Hahri1f1aQGiprNsqlJhGPT11VR4JF4yjte
ArMXFltdLkdL9hiZYAE9O9mq/uCzOZKNZ94WTxE3K7kunlNkd+xhGLALtpbDfTrscufVuKP6vKzl
tma1VovTuG14a6o97427iePQ5U/w8Ru9rFtVDJYfWMIcfQIMl5ljv3qJShgQc9Qf6Y7EgNNkRlYc
4sl4bhosEdNwgFFDp27RfBb+WjCe5IfROM6PfYo39DruKm8PGUUg/YkUIplvWy/jTzNSp4W8ESMN
A7QgSZD2Em/WsYZg3h3uPcRX5uK6HRxr3g0aQeUOv2F+LhQX+f2aISbvdoxBiTRZHvUTflmsIcHZ
m7M9vmmXXOqfPB+ZeXNFMicPyYAuGgMcVmXyBz4ZuRwWYxd/mweSTxfazhY1P3E+vgi6JOstNkjh
QFHlvaXlD6nFtB4ZUkrVi8RbDOOFfk/m05JiqHnIvaETWivWF50HYkTK8W6Qiuz3PseDVgiCihCw
1F+yjdNobyDnEwom39FWlHDdJHn0z5Kr/gfEtvgbKp+NcxLpnvLLihsR7i2jnqGCAW/8418DUf4G
7c2kxXvll+4yrPF8A3o9vpdK/2sLAPB2/kfsiozWFeiT9kumO1MFk8wvG5vax3/pd//7sk6R7cus
UqR9z7lIrqQb+m+fHfM/Ibr+UmT9N/jP39dUeUgWvm1CXgY9dFN/oMig66uELu0lgxYJK1Qwc+SN
zUmEY7+N0DHG8NT+LUqJWavXPLsXOEhIyiZovZB6TKdy2aqILluKi4hhDa6hbmT4AjNR3p7IrJFD
1suJIKVwgMb1LioLZa7ci6TDsTbgxOJ9Q+jq//v5fSKI/90f+DdkEWLpzfJ+DZeywPhw9Etp17Np
k/BHxzZBqBlMVP4ZF/w/nOO/782us0wjbzZz8fC9i66D0GWUNalIYt2UegcMU2XtTrMGaELEXN0h
b3WrIJFLogyQ2B5vFW6MgLy0zEbLcR1as5zLMSXZbe7bSNaTwuYW0rWtjEoHQGAZlLkXZMjRkFk7
OWbhlmzMtDxAMBjcPcxcOgwPpmPz9VNfpqOmaCWm6oPoIyezw7DqvmjI0m0BFRN1h5xkzsl68nxJ
wsuoDbiNasj9iJikdmhhyIVpFvP7dprTLAEQM+/cdHXcbrNuSIDr0GHk0Wr8lbK19Pcjyzn8wGQw
QYnmr4/0f+VRfyd+QlWm/9h/DED9y1T9v9JRH/zvxSJE9d/u3ifzb0enfiFGVau/f88/RKr+/5Gh
+inM/J8d7BH2Lrx4/7/96z+/4T/964t/p0DnEK+YIGMx/ivl9P9ko0JA9Gltnxfgr/LPyPJPFdN/
+tfjn3Lsj5dwhaIZ/O8/tWX/6V9PyL/DM4TkCJBKkTH++X3/C/96kv6lIP6v1xK5rRlS3dKUIk0B
G+sAA/6xeMLTaCEBieoHxA2u/NBiQh6x0E4W5+9wZZLwEv01nWHcx3WDLOJ8bxaAtNtHBj/5D86n
tvhhE9vzA1CeyNZpnm+wy8wpT109bbvMKqsj9WR12Ykj2jyJZRXbY+8UrDus/Cq9byp5mAdmERy2
TmGvsiXN5tsY3TWb6jEtOoyFyZQhUirMCp3skun04GW2r7Te7Tybg/XzJl8HrIHKC531gmS2pQh/
wjjZHz1fSHFkIMwrsRX5AcY/fQMU+36FncHL4kaFFwpYnOj1QwQP1IMcXcCXCqRCO/0TJkRZY/yC
oDW+fcCuLr3ZUVt4zNu6K7Dj2iEBGkgdEsAnAWfmT9jgBN/Tmzhh042UmakLLu0xyTHUbL68yUw2
PKRS8bzpirQuUvpotl00cpnmRmyBHzz0uve7TAEhQVPU6KJ7hGghr1i/3Gdu7S6225Zn56f8wDxn
F0zWpE62zB7TzP4GZojFl7l4wBCyXGYfXcEc/Emi7THN5F5nmkfHZRVfB+fdCYPnfiyQWv2YDOSj
7HtaL8ASG9pO89dphNG+JKM6oLf+iDj7ATw4rXAu9SmP959p3kUPceqmAwG2WtFlRxAXCJOKaOGf
ZeneNrwET9OEP3VhkQNTwduvEgtuP2A4W56x5zkdIpOvtUXjXSd8RE/HUDfXF4RadvGvsM/ylfhY
IF0wFC5/npXYLljMb9Or8d6mv1o/sAIHUkdRbdIxC+S+Fyktj5PIrD2BQ4xvJ7JTdigHPnfXzrHi
OVqtSjANb5EfetALMyzmmtQnDGmFzNIu/1JstmRwmwP+kbE/U8zttt3ywpmSfOkojwIHgGXjRFzN
kk2qQZfr59Ocjdjxp3x3TzwGnXHDNCA2XDZL8oxRibwXe8Fq2EquZ9d382OCaFbYZeGOEQRu8jAz
2DH427arc2HzNxzbtN4jxyqNCDIg8PFozx3cT+6Wtp/+ACq3leJKAw9H0sU1KL7dOzSzxhz01A6R
eTWixbZD0cu2lpgnkJgdxH2ypl94odNmztOxxhaZF1U55h1CF9sep5ih2fU3I+oFu5Jk2CYgGIBl
97MBVlZDTxHdhGSIzzBHWiugBmlNo2g7lB1BnpdoZ3NrMNKAqZwwkjVGre2CKRNbmh8lAOfzkPnJ
1aFrra0o5+3ZtRGvttl87Rad/YgCXLPY6DtsLocoHDc3dV+ozrdTEQEpKKOkPGqm4iOdF2TcIHus
Zi3LKzLSocK+LTzXAYC1Vs2XJGRRs/TzXkmk7FalEvJR9Pt+/VwPpRLocdqzByOIuFnaSV0miFSx
FoXZk8VLwKoLXd70uEU32oa0CdqyO7aH/p1jG6aSK449Yl3xMFJAyjT7/JK9U1UIcIJlMrCTMUnH
K7kU4oYtHulLemEnBqj3gt49rnuX7ZURU3krAVvea0XTRpd9fIZLaH8TuhDdMJrSryKD0xwYDFMZ
AxP1be8vplvn5xjvSfXXfyntNj/TrWVVXP71W5WvHLmlyAvzpcgbfBz4f4Vd3v76BLWZ4rNe97Rh
5PMnRDn8SNdFAXjo3qUG+rgGGl0X3YUL79T6wjY8EtTe9sFCHQSs1Qx1t0zI9vPWHg3N8ffNIRwB
s5SnzEnEOU9lesHQPoKb28jDXPhwYANOj4A3bI3lqu+s3fr3v/5/XeaIAS7y4SQNviKeeXn/1zPU
XK8v8TraC1tot97xIUNIMl69X9xk7E6lXfpr7W38aIaifzfFoBqz7P27dOnyBhnp/rGOfmzGAurD
ivkNpQ9C/O8yidYL6KTypcCWxPOyq+hVTB1wLmhnqz6B5dk8KHYbEmhnR8LCHxHQJEtgtjdlspd1
sqhyYt/SLAOrcZla4Ojy8xnnhHz2lXrwV1jTTn0HFCJOuK6AuZEO2Nzk7JXGiVmqqcjkJcIE9GJE
ll5XBOmebMgfWh0/A/N82nJ1XlW6N5oFhByFExnMRRXuSNx2dmn6MTGm67jntGHcqGtcgNzrJvYQ
0hkHnSVfGN+/eVHqz1UnUKs5gLN9TMwJ3DDmAe9wmAALH8Vil6rkRh4hHZkOrWYpkFSgSSwS/MBF
GVdQhtIbk0KygphZhG55kda5KoCh8YyflxxH3IR8TOrN2PdiTki9OiTEtmF7hRu1wPPXL5K0P9zS
/sxgjNckKnpOljDf4y4pa3Ae6pwkZDz0LuB0FyjFDrzTwe8MHKeV+ddVZ2tDut28bR3YnsIX0c0i
fHQyGqo9han7lJvuAv52Q+Gm7M8am+O+FecY5PAIU2lcWWJ/MrZ1N0CWTqZNGx/ytJm2RD4QGRV3
U7Z2DQuW16YQ7GYbVFxLiSivMUc06NR9bRUY3ii0iECbzRVD/7fZ7qcJrGWVDz4/WQYXijmRPwUV
G9iST05LkwX0JYwoI2ripjSwVV9Egqkr2c67i+aDy4rxEJcrqMIc4XY0sCOn+kI3T5qtz4dbPgD+
RSzo2mANkR3U0KEMZkV09fG+gjZ0WOCM+hN2TPKDS6YLKF3Uat3VcDpR7/0GasmkNn1EUEx64sG3
NZDa8ssIhvMpMTkW4YohbhQb2LNeCnLC8ld6lmML1jcaxNrw0YjGxEkBi5CCKhjaJ+Vjy9MLukHW
N6IMBM4VIAtw+Dpxv5txeCiHZDyiVkPCk2xARkFxLd+WjeYzVGDCXZgoygYNKTIWucY1km/EXouy
/QXAfLtvAencYcAdai1p0rBpGh9FPOt6n2d+SXBJH9oR25+48nLbtNSlp6WQOK/Ud2Dk1Hxc4n55
GScJG/EQad04+F/8UKWKTjALW5o1W0y9IzHi4v2YX7e090exzhEgJSYvmTLJTZr3xTmgXv1anQa7
WPTRA2zEPY4pl7dJuexH1MXk4nO6AT5fw1pP2JsG1UNRZLCzl24gz8C54DosyF71dtoaLqIA+Dzv
yluxF7wppsKhV9TTnRZ6aXopgcGBf6rUGi/PKggJuQA6xpxhS2uSxfbDk8hW/UAEr/lS8CdMB6Ep
Mr8fwOqB4ch0Bp9m15/muRvyqoMw7uA2UHxY7suqGJ160+5h+wJtQPk4teazhV6xiCCj+wA17E/8
YPmlDEjmsTPqv4/t/tWv2ylvqa1y2HteQCFd07DRJpfb9puTMf/FpiI+RXkB5onLRsiUnkUPpDBr
23Ba4faPCxHMCMRirUV/jDuJ9e2fEpGph3woigp38puVwdwli9CPVKqyDkq/Ii5EHqYuXq9qkd1L
iZaxQdi6uORgrOrUogG1m8sP/YYfxAr1Bzf6004W0CK4yqoyZve+dE9tTJHCTeA0jWuZwEpnwW3S
lt34CKpYgNhZUdXmtfiG7euXHq39FdKLX0XpfsZDjt4ri9JGyYmCn05wmXGy5xblUi1HT/qPPPTI
eub9ezHsuP32EXGfbn5Y8I5VklFabZnDTTthXw2tBnI3WU6qXMYDpvUY2Yi2uBuVIrefipqTWgGZ
rvHQvcaUJqC8yoHd8BT1WMP6Dq0yqctPNYbrdDiuCnV0wWxX8UhNR5Bs7wyE6xkNl3rHrh+KYjlc
twmO2lGny3NLxfQIdUaoXTLMN5AEKnxMBGkSQ+mvLl6RsBlvz5ti+ZnOsBQWaUEqb8LQtAO9V1n+
zgbztVeUHONC7mDcXVYnMo+OZm5zXsWDxEu/T08Ibhtr2MF8fqi/U8EQCTjn7gv8VteDlfNvwEto
dOdlhL81+C+TevVMusI9+khZBHEKqJL2iEx1NrMeh821r2DTownZK9iND+iWqm2CgEeKhZ7KArIh
0Ps/sVIja5k7VVM4rFdmIe3F46o7D2n0InV6SSMAMC0N8dmmIn/wcoZCKtlhTTTya1JS3gxalagi
HcJjOajPKVpIPTiznwIeY4VrO1UHDOn8wjOK44wOvLFij59acOXfArI5Kt+uj5ty78k+DV9VWCpq
6fRkorR/4ZSQk6dL+h1zlTlCXvprRpbuFVgTamExP4AQedhjfT8W6hQYOi3FYdQLSkRdZD5ul0TD
YBIH90Ou4jbGc/3WJjkcq8HZiB7sMuLRyqsEDlgtrUlqm/GtyQaEBXkyyFNmCYmrEmzEbaBWPQXK
LJx7+rneWsgZJJHx0Ze7Pcthbw9U8fLGtxztWfSjUJ27K0oPj/Yx8r/bni2vwNPGho2iPNIoZNh5
1hyX5dS+psAq7wdY5p/2PGvvQhLhCmtZ3EBHNQCGQ8/T4mHmsJT+EopUNfD8yx6E7uRU57CerSHa
CHeZhXe4StLsLkvJWHejs/c9inMN1g15eNs4A3HbxtMyrUDdEkzxNdw8fila7k2/dv5xhUkuXGYw
h6JZyauNWrBUfnYftKMr2jeyNUOSw26wHDtVr5H96DwY5LSATgnedeSUi8zdgrN7D+DLvmd7AOsE
7u0qspni/GORENDH2xYGXs/9KivQxfE3FRXLKcxt8TKYIn7k3tLbvpwALqwhQmNe7jX03fxGKPno
4XkNXVqeHhUZvjHRIaeTTlkDr6MCy7qzvwTPTMW6OaBs5GI+5thS+IK/ThywunBP90//SJeG7Hnv
6fclp3u1wrTKVW6i5Rel1H4QJTEfGqRnrXqGhz4mrayyGJ2Icwo8CgjsCuFGwxlQZ3yj8v7TaBQz
FLqN8pGmg382jHDM7H1Pmkmn21OneXLALCzPWmUQkPDe3WJEtQdd8OLiu8Q0bgnyRZejfkrVhmuA
os7ezWCVziN0NDepzuS9Q5bar22VqOPjDHmPHPjziATzasCa72HVNHqz4IDOunRpNXwmF42RnL/H
M52uwkXdVHHZr8dkRnGxMKV9BfH8CCr2jmL45138YwAF9JUBzqolKYbjFNC7qrKdT/uafRXzkB0k
ZA9vMxnmW8knVqVJEN/mqRhuXY8mIEn294VAlNcP7XaCoGO/pRCVxpAD3PDQ7bdtIAEQvVvPqVwt
ugmHaFqGVw7uUuZMVcIPWUTHamr5T72m5tD27YefISoZlvFuwfhldqMflmJVj0W+5X9a6PFBQXFI
htHxPUZLK06FcLuooCyYfiiVDbd4dKIpILI5FRspmzjuzGOBZvyLw7CFmNcWClGADjUkP0NSZbPL
myjHy/L5jCDrKEsCwrXdVYEXokyauMuzZu9mGHRs8MB+ws7UeoZFRYEFp8TWZTaGU6mKqC6XOXor
p5bWcbZ3jZ7b8RmM4VrzDkECeP7zdUI7dAS7gF65J8Fi7skIDmG6goKVMwyJx434k057OMPadr6X
vWvv11KaGg0ttCsgMH/oDb8U6MHeAOeY8zOZ5vFpR1sN294k+ppbjCfdstrGYdH8pD5Rgpi7+Bj1
uG03GV/KObZn/F7dpVwBJgFrGO6oH5YTp1b8GXYxICF2ghxL2uFc6NGc/Dxu382E4hPzckF8nYKK
KSdzCinqzt5ZpuWhn5Q775ll59wofdwA27wNsdsOPQSgXSWcTX6VLlavlk0GilLhyieYzsQP897H
P1VpQWJ6ttQWOXy/HeCkhsuNN7pna+W2Xh1LB4SGtDiUZbdOr4Cg2g+nen3f9tbWyhYalCIEiRyG
5T8FhAEpp/I+wA3s7KxBY5OVq/6xrSt9IitSBujar98ZFJwoIZR9eAGvmimK/Vni4h5r+M7lTwYW
es/etCjCep5AO3wO2mqLrnpNdihXO+gxJ1xCusPUXPFRxWlFdcLupGTiBoJN8ZHKMCyf1w7PwVyO
/Re77AhihshgqnIj4P5rluI+zaHfuAl7KaZTl6cG0o78EBErGzoVJoWCQuDS6RN/A5nzDDaVJZjV
+Fw+qLUvnoC2ybsEIvr3gUBSByHSKKol7EvtO+a/jcjbahAzWv5cgLm9UJ63N2XuItgZRuRISh6u
WkB261IFHh8GT7/dpKGMi8UXM3P/hYzFetXtCPwMRC3Se2bURrnflUnJTx54421fyPYxwseGpnQr
v5B1TABw5gjahsj5bmrj9oraOt53MkkPYzavD3g9bFVs3P4q0QhNmn+kpPyAquyZAly9jZT6ZpP2
WaQ7+iEf+wbq2rUpcExYR36No3M1ScsfuesPwwA5zZKO/Abg4vBiE0rQBZEmlsXXPEyiZgygYbzx
Y5LYtAo0TpsEb8Mh3UiToZGtoqnjdTcQBG7Dtxc04naC5hYlfgpoMLfp6jW3z8hKwLEx8s53nKDc
DfvR9wpJTAkh1zklvhns9sqVe9NzCWVs5g5G+aPGNAqhR+zvkgQIYtuOZ7zgeyWSqL2brCUNgkDU
TRGr4rwmA5TKJKBdwyJrwyFArUlv+0ue5/a8rWY7bQtcPOJSXvXS2juMSUh1Tlb64Yu+b7CBveJd
I4+pnsN5hpiM+lTURKT8NC07/Q0z0eU5lyY67BLC7AAbKHQKQ1+n0C6dQ4c8lQj2cBAOZ+SA2QoW
r4WTd0GVwF4h6g7VnEFByvr+zcEPt4F6MP7SQ6ZxJ+boU9S4O3rAlVI+5AUg3lL4l1EMSZOYogVx
GMYK9rxQlGXpcJzztnv0FuhBHIqogZ73bufo6M0A+NY5RP+UJtd3CljSEc7NmKNSDNmLxrNncVYv
eYLM+b/+MhyHl1VtT6VCqyy8pBX6TnR9M9j5z8mKlB2yxbMY2bLZem0dQU56oab70OsLtPbfJsPv
/BT9mjxI4EgQSIK2QtzH3ECvBAnmZ8pZzeO2OEMSnjcxZ+j+MvbBcrNgWlFvgHjm2sc5Thck25cN
Kol6aj/79pEc9Qr8d3fjIYJJ9KOfUhyAAFmUggLaYJyokUE410Pko0qWqWbVGthDh5e7pmQSB9/L
8cIgbLbWwKJBv0H8mlUbvG70NrNaUvHN9EIfMD60VQ566Aj5qDlmMp/BbuzIkxPLHe31y5r1uN8W
YLIqzW9VKZcqXcAYwIIgHOa0WA/7uAqEq07HfKBA97oJUe0tlJRkkelLEZnvrgRMRxC0Dn1jseLG
hBQEayV1v7GABSpmbigLX81WCoBbOj6OU/zWs5SjtEh/zl358h/sndduJEmStV9lMfcxCC0W2JtQ
qZjUxWLxJlCqQ2sdT/9/wW5gyWT+TNRc7wy6m1WZTEv3cDc3NzvnWKkTctWdMh3lCCgVKn7NxlIq
ZV9p/b2hV1RHpmy4hq4ZKmQBqLFb5RT7WjH78ABehsh60AJSImCoN3j63k07OcD3Vuaun1LxkfAx
2cTWT1TrFPJ3BQlo0XokjvwaxtMNF40SQHcZPcSUXmfqOdepZIh+jw7oURWkX0YA+saqXDFebAn9
kY1VL8V2RDdur5jThhMzw6exJAwpHjfzeg0AMOlnavVr6PJdVMpfgjpQ3TIV7xew4fskzJOrJudm
a0mJK1vFdx0Gud3k3HukeKC0BZhxl6Igbs8Bx4dQmMXVkiR7bknhfjTEaiML0s9Mqh7DNP4+xGAr
wkqQtil9pra5lVFJImA9hF2obRRCNfDvaRNxrx63LfQMb9YX62ZW5F9KPmQPcEumXSnUs6NFVXWn
mLBK0KAo3RDxRofLe3MXIqy4KYr+G0yhPL4aw9GNo0dc+rjL8rGylayfNzLEQkgGZfhSTZXk9mXB
EhfbxCHu2nVjkjAaAYUbbdgoRb7LxuVb3ktXbdj7izJNdj31+ywFF92zAGMtALSdJd/mUr1jvneT
onoalA+FdWcrcy16ZF03bRo/TG3gTgmlv7ovgts44k1Dnx+aup1doa3uqbTdK1Pj93K0qzTTpWsR
4NE68CT6tNoL4O2DGnRu0Ue3vSU9CSFbvZp2aQq+c6n7X2k2pW4gSD/aXNxp7IaBpbEZ++RYieZO
kM0HSVcyZ1Dz/dSGe40u4Yaq2IuVyrdTUko29bWehjqj6eqiuM9KWmpZWa0/RU3xjEYD4W9Rfasn
4VZLI0eV2ge1jmanXaTdSCUy4rboUeetnsUluY6CyRbyzuWIcqes+iJG0IeIYv1CV64VqQJ+ARJ7
11vBfB0G5bbs6BhLM0bVi/M8oDJLrUsWYncMpx8LPR72QmOm+0GAv9B1wTO64IqtCURQeta7cElG
u+rD1svm6VseiaM3LcFR5tqiDagdNHWAb2AfZZZBBReJpJACgm/Wxj40I+tQt1LMDU8pjK8kxDTI
sklsF0E33qBOfKDPAQlgrppernexT6qhegZ5091OhprshSSOj5ZAF+CsNxKyqXpjZ4q+Ic8S76JW
QLJUzqAlUFisnhAzGX+oNQE7LVAzl0VeZN9jXeO2TlwN0IyyAfwET2ybypsI5VCQ+qXrg+rkcRhR
kEFqZbIW0PZ6S003F1vqeaSeokE1PIUnoxtWAi9G4fQmNFEDyTXaxtN6Mskh2Yx4MB5iUPTbAbYC
Imz9TzVNyTxQpCJnYfd9vOMJOkSDJUn1vnDrsWxwGpq2l8f8Xsr1gZIGpN9+flKDYl8baWf3onir
90vqyUaVOXlQP2VRfzsO8hdKoSldo6n/C7qauLUUNrtiaWYXsuDPJqwlLuYiKPxELx/7cjAAKCf3
3aLvzMBS/L5WAgd08mz36nInV0vl5c1QgmiEFZnNGfV46Rui/C34mCpxNJLzrSqmdxpP1DBS3QZn
SuAaGpuZwqhtkqBVIqt18ixI3ckMrqEt3BsFSYvWgL7QRZ3N6bMdogwh6DDwy157aU3ppR+mzGmo
KXpDFa+0nO4pLPuflti5dWBRStE1b1DDmHWs3ELPqPwyo6dtlok/dUSIt4IOX0E1qM8ZaWQQOsgo
4y6122fZoekGN+xHfVcayTehpBiRZjKhYnfdCKOyUaNa8pe2vjcDiSu3dt/pRnMTTsbkNsGkXzWl
2rtBR3p7yDmVcZ/K3iwMxxjD0qUGHe27IVZ94IglVDLCdsrnJNMDLqGGXuZOE5pPkpW01wDLtWPU
xYcWWoQHjnILHPkmQeSLcIKDJuCC0SSpB1bJo3IJ3D9VGjJAVHBTObkZRSO2y1aU7cSg88UYx6nf
U7D3IpVAIaUTGLtujneZSdJa1GXDFbgWgHUarjQawgzLoHsQ0O6AO5FnNMQnJItAxYWVyr/KaBcP
8ndlIo1R5keg97k3y0V2FEM1IwC1MkdSuagYs8LtJheMgiwuFzvYXGNC3lN5GpRqyvLbMqwk5fci
V0HtBjXVe2DxyLHtlLI30sMEG3EG3N1mypGaLKwDSRvSZtciuC9d1VUTCRWpippKVBMKQuJrrTXC
v67V5ntSRRl5+q5dvkak6qa7llRSZcckI8cNL47aseP+WXpQoebolvM9aG4aoZz/WtLJbDxK7RX5
+pzmT9s81+ABxUGBFIE9USopnTysS9FNtEaQrkB/EBDqsxF9q6sxRCRGU43qXqYoRjTNuk/jq0mL
y/5+aAKLwDWk96/bg1Eq9kUYWb1vUe4mea9Zve5USj2IG8j8DbXmdClT4RCSe52vxylgcEFQktLS
FLXt3MRMuC3AmxqkeLKbjmZBz0U9LuLeoj0O1LtkUqXOI+7RzZsY8ATreMxp+wZgeHZhAsWDLeWm
dQuawrxWDenHVGu3ZgNUXB0G3cn0It50aTvemwq00jqpaiCEQQBkLu7DlzwZq1shFaCINPQclh1Z
5Cx1xEIydwA97pfB0B7zMH0OG8PXk4gEuBQ4ct4Pfpgqt+aY0/MYoSoQOMgxzY16R+G83IeCWZkO
3rBfnlSQ1uZfQ9PIq/1BP1hF+2WsgJqPdeQLYfAzUntpk2fGBjXqTTUQAzfZ1azFkhskUge2v4wp
hUQLRZiYrKMh+xQvYHgNvFgktCeQcrRrmtoC9mN001O9QJdupvIQdDKXN8Lew5jPhZ1bk3zItShy
jXWSCq1QSH03m0ZQyl0LZnszKtWPQjCvIwDF3JHq/VgR43E7guuew8BiW9LKSQjxo7pcNY4YsUNG
yDRfghbapzDJ+jFTRdUlezkDZUiCnTA06td56qGAjcvXqkt/lQQdbjc1m6Rdgq1R0Y4+7Cw62ywa
ANnK+iXPZrLry/66hDOxKYfxMZri6TCQ+bqrazPztNGAOBmLL0VXRE4ctZwyikA+ulkqYOBc0Ao7
GpKSPkVcaK1l8dWJOvkUtXRyiCavALvGpaqmEFHPe4p2ytawOAStWa48VRrnTRZmOlGCAZ8x4aaM
eNUdIGzd1rU8dHTZoi+bFISQUw3rCJH3Xi3M6hHNldRO+kW/A9Nnbcc6NFyKK/XPYMxSe4yt0LNq
ug6FSitt2wGMF72guEskVGqjBtqRwuihiCmITIEc3rHbybua5iEGTPOrpnBAcn+hp844LjemPItO
kcJVCDRBtscg/Zbq3D/bmKOtlJOHNBkmJ4fT51GGfVimPD9aaUBZ16qJBo2+s1wtT6anUlVyghkw
UnsK3kg3xxVzb5MWhQ6E6tXyHXiY/COzMq286ywuhzJZfckvMkgSt+ZcJq3fiZG415K8+rEMFvlA
e2CgV2pGj3pHyNSvaSzFVBjL6gvINu0A6LGHsEuBs1+a/bK6LLtrA2ijZlVQDiuuMuCCTi2Sc6ms
qnXHNbiRWmHZEnMkT0CQEXKconEvt8G0x4ERWJtBljpNxTrwiqAZI6fpJaKuthgrcS/J9Fe3la6f
zF9c+qBZDb1meeYUFFeNlbqlWo/7KSzVe0HT273Z57I7RYJ+a+XT7FOTSK67OSruo6r4SUtE+cgm
Lpw0z4Q7OtnfyTTE2jW0rXmgLALrIPutNYnpItIE+hcSQ7mo6l3VA/Z3YykQ3EUPkwAMULR0B1C2
L7TP+0LlsXfnePH6WhR2ScAVWY7j+ymlkKfO5KY4h7dmrQi/ixqMQWkZTjuXm0QuSmeql3GHh/A1
DRyRySbxcjpx9izyVHUlLZA4mfX0GBriw2BR2xNhP1P5qmxZHQ+V2sk7WRFaJxAt2Rni0V/MlLkf
xza+NUR1IJwvqEd2kQElKQ9dDYDAF7nqjOtQzw2a6cBscMqkER2DtjI7KUpnu43k5suSpE+KCRFx
7OtfXIC6eyB4oBzK8SHC7dKaESb8b91QH0kQxX5PvYVK/X2Yi5ETNJZB/D0+EoIm0CjxE7D2Rx91
p68LAtGkZ7NxH7Qij0bqqImPOtQ4yx6bUQSKM09Wl1yFmqZBXh+NLwrk2GM2apkPkCHeTCCpE3BA
s5Uv3prKxzb5LTNZyIP3eunl4Gu7KyOqC9WXJeFHL5q6R57I3MlQ/K7NflbZdaywQAKnMkIQdMBz
iXabaPpWAR0w2no30+lzSaXrpexeUq0ej8gOpJssaWcP1qp6oBjZXkMLUldKz6+C9ehWkIEOdQNs
1c6L8LcexSCFam/sJp+MPsIO7DSrfoCxDZyNosU2r4crQzBcyRqiba4A6FC6RSIYh/FRKmLMUpdb
4h8LaIZO3w0KDS3IH0rve6uXtj0lOXnuMhcSjQMH2WQE0oMVdtdGXl3lMrhXiGmDX+UhAFsYVNCb
VaP3wsWqrpKkEYDvJJGtgVRyaQ5DNRVmAgIjQWnXsRlsW6iu257EG+MF+BVb81MudaWTGRHpfGYp
beMQWG+CvMGU3Aut8CTAKae+BdnA0pDY6sZ54ajXbktoQ4esQAd7pmKOrld7ENKx8AGDbinVQa2X
CMnLkkSlArMS8IP5Db3+hAyK8FOR5oel6mV4wyFNjyDijGMi+MKgwW+eF66Hmgnbi+TzblyM3xI0
HNOR9KGjZWbM4pKWZVcwWUf6GhXcQP4PEB+C03+Lb1dAqn8CiG++U0k5ff8/eHjZ/DcNC3Qwy7Ko
ixr31n/91z94eEP5t4UAtaxqlgEs3lpf+gcPr/0buLuGfp2Jwjt19pUiQ6W9i/7nX4Ki/NvQJEkS
RRBSoiojQ/cHcPhVhuZ/sfAa4CWFPp8GlHlZWbG3JzQoBS58IoewZ2qty4B/RF3XbKiWku8KCWs6
/83M3P79wf9V9FweqFu3//Ovj+ZUBM4kTMEMAOJ2oulTCQZtsjt1okjWztqvKUulJSO3EHMChSow
o5+f23vPilmHp2riKnFpSGwC7ZRqJFJ5JslO/FfDH77vDEV/rGM92Vyw8qpG+WYaDdDmokGtH3KC
qOvSqU4afyVxhZPuDrsb/2br+r5t+4ej77uuf3T489Hl367r2Ft+co8Hf2fveM/xyB/3rstrW3fP
a96eH3m3v9vduFtePfLLO97qODs+zd/YfCQfv77FL/n93aN/s9vxaTYfZ3vry/7Od154C1/Bdta/
4Wf+4Nm2s3W22OW9fOLt5oaPP7guH/XC3+w82/P4xGf3aO92j/bOc/gdz/Mcz3Gc9W0ev8/nrR/m
XPHDkZHwje5X85uts3/y9utbvf3O9pxrx+VnRr3dlAze4dv53vbKcfzd0V+/KN9tw2/eO9/51C1v
3V8/bLcP6zQxUetvu8djbq9mHxz++vNH9qrP/ckTs074eXnSkB1JpLujf/Oy8x8ZlOd8d7Z75+GC
pVdZ5M8snWyxjksRTFvpznfvnn/chPaN7X27dkT7gp1X6frP7OC03qq40eCiiozVDo/oeXd/z3N2
mG8eyfZwdA+Oc0FV7FUX+DODJzpRgdTVyYLBo/vyyGrhOX3+jPBz773T6bY6FZZEEAaloBgLdwf/
sC5o//j6f/578+KzN25Yq8eXo/9yvKltNs7x5YVnaV9tWFi7+81us9l4m82Vfc0K2zuHLcv529XV
63K8sp3rLc+bnce2cJ27g2OzP739nXM4sPr22wsUvYsL4UQSTBWHISBpcOc+u4/sG2bs0qrWTvzr
hwlbJ/SNkt+CJwengh/yX25Cj23Jdr9ZNzzTds//dvaGn9ZdHdqMcP/Xllq4/Ze73W7/Gu27h0tL
5LWL1mdr5MTh56AZElIPd3ipxxvf+Wu7i21/46+TfvTxce7DcXWTPBgehGfjA531j+6N/+g+7u6P
7nOJb9vYz4cfPh/AUG429ubxdmD6XLzI/W7DuvP2rPPK9q6/J/b+gUfturLt3rEgXiz7i3eNJ/Fd
e+t6d/ih/XF1MJ8v1deuVZ+N80TJEkzypEisVBz20X7G5w423/vbxrfv//bMDA8nenDcg8+X8PC7
n38D5VWY/rOvcMIJXox5nMd1qp9x70dm4bj6teODe+M6h90Ob719YbfgrPH4nBIbz6txr77PnHP0
bNdTwH3m4fgv7u7mBofNurm5D237K6vI55lwSnh7duEzXntvv/qy3WZ3s7v/vQvt3/frh/54vHmJ
7cfF/hHaO5wdfujmnj/+/s1qxOdvnesHfCz/vds+eA/bvxxc/vbBfuQUmWw7tDds1a9X19dfr/db
78tuv/31cMdJ4dxxHDie9+Da3684iLZ3B/eBLWp7+/0VPnu/ZepdZvV1mhn5X0w3hysWOVu2R87l
48HZetds9dc3Pj3w16tTeHAPd8/PLETn14Un8rn3ksWTI8akkIMG1Lom/AP/sHY3R5cjj61vO+7+
70POubAOpFcJ5f//OpDFk/MmHQxjKDGLTabjeMP+Z6utVtfTu7bZRfaP9azHXbIvdjZvxDv49+up
zIPmwfPTPb+ws68JCHx+Wn93t9tc89/tA5Pm7p2718CGafXXU5Mddc3O3b2GC9v9ng25LnV/XYM3
/upOI3vLEmL68da+iz8+rI/R3T4fiXTc7Y3L73z+ANR3p4eumMSzpiyRIJBhnYqnPM8BOZ5Q7AtA
hbQJcueuGlbm4aWun++f8j9W4P8ZKmGfLJ92ZSmDtkJ1K29tBCcsL+ihVTfFlL2E9KIDHW4Jf9QF
bbUHhUYURVOUVFPlgvDexWcS6hIUr5G4aCzVj81x8mm1Lf19rfs5/Xf4uzwTqH+cOyiyGp12ULHQ
Ze1U9l7qzZisSADoQo3kr2Jc57uumpYLi/Xj3GHF0jSDSwjh+WnY3NSkyzrDauwpVcHHROC6ethj
GhIupTWX5GfqMXr8fFW8PyJf508SQeOZosk9ShZPwiSrUOoqH+aGWnIh72mUpLnI6iRHka7WF4Z3
xhQ3P+45FkRjrggnh4JcIaGV94AzIEhVpBaLBY5mXzltkmcX5J/PzKSuWqoKm1kzjQ+CEFqFGpxQ
5NTQ45YcdJzoW3J/3RW6T9bNiO7ehWDmzPp4a8848W1zVy6ljmYcax3w9zZH6EPwkkGPL9g5N4Wa
LFlgkBkeOmnvV3uQ0xc4LskzU3qPBidJlmQGhd4vL0o4XBJRODeJmgERXeRejmbb+vqb6In8sm62
K3MinOXU7YdGvo50HQaRSslGn0z1goM6OzgTkLX8Soo/bVs7IG5jdjGkGSnrKe1ZCRoJHRoVYYwg
zR+ven1tkmCwmyXNkE8OBQkVzBRlFXCjjZi51OD16zZZqF/lYXNhg60h3f+eP68b7J2pkw02LEbV
tBKjIj91E0XoXyESWj8ZkrJi8dP6iYzj8+ejO7ca347uxCcOKr3GxxThLikSqfODGPPjtgsvbOez
ViRVN3Uu+shTnazF1qqiZkG2FVKP1d+mJVV2wSyUP2o08s/0sdjZzLqqIeL3fhEGWgCOZAVmlC3Q
T2WiZ3I8lJf60p5b6jqVQ5JSkgUS+sQKGWq4qjUENaGxFFpSWlm6z/Q8+CtH+PvRwl91/8FOZupw
hxafqKonFhOBklusKys429A32dB/01T1h1zLhvfni4HcviivJxddzNZd92YX65oYhaO2lqYCiDdj
3proc1Jx/NzKye13fU4kdSzVVCxdXw+Sk3A7EkwEL1doU600CtUaZXQAiydeBfd/BWujl6VrmyBI
0w1FavgQ9VBAP4CedcGLfFyWOltHF2V0Ldavtb7+ZrwwqbhYUppHB7bL9LuiVSkXRkqftxeeoLRu
o/c7G0s6sY6smJomnYYewKTMSJrKBpJflO7FTB78uq6Ux3JojqEuUNBqK3RSU8BTCvadaQYZxTMA
XW/taJxRXwiFPnoai8OVHYnQiCpqysm2H2fiI2FAPRVEF4zXMYTTb8sdMAAXuU24+XEzAP3uaTN6
4el/nHMsyyanO6olH8OjWVYmQHCcFBMoT6cpwdkuClysz9fY2fG9sXKyxOahAtxU47S51g3Q7jKZ
0ntAC1zwvrP1rUQbxP3c4tlx8YCZON2QKJq9X0sIUaANNzKjygyCX7BQGxmgT12YvY/Oh9nTaSOD
2KJEVvzknC1KmXZ8RgdlEN7ZfWnOALjTNtmIfZb86GLIpp+P6tw8smSB6WFL/OARgrQkga9xIunJ
qFbuUJvCQQ7E0DHNvD3Kw2x17hQSBV4Y5yW7J+PU+3Cqayq0dpYXzSEZy3JXocV9TFD7O6DTDb8E
JsAF93ductdoU1TWAF5VTtzfVJl5DYWIyY0l7bkT+qn3ZGtYMbYWGB9ahXRfP5/e9RPfuwVrLUgo
ClcgjsXTWLBXwrHQWnS1h6AtXB2otqvkyQAAdvrzsJNQmghGVzRR1AHlvF+fqbosNAxWK3se+8wD
otPTHF7782Da0lSJgIRAUF6LNu+tFDNyuqo8V7ZgVONGSeE1pYlxJ9YI+2SNeGF1ntlz76ytq+iN
/x5DWW8nUCm2GGeB5CgxYD3Um5tlvrAy1vjk5DkZUOXFdXWolJVO4hf2cZxF0QJsaxDbfWQK+aYs
chGQmGZ6FXLHj9D2hBSoI0ocf74VLHGtVhFfcyFXTgZpgOta0o7TH4qq9QCCRb5B2xm1JFmrd2Wj
LygWR4F2YcRnVqZF3oUTgmov6+bkgOBOoncw3QhFpQDqOdg4u5Ko+cbiIPy5r0Zk4jW61rmmvGZm
3zxFs0KDTUUZc2UfDwe9r/sd0vLaPlYtedsFBmJ0GXS4C9N65pGS4iDvQCBiavJrleON1Saq5aXr
sKr0uhzaWRyb7hiX7R65KKTY1BJOgAnIs0bS64LpD8t2PXR1VZEh4UicgSdPVAvQI4c3DTURmgEM
o0IBbWAMF1refHiCWCH7YK13MsKtU98CrBPp/YU1u8SdhJp5nyAKGbfZVqmM4o+aaRA6rbYITbkB
GuRypJMIFfoFStdVV8HdKKbKrntheRkEOTMuLJWzY1JXvQeTzIB+6sTiJamQA+8rVmU6I6Myqwcx
6/MdSPr2gm85Z8pg/YuKvh60px1gujEoyjLPMQV6wibtQR+VZf4WleJ8ITg8txyIhdgCiKtZiI+/
92I1minxJFeV3ahi7DUCsW400jvg86PmjJX1mOFoZPJE41S1E/3gCLhNjAtDCQ3obAvLrczNP39A
BNRrPg8bpnxaFJ+lsJKTFhzIqA0Elzgqr5zM5A6U7PLt8wGdeUAKWUpN5cShhvxaV3izgQ05r9Gj
BM+k1n3gw6BqnVQZVn1V60It5tzUvbW0vv7GUgHFKFiQbEYOenhCPwKWqRxUF9bbejK+O2Isgg5u
lPg//C4l/vdGJCTraReARrekl+IVTPH6IVfGcmchIbCguzxNm8/nD/G/Mxah5VkKGhFYPYkIljpL
srHGohpaTGBNd/kJ7pgTWOgA2JEWRNtiGkJvphnmphBr+S8B1meroSERKWN6//nXOTfJPEiUCiXy
s0Aq3o8/RD+ZjsGsHJCGiytUQuKRIvj950YMTZdV1MrJnqonp5oOyjhuKw0h9LiR4e+PCbowLVwn
/cI+OPc0DQvYK4RN/MeHroFok4jKzOIskmJyAJ2BVh/pk6cN26IT5gvWzs2dCVLCMg0VSuFpiNBP
qOLRtaYCCqwFhxRJ/V2FF3X/fPJoNWCpxEDEkaeJbSMzGmUO8YhJmzdXJf0qgNor8YV07JmxMG1c
ovCIPKjTmUPpF7XuGN7+PIIWy0ZLdaRYi/40VQT+BzlEclEKdxvztXz+Zkuby4C01br201jJj7Tr
RLUgKMwLPvdjpmM1Az5IM6ilcHNbB/vGTI4+piaiaQVEOIivhJkeI1Kd7ctRs2xdHK7NUbuHbx14
dWQEB/Lde92qqgvnyxpOnHgW9rekUCYg2wLR6P2XWGqxtzrEoRDkHmTJ68BEF7fqpIlwJvpxVKB5
oye/awZLvpSmPbMNuA2AxZLRHCTMWn34m/ELZaSJfQ4Kcc4TBU0OUQfAX8VXCm3+nL4N+Pcfr1EO
H5kctEKTM6DY7w32sjHli4gXUaMIBH2rNL6RI173uZWPRw+CIgYZMlaQplun1wFyzuHUGDxWkJoh
bD+j3M3FYkBJty61/vs4g5gyFcJE7h8gltfX38wgvhJKBc2I0UTUYsGdy6w2bRHsyBerVbRf0ZjT
W+Tz0a1z9H69kKqS1TXTiPtST5u1RimA9bBGD7oqcuTfgHU/1f24/Kh7I3MlqZBhqYvToYqUckvL
nfaC7PfH5SopJFBkbjpEkni19yPOi1oMh5FeA2LWoLSjG7+yxnjRChJUtQUjp1cvRZUfXc5qkUsr
1TSyrMrJLm1HeEgyzCa7oPkY/NEeEQd9KC44gw8XDktSUYjmhGN9cvachHkw2EHBlcgWNYnQLI5Z
xPFzjUCN6jboZdzW6YCCR2pG5IyMLGsvnRFn1qwm6oSzxIBkj07xg9AkjLSgvI1WW1D7GsIS6HYE
UvRYto2SXNiGZxwfpRKuymjXkUfhTvD+IcKoT1UkT9n4enuLX0wfJXpFuYPawINX20h7SJWcqzLk
oLbzZdg5hi20bY2sp3qxX96ZmaceC0bTJLxeQaPvv4yctehNQEC00xqJA/Ln3Y9RJ54vxMmiCQok
hBb2Wh1Gf3yUMQmU0cmcgddEuvm9XRFislbDrLC1Wc1KZPYCZdnAo4gvdZE892y5eIFBVbhOSur6
+hsngS5YEoA8hRva9sGXYU4Uw5slKzh0sdobF+LGc8Ys0lZkIC3I/Kd9qDvUqSLQ2qW9kFnfVxKk
nRHpFxoOlOPj557ojPPTVxMiBUWDYp/yflxSoGozjYqICRMj+JV00vzF7IxhkxZZtqWgGX393N6Z
oZGjB3WskREwgQq8t5epQpz3c4lfLw2oHBEFzKZB1ajkdy7skDOmTErOHIkMjWzxydqI9bwK2y6h
sR8dSmgUNPUIF2hLoewkGkoV7ucDO+NTkZBjYHg5cU04vh9YMhV6FvYCDKY8T5yAzgfoU9YU/pwA
Eflf3dxA3qs5ay7cnM7ZJd2ISeUVTHKy8/oO7V+UErA7Qge1pz5WryExwRct4ujLWKrllTkgC/35
aM/NLX1CKA8TfPHD+vqb7TAYMNM7AZGGlVTgBgW7vEpRhTSMVr+QyjmzQk38nAYwm6wxoPT3phY0
54wBSRw7aJcF4vYib2aan23RL01cNJaFC4mWc0PjWr2WT8gXc1l8bw9d67CeTAvGA0q6O5k2h24e
auX9QivHCyt0XYEnYQDtTRRqDbS/ZS5PzmEkOGWEQQP674Rxdq3CW3YTBJz8z5/VWSucu5pMBzVC
qRMrItqbua7hTWizVnt1IJqHSIjGP86FSRQdyUggciNqsrFehd+sCBSQSZTOyF6g5zWhJiNC+96q
CXU1d9ZMsb7gIs+tCjJU6z2GoEI1Twcl0o60j/FbQtc9DN1yR4sUqEHEU7ZRI6T3+RSes0aOb4VQ
kSbmXvd+cFXRJrpSsbmbuQ73RdwofpuisSZOU3VYxqW/MLozjwyPTCbagkBE6fTES6aGXI3Q7dHq
HKqKumwkovpDtzIItp8P7Mxix8SaGCNHq4qnGOapUiWY5OzjaRgMtJnBDrhGWpqxHcdB8/C5sTOz
yCRSmqTSTg+GU2PBJNG3DhkbW7ciDY120ap/Fs2qhhYIJHLJ/KvRn3tHTmyypcQkhNynxzYtuvIp
mmhUmgxoVqRC6KoyKk5trwmeijSpPU3oG38+zHNzSlBNtwhZXfNM6zS82QkRHe+qXFCJMdtsL1NN
9LJcQXecrsIXXOMlS+vZ8MaSXgELAxVEj4O+i4cdrhqxWJqjDgh7pxWP8vOBnTlqLGMtjK6xCWfK
ycBymgJkEZJpNs2Au80ya8LtogcWChFt7QkwnfdGHQdf/wOj+upW2A7clk6MNrmFWoypFIhaM4kx
UJAv+ax/iWjV64t6rfhjG6kXbJ65nuH4iarBpwJbeO0N/WZeW3Mp20RBvJabkmQjpre3ECX4OgdR
8pNGb/mLlouNqwlis5PHKb+wJz/G0mtVCBdKRA3v6nTzi2ppTEqGfFJvTNJdLxd0lI6a8LsQ1P1x
MYXAaxH1PwpVe+Hk++h11uXKTiGOJqFwehwVdMiKO/KTdiADHKKkEXqJksh3nz/Qj16AW6dBHhJY
GXm00/MVAmUfxzJiFATU0Uu4RENEG962LHwVnesXhGzD759b/Dih6z2XlJqhcwZqp34n6nIhEhsi
iLyjATD8yUK7tRBBCe2GsoqvKQWU7CIUEUlHPf4SauGc9dcoXtJU+O7a+vqbxTQIpRjTQ5vLNrrl
mWsIbExy96j5O9aYIVISI40/uoinVinsdkH6/fnoPzoJZN1ZyJyS5BrIlL63r1ORIEzGSchTquz4
53taqSjYR6bp/7ElUqRkhijlvCbY31vi7iBbS8YpSU9yo3CLxRxn20qp6fvwtefogjv6uEsV1pGJ
XydOwzGcTGybCMiOdrTH1hEO/cUB4qJVlbpSGpCB64pyE+Zz/a0ajWqTzIr69PlgP24WrJNKB/As
GhIJsZPB9jC/exi/Nsix5CBVOhooCeLR/4kVk0I/1R4gpieBADvEBKWNtBypbWufzOr1YE7C7j8w
YsrrrgftifDo+6G0YP0EUGlM5LhUt4DSUdWPRXG4hAU7s/NJbsukKg0L6OBpOYn6KSKm0HztkD5L
rlVDdbSkPNyB95v2pom43+fjOrPyqcOtxQ4DJukHRFgbynNZr48IBRjFywYzu9bIe9GPa1JvPzd1
bi2CvBT/TliCS38/hTmyGdy3UAMxjLHdiUmtOiQTVgr4mO2qthERbqSTPPoF1Td4cNWFrXDGxxDG
MaVknQDEn2KDtSxFWFUk+EbMDdmKmozirYpgPnnMyWgeZVoJDzSui+tHNQ7n5sLgP8YFRFhQWCn2
kAHXTxFTJYJaskb6xZaWUvzGw0DkuZDZjE4fhVkL1DFN7+mBpv0HDgfD4AvWvlsKleT3s97F8aob
yiVglurWEfiGO9SaomcJLckLsevJdmfn0eELVCEXAHw4kd17U8EQFbmlzrErjq3mSqivb6RySC54
0NOk3j9mTPyZiIADl/r3ZmgkmIuxgv5kQo2is9BLox+U4JViQudtHVEG6onFnq56t8EUTH5NtfMu
6Ls/XM4fvsaJR1ArcewIbmM3RqHfnjSUtAkMx01p5Iqb/j/Ozms3bqRbo09UAHO4JdndilawLEu+
IRxk5lwkq+rpz+q5GssDG/8ZYIABxjJFsli1w7e/FZvDEMA64mum8IaY8fDnj+ndd/vP1RH4oVix
qaRSwfn1IcwYmFeAuytYKsV65U+BPmAtjMNptf2tzfBfr/Xflzp/1/86nAPjhtrvtipb47g6SLeF
W6qW4S+v9d3G988NxefCcEQ0R+Jz/v//ugrojcYvq7rM8goK2hXGN16eLnrEscrVdWx9DEeZ/4/R
3PmiKOn5Gpkxx808On+1/7qoq70JLltcZHteFpi4u1N2rlz9JVj9j1uDQM7hgXyGf96HyivDIrmg
wJTFSkfdNTgDt8HTvwudC8b1F2aAwpEd/88L5N2G88+t0bo8K7W4NsnIr7c25GFeVhrb/05ZeI32
Ne4eJg3NArwTEFSoYjBa5bafinWi2/7ni/+2ZOjns/ZRKyC2Z699dyTPYCI8kfde6k+yuLDmXKcB
wte/XOXdju4FVNEthzCKNq1LL/jdVda2YoBlcOy0qHSxpRovm7t6UvFBBEocFs1p3UEePmL3U/xl
O//t8+PSEc1n9HAO7RTv3VYX14OVN3XnprY1lPa944/b9FxhICw8WAzhIv/Sjfqv6/FdcOYTyyFX
f/cNlsZrnVzA09ANnjhYeEYZtg9tihPinP353f3Hpajdx5TwETjxHb67tZGJrrlBUgNgEBf0fOpN
pjiX2dKAMv35Uu8igvMLRAVBi51/Q9zy363RGn8wW607d7VYw3WZ9+NJ5Ab/LwEqRm70+HPsPtO6
U+7N7vr7X17ib9/l+fK0RgjqUO6wUn/9RBwRx8TApZOySKOTMNJJvGCmMG1BjZy8wXr48+3+/lW4
RFg8VhYP8eI/87//2m3GQgGry9nW4Ft4cCvAnU9VKf/yUH+/q1+u4rz7KrAtjgVM2Tylox+e+S0Y
3iiUd3YZP2yb6/9ln/mvy1GdPYuzGaTg/n59iH5P7bTCSSpjE7P6+jhiJVrh4OmDq17xs/WwNgS9
0mLb+L8/TWixlAEI/Sl8v/8kKDWi4XcE7txD8Fo2tDGH5X+UA/GScDtBFE1Fhw4QX/yvd9cOui2D
yPJSze28xtbQg+vox79U4H5fGAxAWAEVOPIlYvF3z7DGVqCAy4MnsUPXx49wkBaYC1/+rw+Mq5xr
RLREKUy9L00tg7uXY4QT8Og5RGaMvALhWf62Hn7fPgK2RFJcRjTpuL7HGVOqz7ULBycTmx6SsrQ4
3jBLvFA5zfo/39BvR9xZ0URM5ZK8MCz0/oiD6Mpbw5ozmxgV+26atXvy/WI6TjWGTEs0ADyliPqX
9f5f94cSwqV/iyyA0ddfV8SMmXVQwKHJ6qqcaBkjZV8cABVKADb+8/3916X4ojhfyFeoi7xbFn4L
4oXRLzo4xpV3Y4nB6bBF9quHwPB//pjO03tokKion8t679a5ZaZKj2vUZKBsh1O8tD9nN/ib9OD3
98V6oB2B7v98bL7fbxfXxjmIyVYWYKg/rYMxmRFeecPc63JrlWN72xsx/6039vvH9etV3+0TeQDD
2ivzKnPtDTfcsZKnYdmciz+/q99jEZqaVNA4NhlBp7/567LwFTj0SZCUgOiu7rtmNYkGlZJ23uhc
22Wdd0m15+6FV8r8658v/V83yCFGZusQAyG0/vXSyiyjEEqRDwWBwjvaaW4abBGz/8dVKGrT3afa
yxjZr1fx6xXFU+6Dc3G27eiOAzbhk/23uu7vS56cho3QPTtn0Yt7l1QNodX1tizrzFpNvp6GfVyc
o6nnpruYOkfKv2yJ52X9r+Yit8HlGEjBQIssimzy15vait6bJoOVc24m71Q0k3no/arN6vlcq4rX
Lf7LMvmPT4CqHxKcc92c8Pjduyql54kt3OssCok2pLTpWYViiC5IVCQIizG62cJl6Q5/fnn/8VjZ
jxHdcNWAM/Pdy5PiHHxNG3beHD4Y+NfmMsd1H2dwkvm/Dc3/x0Ml+Iccet7+yarePVT8GnUYF5j0
LlIWA+NnhH4p6oMoSKsgXsqLxhsAnv3Pd0gaRxmLAw6bsOhdLOeFOEYu6wqYh2ZoSm0pfwp26V4Y
d9i+//lS//G90bjiM6dQTDv3vYJKriFdgBJKKzr6MN3szU9bE//4/1yESjR1DkbB3qfDlj0W6Plk
lyGABqfaWyAv99j85QT9bV1QPuEYo+9HzeYsdP11/SuSN5qL9ZAxWz49tJTdM6za91Op7eDzn2/o
tw2S9e6fG2JEiYzzvFe39XM/n8XVU1YPvvuUo8zKLyujGXLNhny2sIQtpj3Ch38fp+ZLva+x+5cl
Qgv1t1dH/oRUkgD5rARhmP7X+yWdaxj6bKaD9i34yokwbuu091trlgLQSuctnQEb2ZkWZF80LzU0
86jD/hTP11jjhRlXlt3haYvZZfm1atBieJd7G43iuQwhNcnPuW7qvr4IxbaIH31Xixx4dmUBYEgq
XNub+gBIzsrBv+l+g90jN9q99UliwOw+bWqMxQDwpdzPf740k/s6hWUnf9rSGvfPBpaj+2Huwrn7
MTWehLuz6so+1GKoJgyrIdp3V+tYV1dWWAc1zbF60y+q7CUN8n4t5jo8Ol4FEReI7LbHCR22aL61
2rNbQu2WbfRMecfxrgNmKa0f8cLs06eGhBA37IGxKACxPJkuzLZW1Ljpy21Q+RVG6p2Ej7L2+0fo
qQHjkoOs8zzraJI38EhkPH9SnjvXd8CyhXvRxnFOgZB7GfzXqdUr0GB32lXoX8yTKYwLZagGcZe2
Vht74cUMdmA/yQ6pFYbvim41sIUqYpi2i6e4S7SGapQNZQ7vbViN3f9oxz5wcN/GKfDztJDOwgOa
h1F8QC875B9kFQMLmVZ7qUhUgEplXYCy5MVeC4uhVtfAovs4BuCksrjAOuKgFmuS6Rr6bQ33Hh+a
LhOuWOPPfq7D5csIgKhcU4pM/fpxGWqKrsnW1+1cksrmsX1Ruo5Uj0GlZEMWUZh1ol9ZWwJn4NaZ
V/M5UGFbQM2OtkkccRDYt/byzLovH8JyHbctYWwmwuIb+BXcH9kWu66xCCWOwo1UB2r4PIdM7JN3
YeQsn412d4AVFQ6j4iFa3KL9Dm2lcYq0EwL6cmb2uXYiOv6Wv34cgtLy3xxjvKKhKA1Ly0rLAogR
DtfRNtsLxIRpmIFfxAMIkgTH+jZ+qnONsXO3jkFkTrrw+/418hurbhL0EiUOzgMAiR2jbG9zrESu
XmPupzVCBnkSS6zhXTh1P/tgGAvprnNSRcbJ35a5d3yWch4sjC0IrW3rJQJRuzCz7ikzb2lRg0x5
HcvY2Fe7M3rmk9fPa/HRjQGoPzHdqtrMj3Oxp4xFmDCJLJn32TZU2rrtsHRi4J9ivHluBeoRmQ1r
wMVBO4c3Gn6x9yzraDXHKB/YgQAKrEsJED4f7EJcTLql85r0k6f1a+/Bny9hVmhsGpKwsQwSkb4W
/Wxdu7PTjXF6boHHVlZKUS7ATcqIMmBinIZeAPAwJjkBc2/dan74paCLleXlggoosQdtDd4RiVAf
MTFnC6PtpLZMv7+isBTY4jNVjn2045xJqgk+P8iSEz1ERfPVn2YFZissLDifQTlinsDUjs7jOjES
icyasMH66/euBguHb7oDRW5Nz3qIZbkKAa168kMzWH47X86yLcf1NCtGg3GtJikIg2x0g9y/6d06
6Fa8i6C+lJeS3bpGI23HEiQNHjZ+6ngC1EdarXs0OpcGn+9x/wQwTq/rY9+4UxND9IjD3f405wO5
D9EdEIH63JOEbK2kUeoabr1ZnMNYGG9P9liv9mFZNLZAWSz2er7v6klPFxN+HnBr7E4OTY1rr7PH
P6LOoedxlDWYQjlWe3htW81ifQkrZxmeupCJfFR/iJUQHjJIOvxwsE/OE2cjWkh3VW3btRXgXPik
SZDXZ0sOc3tq2yJwrpcIP6qU7cv6FkroERC+NAbcuWlPO2bXmERgvm4nQbEXt0HulHe4u3dHp42b
O/pqI/2eLowX/ymq/K45UG6aYTrR9B7Ku2DcdoZ3RxeS8YvjUvv+zj1V7osM6oWywCpEfOLXouWA
zTV26egQWveE3Npqrxfd534G3Xf10qaOnenFXZ1IWEBrumm8EX4Tt49OU4GPtDmB8/vJq5S+Yb8b
X4xn6xJYWjzl30NTRd1D3YgofJCTZeIXtEDTcFwGUYW4HI+bPhGraplsAH21d5hEl78N8WLP98hW
q+6ogDvF31iyA2sOh+qpepgDp+9/xLlXBwwWzjwHwDrb7L5V3kZ1OhHD7LCqWSOWevDdjvaU6LUM
PvbaTOaqFDWoN8Sp+Kw/50Ukrf7C25dgCY+WPxfKvlAkChjMG0y0558guXfrDfLY1MP4BkG3inSR
AL++ObNSq8sEfa8CkzGhsS0gpORQFCqJ47IC/ASj8axKnUt3gjwQaBzP38K1s6w2GaJpYVoW4JyM
v05ebY3PYeV10KmCgYVewmeJTeCkzaBdIBB4rneyZyON1HyKoq1lBp2+x3RbCX93YTKVWAZFg2I/
R3qwrK/YmQfgCQOF57ODAb+dNuhA0FjaAxBtXw0VsiKrqbzoWRU0Tp/zXXQ/in6sI6qV7dZQDR7t
Z1tQMUtd1qKbhlMxd9+X1USPCLw4sWPszdVD0O/qouD7ym+a0oUny+4zvUQ2jd8z3bh5XRD1PLYY
7P8AKyu7ixEi6MO478EDg6eF/OdYeC0iG1ypA5P9qgcosX4kUgDJ5Zd+3J0mg7nFCUOTHKRcmMOw
dYd49i/Mgr9+gty3ex7skJeljcC/Xltn5EReWkDZcTxIEeJhR+BPbVsfa7i8N2Q3Gkv+rjVfK8H5
fTlKZ/LAbS87Emwpu8MMyf4Iedz2jp7VFyeSD1xDRt2MEFvQBZXZCAbISqHcwaGme7Gedo63Vxct
ZptOOWdM6jcbL6XSLc5AG6pWmep5X5vLBdCQBusRoR3DLS4ucBBSO5b6kEfUVYHthU7qGmhg081S
YVmzR9BKBccQBvVcKl0Hp0HzYa8gSWd7CETmKkfZiOyK8pHtzvm8uEO/JY6Ol09eHRaf/ELlP0s6
Ow+wzzrFExHCOpbVQB/JCmeL72Go4z2Jo4VgFeOYMbgZ8041D8Ng+uXkeEs9XqqBGZ3j6kpHfWqY
NJ8ybwpFldT+AvSsGViawRJ33iHXkTWkNT9zd34PVMI11uupzHMHprSD/1jmGWIRdIm64xCpww5o
U786X+Pd7wBLDAYkZMiDSpjKke6pEmZiqtxU9ZeBV1Ol1d6Ko8vkt89v2yMp8v2xR/bXNU5KstMd
a6/lPynDEoMXDSS0xK3t4nnGqj2/8AoAtklIpIIEo47iIY3hM941LQi3Y+iAuk/iZQ3k0QXbQ0s/
Nk2cDHA7NDAplL2J8O0SFiF2Cf4BAOD4uIdL53/smqKGlBkIeGCdCsF5NOWk1K0fQnbLxsKNi7Qv
9tDOBt7n+AGIn3MBT6vzLwe3xSK+U8IjugxBPiQuk0FbIkPJZraYymuPfbeJOwdp1fDNHkATiIg9
M5kCqCQAIif+WrcJ4+awgaFpL4HO+wVK8T68jts69E7EuBEMszbum7cGWNv+FmC88tK1I+dJXVYV
qPcljuejNIXFvdigIYiWICL3O3KPq1zN/rPj6yW66nPmANLS3YpHExa9lYwo76/VlhNcbvtOkLeZ
MXayYPAKlWI8FZ9Zzqq615PjfFm8uLyp2qHzEmm5hWQzjOsq7fONjXE3tvdpdiz9RQxNHicCOy/7
0VlhNSU+EofupZkn2JdZs8i1/8BnCaEVPTwnX5BXlrgviWufzCqwdrEGp7oebH+N0wHnbwL+Zmig
bxZl5F7wqvztaNYSwnRN/PC4MW5SH3JVyTwp6FGXF9UupuDYINVpYDpF8KlymVMONiLvyjPzwX7x
dnEWRDHNWR8pQi6H2N1Qg+aqzE/G2QD/7X5RdCdBPD3CP3JhsUVhU6UQ89i76GwApQX5EI/dxcy8
6z21N6fN6B9t9uUUSpsJMUHOwvcVVGI7YXCu6ovei+bxmliFrK3htdTY+8X8PVa9gpRblMc4PAMs
5Wfa+t2bY5viRzkO+w/sX8qve9G0N72PNu/okqXfm3ptnvpcQBy0WFAv0GKt5WQ1bv80N8Jiz+xA
GB1DFbQEBVYei8wnoHBPga3s5tJtu+WJPrtfmJR8n+zNyN59nJmx0wcmkEZIiHXAWSA4tVJkvPhj
5a0XVQSDPQnqBhDunq485hSGYab4iEbfmo8inEP1qe5jeNTSawiH5WaFB9NunEPJUvXw60b86qok
EKJ8rQsm5xNEa1b3VEMUXrKtm3L3xFY83CKiyBnxdU3A2M0aB4lnarwCEFLEP63ZUT8tKeKfi+eT
2W4AZHW6WqtP0zJaOM8Q2LUVeUjnHHKf9Bzdy9kwUtnd9HXfdyZditLtQILGxv1Os4QcSMYgb4wU
86coD4dvHWhh98plOv1kW0EEXDiI5gkvDqrARyZXADDXfo72pARp9rwN+cbnMpjiS9CP+4fAePnX
WGrxsLrO+hCLeG/gK80u8kkJ7TEJz4yPQ1XX03H3uqU6xDYEtwSooL7dp1ZZYCx39S3EkhQQj9Dy
e+3ik4DTC7zQDA5oeGqtebMo3BTm62IBjebkjHpw2M3iftt3D7x3rPXwdWTzMIdwjepbp3asn87a
7R82QR386E5L8HUr2vqpBOTTMtLYLldrUBAi+TRTtkSj8dkuWkS4IO72qvupJkt8A0lUO+xvWn+s
BoktyzKYtryrq8mjbdpt/ZvdLrNOdx03zUELr21RbrbrtejUCEiy19PPIvDyL9odi4eVI/w+aEv5
WkofsNzGU/seTnK+Vt1kE+v3vPMEDxZlp20jiAPbtjyP7XoLsgXL0y0sgrJcP8QzaTjQrkaSVeny
nCZEfnVvO52C02FVPhV5G0ej47bobQVIW/nhic6l/RrIxg/wJ1nEnTf7fO4OY5chhSpy+Ewx1j4n
XqhCslKUBBHdJqHjww46M+RLVsOVoefrHXfgzebgTJK2p/SkPIU1zzqJZQdwa1gdOFTrErLI8s3z
7vIpKp9RXrRPu7NSByLxW0FJjfEErA8HBmh/QaQe4cz7b/BW2luAOEAuIQPB44wjgpjjrLoIbjmQ
Q8rluV1c2lPYyqNScfzEmT5U2eZX/XXNhLe8nIc2+DJsrrhVtTD+0Y7KEgxrbNarsJjjxxJwJYTL
pWHGgBqLn6e6nKZDZKuwuZhsrweV5Y3eDzBAkDhln7fXnplhjO3rKNPZX4IeyyMt9kTzZk4drcj9
uG2leckLCFg37BZ+Bza2ccDbRHIHOzxCTLHGguQu5+Z5OjrWLyTd7pPfuMXHZmbQN6nk5IOCFsQA
mdNo62db1d01437nLZzqVXCct2oMU6Zo5D1o4A3zXrwdeABmD1LDWNYdvm6uSsvRBH2yRSKYDgVh
u3/GQ8EV3XZuM2YIAi/Ibg/DhO/Z+06HL/9kjd7y2UNO/4U2gb4u2rVWqSzb+DMUr+EHlcD2fl7H
7lvtG/dy4DbnlC456a+iS4RbBpp/dHB7nF+6/dJGXHfVrCgBifMAYHZzEhtGJk+WPYM6iOMvjy3m
HiT7DqoIds9wuoeF3OwJRr61fT1q4X/Z9OLfhkE9f22rxvvshrTQAEW28hs4G+gwqqX+mS7dEIDb
9OvWSeZ1ib7SYSZIXsu4uDFAv+dE8xBvgXlYFaNVar0Z14IgxbJXO9N52EJjxpkgAGY0VK8CaRaA
9sDj94a+Bj50soeTN9Y5mNFtVqRAjJWS/JtqmE55J/ZbsOiAQQJasWAoSycs0qUcovVA1ARR0VtM
/YJMP7931mDfko78yMAFPEdtk7cNF32AJ2GyjUE4pIXLwP5VNOv5q7Np7wmKrsfeLUz/MPQy+uwX
rq0v46ZonkZZD98lEutb7CMGfayCKlbJgAvGi6UopCYOJzDD/9VkP7ZbzxGQl1hnssUG4YPqrfDz
6o6kcqiIvedyg5SW7oNm6ieYG9VeSat2r9uFJJnY1x3WzO1t8VJFA9Z05Aw5CWnkYea0ELXcdAbC
SjJ6LVxfPvHgmxB7WxzKacf8CHgWx1TRNHe9Sz5BHYie8qmdcgjFBqOEUy5i+zJamvCt6Lz+Cv06
UUy7EWLYMlJPVJZDkJt9nu+pikRUZpE/IqBvKYhhl8nc/G1Fs+n73soYZKscnKMfbET0vawNFPJ5
Xl6taY/vA8R9aO17LEmSxu/aOY3xf7ymlTlA7Z7h/BZdI8d0lL3TYsq6EXvBzZ3cRLpF9xG8Urin
sIhdk0rPVjdeVOiYo1BWjxFOvGHSjbIKj2602kfe8WiI3Bh17pxFvCIuYtydoXdnyfzWX25apuP2
i4Yu0VMo9rm8wjmSw7EkrC4T9iJxEZeW2k5WMYZhNvsRU+p+wSbjUSy7yu3W3C2yneKDUWVzrXs9
+yRgvnaTWOgFimPAqdZDCK+ydp37iyqkUQRkyi9f/Hw0X6dYWVPGO2xuViUdO4v3hcXdNnn3WYpm
/BZ3rQeGjwjlO00GfVuHuywzcub+g1RatPcWVgyyeIxHisCZGlwJmSdfq/nVdsGXYQy8eusHL3eK
IIv6aNLfGiOsJekbyVcgIslbsAjVyQwXt3FPZwEAI87VHH8P/GruD9O8mP11z1f7Y0Tj8EJvVsmH
YzZI990ef+/WoS2Pkd33z5ine5/XQdRzuruie7UqTt3EIuP+ZEQdY7wUxMPRngNWaRyse3sQyxpH
B7XmY3UxU+teEqf3bHNTtDExC2z68WPgLZQXbeXgDOBSwG6zCtaVSrArHdQhiuqhoczhdh8bhXEC
9ummF4maS/UqvZow1AntPjx0Lb9MNmwTl1bRFC6ZZbS6JXieyGV1q6e0o6JXHZjO7+DU0xP6KvQW
RMX31pxLCtqapoeoFlF0cLDrIdjYJ72npvJ7KlMgBq1UaAVei+rcPKYDPe2fjg6tf3jEXeVc+PE+
fpnyFafTPFynM+jOkNbo0F2p9EArG68WzxEtNp2uS3UIcz2qxPNYdmlvjH+/1ntzs1li7zMFY7tK
C4NsLy3VjJF8OctxPzoOMQYKmAIZcDd2M4RGhvse63l1LP74Nnyw3Zq4TdfG6mDaDtpLYYYGD12L
aiBReh2puDVd+AFbOjdM5BisPxiIV2tCMcQas4DXPGbdLEoKVmNc3G8aY5yEQkljnTZUu3vmKxw6
qUPHQFknKhG3bZ4vjzRVOnJ7PfT2efsG2ay8lW0afzV+vCKaTkRub0+O8eK7sVNSnZDr1/dLX9hO
5uMR8SBjDBzx9AbMl/bB7tCussuVSMBaQNYd15iS0XNX1gUaj7rY7HQY+srcNl5DquZzDHZJJFdf
HUYjMO8Urdnb62qO7It5HOWWjPT/n0pWlURZ00ZA1JnSLtiMKz6oCq1MkSjkXiSigV+c1sKNTIY5
8UgrM69lkUQYj+dpsObqq9e30jqVZKmX1FTduyHcg5+lG0OC7PZCQvxmAYWJ37bGOjamaAwwYmd7
2n3RicS2K73gjeG1IU2YKuzSsRsRfGu8sVSE6MI1O2Ve9LDNhx0PNT+lT7tPRPt7dEuTaP6UI5Gz
aPhTCsHPdjdU/WxJI6DaJwPCLl/Qj9oVZ1ML9vebKCtDUdKLm6ecDj2M6FDEOhXkB/exqomcmC6a
y8SyAJUngW6by9x1mOuVirZM4uPM0GchkeucrvT4Ot6kGUgAlOfPqV+P3sd4tsmrbYYuH2n52JQw
JnslEFrXJpENyGq+AjnerxUhL0D7qbnsmpIYYyvENmXbXm7fnFxbLfHeDocPFKV96chcPM2AzR/Q
/pou8WUeU2G1+nk+dHT7bs3gUwArC19++qfJAHc3Ht+cdVZ3AjL5s8iHqT3E81S/AXLnOB03Zb7t
Wsx3ru7Lt2nAwoPkwM3vRt0HbEH54DxvrYdn70b16SJ0Bud7DunvM7fKGqMvatZsVf38JewFhXlj
Nhy31qhsGUnGygW/tto/cM55d3TQlkdSVaDnbuHrF0TS4ktPZ4KDLC7VkrSrLepbHEvpJxVy2j6O
Oio1en8D+mB0wvlttvBsIVoP3gRGjlZKMhp9cJy9ptI7q+WTUB2RdSlX67atzzuNKsv8oef4lOku
7e2a5gjTtwiZQ5Hk1WIHt8o3XkBrpmsflK2Jd7lkf+coEWBtuHHeReHGZjWHgfU4RX09XS956Cga
TN3mZ0XYUqbERjtyLtbJwyrLx2HFz6Td6588ofNmRajZpCPl1Gd7LymWNivZVuJ7lD0KrEn8Cw5B
m7p2l9MId0w3PDRnp4Fj3Dv6hm3PBUSKB5FOgkgMP3PReV7aq3IiFd7c4bFW8bKn9Mur5Rh7PaYv
8CvtB3DHtZUGqHzuF8L/me0gKmk+MT6yMhmvrJkgu1A4wOfduCUNex3jSVsV6kuPicC3yK9rL+ns
1etSFol+2dZaPBV2PVe0guf5a9/kVGs3YHINYMdtvA+wJ/0+c/LcUWm27/HsHZz7CS18Tsmua8Bv
nDvEqu7t+XNO5c861a5e7zvLXrrrPJDGJBOfV3BkGJH+Xy3Opsdnv+FDtyzE8m5UxRVqnkWAvNzc
8lvfUJtliHImoRVz09AmGpvy3mEadj3McpsPRb7Q4ldI+Xi+2iGomFsreIDR2Uw86oJYYUAN+s1q
aEwf+oWtONW1YsVGgxX+lK6lH2Gzbsv1GAUcOZqZGzsNN199pQ4eeumCCPkUYH0LbdxDHn8+5vDE
HMfBJfwbCup22NA4eUpZ17zUarNfddNGdrI5QLMZeh/eAnjXKsXoGcNVkK7T57UNtzBprY4evl+E
02W3CP5mKPYTIa0Xtn46NZH/k76HT7cDFcG5Wdwxc9V7C2kWxvHWd2onlMV7NrUtbWgfOjd67qxP
rfAmB8Cz8SsA2W10riPnNOPDkvpvhpfc8Njsrv6mUHK9ckNQWkg22v4QMh0SpN60LfK0459+RcHH
2pOBJfSRaKlvs8LNBdjayAj3BK/VfbX8vnpGpVp+WanNvmLnaZcn+tTd81RX/ttshlIlBD0WNX96
c9/GYfJuVRxN+3zwt9j+jnB8NImT15gAQKPwmkuraffPPfgu/8opoQBnEjUIC5nBzp98j2qiejjR
J662VhPiobyZDkEjyvGwzJV3veA2QbtJ9d5b7nZUAuwhyrNy3oP9GFYGNWG1+pYgYxjEUtwWEI+5
ZzoDIlWsV30c1tVt0453d9Xbg0UvmYHMt2bc5cPYG4JakS+5n2rK1e7B731Vp6PVuta1yds5B189
+a/CUXSE+gKQ7rEmgX0MG2GPaewLoS+ruXSekMPiDGDZJbFBOODhMkib6kxxjgOSIs/Hu7Z3x5bN
fe8/ipn2GKc0xI/E2GP4YC3BVhx3Ibsv4Uh0lFY9xeqkFYXPeea045OclP+DmQvqM32zDmEyy57h
ixcv9xr71tXaMTfNDCwCympOtWkr/PAOre7YZBHnsKHVHk1sSsJfGa/bcIc4FgBc2lPeTmF97bB9
UHkuJ2kfYFVWT3VTaMo9/i6qw4AuyaOc51BWHmVgUkevqIftxjTPzHUFXdLhZ1Hw47PJgt4xMuGI
pMexctK8LZjoehkdH/sq2Lu8wcMyDq6CJhKKgv6uPpY8yufRGIaMVR1X0Kkb9r50K50Sy+F+mMYj
JaHifgH03DHhEdjPwirXz8x78Pn1a44ARXejWrLSixYvLcSIFMPLI+dyqfn+vqITYIP0wp5Gl+Oy
2TaEWXycvTOPiV1RYsDcBHEkvokLSWwVTBI2UGe7p1bi+8ZpEOYHT5FEJF6j42O/SVHf+HoHPh4p
S1VJseFMlLY9BdWLSAf+2+hP5eeeLaXkIYTr5WATEmURGijv0TTteqM9a6huiM6Cm320wv7kb/1W
pb7fIaohcqBaY9ubPWfd5oj/4+y8duNGljD8RARINuMtyQmSlS3Jkm4IyYE5Zz79+ei98VCDGejA
i71ZrHu62V1dXX8oCjBzwOYJdb147aeOiVQiCu4zHl0/Rt4ESHykAoOD2Sr9p8QKygk15WyaLoV/
YACg3vpbWZKmbDNq6ombllPdIZ8V9Y3SDcVPKZX06Bud4vU96uvup9Gn+kZWw666oXQP5tUiipwI
SpXxx+6z6NcEtvo7pfr6rJUG1Am/xNHHFUlA9tZWpOZe1JfabQvdA4YYGCw+Sv00Ajn0WuJOKjbk
mG4O9bsZFwTBLqRazk3SmrUbJ1HDpxhMtn5L73HNycNGe7ahHr2H9Dd/livT6pxMzcf3HJNoxYvD
Xronn5hhqFT8eNPKnjStq5+TsZBth1itxGig4J3AHNNqkpYpKCMsj4x85u02N60TYQBDqQEHecpc
pVlbjtKN2ruutNqTkM3uXpN4oDqN1Tc/VTnIyUd4BJWeD6x5kTFBUjq/E98iUlLDTaO+KeCs4FuN
2afAmLYvIVlw9LNyx10YfpjaoLfYS0+zwOepigxPk3Qz8nwWUHGh5ZqcVZ994EaqiKAt4xkGfl5C
2HKWmIxohQ+sOTVtpa5yi3IniFxSPmMwlf5Kxr4uYOHP6W2eknluJppUA2sB72aeHffauB1jYO1q
NLLKncxEY2Y+KtHN7HPBgI1b41uZyMk7DwJ03FEmzY+qMsmoVqRqeNSCKX5Qp16haKQMoHBcH0Xp
wtcAmU6ttrjtW7+6yTRVPNU5L/17yk5CcyuYV28TyrrXoJiy742RkGLDAI/hhEW+eA71qUCBP0Xi
RgLmDvdFHlTvYV8sDETeIIkzYOPW7jo5TySn72zuC2nqYuAkwMRHw4DUEofYXDpDlbe/ewQXbwZP
0IB8Q3A+BUkC2QQYl70pjCFq3aqZgyelVSATlSA6S1eNELhCLwbWOcqwn3a6TlXuRzGM9xnNyUpK
l1r8DqOOR8jU9r9GmMWZEzbLLm4aLSr2c5nkLwWAMBvaTsfIlSgMyA7YQUgf9JQyHD6fSXgdtmVu
urWm1tzDA//Ttgq1LqS9R0hxPJWlKd1rmQ9xqAnG9j5ofCgW8UK0dzRtCCf4aJ30wts8vRU6pW5W
PpZuy7oN7pDTYJ7rK7l2oSotNeB6oShx4HQdg8ik6CzPpKj2TFGxfJWDQdU3ppxSl+3rSLmBM5kb
LroSCle81wxQ6VgxJ5c4C3mD1Cu/nzpaxHhSJfjgYQuU7HEEUHkEMPZepFCUoyfCSd4PEvA7MTwY
361S9x91shjWyZC6D0XMoPw4eEa0mVH0iYe6NITPih/p/iWWrMNtXuEYs+UoENig5nFXFjq9kEFg
+yogcxc19aasNLgqpqK+kjRii2O2QZt4bapVM53VJ/8WvUX/0KtW+9FrrVbvFTxDvuUpUDyZW+ED
S2r6O3W8gfBn1sG+ECjsqcVGxU4eKpg9oyaV35hqA7XBVMPQnZBc/Y7YP4yAh/u2kTPjT6mFqbGR
6j5/X8IDrzQwD7y8ySQuTH/MsDUEL32trEFB7xCKIOeGkizKM9QobtIacQH0GMO/mc2Ujn4zhTi4
COFc9J7tF0FJSqRFl7OeU8EufXjqFDBgf2wraUpuErvg8syqbFDZPrW4THQwJzxv5CLlDWUkD3I7
xj+HYjbfQvjgEDJDIf9o5opHkZ7iuqONIWybQJXRGAad7JOWG734wS6Mr6Di/xz9Jq1ckZdke2ZE
fm7OloojZJ7K+1gt4TONMyAnATuuwk1skbI7vcRL1ImB6yAb2YN6ASkntDY43dGbycgl8Z5DhiNa
Ca7hOO/lfdhUHAkK//Zdo5birqQCnXv+IIbXSuXWZPNpw4ea027IiZPY+NY3cL+c3C6i52ECLqMm
NejXaLAHdjjkynDTQeyr8YYqNV7zZgKKYdSKfMmHq+FqJKP0mNhjAJFtISAWOh2Hdn3VRwRcP3+t
EZG+DKIpbnI5GsU+Tkt5m0tjq+0IrlXimm3RhhqsCUqCtAOinpD2l0kO/qksSCKcOssxUZT2+9HW
M/CGLDIaIpBKsZdGKQgd8MoH3u5FwnniI/g1PKZWNwA+euuaJvd0NGsE5fFrRGVUD/IxMUx6y9Tw
cylLUK3g3gjbTV+aqdjSKYiSdtyJ+qWI1eH3kHMH4cgF4uzF7VR9N21FSq8g+kbfYqJF5prD8qoC
Y+ZHQJeJAsck93rBh1T6hmoRGNuch/hdC7XhNxgfo9ZJk9gedavUuq21jIIwHQ5n3gP434K65pZe
/0AHV+rfQr2IniAdtC0JV192UGYiCc7IiJQlcesSBtY+oKTWXCGnba57iOada1Humvd0SCyj8Bas
dVQfYVjMHyRePXz40dT85rkNEqQgmxoLLvNCAsp/x+V7eBkDMXY7MHmr8GxexXAsOgl3SN7XFLcD
c5ZebSzRsO2yDPsm7BI7hA0WWiTXRfG9AcaHWCVH8ocEPSL35ijR/Q3kEBtqFE/TzNMaOEIg3csB
0LoJs0I1t/rKtbhTDDJsE6YZSJ/92BaVdT93YpABK2emiUK52sG0Ha7nvpkpv81EBg9gpHsIIE13
4ENKUlHTtJLnCHsE4XVFUeP6AwuQJDPJJmrFjU7IqZWER78FMUSBMta2LbwUKUyAGCS2DfgtNo5J
OZv+vqK2HGFSRILrFrIKZAgElxtbbMdKvJmwUrO2VO4T7iahAs1p0MjxjKtnnst53auAVkIKvpM8
Dv0mxEH1EjMZhQqLnEsSj+OG7TuMMq4KVZxNvpNMhHdwRAo+F7iC85iGcGLC7Zpj5V1P1AT9cI6N
Jm6rfTJ6mei1X+GcEwOliG40jiQyarR2DAfY6QjWD3VapU8QE0W54VU/PvdBmIUXEok32EZUinsz
UHHYGpWSHdkaeauAGirK9UBy817FvfUdu2Ab8hHdivxNas9IOmehtje1FalvYaGauhfHo3wx60FR
3tZ2Ud8PU67LcDcsGOzFktpnvkhqV5M7WGFk5BLK69xofuRhyjs3xhaUIA+J0/eojGv3hAMwJDRm
UHJFnkoS5DepuyNMzb0r4gSOYxnjaDRUf+8BrbV7p5CL9prQCE4Mj8h/QYmR7iecVUcPwgPwIDSf
6nVCH9d4FYS36pK+KfKfYMwtsZMlanwuZQKFq0Q26CBJcJGsjTIInp+4n7e/skBtBhLqJHjGY7e/
n8K654YpjeC9aqfpT2BCs9smtZ182FzS9cbgYIFEVLFVYUETm/BCJ1JOlx0P2K2FEucGFQOJH0/v
5Cc1+vy9KM1ocBSs4Z9BcanRDE07XRfFYL/j/QKbB8RYr0AB5hjKspCsX2mczR8RbytmpaRw2rrM
7DU3jmK9XeA8vXflyEzfIrxdadyjzMjtNSp1oJ7RouloehuyaF7MGeQTWebjB8B2l80wqa0jm+qg
cw40KYRlFAf1xiptaNfcLbRUsgJtDlwA2eqGzmPy5JmyIV/pQU6zgUgZ0mJH/pj8qAqiMkkc1KNO
LQn9EB6zn9BN4zt0rS08w0jNpA2McP+uJT6FLmm+wjMtKrrvKlzxpxLs5lE3wBE0bserrEjFQ5wK
Lb+v4qHDaseO+mmvWv34vQmbBhvUuRbYAJVp6++mQsQPXSkaKk/DhGhlkmeqjeQumKbOqpVYG15J
krGJtILn4thURu2pLadmE7TRSHy0hzq/yLVR7ZDjDpplU1vViQ+6aPnPIXKen2U0l5KL11qBo0Gs
TPGHVUCc2GGR0fvXPW8cCF10qn8Y4c391nga8KmVxcwlD6i1+1oInWyCAQO9oZXTj6Ee/UefTP8X
plBLmXUaB41AQA64QYojXtGDwPTIkAe9VtHIRV63ir2r0iEBZUUhlO1H+J0PvFVKGhvHagN9Xkcc
NChzpbhNihLRSVQ1TWGYUCTxfB+ZDHmkad5Rmybb1FEFfItr6HdeRItJC/Cg43qCXCOe1amKPkYL
Zq+bpiZZLuq/unIr2fLv8liDZ0TmT5IL7Bom20JkxncpUyHydJiG3DWS0s5uZfnd4CB/g81UmnLx
mJjR9GZ1hvLdANCSN4o/y5IX2jbgBL2hgshN6ozUNJVEfq9YrfVA98biVZYaHcJSUQSqSzykfEh3
uPwKSZqUo2uuxTt+8hA+oeNmFzXCq36j4Pveuvwe+dFH83w5z0MBR4QC6q8miYJXlWoajNpqzCKQ
WLaYo4pMmmAK9gvvEoIb5AAo8D/8fAo1D0bSDAxvWuUOhj3/p4BbV3Dvgb6RHEPJdzqBT9omqFvz
po11aSRUp4pO7S+OX+oyiR5tP7HvgA2puAy+P0tLgWssHMuQkLaMkUa6PxHZ3kkaeGqosCydtkDs
4CCs8j+MkFLFtrGrWPMmuBA2PK92utRmI8PrQl5umFiu0mij9SFl2RRGh9gomWXeLu9OnaDSzRdN
0QS163c9tT38m9Srpp+1pyAhijkYXEZ0IOJZsrXqknQG8+b6z4Dg7yqqslb1+loGL48sVAWsNBvS
1dsqSJ1+nqQXBIh843HCEt2KZuVRjCZWLRW8S5XSGCmaMySFivAmye37NvFn3eGxHpI0+IrCgZBV
6WmIxPzkR32nQAhf6syYwXXvWtyIyp0H6jDuTAcKf/EVnADcqBndZVMZSNBneVY7kzCVa+Ri9Y1l
BxCOTSUjsw80s6VZlF0OI5EeeB7QGah3HpPB30IU1YJ9qjT2vZSHuGjYNoj9N9EPoBnA4Y3nE/Yb
JBbc9RdqrNmS07T0Um7zWuIt2gK7b3is5jEyxLgo7tVJgRYAZ6xBROPL4F1o5LpNNYZT6dXyqGiu
NSOBdke56957MUjDZuhqJd7aoZ1wpkLbINOCgDpDnwuC2FMoCUa/xoDCzKabJaV3swIBPInZlEC5
sCs1usR/zM6uhz6y7vQoSStP9HOKTKuAY3eL5AdQu0OnwGJUIvulJLnSbKdw9kdvGilZbYOQxNhT
WMXamwni5BYxKBULm5aSQlVI9R+iyiSXqGh9IUH07ElCJs7q7zQfaageoft4KNoJh5elDcA1DRHa
FzizGiBk0RjXlQ7u7Ip5KqEWW2WMF6PmKzBviVyOBJByo/gKlJeRSipMvAFatpeiH/pV+OX0VKRK
fKvBSpcXwiC1Y6qxJg/Rovxj+T2PP+q61AqpHpJxxTqATWum8hsZ39C6PFFyUtC+tm6VUlTKztes
+S2QBvkaiWkvf0NMJn4NuiKW4kwKPZNeQsEFheFwBh+V81vEBUKBwy+6EJidBgcuJCBOlDnG8n1I
04PELTSZD9bLsv7YNTWwctUZwLuJ3NgXkxS0w27ge3+fucHHvUY14yKmenLfip4aEh5n3RWECG7J
AvbJDdkB10UqN0XvzA1FjJ0VVTUFLBU1wXdqkikpSNGr8KXyxLo3sgIyLNdNcFulMImdnlX+AUO9
v10eelBx5BQ9mCQVzR06Sf9nUlJBdnsx8sLQRiuFJkJLlVc7nDjMQRlOJvyslHJFFmOsu8ENT/uZ
UmzDGVYtw8dQy1tevrJdveIzZKQU2fL0Z6BUNSwIP6GkhJo7LeGk5+WjUsAAIMjCv9B0PI+dqKEp
uccpnt7syZh78ngBF2SgVKvDwiFthCetpQ9ahJbBBYUyPnSrNu+5gxqxLfwAnJutW2/kNqhJ8etS
lO4SnaetGlPc2cRjSxlbt2aIkaGV3S4c1MkLx2q8JnPJG2MfgGhPm1BTrApruUq6bnpuzX1SFOLC
oiaiOhYG8zzhi7FUbhvEgL9qX55vDdSirTNArOj27Uz97Q7tmY+3qWQWrE2o6cWGLl6teTW3Rlo+
8y6QniWbwigwUCnDzzdistx2KJXXNJ81mRyQ59FPO4h7yeH5BUfRVxBN7coK1vgPk66hNpCLnesE
CUFpDJ5tQBEeAlA0PcEu7em3YSNd2ooSLY9TdBO9aE8rrhcvgX/NDWgegPUndg0yJmdUIVfi7lSZ
dLuC+AMgrKlvUlf4TpdU3c5MhvFOklLMXiU/4NO1nZcmnbI7Pfxa8L0MT69W5PgWNragYIdaazSs
dQttJXOQXvEcSqEyd3sZlqBA3VneglHYzqxrwbd6TKEFnx583VWMBnOMrsoyqKMwFv+Uw9HpE2bo
QHe5k/hcuZta8TlIGW0BNwmvighaE1W0AGU2+HnEiwqN6CbJYZuQxFDwroz25cwvWmvP179oZbEC
4dmv6ozPERQacRgI04sDW3VJlZ4rUmECD1h4jRptk7aDjr+XNe3ynAqAOgRQwydKDvBJ7DMrtbYA
+PuzaGK4uN4q4pOzWDUSoTuNJ3GeBZRb0c4FEDtSqpFJUxiFd3oV1t4Qy2iLw4e5uJvCiVnZpJSD
ltPmHSYIdGDrQ4tMAT0OuRRp4aiPHzT6Vc+Y6BzbhljuKYa+7EFFX1lfQJBsiqQBh0cOqN4Z0ExI
cxW4uK08XsCes3dljna7EMbX2j8sLQ4NmMbGsgMZX1ntQKtAgQj/BbgPIzwkV5R/o/Ip07gLLqgE
AW2fXtrPEz0cb7W/JkNCmFKWCA9zeeBFO0zXE+N+g48h4IpXrVdZVfVg62mwPT3y553NyJjP6Jga
m/SjWn7ZP75mzaQXSqSxs+mQJF8GcFu5eMvii14tf9eTJoFsGxQZFHEOR2HoSNgVJ1oMSnupL9Q3
K1MuAeWH7yZ86zP75vO5wH2b8AF6DCDI1zwcztJs384kdmrdcpu1lIZdKo4/ENco+9PL9/lMaPhs
mHQjB+7B33dZ3n+WDylXXY8Rd4NfqdUFGQxaLOTDkQvBE1VyTTn3TNv1oyMKjJhQwCNNWLsXKryw
q6zjzJehNPz0JwpddhsvlcQ6TO5wa7TO+Iwc2yG0TrAQQljYP63dxQc6Qmggt0TjuuO9Ys9lU3ql
2fT5/7EVaUGEJ7yiaXy11VpGkMnJKFjLuTIruM6tDedorM6Mcmz9sCtXIE/RBQVO/OEXG0x4uknI
KC0MAQNpoT3v41CtNyM1VhB8amGnt8ixzWjLNuwB0jKi2eqEGUWtB5O1bBGlt++HHGMQdwwCU9p0
KUnNmUiyNilaTpotTJlV1HCNWLcpKewuJQdGeVwrQfYeAejBD02grszlldXkS0tiqe2fT0/xSPji
YsCETCFW0vhNPVzT2bdmoUMSdfAUQNGpmP6umai3iizeVqlvUYUQ2k4TEB7PTPfI18QEFrQZTyaC
i7ZKVHo1KkKr4qQ3fme9qgivY+5ipd/TrKzbBuijN6eneuQ0LAkZrVmEwpW0Di3NYLdw7FKwLOih
no6z5baTxLmu5Ee+oqni6GYouBRh/byaFnY1QZwvZ85XE2WE9Z408U40jSJvlVyGjRzF8nSrwP8N
zwS0oyNzESBho1kgfumHn9KH9z+2dANzYqvjHY0Yxvf8hrNBkaRRPojtkF0HpJz+mYGPHBPGk8ku
MLuG37b8sH8iaY3k3URhysIm5XjZ5HK/wQlWurepoJyJaEfmiP2foIEJR2VpF344VJXK6jzoGep8
tH+eVEMtG/Ua4W0EgHRfQlN+SRT7nF/xkQnaizc8/YN0Kijy6psimMaDueeQRAoGOnINHQlpi78L
ZFQKX96kNpwPmy4btL3BBPNwgjGic+pJTNDHEMizW3hMQ6Wf83v7fBSWjgsyTVZ1HN+MtSWg3Ft0
8ajoAyNhIHCbDAl8vjDuz6RiR0ZZvPH4Q/TEQn8VPjv0Klmu24DRJhzRUsl12Dqh8eVjTRbNkVPx
UFRl3M8OV2yUw34kfYdkAWkku60x1ym8opbac+fryHQIzApu9jKXHDvhcCAQJS3IqZ8684AzaZSp
tQth8Yzj8Oeo+LelKH5ZtIgn/VnNRiVhGcacIifTTS4JntG0iRr4H+WI6n+DwrqcXr+65TDjpVkj
FHV9aa2yihsRtG7qB2TMQpQ82UKr3JbTOHqnRzkyMdMiLmoyl5vBO+9w9Qb8W4M6qXiK2xWQYRqa
VzSTabaW2YVuOQbnmvMcH48nAI1Mye/Wrvi9KnemSV0HCoLUgP/RThR01Q9Q2sRyXNx3Yy1+np7i
kQ3CFGljxi2D5/+npzf++KhWWMgpzCOUuwXoQtHOX9/vePJQGNPFEnXtldGw3Rho3BEdOF0q+3fW
iOCpiZPpTPfKz3kBpSidq8TkrkQSvzq7vhFiN7XYZwpa28HUxpUF1czwHcq+vbMHCw1uEoxAeE2b
7U4v45EvR7qFX6BOr0KFWsrhTukjOaoqGpY4haEFL0iA9BekeVqzTQtsOxwjgVK0PT3k52uFxhQs
5YLkcHuuL+1wUHN7oIu244t83umwst5SCUTySlJ5nt/5KHgVp6hC6rmnBz6yZSxsPS0OoMX5W3vN
0veSBBa/QafHreom1rXMacpy+HIey/RsfC9VBFdYfq/ur6Ic0fJbEL/s1Mp36Bp9TN6k3OQopGmm
n9mgx7YOVzPVwGVFIc0dfr9O0BILnirvUmuMdnh7wa1LIwlXet+Mr/EjnK51inY7QXL9+PXlNFlG
uo1YbB992Vr/ZCJmRO06MHTY/5CZ7hQ8nzYFnopn3qjHNqip8iYmh9R5qq5yZjyfSoHjPMxkIzGd
BsLCmxhx9YR/W+3RiTT7/2NWPKUxuuXZQ6g+nNWMnUqBRJDdqRVl5KFyLw1oXphkndmNRyfGK39J
Pvi3tXrr40wFLRSHBhxcfDQEdAYGMGkKe0z3SabLzcOM8udcJezIoEuTFN49LCZX+OpimFVoyuWM
zmaiYxsYFRKuCR58ga9NkGXe6aX8nMmxOXih6rxTuRXEKrZkQ4LKFlsdJFEt4iI3mscqfUH7ZVYj
CvFpUM+96v72RTmsBy8tU3hZWawr2cPq642ZHQYG0IRjc+yyTdS38vUw4iBmR22+9y2gIyWqml0I
M5IegBLwlBNMJoBghkfema17JN7YGJ8Q0oVBbF+nl+EAM5PuUAXcmjrY0EgXCl+AU/zpVT4+53+G
WT7DP+cwNtq0l3263/jzPBpO3S3mWrSK1HQ3E3Z7q2ehdCEP4GtWimNtmQJFY1xu0ZUnls/0qTq2
v/ji/zVWIDKsTmuBmZxvakw5gDvuarBVf4u6SqCEycFl3/BGOz35Y0tM8Zu7hJtzaep2OHfNmOlN
gS2jY+qiwncNBZE5ZcOZWR3byCaNxBXM8QXfcpn1PysMM1hLx453AhZ61asfB+CIlRq803j7XCpw
dEK8uRaHcri98moBcUeGIKCQcNQ0Eff8GkYgQE14JuE4OgqiEgIPtQ/i9+GE0DX5pUrbVNoEB5G1
xaZI6zxeWiigT3+fYytH+x6uVgrvFB9WaXxNcm8hamUgqZW3Esx0zyx6875EMfz9/xkK42d7Sazp
AX44p6wZm9aW+Ejl2Ja3lt+GIJwWNF7YREP89H8MRrcrSnCk2Mr6FY6dTYg7NAlvDwCz7bqWxpcw
xL2+TbPt6aGOfStSNC5A7Ji54VfzgsOkGU1G6UYIPbvHysK6MazeOhOrlr9lHTgxSTaX8hA3xNqL
OU97Y4pm9l3ewJt0OriiFwTH4TmkQrUtO9Q+p6d1bGdQ7IOiCFsJDGt1/YkW0XhmAJ3hp5W78Yw8
ro5pEkZeH575WJ/nRrVEY1Nw8VHJWM9t0BQ7beBUL2rqehf61X1h1ZdQ5Yy9XEf9mYkdGc3Cd5n2
CfR8Wehmh/tw6IREt3HgdX2QjMsgs6VHWjsh3VG6+Q6LPv9Mvvl5f1BZV2icQx6honRdneVINiDs
SwWidjD211KZJ2pu6vBw+nMdHYUuhxxjShlgnoezkqTeGGfcmWC04cCq9UF9A4XzXE+lI2u35EIA
LTwOKDov//2fQEu5HnWUBa8+76f+TlH8hTKB6vdSywbjh1r56Z8vT4stSJFJxa0ehGc1LWGkdRSE
PAlwGCNZz9RfUW5+sUc1hQXeAxphiYDO5bFOKVUJs4l87nneFQIX3QbvGKrLWu5CxUCgJvPNzpzm
z1+LuK7TfpM3JSnmGhCs+hIFTm/D50ur7sqcY/9a7gYxfDm6I6mQTTqXm0R31VpFdyuD7wMBJMEZ
oy02WZL9nheqWW3E59pgfZqQIRRe4KbME1mle/nqUOH0W0udjBBRqaboNSukcpO04Zfr84zC05R0
YmmWwIQOtx9EUNjeJnbDNTLcyklyCyucYRoScd13JbS9uLEh0aGT5/DjdFmdxcmOzXMJG7zIiSAg
joe/IOWlswh+YS/VKVyZqBbhlRbp2Vfvf66TpccWFzM3M6HxcBgZe/hOW8p4yMIszxbD7xyS8f70
2Vpy7YMrhYrn0i5kwcLt5Z/DQeoob+q2Md46NMJlId0b0T6TzW2hqA4db0hwEH3Rr+HMnvxUXVhG
RWxEWVdbDINW3xAuIW69o/E2dpd2aF1l/UYtfDc1Ym+eX05PcD0UtWMZ9IEmOVRcUUCvgkeEr8QM
NRRVsDEGN7id+G43ZP03Cb/1jWygU6OyF25OD7reIX8HBeMH01RJMdalvRjXIX0oxtDBvyO5Rx+Q
bmZrsrzTo6xv5/9Gsch5hVga663OGyB0gB0wUwuROQ2QSqSlFIuLkouu/Bxh4shgS7MQdGgg3rTI
WEX9uihoU6YvbMTQZ6yhtB640Lgxx9b/4sZnXgdDrTa+bvi+OVcMhTZxQMSQ+TvMVb6asi2jUPmh
NwZ1NSLJKi52nRLCvMedkSCj7wZQY8C22dye/kafdwLoLCoI4hTVJuojh+cLxcEc6wbiRD8qS16x
TYjDYvrVyAvyczDK6hTzIMETYOTxiCGo7+Cb9SonyuvpmXzeAJQjsGalOceCNpmrrzKmUqsGM1Zq
NC0yfikjfg4pAt3FV8I81yrp79b9NyyRYDAYJQLQEvCldYe6AY8EbepBsUDRcZEhZ5QQa5vNVS1l
1Q3k22LbGl23x/xVdccoVi9wyU3PxMZP3443Mj1PFNhb1qLhXM04q3BYz0LzxY5QAFTYLLqjkZzL
po4OAsODNQWxMeT1INi+YCMcvCZTldkbUQn9MqdXnb370tdbGDEaDyEgFAai/8kqVnRpOtqhMQ4O
zfBCmMul9YRvChJSLQ7PvPFWM/pvKLJcWrWCYdPO8HDLC9+Mkpzk1jEyxN8NE/S6VFK+FiT+jgL0
83cytMBcMxHmosBGKg9R2oQqDmwooq+EPJ8D7Nb0vf+GAV1Ymu/xXNVX64ZvTg9+JkGj7/V6H4/V
dIWLXHejd4G+C3kwo+wadYSY6LeGhCYqCKW74ELHt8Xlk5476KtD+PfnGEAByxEkIf5Uj7RyFQs9
rCKKaUydRkvSbyN2BtsIbduZhtx/eWH/nMG/Y0GTU9k4gPfkxoffUdMyrJ8nvmMY148d4h6ss8Ru
9pM9lsV7vajfumh46xTa52j+91zvXkYQ6Imsr2qTC3zpz9Uplli5+kFc5BYXur30yl2zhZBYoMq1
sMiXldoWvzP8X5PLvAHlvMM7M0+2STRn6gOecNHPOcKN+gxb6cjiL21sZahKECYw3ztcEL+e1Q77
z96BGoaHr1EUHvzh0qvCOPVOH9cjZ+hgqOWn/PPGqpRJDadl24WtIV0kbIgrktHu6yeVUWzOKEy2
5S48HKVG1urnKWeom4Nwq9qjtC1VvKb+j7nwrFKAAAEhjNU+sumykGK9xj4q4vgNVXRzI/WS8XB6
lGObA6oHR4L6CNjtKupAuAjKPkNVnURKvKNla2iiCFGCTaAF7ZVc4uqgdmV5Kfq4f/r60NxRsMrg
enw+KEirc2XIkBYKinPXo6IP7/RFkC6Qeut3Ga5yWKcZxh2x/xw38PM2gTjPewu6Esk0IeHwA0oD
0I5Ux/h3WFp1HSd5sQ/t5hza8nlpLRBAPp1syTzw1vX6UK56Qy6zyUGW9yAb+nuvWY/+bFz2OLjg
2druTa3+Gq2F4ENFUsUtgDKrCkV3dS2iPxp4ducTylPMCl7sEmPwfamIyHCxmC1DPBubABAGi874
+fTnXHbKYZixFO4t+AzAL1BqVkNDnkFMljC0ZUDIFqMfb4oyrDb0OkLs0NbnKg/L3/d5PA0oBE4y
5NXVzp2U2dcCFT+cZsDuQB2z+EcaBP4WnnWMuNEs93gRn+v/9zmWLXAgFCVopeycdbU8pNcgwmj8
FTE0ktxELiQv0Rp7W+KvdSaWHR2KNzsiULwMubEPNylGbTP9GjGZwTlwULlA5ETe+HaUZ1slnhXj
a1kbXWYs7moIFWzZBatf3djSiHba0lFg6CPeHVKNv1WZ0Djti5tkYaozBNETliIvy8NJ2T6EsxkP
KozyMqvZTEMY515qhPovtGEWXmhlfK7P8Kd1XA25XscUAaBFRwMXqWfpKVryOzaV1suqtD8zuU9h
5S8NH4oD2RW4tbG6F8J5CmUskfASnaruAq+SzEUblJ/ZF59Hoa4BCg/QyZWKd/vhEuIq2sdmhUrZ
Thp9U4X9jGOTMe9Of6j16SJ34VRxrtjlqoUT6eEoKLMUej7BdOl8X34Y7Z6mSUF3MQmzd2hAND70
xTl46NOQrBgPl4W2vbC212++VDHFKBqEFFFTK96If7nu2kUr3Sk4K93aVrv41U3t5vREl8//bxih
KKaSpi20QwaFbHk40XQcul5OaATVbiOnc4dNsRPXqneutLFGMgkah+Os7hyyxc6oUsYpvbfn3KP3
hvPr8u799GT+vkdOzUYczmY0mhDlH6OoOwgFDr08NsoNNi8e/U9cfQP05nyrnUvs853px+mx14/P
TzNcNu4/yRfP51Srl5Za0l5zBxcSvPPTvDYvv3qvrldyOfD/jDOmOX4QOeNo9/6uQlb/DKH50j+z
L9a393qU1fWCHD9OpWU285beIC7GgW7ulmfO8qd30nqU5Uz8MxcR1YoWL9/rutp8JO7jb333/vz9
XOfMv819T22LVdiFyJxOSsQw1QbaqYv/gPOM2ebt7JpP+HdenNkJy14+Ndwq5Np0rCR8MNzgfmD6
6vzMncs/7vczCYdyJGD8e3TXj/OsyRsTK9BlVjhguRSLXHoGuZZneO+718Z7wivo3Ac7Ey7WAqjW
EqUdLmP2Hg87Dli0+TE7P59uQueu8d55EziYbZ65WM59vzW5XmDSoabL95vcj3kr7+iItWm24U10
4TvprnPOfL/lrj/x/dRVFEk0NJTIC5dJhm7GH83B8dPFnO3Mcq7v5tX2X1N2NIlWRCHIpbMw2p3e
RwpR1N1ln5jn5nRur6yChmXGjZUvB83SXzp/H+GVXKo0O8sTrEjOAc5/62ynFnAVPGJLUnUMx/5b
wPSWPg2euaUHnPsUeZH3B9E9gVh2/pyb5d/889TAq3gyBBm9BCoGFt/Vy+a5uKkuxYd/R7kR2+3y
fXrML6Nbcac/ntkx55Z3FWCCdoyMYtkxgj2D8wL7s9+T5bm+Y7rlJt8EnuVa7jnK9qdiy3oDrSLN
pOZJ2iwHAwByG+0V7zFzZ+e375Qsb7FVnbP3+LEAACAIiX9Ry8HjPozYTWJlubxsWZoQbxTOh/Bs
MgfNtb9lLi387ps7HK139U67si/OrPKxuPrv2KtVxk9mSgFIyFW8YWM8p9twO2wnL9k2F+r+XM3s
2CcFTwC0gFQHKL56EMQYVcdTXTZOjfu7rKC+xZ5Km353ee3F8/3pqa0DAWk/dU+KHUJA8oe0cLiq
RhupfphqsyuJVmzxR8JV+X+cnVlz3Ea2rf+Kw88XfTAPJ073Q6EGFClSI21JLwhZkjHPM379/ZLt
voeFQhQuHWE7QqZYWTnt3MPaayl1hMbaNG/YHH1h3BgKZCeFfnqQbAterMuhUls1R7VHOcunS/2+
cPIcPLCWbtjQ5eqJUXQqWEQDolt2mVfRUalGDxK6o5au3LeQTlp3dZ82rjyp2du4zLInWpmUd69e
RTI4hFU47RRBTXF+XngTBUQJdVOi1YjgZHmAlxWbqrfZe+jq062zKEzYS0vDBInhSNwAxDdov1rc
A9R46tmxpMm18j53XLgvmifI3+BQqo1CSz6lSt9C+JpZ5bAjs91IO7gRs3dpPPm/GW3eFhAI9H1/
rjJTfQ+apEJjqI5Ke1fK6CbdXpcr55uaK7UxUyHVBC6M2tXlwuiIaOStZSFiqfQ9miNSGkxYQzhr
w/3YoPMKDbTRj/ERhdP+W03l8XvQOIG9V6gOzse41MytDvelfym+ksb5oLwF1Ss6RpdfSYKkKUIl
fnSRWEggGtbUHWIU2RcS/5ARDGVv302lyrMb9eOGa3t92TQ2DXga+WAy9NridYLJVRomukPcurW/
VoA3nlrIh97CuLmFEl0ZSXTSmJThySqA5bmcZNAIyTtHnaHTi02gFPQ67Ysphi2UOtXP25t8fa9J
YZLzgjaAXg15WZIPLHnMCqisXAsqnENbjwg8VcFG+eQqyGHb6KrUgGRSQOYJEDN+ccUCihNaPHe9
60uhvxtRFN3FWaDtOFDZXdTNxcFK/fSgyrH+QDU//Wlkk7Jhwa6vHt8B3I3oVgJmtsy0TXM/BEXF
7bLhcjYPQeFLH/VEBhPotHDhnKEvhsrl1asr7BgNPkB9FDL1l/POjDDTitSn0b4pYMCZ9OSYZZbm
vX4UwM2iWADmgE7Zy1GCoac2NcU9NC/oecKEBMswYtqvXj9d1piIQmaNWuXzHr/Yw2TSEqsFGOJG
Q5k/pHqj7CMJ9pkB9tB91o3+8bWzEpgNEJVUQDg5+uLMqJPcpGjRwg8/R8FdXEjz2UeTZSNIuDYo
tmrQs8mkKLldgQ7p+qWkN9mNiz5svpdl+G9SSNo92Takg50ZA8ywY9Offan5C5L1X9/H/w5+Fu/+
bfabf/0Pf/5eQPYkYGOLP/7rIfpes/d/tv8jfu3//bXLX/rX2/5n3Xb1z18evpXNL8cu//GtjYp8
+TsXH8FIf32T/bf228UfDnkbtdP77mc9ffjZdGn7PBzfWfzN/98f/vLz+VM+TeXPf/76vejyVnxa
wNf69a8fnX/881dRj/2vlx//188ev2X8mhtGKfbq35/0n7/+81vT/vNXyTT/QTKL6rFwbX79Zfj5
/H/B8v4DC2zTPgky5N8tJnlRtyG/oVj/4CccUdBtJjgYUTrgWj3/zDD/QdoZJAEFfjryVXgU/vOt
Ljbqfzful7zL3hURYmX//HVhSkjpUqMAlUICDLvJwbm8cBp8rDHSNPO9AuVeDhNZYabvWxiN/Sc1
R8bwKQzi4o8XK/PXd3g55vI1xpUUTeLIjlK9B/C2rHTDFBJkfpDad9bubbD78Pubx4/vt5rChRf3
wj25GmMxMcQpoHw3Evsu2X3++inYvfF3W0+BiIJvDbHwxiezzKrZYYjm8P7zw6d38f7d7H6Rd1tT
Wb45V3NZeKyVXqeTMTHQvbMjwgn3TCbb5xv24zm/emM+S48EsXuFfka2JfGHfVmcrAxS2jk8ggXf
WfSoImyxd2zPsT4iheyS6d5Jo+FCuey2CfSl+l2SObuu3KqDbOzkstqqT/9Z5vn49q3jnh7hn9h4
ELaGWDxu1QRjl58y82z3NXQ/tbtHlXTH7VMvjPyL1RV2mcY8Sq1gf4V3snjaysCf6eCBF76AVf8g
JX64NyMgs1UgWRthwCL2eB4KzAoSz9Rx6IJYvDel5Ktj6lTtSTL84lNgIB49o2A8SEFyNzhDi0oU
KqW3p7cwJOCMFbrNbS40DyvmRFyWizdVj+cEtJlXNTDczfJg7oy+QxhCVfO7TLWi0+3xtOV6igFh
RRCXAzSwviSI8qW4UmtVZcAMcji11s2DntcotRqJte/KodrDGe2f2jh0UJaorHvDqEuvUQbbTZyg
OgZJO3yDLhV1uVZROhcYs71Po2ikChCN816igPlBMjN7hxPrPFh+YML9CnN+UJfQhI19Szt1b52h
RM/uJThzD8SC2l7rqupoqI2NYgHE3vj18NdZWXqgyr7VbCqOzMsjRamEDhdefdmAp4uA9nLN6fa0
sqxzAjjIQvno0IN1hMq2f533wspaAhiPw4lXppvLTrdJMjQ/kefqSCem6g6G3x/BK9cbo1xtJ4h4
HcggzrsuMPiLMgwQaORTIfQ7QvlS/4YSsnSXVsbwsSNtsOFkrgwFNg5WM15lntll5AqjZ4Yoka8f
0erK9wkjP01Z2x3AznUfbp/StaGI7/AyUdYh7lzciiKb7CIiGDvS9oR6QYXCjRJFyhHRGGfDvlwd
BuJa3m8yNmwXJfHFAqJHOpc+RMVH0ecMbLYc0BeQwo1rvjQtYL/poOHuCWI20GNiwi+uud90UdMO
TudZvqL+mYPuDxG+0qM/U9/BrM2NVX504DzeAvYsnFudVhrBdwRWUUDjSBJdjgslq1wh8ARTRgD9
2g7ll/ozhLtDcoTzPvq9Naz6C+QDOsoeSqNuvQ9L44Z1wxXTwc4/R35XYMNMDcteb1IPVnMEWKCf
VQxvbACYu1adyB/U3gmUV640oGECZ41EDm09FJQXM7YzlChRnzJPfVVEHlY3+FyiTOTCcandzzaB
Jh5su3E1loeIdATgXtEtL2iDQGJfLrOR+XOmGXbhIZ8eEK4bxUNVhNEGRG55K55HAXhtasB+INtY
3ArwlsHEBSw85EOzeyVDfwGd+/aYNKP0ylvBUMBQOTxcCF7gpfMQ9IYyjTYTMmv0DAcLHUFrnvvD
6665GIXEEqYYhDftzou9iotqtOYwL70hV4V4TTOn0TFw9FCllxI7tEGHcr1+vOng+CBGBRdiLgF1
nV34Y6K2owd9CLhiQwvvbQ0y5RwN2A3s3vWBgGMDSA/nkFcdmqXLAzF3UksPqjl5su/XjwZaYye5
dMYNV3ptFDLqgEVp3JVJA1+OItFEF1jU9j0FBYFjO0S1J1X5H7c3aWUQ+nl4LkB9kyBa9hpCSduQ
zIsHryyUGU7yYoLgKAq7P28Pc2UrWC0a3qH6wj0htlusWGFDV6Yr6eBJnMm3Vlf5b1TYux9QnJzd
Zhqn77fHW/iunAKSMuyOIKyBIHEJbVWMtAy6qRg9M9eD92bSUvFHC4CsVFbtK2dAZqZs1YMd++a5
RS9mY+tWziJ5e4tuFEcmfpTFz188CKQtFStU+8FD9kE6IDwMU+KAxvMurcwtwODKDtKLJehIMYnk
L5dx0CRnad4rgxfkpJvp/4J90wnkaKtcvjYnMmyyDMSG07+kZfDLRotjzZk80lz5N1bUajw7byLl
VDDYFi/iMhzW8eJYPZFO5FVVrqA2TdQBjdZSyeuDQbOhSDEr+50sBcVveSBJj/OcZ82XGAngT4Nv
2x/yutBscD8g/aCdTZ1NAPPVCaZVUKNNEWYsWhXJUV9uaTCasR4PsuwFrAMyjtCNOyfJyq30qM6h
Xu+rdjKaQ6Ti9O4x77JyTJAiLV0djR3rlJDboqRiWNK4Q5ILjC+5POk3JYimd+qYa/H+lReArwtO
iagDBkauwOLCjaYVd5k2Tx6wLutHjlTk4IYqUsZhrRr3gxpA8A3W7KGzBou87DRsWOOlSyQ6Ky1Q
npwYdu+KGxHCshK2lWryEKT0kVpxdFeBD/ykZVn92Qd49iZn7ufbk746ogwq0KWiN5YEnrOYNIKS
7ajm0uRFUdx/TZw+7eB3b6AI7pX8P/m9i/Tey4zN6mgwToCQgpjRcRaXvBySse5NY/IQ/+vPFtzU
MEs0leWqoSpvOAdry0lJAtMJbadoH7g8fVx7f+hQp/bSVkJyj5ALMz1FnYd8EuAsSx0Po4X8z4a7
tawkcwsFzo20FK1aDsZ7EUyFCqTjVjNO3ly0aH3NYdqdVOSK32mRjTZELOdeOvXHEuqC3xEjK9/q
I6n3XEtcLazJ/4999KAQtqQuxaVW3XDM1u4kbiAUawA1wfAvVkWKLCkd5FhGcaU13DBvpk9pB5P6
Tmrb+l6T063IZW0b6PqDPwHnRuQtLrcBgp3IlodM9ozURMQiy50HxMWKp1KvgkNXQ+VYDKb0OvTy
8x4IQ0hyk3w5/sbloKiQ9ehEqbOH0EaKAGisC71Wtfqoonj3ATGwEGwNArjWxuavnG+SF+TmhY9P
knZRi0OOgqCqjWQvGqAaREDSaaRD6vf2D5PN/f321V1ZWQ2flPIs9Tc8hYX3K42On0IJO3lhIkuc
ojZFDSQyu8chbGDPM1uhU9k1r3XkxDuGx0iBwHjuWb1cWmTSUHVBRtmTyYvSBKzoVeXCHWEFh9vT
u3qknwfCGouFpFS02EMbzXcN/cvZy2K52xNQJR6S0FtAl7VRTO4pk6KnxV6mkOXKt0alLRTY4GvE
5yArz+U9ZZFsk3VHbMfLJItwAAAnkLODy4G4aHHz0IFzJB8dXYSqZHk8zDVCyvvS0QEQaIFYPoU8
8Cdo/HUbPRSKHbuyRg4GtHFthW47pLJFF7yRRF5kR8ZWFXltHfDQKXqKyhJX5nJbfcfPyygrFUTf
kA7aF3FiNEdTD+et9MLaFXk50GJbiVVTf9IYyMjh39vNeSUBB4Pz6INSV9oWeeVVuC/alHiuIZQk
bCO9dTmtqmo7JG5yrI8kWW4QatLvZtyilDuO2cfMaKy3Ua3WeyfTtGjDFlz50wxtAEahVwwnk4bK
y6Enf0im1MIWTLDNf0LMoJXdunLGD7wLerBLW0d+E0j+BKWiUaJkRgfZxjdY2VPBb0BRBlQFvZyL
PbXUoqscs5E9MwMaCkFo0wyUlpvS2aD+WRmIk038SSwOkcMyT5xPiJXmSWvB6m/o+zRFDxN8dfb6
p4sIBQ+Jt5XSrrlwHhqtG1pn9C3PNyST3H02jM4elRdUncwSlg36KfTPt23QymGF+BReUlFCpoC2
GBJRq7CswtTyCmmgyTGwUIqZJvmOEHCr6XrlYXZ4JQU5CT4zGczL44JnZCvoL+ukodv2a5YE+TvN
8dHGdKoMCp26sOpuw/db1oPEM0lxnANKa77AASzGpIWwnBQl0L1MhSb72EyzOu3CKkve1UpY3c9D
Xn4IqqD7U2+1IdtRdVbeF326KQZAGyyzWxhH0UPNOaXviJVeGEeS8EYGGbnp9W3nxOhI4Y0cW6Wt
3ktyoJuPioxQ2Mk2yjY+RZ0DHikZVeN7G2iOfFST1kTxGEVp4wBzaPJbHIRVsW94QYozvckTQp0p
LKKHPtba3/I8qjs3isDqoOsIaNqV89n/WKhK+jtiHtmjHKIt9lmbk1rzHBiT38LAM5Su3UBIte9J
bJknGkD88iilUFyg7izpw32YVK2NmEOtDy7Sz1bsGpDS/wCa1P6JA1oVb0LVkBo3HdTkt0oKYTdx
MpBEhyhtig9G1+sWetySPO/KprH6Q6G2+vfesYfJhS0M7pUqV1iSAbnFzxDvgUAy9DGp90hNSvZx
5GYMrtTHY+1miea/pT7UFx9i2HYBjGo9qoASOTjjqMVVk+50gkAFAVVb9Q8zgmlflTaU2rdx1NUP
/WDAVUIjTf01LnHQ3ZRc1zehl2yfpywaJuRKjOm3ti+7T2Wbo8sDHyfUcFEs/ZxqVf9uN61enRp0
kd6bTloi4zwCe9rNvupMCEgT2eGGj4b2PlXMOtj3k+q/ryP0f6Hba513bVMqyHDkgf89zNvR2vWI
hDy2st9bHnPqnwAXGf5bNA55PQwTvaxDWtTZY5crZeMiMKQCR9IGqT4MRp59Heio02C7ttOncYDk
8YBYW/dDl/sJTV0+Q0jtNSHoEF82vtuBAjOLVpV5fh9mrZy7Fmx8UFcUCSURU++AdyG8FfvHJgvs
6hih9Zi+l+cBJEuWV4pKPnlshKqnJvtnKYun3m1VeQA9qvUJfQxZqHoJwlzyaVQdGDcKNWu0fVAN
MrKifaJ9L4zAcHaJogzQmVp1n93ZUpl+GwGTfMeFnM/IV9t0KSiCMdBQqxpFB3v0/whsufhD19pM
OYJ7TmXX8mUph2rSlj5LgWw2+6RJ6/clbgReBCqxXsI5Cw623CLaaUjaQLeFPFJnG9Ix0w8Bj+Sf
/6dPxmFs4krj+WzER09kPyFRiMp0I7268k7TQ2eApCESpYVU/PxF9icGDF9JfqN7+qAhnFTLyM0e
EohBPtcBjTW7wKhzD27tAJ8Wte2t0H/N/NBpLdBlfAWcwcvhoV/380EuVa/FTD7WVCz2WZqG+9uv
iTCnSyOHjWN+hIeUcRaTHKcOBQktUz21keh6QkE05eW35Q6uQZkXNEVYIrX+CC3k4v+8PfTa68Lz
TF0MmJ54RS8nqHdFIFwF1ZvSGI6vnKbOU0O//gejtK0TyMUvt8e7nqroFKdPHKI00pPLl8Uv/VxS
wsHwZj9DEwvFejlynWoou3spmQ2kEhpjHo/hjEL2q48SLVDkwGiXhb3zqp5L0QnySmmMz+UUxLCt
tpb2RxAlcozu4YDkbVZYeXfo6GRGLzAMna3YcyUNR+KWUp0IWojNloFLO4Wmjn5ldjYjBP+83rRD
FCiiHMEZLcDPPrSEdAqSU8hjAaoyS+nY6zUcp3Ejt09IxeRbzZLXbgylPMH2SUAM3cpyNxIJJcox
jSAFqBvq0E5TO/dToxh3CKDb327v/PVJYyzuMmS0gl1oSTldBkaVF3KanJFr7Q4hAoEHwL/dQ6gP
ztGwUQ29Pd71SSNmATLAkpO5hkD18mT3faTbUTrbnh3FCdT7gQ0Cd84etHhSTlGTKHSha83GTV5Z
UJEgRF6AOQLHWAyKOi/YDEibPSx3+shDTncXSmgHtMTljfldmyZA3xgMzgSkW1eFkzoITas1Gscr
jFI9oqCV3LXA6Y+3V3Fl18BkcmtI11LJXvpfcDQRLJQdoBw5lnhCAII2ITrI0SAP3FIl3MgiPDca
XdpCPHnqadQGuSpk4y+3LR5nbRiJ2sgNq6i2ayFNNS75DK26H4dKe19U+WCehzZpMndQfN8/xaES
vm2G2noHc3Oh7exhpLQY+7X0yZ8sdFOVRsvSh1jVIT72tWjuTk1ptO9jue39Ryuf9C+tPzlPc4Ar
tLF8K+cBIADRHqU74KDLanY0qbiWRut7o6yOCjgQKAwP4DgtOBACY3wtLSTRiA38h7wFQ4pU3uXi
SQgKljPIH6+sOps++TxHl5escf1Jp9tKenUYCRxHFCSFboKwq5ejVZOCOl6o+F6bNbiXQW9+6aCW
2cAarZxzRqGLAqgRdZllTcapGSFF2tArTAlleynR4u5JHoHibwx07WowHZYPughq1BjEy+kklt5X
pl763mxF1rzHXVbx/oC71k2XGTCGmcOhtMfwTTTN2VZSYO2giHQA4SvHHuKIy8FT8sVS36i+J0tt
9AmPqFU/J7GWP6lSrZefbl/qtcFIDRLkEcMCGFskP4LGDgZn7CVPqltp11exE0MZX8nnXnGijRuw
YkA4+M9t5AJ9cwW7Gec8oVdF8oLUydCzRqhdDtThCET2j4nrsWEVV6w+xQqBoRf+1JVVNOS2HZ1M
oUEYBMxbVa7qvTmb6RuENWFnLXvpXCuZuXFyrjM64FRI6fO8k86B//By81oY8UfebslTy8xERj6T
Q99NKhRYDp3ZjODwIOB00MTNh2+S6tsntWkm/dWpbRjAwFQAmhGNQcs0YpKPZmaYneSRuMwULyx8
gGF9YAzDUUt7IO6zEwSNa/tT/fH2cVq7oRAt0P0isklgZy6nz1UM+67JJC+tZvM+i2fJDQhnN+a3
NorN3RTqAOJJWniqjVTORm0X7GwyQSEzUIfT9qjdNNbGQGsnFg4OHDRK3xQoFtMxe0dPDD9kOhbZ
pNhpSxd58h96QM61DrIt8O3aZeRaGMIrova8HK51ojgtaVYAEdPoe10rGspPrYn+Yf83Lgc1dFF7
BZbGUVkYbNsAh6p2qe910H86bmfH3XuaOnSQjFmXgUjVS6YXV47zeiOAPaWTRMi2gMFYDDwXHP12
Zo6d30JKo1jpblZm8wneZPIhjbXF6r6ypqwl7y2tHkKva3FWjJSkuggmUX82xp3qK/F+Cm2N5GOz
JUSwciwpsmBG4WoRSc7F3aeUn2tKWjleGRvRY0p3yV1n9vHp9hVbmxAuGIk5oIuc/cWEAqABA9Sf
eEVJOt7bTdwegkoJfjqBscX+sWQMYAxcV9g/oHHlP5yUy+uMvG+tDGnseLHTFGed/MpxnNRYBN9m
4MqwP+xTxFBddHRB6TU9or5wlfxea3Nw8lPJ3sB/rDzLDrEiBk3c/quwLSWxkdWjeP+bMqFQaBfl
qejq/i4gj+ZGUpAeotrE4+NBq/avX3bBw4NwHPflqlQcAR+zuoyxqbXU8ZvBHIFD2bkOKteUxrHf
cKjWdhnAFY2VwBGB3Sx2OdKisss1A29RcsozrICavWe7hndDORnBxmArZg5+V7x6/gtN39LdGWBf
HeyebZ4toNTKOEo7PB4NjckWxqNU3mIbW0kq45lSGQSkjNQwGcbLc2VK/ZDmRut49Cq18w7VeS1z
OzXU58Pky7V0NFGAju9J8zfJKQuaHsXlXEPl3cnot9u4UM/B9iLO4Ks8s9bBs3uV4o4HvdEh5/K9
Jh4yeqtJwlR3NR3m4du6qEm3hmlso2A/S/24l9Ikue+zePxpTmb3OSzhkYWUNDWDHcIx9JDVgZJl
J7ntrLuJtDokDf5QbRGGrO2Y8C6eU/OiMnm5gLkfBaM8h77nxHX9s0RwCzbRpPgCXi6dUAPuDXXj
/F/fPUEPJ5qAhCjaFR7K4p4boZLZgALmoTrpTa988Q2/kve4AWl7QNi8TvaAcvSPc9M46sYRvbat
Nl1msng6ZBHnLp6NDjl0B1pDG79Kqx30LM3YOiYjAL+N92l9IFTMsHeEMkvwbwjyt2sD2/KqILBP
EsqL567Vtzocr6830+GVALBGsoUzd7l/TRrU6Jk0jJKE6VGZUfjO6jw8gkscN4736oQIgWh+Ao4I
8PFyqHAquhCcsuWlPiAah/4Ar1T7VzbfYnqYEG4EiUOyOnhll6MAspXnZjItL7TqfN84SuXWvayd
Lal+vZfEUITSJCNprr4CwKpaYERjOZDqx1S4di5PB2hSRhepdsV9rdEXQ4GE4TXn+Vu+f3mGgy3U
xrw5HH9XAAsBxB6ak52Uw8bTdn2hBcIKlQN8ZqqxS5c9MkAZzuZoAewq2nOk5PZRzpLBHZ1cpddJ
25K7WhkPEDFgTmCAwMmWuRU/1NQcdJHt5YUp3xWyn+yqdG4Oudb0rmIOWyZ/bTy8TS4Vwgo28NHL
85EntNqqcYv5sGL5XUep+z1xW9W88SEx+y77RaxuRGIrV4weCMCbAPZEl9LiigVDWyedVNoeCrvT
LiqGAjkHzdpP5fRKZhlx+AVrL84BriaCtIvJWW3Rgh/TbG/OZ/suhI1lTwlo3Od6viWKsXKbyRpy
kYULJFzAy3VMnEozWx4dT+vJ0rZ1k+zHWho2zv3abr0Y5fn9flFq0RS65tupsT2uBuBLR52o+U39
J2SFW2/MzC1qldXxgOcLiQUStUtwwID7NlHNZa+KGeHNvHDeT+Y47YKxyI+6Hsuvz7GwYyRM6WfH
67lKLUp2b5HjK2zP6v3gYDVOdzQB5FHlGre6ScSOXHoXJIEFnSFvNVlgZ2F/OyNucAhy1rKWVbct
KUwlOicyyebEnQdN9kqb6nNFp8LeiGv1x20TtuLDCxUVnk4q5zrECIsT0xaoT8MoYXuDFeulFylB
8tOp5k7fQ1VopW6mmk3xbqqSejjZtYoStjNqzUeYMpq7khQZ1WaIE7ckzVbcCWwBCE/6XMBULcOy
vJ7irh41i7yTMZU78ALKQ1z71reuq5rBpezsQJ+k9d2fSmVQAr69KGu3iCoXjS6k2OgkXPifmYBG
Vw4Or1lLzX5MzciljVg63x5lzQJxuDRwY7RG8gGXdzUMLH2MJMoOVlJNj2hkx4e4R2HAHsvvt0da
cahFczYv1XPHEvHC5VAtV2omwWN7QB76t1B7QIOhUOcw3RHWhi963sSIYDjBcJZlgm1HGaj2ttJW
EWllXYUMkS1qegQUV16aFmk02EyOlzth8ggfdb/rp/zV0Hy4PaCB0ahWCTmMpWWvTT1Rh1pxPD+P
I/85OwIKe7LbV/LqCLsugOm0WFBlEOmmy1UNs0DgKgLfo8kA2uy0kbRqX6d18lua+mZ0N8Rp9aAp
rbyVvF+xhzCHw1sKQyqP9PJ1niCFQTo95XymifKmZbXvRisMHvSgbt18ss3T3zg/Am8ItI9Vpe58
OVOrUPERE4Usia71XxLbLx9gd7SpkVA7CAd/PBgRPirtrs6pSeLsOCjt1uFZmzTlA84P9ABwZC5W
e9RbNCMjqlhdbSRfRnjvnBO6VrGzK3P0LA/8jzk53J74yhXFBYcugYK7oCtfGALSHoOWOTx0dmt1
bj2HEdpCTnmM66n4G0MxFqkbYYbxki+XWDOmLu+MkDcOIMNTGjk63A3FbOzCzAiqjXBpxbyCVf3f
wcRFffGAyzJyzMZEFGN26Be6El74l25Om/MIfCzfhXOgvAPsYVu7AoTw6N1e1TUzQLghCvv0qkFd
djm6Su1RdybJ9iR1KB4jPRne0CmgbrjMa3tHDCUMDRou7OHlKHKCP1F2E+YVFuaDrkWBO06mfgir
0t9YzrUJkSmlhAxQ9LprRg8R1ZBTvC6/i6tz4s/R3s614m+MAgRTRNeikHsFCmhjeuzyxPTCNAtP
sFsV+zmqyo1zuKTte7ZqoiyIWwypPOnzy3UjgT1CqJWZXlGlJb12SvNh0iTIJXudnJ6emG7pT+Gp
VJHha0pf3km0ur0BPEbRUu+kvSwNCoIsVf2YxYEQy4yNjZ0V52PhMpF15PSIGBzukcU39HvhKoa0
vaIcglBOkaVQURzkPJQPo2LYG8u++ni+HG5xWeilhB0rCEyv7Hvlm9/q2g+uap8du6IeTDer9cSL
y7D4RKOAXt4Bnun1g+PP1RYsZO1E012EMRNFYryiy50pdBWeD7M3PWmI289OqEQu+K3gbWLkW9SC
ayfaximlTEUvCkiMy6HY+dBE79iirVPSXFAl8z4IwTzeNgRrJp1EP7R0bKV19Y4Box4iGzPjheFk
ncPGVvcaYC3SHEX+rtL7cKNes3JwNA4AoiYEEspVgpimt7ItHd/ErZ+7e7+HjqGeM+mRFUAYxjBy
8KvN3zDslL7hNoMim87IZbCkJo4f2BKDam3qo3VWqvthkAxP7YxoA0S9sp70IACcEbUTLu/ypIZz
D51GyK5FpeOiqYlQZlkEp9BuEpcmvnZ/e/9WDuTFeAsTm8rdHPdxbHmBGUVuHanqo1U0IxFCFW+8
GatDUc1A44LmGFzIywNZjlbagbc1vayMs10A5PUtsr/DU2H6G5NaW0Qee9GdC0oc7/xyJMTumwpg
V3AeiqhH82lA77ax2/t5sGM3Bn694VyJb76wZgj6iK5L6B9EO+nleH2USdqstcFZqy0rPbd+nz/F
uaIUblJow1fbHJ30QEbIDnaU+dX7Nunj8+19XLntpDZAZwghCmzL4kGG9lbm/bWDc1c2ysEoCf54
g6qN277idGC66EaGIERgQRanxYA1OK0qLcDJaFH6KcP+wbRnWLlr03wT+G3h7FmhNthZrRN8uD3D
JaGQeNVEsQR/HY+AlJzY9RceT0s8n0ljHp5Dq3AqPAFw11SDMlt/0zUDEGOlKsgPjiXRJGwxUJff
GWlPpbOXsrLYq36nn+oR2fej4HuYd5UdW91pkGw72Rt2WcPEoAiksjXo1VYLwdrCGfTUsHbi32X+
qANFrpWGAzCCNG4I/5FkHf0uDN+l0dzeOTJgJTtp5AOKzPbh9rqtXTseASpNAth1VU30rcJP7XaU
PDmTh73TzerJz4xxnxTjsHEI1+4B8B3BxIAXdR1jcOnkLJ+jc96FiXOqQHzMLkjntP1q+pr61e41
5cso6SBQolC33yQKEdBG/+zadGEhU0U8RwlxWenSUqet9agLz7YyRgfHrv3DZAXfmyncYn5deYpA
DRDKIConOgwXtz5O4kDWpwhgjVN2JhohAW1SUSfVsxtmgCN3vem0wyECar7F4L1i4Mj3EECR3RAQ
sMXQ6kBeVOsbydPIX3cPWW/H1a7uC2L+gp99aPSwqzZeppWFhdxQAJao64OWWOQ6xjBSSydOJA+M
9FOKKswTihRPWWtvqX2trSuriQMoOBWvDmxqGZ2koETppWmNeKMsZUQz9HLeVYPVQ0ELtCAHNVFk
WzH52gzpZiQMYDupPCyejUlW2q5NB4rPaRva+6SUcnlHL1+MEu1Yzxsu8IpJACvI7sH+LIiuFutp
dVLKU0K5uR5LNTg5rUU7qj1BAeoVsVEXMHvZ5s/QSoOPuRQ00+tNuWjFZaGJi6nrLI5QIvUh19X2
AWio0pPiZPTzBFYzoWeGmzG+6ejkLTzdjov6XM1DL/122yyt2ArBgEP2npo7d2gxfWiOCmWq4/Ac
Z73V/6Cfog3vCs5fv5/VgcaHEpL1nPaHBD4uZN5qBG2dpvwbiX0B9wcGgfDTNRQPIFw1JSVwJmls
gvvU7uKdnXa0CllBtnGBVnrCbd2mICxaHDjZy3C2yO00mSVL8urKlIIHp9QC+Qh9SYhc3aTp58Iq
ShoQO6mBGyE05az53cmCeHRlNUitY9VndXyy6Je8M0ZJ6u4HSZoex476zsbRXLsI7AymjQf3Okox
0BWVnTqQQFMPnQEJXxJ8lfq+1l0/qeFLun0S1owZh5DSM8aUzVhcuyxBndVPACiGuUlgZFQFjO92
OGvnQCuDbxH3ZzreHnLFW+JFBCyuEnuSE1p4S/g48B1A9XHWJyU7NqVVHOfBVA+3R3kWNlj4hTgq
piM7AL5EGvzSY0nsORoL28Bjgagz+1EFiRLdNwaCqrtanZNxF2lq4NxNrZOPp062ZulcdINBdwvg
rfgcqFoa/17peoi8Clzcw72f991jOERm67ZaXxruNCMOSCOH2U13amyV9YeIaN38KeGFtbshK0e8
GlogtnhaVtob6PDk0oDSpRp8dX0HXRkTAK7RWXJSzTkr5myNpBGAuuyqaXKChy6Wy9pVfRhV3G5u
WOHM0Bv1qGlS+lg6Ca1vt1d7bU/JFXGXoUYlTBOH+oV7aCpSIw+aGZ0Vyy/PUWWWbpgC57s9ysrV
wK8BnwxmnVrWMnFRVard16YdnTPLiO9k3OF3STuXJyvKlS+3h1qdEPAG/kHd+sqbmrO4juqZJVaD
YDyNAC9chfbDjWVbeW3FZ3PNaZfBQ1yc0VSuEpmsZXRuO3DdklVXyL3WgAmKkn6xUlfbh0AJy9Pf
mRuLCI8W8ecyFkznXsurlguoBkrwLCkvxXsUxdONNVx5ZMF2it4CWCdoaRA/f3Eo/MFuCjNI43MS
hIREzJEkZQTncbnLktwfT45vR+UjWf/+CdaV+PWAaOIdJogMK/LeV3nSoJrLUU/ga9GnmrDMUXW3
yqr/y9mZ9ThuY234FwnQvtxKtst2V1Uv6S25EdKTjiRqpXbp13+P+rtpy4KFCmYQBMlM06TIw8Nz
3qV6LWo1PBdtG58fr+tGLGWqaA1BEqE4sr7V0XyIKiqp8SW3WnGagQWfzbkyDskUT9/UUewJJ2yM
Rz0TyWFABjR21xEOVJcDCUFGlzxtqmMWC8sfRFI8odw0nlVZ/IebCV1h6Lw4bQMTWrf1HGNA6Des
osvU1+BB2qw6TYTyE/TRPXLKxklnKG5AJP4X7brVtUToFkMs0+jS2IkHUM7W30m10i4VemKXx19t
cyjKtWzVBYiyfkmgpqplpc7rsB9gm86iyd6FMnKvSt4NO5SbjeOO5iY1QdAFi+H86uabSy0f+i6N
LziUT8W7vgmN2q94EBqHSs4wjKcYc9XvCO3P8bfHs9xA4dFlA1dGU5ac725zalYqdYvu9KWc0Xp6
AkQCkXN0vfKfJm71d+lI4nnqZhkaB5rmE0LAYN/sk2MncRbYousm/Dwq81vfLBxs2XXOc2fzD462
JZLXSLXM+Ovjn7z1YYDY417HoQIotNoDKdwkUC29dx6kFQURxL0zVaDsystnT1pwq0ZNgQOdrKWF
f88eUkzgEDR1vQXGrL8mtTRJhMvh2OtRGeQyjo9D3oxHGSbJQdaxGsg22RNH3giXqJ/QNSf140ZY
50VN4w61UOul71r1/5bl2F/RyDAPIWKmwWQmwyfXyn+GQvY7e2PjruO1t9hVIxi5SI7exuk5tkq0
cmn4pn3YnpEGsT8447CnOrKFlCBjwVcRL3hwSuv61ThVnTEirQ8Gy0wLSPaKiVdy0nb47uZG/Scw
GPGtzZX+m9X2/A+w5S54a8ZlWZ6UOU7tJ6edvXgnG90IohTtoKDjtco2W2PQMi1rYjr3YGXrOn1J
nGj+1/aiGUmkKfarKay+P97VG18ZGBoLzQKg53yHFxycCOkXel1DTd/Fs/91tOR9XNsvMrK/1Zrx
d1kAV3k85kbcWYinDvcwmOC7124zQAqo0xEAcmSUfzZhPgWqi5BgNDqUaefqHzW1zZ1Yt3F6Obo8
LDi4CyVveYL+dvnbRh63pL6QLTzxJ5WmNmgQnkJQZ64Pj2e3/EmrRJ9UcAFz09ymVbDavnZt2QhF
mzS2E7PHGrTVkV1qbFGNvpScNr+0W6s/lLEmf2BW3eAsl9fK2+Fw5OGsLp+U9tk6WJV1pvSJpKCg
VYqe+06q2q+NY4UQg+xWlm9PhGk+87JhTLhe60TYakYgrSbFkiHpMpAoZfS1tmIRJEYv/8vEfhtq
CR6/fcc+UfpozHts1hpRPMlO+dOoBE5VWjr8h5NIQQeyHOJHcBxXt2OONoQuQgzdunxULpUeq89z
TXBwp7IN3LExnx7vm60dCpmSWOQtMNd1ulbhxAd1WIZnQ00RwUPgWe2OetPmPw1t1vcQmltncDHL
pWBIj/uud5YUqlSb1obrYVtN5GOylotXDMmt9KBPU0WBReg4ZSE+key1pLcmShoOOJkgv7Qjbz+h
Z4z2EKNacp5d0R8XH4nXoszVwChNeXz7mlLBo63sAPK6w2QpWMdNbgzvSZbRfOroswaNGalnrXP3
KsBbswIfTIUEXChopdWxb+NerQCoO+e0HLIPOT7nnL3JCfq5knsMjq0Qs/g2g4ii3XqXaQ+OV6Sz
SmOwMjvng0Qx4dKFpvoRaD6iAVo7NC88s5oLxNLhz4HWzN77euvWAEtpLcLHSxK3yoUiHKrnIbd4
GMZ4+F50GRbdaaZs8lPNovBfiaZ1c4iGzPhGtpDt4fm2ltr7pVtBYZ9fsN5A9PBoO3jO2cmn/H2b
2+OpchtcAcCQf3v7BqL8CIwHjiMI3OWn/BZunFLGiUXD91x2fXiqhTEfZJ+kV7XR/wNGGy4l9XsG
4puuQ7ahT7ytFIZqPHd+rmwDpRhAbkEsxej3ab23YTc2EYu3gGnAgd03RyJLFF0yu+55Qf82YL+s
+YsExVhTiSqjPycr5faqCzSVeESU10lvkp+PF3cj0QOUwJVMlF2YT6sjM0VtPRslwCG9spygbtrs
0KOff3w8ysZuoVdInxKEBXSndbvNcJFB1GPg2t3oOqdBmjEsAn18EnVq7yQ2v1LT1d1P2o42GPSB
DemJOHe70uo879x3atqfrSFJjcJv6W38QDRs8L5pVRbiBdF1Wf0zUlrreR7N5FWrQqP6OpuI8RzN
vnKG1wG9ovE0tHLKvipD79SXtJ0cDUGnMspfci3O/ygr+i4+hKD51e6bTgmmoU7n577S1D9oALf1
UUE6vHuap3D6xxMVOhtJ2OjGSR8meejAhBbBMLVxcikzLASWsrOGlBMU4/g6DaFfe5n3XXOGafyI
MJ/XBLqRmNq5SJrsD21u8KxoII33B73xyn8bs8sAOVdN1QYiL3Q07uyk/VsppR6iktaxlVzZxJ/s
1J1Gv7JTs7hkbS97+gxmlYD583DLUDvRAkBSaZMdtbyyZt+tXPNVeJNIv6GRZ6g7e2Mj24bbx2Ob
U8AGXB/vqe5n0S1njqqWEgyDqC6KIRDCKqz5gmGY/fZEifEWoBOiRvcqIRhORaE1QE+1BtX5WOLv
cW0rgFe96u2cra1dTwyEQoWRB+oGy7//LXC1PQovKM1Gl9gy0/LkdEUUBVoauc1JT0Sxh0DcSCe4
+Rb7hsXVk57Z7XCTBOzA21k5dwCDTlyP0WdrGhtfIN98EKZpHqgcDzvHbXOO/KmLmCzYpvXJlnaN
I4wK+77oh+bCxwtf0dCy30N0fqOV+4I34K1I4X4RTaRRt7rwGmc0p6Gp6UsAWOnpCOkRRQurTmxU
e2rhHnDBLs0gyVTzCt0KMTYRO4Y8vz2UgTtaWq5Qju/ufajpOUQJqoVVPERfQMsWgTnX7tdc0Zud
nfrrEl2HMnYptXMQs2CTVzPOk9oxWtS1zzWJ4PRH5xXlX/RDncqvssSMT1k2D9Op08MiezcniniO
WhpovuhS+3uKHv9rnlVeezEySykOiKbZdG8tEE1QkBRTfEwi2ysC/LqcxFfirv4isyJ1g6FpVdTH
2lTJg4LeyN9gN8RXUtVCOUHG1q74HGWxPyBw8q6OwuQ/sM0WsXlvsaoAlrnexyM1OUWzdQXVm/xL
mhreUzXZSDCr4xv9CJcdtWhwMA5S21zBy4m6OaBC9xBs4MSkbYa6fU7sLatk5zNuVZIoNdNqpDFD
NFg/zcqqMr06N/mMiTk+y9JAFsNatLw9jSUWhWn+qODiH0c7/T70cYJgkbYTijaCLD+BKhKg3Q21
GK2jkFl4CscUNYCzYqbZ4JdJNR8BCmknLS2it8M+CHsU+LnszQV9fbu0zWynQ9agPJICb/eLsM8C
01OSp07h7n18IjdSGErPiBZRxFzqZKtTIufREFZnKGcLw58z6l7TefBqawfouDUKD+sF0LWoqq6L
QkkhcYkZQuXcROaETQvAeL0Fw/t4Lpt7ZQHJIaRKSf3uTVi6SuKOEwV8Naydiwcl9lyMhvm+t6l8
W944/0vPWrV9s/fsZyO35vgAAsz++PhnbFwlCKq4iOER0alhrK6S0Rty3IUSyvrpGJ8nWKZB39Xi
SGqK8rM3dk+0Dffk/rYGXbBKwA/AlsPGuN0yks5UbkYDXe44QntdVcKroTU4eKLiiXlCIT/pnWx3
KgwbGTiqMWxQAsFi6rEKAXUjE3scETaJ4qT6qiFOeoxaCUhxNpLDqNT5uxGiehCP3Jxa8V8YGAve
BFMsHjj3VRsVjapFm41zSZPzpWir4qB51c/QpdK4kG7ffFSoawDuAIcOE++u/SW0Vqt0vQnP8ezo
nx1jihe667Rz9u9epgsLYhFwWYDO/Hc5Sr+F1UmXrWzpapy9qnE/1n1dve88vTl0Wee8ytxwIOFV
gBLBL735ocHQkEoWLUeSBXL626GxSwsFfg7deezjTvVnO5Z/NeE8T75TWOEeRf7+tC7S4Ty+aUnR
rqUtcTtcNLnmDMkWN5iePBpRglLJUOIUc/S+d0ZpH7SKQmgwF1U6wTesMt3P9KEgp7YsIXbwLBvL
zgPZo2fJ6VmEem5/jBCtrUai6Jl7gbRsCnA/P0asxjchO/e7q8rOPEWN4Qw0lSweE49jxsbwVJSX
C4b0iNt0FYa7OTb6gQ7/mbTFCMqWwpLfznbjF2nSPzcFqM4qy5yr3uXf3j4yROflZcldftes8HBM
oshSD1wAYY1GSZW9UwtTjr6ZF8OTNkfuu7qW3QFodXh5PPQvt5SbFA29J7CNJNy0iEhXVjsAhTI8
QDxrOIvZ6a9p3ZrpYSpC/aD38fw0ao3yXInO+NObMJXOZdKcBC7ZvrSbeelh1j5qePH/urDYU/25
i6aLEBXXIX8BOWSvXcBLA2J0LPT+3OG+/tUtkMAqqtl5goMwf6692PjSmdnw5fFy3KUZFN+wpqeg
wIhU4FZ7oAJcE1mN3p2rrFLVI/KW2blx4uT94JVKfYKsaO5Z1t3dy0u9z0Q8lY7Nwudf73r03HUR
Vf3ZK3j3WnoyHVXK4MfHE9scBewQYhhcFndQsbapzSIMm/5c1531A73/6j3lBeM/jMIbjVsIvMDS
I7k9wdLM3KJOKFrUg2sh1jyWWPJ4e52CrbnQsHcwiYf8x6P7dpRmssxq6of+bLbKFFT1FOOcFu9q
vCyhdnUy6GdjXQWgSyOXXw1TSSoVNloDZ3Nw3KdOL6P6UIS29kFE0koOFeB4z6cAYr3OSVl+wOez
dA+oX2GrMFWZu3f13W1N2BvgSFAxJ6Gho7CEr98updKBw+9ocl7ECVLdNwqqLgiQq2Xs216pKzS+
x+mfN+6aZUzKa4suJJiXu3p0VcZ9AwDsrJCefujMtnnNq3DY2TWbM4MsCxOGe50L6XZmWFBaFnqr
MykMsr2liX2j6BL5ifat/qQlsbdH5b+L9PTDOWr01UjSyJpWpzwa0eDmq0/nOTPF0QPO9uwUtfhj
NOLKH7XIedK1Up6jNone2kFcRqaXwH+4Y6gl307VTmgGgQJRz4oiq5OZG8lHc6KXYHtKuxdYlj/r
Zv8uY3Gf8fUWUOz6cegacDXbSpnPQJvNYx1603Nb2/EfQ23me2zH+0SCwVC9g2dE8ksGs3zj33bn
SIcQ2TmscYZMkd+MQY/fkY+6ySkf6t7zexMNMr9trPZ/Q+SZr27vje+FoCK4k0PcxQbaNIvaF7EB
Ohctm9vf4UZt1WN7Mp91qRcfIGu0J1MRaEW/9WBoyBrxwtd1/gpz5XaYPm9LSzhsWTZYKPxIonwR
eFo07r29t+bz+0Cr2yHV9FyRmTGftVwx34m6l8c8zd6MumLVfhvlF+70t6+Hvyj5oZjmM2Tjxo+L
fv5YmeJ/oT73B/Tnx51M6+5qX4bDP2vh/Cys0mXSvw1Xz0g9xshEnNHDmo8lhimXxDTHp0HM0i8W
DaAhpyj8Hz7Zb4OuVrIoJs2azX4+u9aoPaE8lF8jOeg7++/+0GkUSDh3S0GYTbgKLSnWOqY9cw7w
uJ4+xPokj60jcGWG6rAz1P3WIGFHogMqJjIyd2LoiiLitjF741woaXwwYxA8ZtfsUd/uJ7SMshxp
Ks5wjFcRa6lYgjlEqx+nahnoUzYEgzFWfyQd1ffHX+j+HgCwwsaAQQB09O4pK0w9C9NENc4T1Gnf
xdX5OM2Ne2zzPDkMoHG/PR7vfhsuFpgk3gtnAkaTfrsNW3Z3BtkdnxIv658wE5N/laVAuzeqouQo
Mmy4faCs6k4hZmtFlz4BioB8PepLt8OWUIQddCLMM0DO+ABSrw8yjWZ5qRjqzp7fWlFqMQucgmWl
tHQ7VMFLTqrYlJ1llspL3Hbpl0ja8/OMe8lPb6JkuxMXl0N0e+eANSNp4jbg5rmTW7YQz02qGPbn
gCXa32jDO/IK2RtCglHlJYrIeBRYT1md481Hpf9SmHr5v8dfdWN5l34uWRLpBJnu6iYK9aHJqqRA
gCvETbfzHIwf01A7uq54s04aPRFOB5uW7PC+sTtNMV2qCFo8EqXxE6Q4+zCzNsfHE9r4iFBjOBQA
VKmlr8uDUECtvCeMkq1Ih9achZRGZXUHiKPVE74aOJo+HnAVWOjEcrGhXUKOCfKHAsjtrnFAARR0
mLILlRX32QqRq27NeO99tzEKFGhuFhAkAIzXr/2s7rAwbbIMvk5avGJBWR/m0t0jea7O+DIXHes8
yjg6PM+75pxjyjStgH5eTK3o/KxLtSOiFj+cXpsr35zQnvEjkBA7K7g6Br9GBRDDo44aMl2fVUbb
ta0Gy6LOLoOVFJ/xpWmufYhpK7rDovT8MpULjbhLQI0juWN8SF36af/lN8CKZm8uHIY19FIxzGnk
Us0uqDe7nyyDhAuXK8eXUSgCO5nrF0XxpG9PIv+emXX15fEm2lp43jq083hM895c/v1vd3yV0frt
y7q80GZG4XIajD9Dx5Y++Vkb6IpevEAOI+q9eVQDSj3yAfTpUeFZbd15qMfGm2R5mSGbfYxaVX+S
9th8bdTRfRFV+jMBg/H98ZgbG5n9Rcfeocl1X73RyiJr57ovLl4pjfeyVKQfK2p2fjzKxpYCfsAF
rFOrAXG/qtOg1ARATirFBeVd9y9XCpEeBzmk1ZnMBrWrXI+KElejSNh+WnrIm1RNWCcfH/+KZf1+
i+/LxgbHRmmfTJ821rq1NbSu12HpXF6WYsL30Oz/NxWT5StJp39+PNLWqv4CHZIhEsjXt2SsVTNu
hXl5kWHYnrwssk6zMaZPj0fZnA8x7tdVQWl5WfXfdmncJHFt1nNxaQRPT1qQtV8aocNLRXkj3OnX
0uHsQUkBos/ihn07VGNZpShwQbs4zqh/HYwMRmincHZfEANeMmC97O1LJGJRHShEWvkbj4YJAIk7
ilDAgwUFs2XBf5tqb1bcFXadX+PcjsTB0rvm0GswxXw3SXP+gZkKNGhn54/HS7x6bBNzdY4jJXso
eSj42vrtuPiDGVWVzdkV8DntOr0itcIQ9j10YxXHKdGcetmp74ss33M+Xn9cRkbEFOgl9HGdnHyV
CYx5rnD1WNm1aIfxYEVxfGj6OTuOwHh3crr1+3eZJV+YyjG2x3Rl12XUxp5kXGZxeaUeY0rfoSlz
rHRtPAk4iJFPLUKeOrukeqyApT2Uo+zsd9Izum9vXm2KuQswhHsPOMRqzpViJVGmK+nVC7v6JVaw
BwMu4x7sNPyZ6knzGZWc6TCOOLA/Hnh9XpcFoEjLm47IS7652l5lOhtTZbsp20v3XijfmS9tJZLj
41G2Pim6y/T0FjMIkufbzVREmRRqqKZXPR2bz5raDSc9msJn0xqL4PFQmxP6bajVE99SKjogoYEv
zljZB0+bs4OjduHOKBunA8gLQK+FHrE4Fd5OqPKGuGraIrumw5D/ncRV9EVHefGJTst8MUVBWtBq
VoGpud0VXx7PcJVY/tqzv4+92iu6AedJRcb1auKffDQKzwlsifcE0UPzE9Z2Z4usOZ7/PyAvSV5c
S+q3doMtpUBLRynTqzt1UezrsJAv1Gbcb1ZZpuVh6GZ88po2rg/qhJi330IFfbaicn6BgJHvFQS2
9hL7EFQvCcpSJLtdemHOfH3FE1cscysdRr6bvPCigRduGkP3+e1rvSBgeIfhiEl96nawTNFHMrA5
vU5a9Re65NEpFuFwGNw6OWBHXJ4eD7c5N0RxIOQT6inJ3w7nxY7ESGNKr1riVdfYNBtkakzlQGPa
2ilpbu1gkD08+hZtBTo1t0PpsQwHOmfp1aiNChs/L4w/DkqJk3PcaSOV+WgufTBO4XggVUzfvoeh
nvBS+SXHfhfvQMBi+lgtYNpktk9pJn+qgA+Oll51H4Uj9uQdN9YVZsLCqKNogOzaarLagLghyXJ2
7XHg/OBZnfmvjAb5J9YwcPzf/A0Jo9wpSGEh6rgO5a6FCmtnV9m1dazxmc6DdaHsaV06a6p3otDW
tHit0LShRUTavJpWgUulzUOX4I0bzeusDEjaRHn/WShyT9poI6zS0VtaCosSAOWX2+2S4r+FMKaZ
XrPREh9GK8GVgnbJ29cO21tWjv4hDeL1hLSwTGzpquLadDL+c2paGdAqMV76rjF2Ukh94wAAw1xs
PGx4EJQ2b2cERjIX2CGI64ByEf6ronLqYzkQSk5jngFaNepcdIHVRQluIoVj/wgLU8tA3RrqX+3c
DekBPtiUHulEpZ+bfOT/EreDnR3hjTWeX2cRf99aE/6G+QDa08lzVxwnPLowe4Fg1gcefoPJATQE
Gz4qc+OnjOtBnFQrbDo/ad1wrwW3sWF4CIAGw7uL3th6ffs67rwxL8Q1NalIV2M2HT36te/jZvjw
+BRsrS46VLBMFtY6f7daXTcNG/ytkytt2SSge68+ueDMntrcKgPMPfLA6KLRVxtzr2W6bPrf3zpk
NNQm+Kg4B0NvWc+xc9o6zPVSXM1e5EfBevgUE4Yn0UYt4F6135npxsmAiQHNCsUtBAHXM41iJBSV
UomvnW1Gx7IM5+9oIHg76fjWlyMfBzAETIkMcbVbc7wp55DE7BrO2FmJXh8+KUMNHkqt9jL/raFg
BYIcpHIM+Gn96fC0siJEMa5DjRaMTKL6JBIIgunQR8fHu2TJ+9bfanlnkPAj3k7ZarVLpm6YVD1M
rjT0lOHJbg35XVciLQvww6UJNYr8Y2/VVfT2wElsBrCz9IfJpVbRTA4aImLCZdxF7xpT7PHPPBxf
u9CRnx7PcHMxl1YTKhHw4u9yp0xBvMGykqujRIhC6xHE/xCd1kkr95LsrY2/bEHweyjr3gXPduhc
6aZTco2nKQ9sV+Z/ZyHmv5YXTc+OxFb28dR+tZfWX2+BXNGmdEy2y/r6AWUTFZmXXp0htr4bU6F/
k06aflSpdX6zqjz+PGLci8aXU8e9H+mh/m+piPkPd44LFcC/AwyAfCerDk4vi8volYilu02cXYeo
zdtTJ5z+795q3OrQenKkQDJaMoemUFrvTJyq251dsa7VLJGDyhdFfg404NHVbuSu6E03HMW16Nz+
yjHI/6l49/4oHRp4oK1NPGKjWh8PM7XDLwaaEvPOpbQVS5ZiFPI3MICpv92eh8ZyR4Q3HHGdZ6v8
ZtiRFpRpNO7I+mydOjBDIA/5ci4Fz9tR9DBtewvj6KtST4Wvi6R5ggL4xUPr8ezpmIZ7XqKfH2+W
rXMA3Yc6G5xrsqNV/JpJmZoQj/Jr7yg/hCe1lyoV8VnP2u7l8Uhbx2DBAS0pGO28dWI7RxQoSLjS
qzKryl+uYmp/G02WYg5azOUzwA9nZ2pLPFwfAxpRlCsI/nCbV8sZe33BFZiLqxODOORITFjHKe2h
UlzTV6uh/Wo0ynTMMvbu46nef0gDPALFYgPCES+U1ciN0eB1URKpkezNjlieA66G83R0JXi0setc
REaseGf33E+XQX+13qicsoHWX1KSwQjqlVclbIszdvc/Big9QTZHeoCJjvUed3jroHt9uQPv/IXk
u11oRuZkohODIsfdbeFOllEjRMXNXlbpd6U3M1RGknnGtsk2kiPohugpgtqVnNrWUwbijuV9DZum
fJXFhO16QwqrB02fAXV//CHWggLcJfw0ei4sDL2euzIKyCJd51HIewZ8wVdHIs7lW02WhAdL64uf
ml0gZpWCXX7fTG3xI49mEiIT2ZQ/U7PsZx/BvXzPRX35+nfLRcUX6BGwTCpqt8dcK4EXZx3JtJp3
7dnohXmysTLcuQXuDzZlBcAbC5iYA7CuEzoFJKqe/iuVqxwLaSV14wCWiKL7nYkV8s5oW5uPJ5yF
aSsNdJb7dk6dliduh533NY0T5V2eWarvqdl45DGpPmH2ACslKs13yIa9Ufv31xdeoLbwpRetK2e1
7eXk5l3T6TwXBlOFdVTDbZNcY4pG/f7xbtqaJHVA2iAgpYGMrT6cNBq08PIl14viHM2w0kqCIvQU
8+BmSjH60xS6X2XYVO/EbHh7ylb38ZNGBekKbW5qo3f5cyQw3DL5gldpTE0w0Qz+6ERO7M/lIJ5M
PY137rxfgKb1PgUJQXUbTjOQtdV0E9ubEln28bXpDfGS6O1QBn1ZFeiWFTUQgoWfXvNx66IJaDXS
fMpCJ/rbSVHzPzpuN5YXkTZT/UmNis54ng0XMDTiaMNrb8yt+61PBqU9UjMT+Qvw85Ko2IW5gT51
Dn8Md64xfGpn6Jp+E06ad4jNRhOnUXqNccx7NZ6vhhkWjU+pojP8Gebiy4DZY+vXcwiQllsvfJen
fRkHpTvb32x+VuSrsSx038xK8yWsUOYPcnPuK9SO2/JT5iTCPgyjYpRHmk95gnR1Nnu+k9XUzCLu
xd7Hc7C3nlrTmPWgB7SpMGngikFVQQHx+24yxsCa7P6HpVCyOwzW6ExPSt1nHPIEte+gaGalDHSr
rXuf+6cYDjOk/9RPxh7uK7aqvY7NRWi7J71LYs0HOJuPnN8Y3XNF5GN36miPyTN5nPElLyoVedFU
DauDHHv1g1oPkLe60O7jw9wOmvHp8RHY2IQ8C+gvL2WABcZ4e87HKipsfHU555X0/Fxt82CSA3RQ
fvc/duT0nx+Pt3GT0mqmSU9UAVlirBpKuVbOrSITcc3KTlegDD3nNthUP1Qj45++UJtPaKtWOzfp
VugEzgiBCGEwNNBWG7+jK8f1LKHcisg4ULuKjgo58JMc8Et+PL/NoWyodwRNIHbrRzEsZAvCSRZf
I2/OT0TpOojwu33XlOrOSm58OTTHeIS4kNu4GZZb6bd+lTVPDkbZfXJVvcoy/K62xSdeWvZTO7rt
D0uqe4JJyx+4Dh/U4unRAZO+b+EgB90PsA+T65TDtfCVMJJw6hTixU5Y3poZgBwK4Sh0UKNawvZv
M1NtRKamykyusyrqYAhx0O002fqUHXteMNMe3G7rm9F/A3BKkZvcYrU9xtDU49HFfMZQERYcxloe
yrRvPnX17jt8cyjoGzwdAe5TGrqdWsRt2mO6IK622vXvoppHpFYZzREGlvkfdiJpAo8cAxIruJjb
oYDzIeIrRlaxKMyj0qQm0Ia4PsZmupcsbM1qqXQhIIZ3EF2a26Fa216QwemyM0bbDZRhFGep62HI
IzN/o37ikh9oVO0X4VLoKODEbgcDdD5luWoTsQw3DYzZczs/l0rni9atntqpy16pYxhvfrLSM6Qm
ZCx0J8xBV3GrysqccgL5UI6WwA/aUvKI8bp0/doa5/xI9wKYa2v3pvCXWvyXSOm83eR3WcfVCQSk
A5MNQfMlYBu3U3fUmnuH+/OKQDZK6ig6Kq+KN0QIa8Uye0Yqy80/Raah1f6E4QcC7Qixf8lVhG2D
Cbu+PRjPxkHVQfHwNFkKvDSxb3/PqOV6bydlcnXH0r5Q/Zj9WpS6b8V1erTbcD49Dq4bDTI0XxYR
bjbZBnrU42aC5UvKFOtC99vJG8+ym10fKxHnkFoyPdtOCW48mqNjOs+CYnMXXmd3Fjs3ykYsBHNB
8RPHXVK4NYxV6y01yV2uTZFl2DSHVvLRy83wv8yXMjLNI9rmwGdWB6um3dlYXpZehdv2J9XNvZMp
YzOo3Nl61/RucUENsgta3kFBbUFQixpNP5gU2Hdyx40TjjsoZTU6IPyU9Xyz0CxLZ0CAdZzG6IBi
DsHESufA1pO9atfmR17IReDTAdndRZMcQkWSp0ZyNUMJtVgtG9c6DKpe/0OOCC2ndMWXMukswNjT
8xBiztZQEbs0cdNcHu+3zWTF+6W5y2OEu2G1v3UsfZy5YtYW0u+kYFn/ju5W98Huku6Jx3j9laoD
cn1vHhYhFWjcXEcIEKzLY1HbUqGjonrRitEO/RKelxYYsV6cangMRZBj6a7CK3ObPYrfxoRt4ji4
Rq4N/qzV26tyosbGDsW7mFaLwkRVANoanPFJMZPynUC68lTNRbwTWjfOEuDDX07ZC1J7PV1jTlBi
Lxg00croBEYG646eGsfjRd3YwS7aPhC8kYa9r0Sjo40fmVU6F6E51UGRIjrUpnFqBjV8e2wAh0YZ
mlhEcWydTuBrFds5GuGXCtSFPxq1/qGNxJ5V1waiBllzZsObhErf3Qu9EZnVtnpkXySCrIDOW6l8
EugVkzENUaL4c1fZ5otaIWp8MrRKVr4TN2X0LCnsiOObF5dPR4RaRGLZtKt9o0x26IRqG11DHosn
bL7tL0Pq4MPmzMNO1XFj3iaZ2mKpp1LgxNfm9lCS9WZFESvKxS6c+bnANGrintO0H42ezzIQmifb
Y1XN4R8YehtpUIimf49HhfHP4zlv/xCyRS6khY28nrQr+7jviNDXEmv1QwlNK6hroAs+hbLwANNB
OzVxNQV6ok+HPBl1Xw9N++fjX3G/rVkNhJCo9pIu3x0eoJxWVfWVcunUCr8pfo8/ElYCaVn5zgna
nDAbjQjBDcyWW9WEqjI3Y3CWyiVdlDUDI5IYNSTgAXs/Az1xxqVXb5/KWFWE74S9hfe2FdVXWbv6
novAxiUBE475UhgFPAv/8HYXMJyXtpYV0TtrQM+niGf/IWKUziEn9P8TCiIYtJ7MT1NWT5eudPL5
mCqNafgFej39zsrc9zNuf8x6YTSVx/M8RVe9UItPMcyX1B+0yXmWohqCbNLcIxJ5KH+60QdcKKed
gLP5YaiGLqR/1IiARN4uhmwqo+unOL4KnmgH6ocplpb1YPwYw4nUL0sr73Xqy/AUwZb55KBqcWUt
lGInCtwHcvg8aAJgtsfj5o7bI0w2Y2R30TW1HFjilj0pwZwlTbczzn3ayZ/NM37BLdJaWX/7snW8
GMO86NqYowI8XYDLtEq08Sz0b5B5UD6+/YyhS82NvJgvwtu4Xd7YWHaSNxLd8ko5NGM1PtVz3/kT
0jU7nKWt42zBMl8kHJajtso4ChcZDHcgpggL2kJEU+8QuXP5V1Oo5p7A4eZYYDJBChoEEHO1axxh
FXlRpNEV5lLjWxmgSAscONgya6/dtjkUuF4Kj2RTvN1uVxADRkcbY1u59Jkaf8RixfyS20P/Wua5
9/3xx9rahFyLNEqX9Jxy/O1QTajIubBFdJVmj9BbFSonJ83ynczc3RqGchlVJXS9mdXqxjPyCIGf
YQovXtKNyclJTLV9QfNdiz60ltZ9S+o004Lcmek+94jI/Z1ENAae+igs0iAuvdIKuCDwpWg9T3zO
YUCIU9RTK/ZlO6n/jDVXJzLhY9kEpQNlPLCdNsNOi8xiPvTzROWyie3o38QUAPK4i0JAMQYS6gGy
tE5/WADarT87VhIvTCL336LuES1AvHH8ABVqDH0qRNn4XoYl21l1x6INBk8veDOK2sGdDjUJM+hj
LA25UjPj1Jm8gI8WtZn60Lfj6B1586e9745giV5UfXa/CC0d8//j7DyW40aytn1FiIA3WwBVRVCU
KEqi3AYh04JJJLy/+u+B/o0I4mcFZ0wvpnuUBSDz5DGvuVs6FKkY/PfNaTFzS4ad0Mybwikl+BAH
8tPNKmzju12YWuwjaZnEJzGPcr04BRy2k9ZXQ31fqzDE70j3lxu8GErhKzgbvjOUCkz0MinD59Yt
ZBylRtv+prxFZkRRa/F2EyaZ/H6SLXogat4Pp15VBucUx9mAX5NMmsrv1C75SMEkS9B+mY5Ag+5N
mV+ihFUDk2npm2WKWf2g959ds5E6OAeggbahKeRmOqC73CXOGAfraQWuxJzQsMDdbvWLBMjHSrf5
Gr95+8OedguohYHLOFzVsAW97cf800aL27YyEuQGbj0buh7zhNlfswz63qr2JxtEeymLLNQ2F6SX
j+DzKgLkDB2IrZcGa3AfWFACGCBluemtqQrxOR9b5cukTbkbUGT10SwFd3Ffo2348rIHt7COEt1f
yhkg8700jGuk8dCITVgxrbp7l5dyUxr9/WS665vcM38x1lTwoxtpxFdXzboOZqa08zbfCS4Igvc+
7njWqpmyH7Jb5D7QvC6rsb4sKW0gf+i1FaVxc6xujS7WO7/RV/kdnNHwHooXxaQ9agJafWtcsnSY
bl5+Kwdbjk7FNmhyub+eAagdmcg1a1VQU5WdwrVFEA603RzODMWupEFH3x07X4IuVQDXym7DZStu
q2vepreuzOzbPF+HoPDkf6qBpW2OYOeJmfG1yfzR4xGCNyVw+H+wGp9u8jRfZDG5MXezV+tnAogW
xa2h3OWKNlyJ+UdLIXFKEUl1zgR2lwaIHvgZCRbbWmPcajH7CcdWG8+zKJfLyx/tIMOhHmaSzHrU
4fs3GU+eCzjF5BLLl9jwkVJP7qahGnvG7nl/yUrcda+cnoMlGUdu80gE1Zkp7O7NpMq8crDd5DYV
dXrKGfl/Yv6UnL20aWmtzcqVTOdgs2xDXoYXODA8b21VuTHRwVCS28zTuaKH+WPZFtV3cNl2sBIm
fWuCP3rlIQ8XRUqZAmbDHe0T5QI4uGPPHrVj1uBNPur2vbKUFM9zVwRL4vaYWdbtFe7LQapAmUKv
Gp4WKlL2Ls+yW4+0zianm2E4uX5CS9IJYg6Ec+Xpjj7hlo2Qo1KTAoN7eha0BOud3sbTyuhW6TPQ
SAMjR3NFmdvlUmWFcnp5lx4+GA6TxJfNRWXPno5FLHMHo8uoFW393XHLIXCFdW2jHBw70nw670zT
6Irtj52SIR/rCFeJCqyELhOW70G1lm7QVa31+mPHhBB+js2mpKTfnfBlXryh8FjKxALk7aRA+JCG
9zXPG/dUeUCNX35/R9/rn+X2lMUcDLPNfJjafZNwSVNLuyzI1oRWWugn0GnX2vVHbxIw2kY+p/nv
7FFMvZF2ixPPXrSY6+Tr2lDdpslsBsOo9O9ffrSjpQAlby5Q4Diojp9uxaWGxqG1phd1i9iepapv
zHrmLQ7peGUX/h1k7fIcjvIGQGO++7wP07WcLeGkTsT+KG/seeoGQAX5FLkM79+i5EpeN4nWE6fC
s/LfrTm0E+KmIGz8blg4kaaxuOtNXxqL9AuKZ/ujmnlr/8npZrM/mXkCtlNn/NOEslpV632KAdXF
LYX1JTf7agossDlv0qK0PzrVan3pc5fc3bax0HxHU86Jz1zz1e8a2fgxiLGbfBtTCyU/XRLPxYf3
UZeABQCWBTNuAFnogGFX/QkdTawzTCDyvgeuwv3ZrWOvnlIww9+zoe0Xv7Awt4/ctlSnIM7U8atA
qW64QCW3PtOP45KiQiny0EhTKiFFS4Q/YjgJ9mBx8j+S1jmTo5e/+0HOSRuCf2/1KxfJti/+yTlX
287trG6UKNWF/aaYBG4v2qyetgERxQdFswJI5L9CtasrZ/dgx9F0hTmEzyNuR/sw0WkkUGqDZEIb
W9V54p8IixTzNui384eXH/Ko37LBCEhxEZZlve2a+ecpEQ3qwZkZSqSsjn2DZPgMRUxBAXDN2IFK
sSg+l9cUtKlt3pul8WPQiubVTQkE3cGnM55AMRme5tPfgDKSHKwSSKLEnj2wgfEGCIqun4weffKX
n/d5nAc1vqUGTHcpdfevVkqzdBKbUfXEYAjTSHyzkMsY/rx+FRcNXYSumIw/67KgPVOARSJ9n2tX
u6uWyYxMRejXMF/a86iLCSU2rIBP0HoFeP/0xfVzU4kBnBVoPXd4QMxq/CHGebUDBNiRGgFiTQtd
ddz+nmq2fyzQ3LosGbTYbNXsH5BXs1/51HqAldX009LNKpJOqv348sv4i954GtRoszJywouQ5PZZ
f5N2TaG75ZTejmvS3eJPWy6+OqTyz6i4yQ1lRWn6OtTAu6VMRupeuX6Sq5hOda44oTU66nl0Bvt+
TO01evmnPT9o27QGwXNQv8w4rN0lmQ4Ytbm5kdwyaxgvhSnbGyvuraC0tSJ8/VKwBoD84vADw2WX
ObmKyxgMa+DbXhnUUEWd4oKqenwqDHFV0+NgkwNHh4nBNQKWcz/gx8odLHZPPppA+v4x0kKVfkWb
UVxiY5h+2FaKteVA8Zr4jRUP98BfxtEH7dP/sGlr9Hd9oi6X2exGE0gY3Z5wXj39Zw3Ey7pPURpr
Mbda1vmcJmpPaw/VfuE3o9F9SgqZfXFbOaW+wZj3ZtHnvAjzJNa21ks1f/cswLihag3D+3rDYoeG
vdb0fxStkYGUs0gDvAVqC/KUavzomcHQ/i0qC+tm7pA/81Slrt83dmIzkEDxJtDH2Y3pRlfZxyZd
vWv4nYMdskEqqbDpRjMS2v7+P+FRYeIlurRKb6WbjYE+r+VJB7b9MBvVNejOttl2x2QbwiNTxMQB
LcLdZhy8wjJij/JvLfPv2oDKzKpYOAfhLRbqbqe+92BDhBJmn5+V/XJlfz4vJ+AD0nBg3Kcyrt2X
aRqIA3coaAy3hlBD2Xp9CA25CRLPizGHaSSwxuaarNXRIxtk+JteEdol+0ORTI4UillQTqi5e2qZ
v0S93W1YumGKP6A7sQBKiWV8SeuKvkIztECEXz6X++fmicEKEpTMTfybD/30A5N1YDqW9XW0DoKG
OLOHqHDr4TRVpgwHqaNgMPfGK8uoDenGrW1sCATcovaGNFNeJWWZj1U0JapxNuKh8r15uoY+2O/d
bZUta+UW2jR+9oqOBkRVqpG4jFKtMH2R1fWlNnRasYpyLXF9NsP6f2vRRd7oIRCKdptXFECcVAVh
lA464nwx2rjp/Kwx5PtignN3rvHou0vsdlzCsdZncadjbqyc2sVppiBXvfJavN3HwO0H0b/aECdM
WAG2PP2u6D4kw6otPPw4l78aferhFFHRXukTHS6zkcK2/iS2FLtlhrkTDdJQVSSarn1ImBRHpMXK
lcO5T0W3h+GPJ/xsktHEhqcP02SF3s4edCdr9AR5IHNEOzTkkGvnPkmnW3NJmR7lo5JfKt2V2unl
M3LwkNwmyIJylxAd/vYL/wmCpOz4eXdrG6ESbXxSrGq61bzhGqrhaA+BRiMWwNagfbOX6kSUeSIb
l22UKKb66CltfF+3qgNCWeuCWphKUPepEozj2p+LXvMChCGaTzCuxJUk8eDggPohTYSfScqyl7bN
5qHV+zRpIwwzynejbZVfUNRsfNdIxiup/tGrBRpK/xwKGf/Zfdm8ztZZy+0mGpD/Po0lPsPsoVeq
1f+9u+jZAOQFrQl7eRfkcIaPFdJUEalOOVUUhp7F00zeyBlFaUg9073r3nO9TNfIms+e7690Bz1k
EhFQqXuR5aIEv5I3eCgj7Zp8MPoh9y2zG65MjY9WIY+j34duLf2bXRETe21fuprIsdt1Br/EIZpa
qbl21p9vUB6GeM1fgGownt7lcLJIMsS84ixKxoYzvkj8Gn2rlV79bhTUoI962q8qZA+9M86jOmbb
7W2Vygmx5FVQnHt5rkcvn03tWWzgR22YDZhcqP2wjZ7GhrguOx00TB6VNfh+7i0VssNiJpKx0cyG
O6kyXqIaloDjp27u/TIQCot9rHTV/E3MhBnN714IX201xrSzbXTftAUf1/MaQ8bs2lqUgZKI7LWZ
1ZZPWfxeJMPou3H7P/3d5jCW6ZgbIjIbc36T22UWzVURP7SF9K5ct8/O87YUqCK6pS6HbB+/6H2V
lvRWEWHcKm7WLtX9uRLODZXQ48tf42gl4jMnjEuN2djuOkhkhdtP0uccNEaEvdH2URHPINqTqx1L
fes7/Zsvbi/QZlpLGrFx1/Xdhx/bTiSemosIWS79d2UiKY7Lr+E9Kpjf0lHpC/m94cV8z3NVgNLG
oNz1tWRQv+EH3BZB0w5gSBrSnuGtVY/WQ1/0lnICkupUtG/c8qcax6bmj91sfK7cMV59vZAIFkyJ
sVzrvx6+OJp5m/8UqdH+aOkNpod0fPLImaoiwG4t9xu1bYIRDeorGd9RsAAVCImV98dZ3n+jeUpL
LN7yyMwY5q7Dkt3hcpOcX94JR6twZbPtmHyCrN2tgncZijaOk0d27rlhnrZJUGWLHb5+FU4+dzNI
apL2XUTqnHFF93jIIksuVkgn2DjTlehe/8aI4JAoN18wkqndTsuw9kwrum/RJPTkPZSMLmR4Ll8f
xFmFTIdW21aO755lUeypRN+BVdSlpdqIxdmMp2vg94ONhmQ0YqFwmUmn9krZLWQZykZBLCibxTk5
iegqP55dt/TtGpLqlW1wEJ1ZjsKfjIwcan+/C5kCXu/XPMJJY7kZgDnjt1lgYOyN3vpl1tLulKm5
8UMt8msidNsO28UHna4euekW9mBPPA2wXerYm/ZkHlVea4QtEDcFk1htNW5mV63eauk8fS7BT/3p
FeH8blTr98t782h91Dg3fD86gsZ+fTu2RFnSqo7GUlbLmazPbTFaLwY3sj0hkre53rQPHU5Fw4mI
1ZahsbriWi/1WX3HpMrjXwhZgUJ6ljoXALyMuOlFlKqjvBgMx5TTNjT80Gt5+TEVeaYDr+muqfEe
bDMa+FzM7DI+wn6bKZU7VXCZZGRPlrEEsVs2lp8hPoJNGY6Pr7/gKCIJNJv6JhKH+/zOcDCusEA4
Vw3gcl9bzfZD4zbJ79lY7Gsp3cEbfbLYdi/9Uw0IoOyWRVUeOYOQbxQX9LHVg2Xp8kclV79WW8/6
5Z20b3Ny0wFAZlTtkUPygLv4M2T91Hi1KSKraMXoiyKfPnWlxBVGzpnq0j1K5HwNm3twvdKlI0Qg
YERzwN0tCjpHMcY6FZF0m/XBa9bET7N5ubGK0QgTu5zOI0IV4Zzb2g3TyjHAKqI9kT+2P8HwXwOE
HL10LkbYT0yZcY/ZYbTYPdnc6S6JhcWUp1PH4Xb23PoObbU8jKmbzoMuquX1gX8LlKTVzCoRmNiF
EFpNorQRcYviXq4PfYVXDlw89+frPy+wLSDQcCkte5+9t/o6Q14kkVlTVzmXStydey9vPrYYNXwQ
zIeuXJpHZ5MzwrHkvHDUd1/W7knPO0/hXRpI847rXJ2sZHAvii1fC+nYdu723jQkY7l09vezOtuz
UrtSRHarW8DU5p+1qa3B4lnaaxsRf1eCYIEiI/K0+xCQd5miwPYlzg15eac6ynQbI0N68/KnOrjO
aCdtWTTOD1iy7JJ2T227wZkotMxcruN9GXfoMc1etjanbCjzFjBCArPYi+fGuS3pm/55ef2/Gom7
Sw1BNiIBDBZyq33VsJqd43QrqbwoXYibIGlUJggzNgLK2orpq6FlTvGlbCqgiW5fjwg6KItMNmyi
Uz0ucKjNMIdHACvcys3yVK4AOs9e7Wnj688Ov9QDxs4dsEWvp2ESS7bSgIYvoq6jqhFFJt/Q3Lhy
dA6yTFjwbGJEUkho9pFxjE2EcjGiizLXmi8UNmBN1qW+0g85iL9bbckmxuqPXunuq5f4Bo9QZvH0
m1rngxYv2X1nzdmPpXaLx2Zr8V95d0cLEgoYl6AciWLv7j5zMH9SUjkmkVJVTdhnqw4TOFneusr6
zcAn4PTyrvqbWu53Fc+2qfwhu/SsQKxjt9Un1ASiXjbVAyOJlInUhPFYiD1A+VGb4rF668aqja0y
zIUb1CtHWMPmtNzay6pbZ2NAGicsqdWsH3kuDYmFQo74KrPM0fDVRSRx0OflBlBgMI5wm2akycn2
MkOExuga9GGwQ1X8UuaaAuwVPj/3SeHG50KV1dlzcgXyQewaCAjMRW6EoFVaBP6xqnLOLZqS2etj
JA1xEgruP+rLfclc6aXp4vidRNViLqfJFVPA9MAI4767Nnk4+tgAFMjFOdZbg+rpQSn4WxsVEivF
2VuiGODDp76viu/YPKtBJhT9f9ld9DJpm1j0/GmRP10wxoLSlMmg3Eza4IRJZbxLNLiuZIEjGkrK
NX7H0RkFl74NtiluaSs+XW5FAWHA50S5iVW1CzPDSsIa1M+VyHxwqaHfpcNo5F1uYNWnq6hNUSeN
Zys3mt6ruOA22ptOtt2HycjEx5ePy9ED/bvU9kH/SQDx0gW07jI574yiDxhsy4tTZeXlf1gFkBRN
AdwlGFI/XQXMyZyOm7loUrStL+iLXxAQyq+scnChbTCiTW8Q3AHp3tNViiydC80skyh2DCaNQlNO
ol2zczKM+q202/SSuIUaJgUx7+XnO9r23l8DIxOCDxP8pysPaq9j0coJG+YlCzqO/KUaC833BI87
jdK6kiBsu3oX4zbBTwhtUO24jna73sNBlzrUSSNpLsoDciXuWdD+Oy+J1gSdnRc3oBSveScdLsp4
b5sKbVO+3evt0aUvcstNo0nTwcZP6xgMbWpFbq+DOK2s/sajp3rl9jg4CuAwUYYBwgyIeq+t5XR2
EytKl0TsVO1dLeyeYtcZPiujZ5xf/oiHS2E5C4eba54j/vQjMsq1R7fg/i2zzD0Pdlz4UpHJO0gM
v/+HlajxHApWzbH23q95ieyHrOskcq0GvKeWFWbNgK2S3+QQT9Pp5dWewYIIVRsHi7SCTgwIid0N
DDM6rXuRplHXD8Od6Sri7JgFAgium9gfu8nN6pMl11UGZtyZ383KaO6aVcprSlH/nx+yDb84LIwW
d9s2qRunqYoyhVHbGGGqNeJSAzg9T3pdndLRU6gBG0RyINy6gWtJohJq6Fdex8FZ3aIDdxSyGhRh
+tPPDDiwRCzHSKJODIM/585vaQB+92xh0Vixr4Ffj3YVtSc9SnoWzP52xV5RTaYeV6Nyo2z9PQTk
hwwn5z792WMld02D4iCas5uYc9FF3pQPdnFortamhjij3GRymgJD69rbRahq9PKGOnwk0gjaoQBg
6PA+fYOLBExgIVZ/M9dZN4Lqqa2bReCA6499Znx7ebHDz0UdtEn0AqTfp4/pBCSv0jFnTsexAc3T
V3y5WGMKkldaOK3UBVdCztGKf8kCOo0uNLB2OUxtOjN3S8vt26yueeeacsDxAdzLu0KxF2CwhXSu
URSOPhxFHyN83iv5zPbK/7mGG6QCPbcYkijPco6hND38FO1rqxxFcNIy8go6D8/72DE2rIz2SMXb
UhnwrEA0r4G6pVlndzT6Nz1TCCg/RnoNv3ywYbZRM7RBANmoSO/eqDfRXELxk21p5dptmsI9E8bk
+DGwgSsf7xmMbsvLNuDCNoqC7LlnuStJty5ePmbRmCZSvegy7sHHlkW8BsOkt8rneLIa+2xIXWY3
pW0pTYC2FyYi+hrjIqLmqvtRdVPmqIkwqhsxyPGxkF1un3MrttQricPRm/n31+4iYqssedF3Motg
Kw+huYypX089ovbUsK/PGcBQMFtCL0bjmtstVXQ5Myhm1PR/1vGTOq9VUJWMjg2la+7htplh1/fD
5eXTu33ZXaKyYdbIILGhw1Zvd/WU4wDGuiVncEovf0AnDGCxoqXBIAw9cO1CCcFOm9/4PGo4Dp58
eHn5g6MMKgd7n63XuF2DT48Vkmx2P+VJGtl6aZRh0hYMTl2rl/olmfUi8xfVGa7VQAdpKOUBUCQS
XaqSfR0v5aLiWTWkkafo2RvQ7N3Zmibhr0qhsYlosWqiHnFVSl/pUrpBAyA5YTfEEaNLv3/cOalz
oWNXFSl1bN8DBK0Z+KHRoUOdvPJhj94sfH2MQ6B0gBTafVhnsbE1ktssJIfQ54vG0C7SFvrFrulc
JmqzXjkpR28V20mqIuAH2KTsFswHmRuQ/PMImnzyZepEDeCqyU+tBaH9FjK3V/mETO9M9a7IK4v/
/dN3+xh5MRJtaj60ffetKmvQYqbaDW92SPMh1EcF8a8Cy8sU7pwzt1DIqpF555ikodFT8jIFSVXd
bw23vFfSbnpMWgUHMZHoXXk/czFbQZ1o8a1jDL14gAfaP3it277VY/5vQV279XpuXasqr5yIg4sG
GDMTdCLkZk6wOxHwdxszRyEiaup8vreWWkv8Ie3c88sH72gZlHK2+oSB0bMuEw6xIlPQWY1KQP13
7jCmQWk66ZVVDqKnw3W2zeZpLz0bzNidtQ72ZMuotjAIDQ3MOqXvKTUIOZO28PeXn+mZYQDHy91A
naA64Yo/G8KNTtXVYhuWxAYKj2f0N2d4xlLTP2bSnIbATmtUX9mmvX5Z9KXOfUF+gRl9Ny/Fd6lb
+XrmObIiXPJl+G3E7roG5qy3xY2DitEQzFLpe3/w3Li7VGsyP0y4WE73ppom08cePyIRAHkf22Bo
4kS5bfiY3FjjULwxk6F8wAR2bV7/imFuoW0M9I4my36/NBXINGcwJNlyKdcgbsbpYiRmWkdDzl+v
3FHP4OXbK6b6J3ptZLhnsRMJlX5cMWaIoCRrbjDkPWz1ASk/6ZdWkQxBqvfye5+Zor5TTcT8L3Wi
5JOPIiQNJiy4OtdXYD8O9OcNLfWnVdZN+PI+ONh15BYgPRk4MMva18Glqsl1HrEmLHOX76/Ww1mZ
l02pACL865dCUAbYJ5a7qP/vTmtvVmlaFPgRWoi6nYei7X+BoC2DQV/LP//DUi7SlxTbIHj3UgjJ
Nt2u47GI1L5yz0hI2GGvZC4uVOWnl1c6iOREUBJCRvdMiPZFyhSLQaydLCK6Md/BmLsnDxUSXy3E
+mB60xjAKhDhpNX5lVLiIChtGm2EPhISKvzdFQIZIFGlxdusqr4+GcvivF0Af71+fku2sw0J/hpE
7edsRWcWZdd2bI8kK9AUUOpTOq/OW2XQ7Csoiy1l291Km2Djhh1CfP8ZVC7r1Vhqas4DuUmKgddU
Bq1NRZYNi8YFpKQBoq7V48uf72D7eyAg2CHAEZ7jnePeIUqMuIxmS9sBhuriN7k2fXcrJ7vyeAcb
BT4shJgtxwBHut/9me61RGMRoZQ7rpGnIyFxmxJM66AxZoww17ya53cjUFP7Y5K4+jWTr6NiYpvG
EJQ3Oukz2EO/tFJNKhW3K9XMfsUKPfsbMaf5J81Gzd3vHFt+stKVTi0kndz+oCw1vnwtGa/tD5aZ
3et9AaNs1F3rDRgv1yG7TxITKV+cyE8vf5eDzUDRw2CSG3ET3Nn+/j8lZOaY45ALpmk1KdlF6rPt
V6pYbyrLWINCkt/HSP++0kSKeM2iFJMb+I9NsWsFuHWFTpkzimhwCuOb5lXF41IhNTytZnrJkRu+
k7xfrjfVil5+3KNmEhkGp5jrmIp5vzTdowXxGV1EuoOwgp9JXOt9TD3XPCjikqjPTVMU4bDC3grG
EW0oSNSugZv9iCLZyz/m6Ez8VeIxoYnh3rft5H/ePRRNamfHKiLR22hvUt/rX7PEbPQzEOl+vvKl
D+IYzA60uenFbunP7lxQZcu0qrmAgP450Bw6zZd6XL7+miO2ICgA1gnYz77HnJCv0DgcWKXQnAdA
tIafqkt5SrgXrzyQ/TyObU5ZNLSR9t9aok9f31xbooG6iNmvFYtLJ6WD+dKcOl9mgUUZ84KrFnrP
P5gGr4EhPv0dxsr7q2BVCZatl8tIL1qNRqg5Fm3oGXVvIWu4XmXNPX9AMmGmnzSWUYklUj99wBIK
IbxZ4og7uk0VDFXeJcwHLfFZYJdeR6bsXJyu8FKuH7xqShM/jj3g40trKcvF5iJe6A8nY3zChitP
T3ZjTuUJgfE+9qVlNOarPwisJaSUt6zjr4rF09+rdx1EiwkEJ+zH9pR5s3Vribq+4UiJ+97r1yvr
HXwOdJW3ehJSBICYXYMIPF1N36XK0cjIjYC0ow1yd910UsZrZh3a85bE1vraGqQ0o6B57NZKIJwh
bNIXEUFl6cJ0GKf4xk5HiuWZOPWpomz/FhddU11WFI6GYIGuMfsox+SoupdNDXepl6n9BlT6jBta
4v0GxNQOfuvNKjyGBJlDtLxdewrHfOI2fjnUPHOaAB/AQASuIzkyT/Gs8l5jo3YaAFSZo7XvY9pt
P2FME9fMRYctCs3Y/I/C0YMFJT0ikHDM/KMUQi53donwsp/Cp8muJD0HG3xD5G1wehpvcM6ebhje
56B53XZVa1X9ScsU2zcmlFVGOWqP9TB/efklHCy3de5RPCHHoh2wCxiZok4TDm0FJsPUI2lTJe8G
rBAChqY0dcw1v8aa2f7Ap5kWR5esGECAe4CVgU9fGoqwwP5kffZhSsFkz6q6nBY8gS6xXIYbUJuv
FfPlS9NCon5mpshh3I9LYANUcNjEGNVCbU6rixZIW+pO9PK73I7Y86djZEpRS5YDf27ffbZlFquj
KFBFSFojPduwWJJ35eJYJ09blBT3OmTtgimdnW8a5gzdKbXmzgmnrhkXX7rK+FtSkOgbLc3+2s9W
cl/HRSrfWU03J0GrwTa8g1XSd8FUzkvFmLlNEyA9etJd4iV2JhTA+3l8301lYfu4LKDYMYu46N+s
gyrbwKgc70erFspXs7Hke8ktm9DG0+OvbpKkaBoUpFUhsEPlD9Lz7RKW61i902TS/1iWuZB33jrP
vzBiGXOoEdZYBoaA1xHwKEj851rfiwDAWPd5O8KpP9MWtc5Nj45vsHrOIt6XZlN8Ukspvjq5Xn3V
ZuSELqledJ9Tl772SftrQlO00wQ7d4iF+K9Q8BWOBnpDiu96RTr5tVUX/ccpLnuUE7CRFuZlmmxG
J54yLPWPJDPoES5LY31Q1Mr9mU1eY50y8vDpomeNLUJkzPr2TiiMSu8kdKkkHKy5EG8GqSzqG0Dj
hvFzLHAeQkJDm9ZfRDQIt1ZT6MDVtbWMg8xbirdStxVuvLattfdFGTcfMcGAMwxbZPbU3+vceEgF
6M1kvM2NitmsPwLJ0gnNjlIWbeR2AmDqb93F4zIAh4UdCXpe1m8mC6X9hgJ+uYhlbbpggETu3Mx0
nMabwh2L32msD18ZGJOpSOAMjyiDaurNXGzeYKAspzLMezjGftmj9xskYO7rgHbY1AQAiJI/blkb
KEwraB35AxJh36sFB0/flsnE0KJx3Q95HUP1zvEd+wIVum6gmLXFt77NzCKAdEtOvnDZeWDcAO6d
KkvIBq3ERFt9uRZAdYq29MBcLYb8HSetB3tZA+wBHD9ZkhCcmleEtHvnz/j9ae9IY/pvgIj68oQT
sGhPY5FMrd/qLmISdhrHReB6fdUErbV2fzjjVjgCr3hAhq7M/Gzp7TsFmzGgdg6DRwklVguoRESQ
x7U9BKOXZg9K12KyYXUtal2O2QxvRO4Wlc9/289oMBZvcssoL0op65+LYUvvogv0TcIOqRUM9KbY
ecBtxM59pYRZHbD98WLjelANnEss5z9tNOKvq56gFIse/3yCVVPU51ItjCLsVe6Zu7RpdMglojZv
U/rVla/WU/dmyPIF5K6TxA/aqmZfPa5QZIqmLPlYiTj/pFrN+h1Nqm4NkPnTliDX4+SXmU2p4mf6
WGSBgGWZ+AoCwUsYC6d0b2qtnz8bemO89xAkwfyySsTnWazWo5eYwxSszWK/GyTI0jDN3OlXZSoL
DkNjRf+ydd0qhcE1GI6P5mieBJqDEBXunOMy+F61jgr/++Cdcndo42Bcq/xerCreao3IEHYKh66y
mhC3m2z5BW1vXf3Oy6w0ROHaLG6UvjHvJCOz+zVOvRBN/7L2q2qYFh/YobkG/Qj9N6wY7klf2kgA
yaLDndGw2y5c+km/NxOj4C+bHbSs0cIP5nWy0kB6Q/k1E23xR9RYwfheWWt83SVxkPFayvJ9gzm5
g8tLNnxJk6JLgmZGNc0vJ5UDMrZzXwaZVTY/haVXkx8TzFA1bGgfnvvUtj/baj796Wy3+GyUg5hP
PRraVuB1dvreqhW8ssCTQwRaymZIwrRorQGIFo1AjI2ZP5HlJHHnT4miX8xOSCSwK4ZI/ph07dtZ
6Kog0snpMdZ1ml+lSd7sY5Rn/MrULElPS9ss3VmIxaW1w/TlmwEVPg1dWmX4xuiG+dgpCOMFSLJZ
X+jvtf0pV5K28uFlrn8U5rwbjW12V3/VlOVLNeMFFHiJIm9ak6I6mBqh5T6zPEWENnvG8zWlLt/D
ccu/ArAAAzZ2/Tj7qF/135MkbpZALSv1h0179ksB1qLx004X3wtrsZtTYhaEB2/qjRgPeNYK8izb
OBawzSw/j7P6z5QBIQpby8ZUdBxnxwkaVy3udegADxqshDno5zTtA/Jz4/OmPzRgGDS49WPcq3YP
Im0sf6wbwITjqCntaU3KPDvrTm2Em3CbGopG79vAddL5cw1Lh9QUdTPrhMzk1IUCG4ghdNp21fy1
1ZuZ+0+bEXsv19U5ucrkgMFxFOAL4FRjjIfMeokqNbbiS4dZGow/x0ST09dnOv6BJQTE/LLWNQxS
J0X/THuganxATAD0hqoyfnfS897CPoJu6OBrsfiNrIYyrM1ieTDmsb6zRNo5vpngoRRwRYr7RW+X
RxM/+ceqaNiryZzZf9yYPO5UraTTxA6h3865GFS/aBO3OZtzg4gcRgFoBqmLinIIohRmcWc0oxll
aEb/SCrCgj/laSqCJR+bR5SSU3HOR0guI23+6jb7P47OpDtOJQvCv4hzmIctUFWSrMmybMnacPws
izHJhExI4Nf3V73pzet+XaqCO0TEjVDNMUH/hPp2U9r7M/U1JhWr4t+wOL5uKfOLW5/GObFfaj0C
AvI47AFNFpoy6GqZPXDkUNXlvuzJxfNHPRVBFeEuil+i+ReNFRlzh3Kb5tztJhG8ZXX2xRE3Tp4j
1QQ/c0m3LAQywCZ3onYacjho8bW08XowWzQSLFoO4Z57yAoMjhhzPeSeHbOnpm703Yqt7UbKViYw
4gim7n0dluafVL5dyyoR6Q6q7cTf68CVvP+RE44wTkPEgKHxtyZpePjsJ37nPFxG/XSk/kKmBiPz
S+VwDncm+Mm/XeKtyspNVAzHik7kgxUS4oecuk1S2EFL143jan7zQ+kfiHDq/nXej4xIQYkANl9b
J31S+A0Qc7NVPJPSN5u+6blW+xeMzvjcO2Mg8kiEwhZ1mqq+sF22buXeX6sWLMb+fcPJL77pCJt8
wFnQcGLSzlc9RzSvz70/xvtllxz5n6kS7jMRb/PGUODtOHMJXKJZ4bvv2Y4O9zSHUyLKMdqRuu3O
VS5Bv8FKC8JkUCe3dQeTq9ql7dRB3CT5sAxue+84tZK5meWgClwMFf1x3RSvKNX+33iY7vkgmC/K
vbDx8VMBOPNvDjNun5m31Bcdj1HG+2K2Vxnv8luzB+YVf1faoKtH+Idx0hOJCD4VtpjQTtlchC7N
3+l7d7hJE3QH8Wzj30Pa8Ya5xxzcVZ3A129H+BHl1UxRLrzBYrkVOs0qCUuV8QO7HNHTSZVqVYZd
sLino5e+X2zNRF2cgy2KSkQ6yIgG3Bl8XpEsfUIE1Hn8j5oKd1qcgEcev8a515hSiFxNeuUftmv2
JAd4O/pMIhz8uDJrL6thIYE/Gxi8urmu/ik/Wlou8xlikVOKLsoH7fOsVPvSfy58tiof/Mb7IYSq
fzrRkr0n2qXJ1wM1fem2yL3Ypqnm83wYseSog70ZhFqRSzbrLXZ44EcHCgXTqvc1c1cFctcvN+E+
N+PNsLXBq5iXIWD/8NogV7OPpjFbZm88u5MTIuiO0GiUpP8Qa+basXrCUjVhwQ1hitEiRZjOs2EN
c652v7HnBqrG5BLd1XXaTVxMv+Ko/2/xx2O+weHJeRHCbbtcI1T/SYaMaItoPlY2hBj5eI46wr8Z
hbPB3+F83Ob0pOVHhq2YW/QmXT+069X3+CMve9HPwUB0GjRSV3BSQSdxWHZ6xkMRPs6kycENkp5x
Z3fHsxeB7E7nQ2qX1y3SEZ/ajfB2C/bY/ehVR+RgXFkSAxJFxpyZ1PY2IdozeePp2OYZp+Jb0ZAK
ZXL095Uqqt72zclbGMSLbGSzKXlUce2BSpr/NkR/e8WctUmX02Uc98FzEIJ8YzlIBsJgfYbdYPXF
y9S2UudyHPy/nJ1HjCDZKE51Milxst3IQxa2Zrc5hh/Tc42kUeY4D1T/BYtnfh1KzJi5MnyMfE/X
TWAWm8Ciee8NwHm69XNeQVqiviG664fujuwJ5ob+f8T7bM+aMSnMuymr/5opqP5Ae3qiiNLJXYu4
Cgk6df12f5TwSDjnRUzYjRu/CIfj3Hx05v6xxqq5Y7aJtj+DzUK+Jo876ILkUG1L/BTH/3Dqnd8w
C1bO2TKPvDuHt3zhVyx6bkgXbPE9K3aT90wvf8iD58/z9b6CLnMH8FjBx9iz7wztX1a07WtQuLpB
CAw8oqFQc882seL53DUhRbjaIj6wtR6mLeQl50IDMVWBeUDREIVFP6rhb5DK+W9YZ3SNIbR6yKdG
H4Qfdk74Hi7sZkW4JfadhZZCRsFCJ5lSnu/7WoQtcdItSXyMeer6/QgsRcwx7B/RFk8qn9eD3TLy
j+CDQ1EmH8wrzYZ7ajbM3C+t8p1oG/sZLQIpRydYncjkqJ0nJvaI9XWZhuqyTsKz+bKYjZ95IEzu
FBACxPECOksM/WBlfou2r4DXk6tVNQ2+w/t2lFSbud//c8j++CZ97MS/jx5SIOmI+FfDoXh/VnbP
OEaQKgu+4e7dqjLVor6k1Wz6krlTIWDxdmyLxYo9Q45paFAzZ1eSeIXJX9icRejzWottKNwqvgLG
oqaNt3My/+t6IrFzux8tOyDY33C6Nu2Pwwk3k2PH3vQlNbp63Kag/YpjE3YlmTrDy+q77VheH+pv
UmQJg/sUu1PBXYF/H3CwAdCmDeo5y/T4I93jZS60tZtbIAlxaH9Ov3z21cFNWuYcMspZcreb8Zp7
nDNazT/rdE+3IulwoMideXb+DDSN/6otlh99UJMFaYdsofZHkqyWMWbq8sLNSyl/ysmKblD6bR9w
Uc9nXFSTM31//9G5sv2DTGb6niSb+Jjjw0su20pEXZFh5VbnOt4VHUOMiyyaQySUf4EcOBdsOCzH
fRP+WZbZPAYE58KojNX6uameXFrlHLbCR6ALaDX06qhwp80+D/yzF6JeM+cSC2//XWGb/1KtpsvK
ykF4xZsw4QKP/fIy5v8/EcobZA23a1cdTUE2bYAcjMgo4ivt2P7smX0vmUizD3vEIXU8G7uIemfS
Lleqyv7h+YM5GcPgPJ+yuQqHM74IaVcEaUNB3Ssr3pgavXs7pseShyrydKkST+uzdKf0z1Z1+0do
fXMXeR1inAnzwE/KNc9KaiL+DzOxjFRJFIN17gEBfJo9Sp+W5JiOIoi79j/moyzM99QZ7zjKMAko
xYLiADxgwvRdHeBIenIPe+ky2wHZux3dIz7mJLvmkYhLx2a+3cxqbRyO4iPHOzV60A/oVva9aE3a
ShrTBAQ1OjW/fodJ1pBrfxxoZ8Fu02+Osu7PpZmXJ06+GYaOUDT3DM2sa3szYJs5RnoVpKz5AHbt
4QTMhSj9iENVctUnEfn1d1eY4Wb0ffliD62d0stGjMErDy/M0lZNovIjXclk84c0xby/2Xk7sAYO
gMtWfz+lYTP8d6xe9uE6Zu6KZso8CNnpyJZ8TXe/zlUKSF4siwpeA3eVH53J8P9v59RawGet3Fv2
xsUysdq5LWozu17RACyTmJxu6kcdKvaNeJ2aR9fJhqlgomucM4eJsB3cQUYvXRN7Yzn4y4F8EYBr
z0MvxvCkSzb5GQ+r0Xm9Jge9Pkv1r77bqhdLEF5VQjL4/zR/zWOf+dwTJt6Qft9as/EZRXe9RvaT
D3z1QPH67uqmrStA7Tycs/qPGealLoScFB2mbtLppNja//mBTZvSKClpK4bA2TxSAWehEmHxYxUI
euoEQKPP2Pinw505pvXJGTpBnq5jsmcVzwsF2nEPgI1kDkzpgLaOJ+LfHR4GGG8vd8Xh38lFxiEf
uIrf8XLhmi0dVvGdcPPmYcvI4wLR2+Rbsi86LNy43V5t59d8X/UeE/MuneQO+XHqQSwt9VbQ5JP4
rgrm7UvFztaXCv3clwp3YJmaOEsiV5GjMK+YYflUkV1I7jO9f89kti8XcT31y7MWjKfYRrU9zYyx
H2MWL/jUQMb/zI5uaVjIdSfJ8F3SDzVmw+sqJoYWfGW5guOQhF2sP+T6nGWya9i0pe+dQnGImJOq
xP0BIejMt6Nht86zyo8fh6gK7hJeXD8njmT52OpI/McE538FYocLaNpwdQqrAox8FGaDDRPb4c2X
amzdb9yQqhlhdSW3MrW1+tMGy55CoWW1xsQhi/XJHPX8i1CAxWd4r3t1YhYAWkwwltR5I5rpa3An
lxjgsRJ/17mmfA5gtmlpU+nw5h2beCZTovlCocOO7U/L+np4envaw8b+5vkIXmLsK/9rQDnx1deo
Q3MvqqYPgV/EQ13L2r8c/Vr/2ZkY02LusOnPs4RlLD/wG32r7Tr+PnrPfV9Jev9BGrL/7gg9xxeL
fvCJe/3kT9vWlTop3I27cgKBG8vD8bYLujRUhQyZ/r8DFfhvjYnR+zBuYiuwOmJxZVL1P8UOzl/i
JBXzzC28JEsa9BjnuV7/GocV9nm9XyEqCen/xG43BudpbO6zuYjcbdsu2QzCwtgizS+Ia/97l2Ty
xxI18ps3tUl/Y0h8bMoeb5AQZ3MfKso0RJvC73qHJj4jrF9JSdlreDi/e7NZ41A2N+sGJ4mn9r/R
SXbgVCif96NdBDVjaFUItN276gTnY+9UbLcE1UNifnm130wUtTpILqMO1zTnuUTyzF+H1cC+uPcU
IspbW8kK5lV56xdSQqqKuzeJV0AuSefM93Vl+3jMX3eVbOwLhi3nNlCbjfJdwiPmKuu3NGf0WD8m
rgbGnLOXFCyuY5bNBxK3xnxSbbiUi6HC5AIBdgtlsvBgBbU//NMADODZnosYc9bBeA7RFnpFaJaA
9bmZOcflTITSODkDK/GhcFXJI4DCvZSgpzVSkmF4Xvqp4vuwIpb0XJllRd1N8531sXfjI3ZrV4qk
Dh6GSWRxMTS9+6va5vhLQ1/8wKiVGcP0PJ8LSt8ZnDCSIeVJO1h6DsP45pNcgp1Um7Q/1yVYg592
tuHLhJRMjedUQXq/wVnrf8vkO9R4nS6BZGmm10WXuO3UQ+9nC/vMJOZ7r0XPcYMB3ypO1+ynj4Xa
cctkuIlzp9BQFENs5GfYVt1xktWQznm8x0DPvSMyVme5Lj8nbRtQVmp2c1kTszxkxnAL3ib1+tVM
9rqxsSB+j/ZePe+tl4w4HcyBZfgnAdwqz3/u181tTxMHWm2eSr1/dSIOvskm2V8j5fVvWFnGUXkk
k33et2D+I7sp/jVCtIOgtTHr5hh0y88BubW8T/SYzmxEg2WtnHyG51V4uJmKdY3YJSik7fSoQFdn
72aQabD2gDDRHpHIFrm7NC5qpsQXMWDBrEmAHpcxYcrpdiZ3F2Fwf2pmr2Ln8sieVNMA+uyONS7s
Trp5bjlTX392Th88pyCnjBtIcf5ZzPHfll477zOfxctHN6t2eCHtcZ7Itv6ZmCCEXmFFDgoUB92d
AdNSZaPVFQekyjwa1x8kV1g+kbJdxceB1djiO04jxvDsNpCXn4PHtTL2sfNicJ2rViaZjIESRy42
eooDMjSDh1sVt9VjtIXuVqy7yH6MdtqmG3+rSCwn5r5js+2Fq258yxJ3inyxrVjpjvXb6KCTBb6Y
gXSGwzZx4Uqs0stmbw7zzY3rrjptwZFk5TjGqclbrRJbymsqLGOJGV+42Ng7iPl9QoqdWL6IPpvt
D4AI8ou6bHDTz8YdIljBtJndO714R5QndM+m0CpgPDNpNfS8TIzpF4ih48bXC4vDFKtJlJMQ0w5+
yunGKfBGlwWwrV3cuLIdgcdZDnh/P+MIviLdpMe9+UT3AP6P0dXVUYWBcK9xN9uvNVlMVtogMVww
x1BZeYj44nji55v8AhPVXpaG9PFvNG3xvs42uMm6Yfrb08GamxVlbn9O7S66czxN2ZNYtehLXhYg
hM5PpoY1I+6zk/S4Fs0JKGVAbAHY1fnaHr3b2rYyeehYFP5WQ3h8DdMa/Jam2WXZDd445hvuLLLI
Bm5VcJ07vK9oDJlscuAwE1+8RPnmeY/a5XgH9Nj0wwEEHp9CxpgmrwZb/+OKr94vHtSd+CZIDWUl
WJpE/JJ4kPpnb/LToAQUDKdbpMVdjUX03MjHcCdnKq/tkYy3Fjh9ZhMNCbbnvWAIBo1u9zsRhNp7
p2yx0WSKK4Q2b+28xPnQ0oMfN3doo2cnw/gkyJ1s38yJ49Hhlamqim/dTcj5SfpXgVifRrtfClce
n7IFCvyzXI83L4YHzfDKuxB3Tet6p4CS153amnu/YjXNUFF1R+Gdp7Re2E15fqBSPYuJW1uFq+G/
KavwDjeq2HzLrkP3T+s36fa3G5xF8wZTfPKe9ZHvS7d6e8R7daG0yWvCODtrEDwk20YEONuu6LH/
9juAdGsbnEMrOn78V8aRyi5A+aIuhlTDjzRRna0nuInsV7NnDlrA6fD/Bnuot5ehiom9k7bvs8JZ
V0ZUPcHkFsKTLSEWap/sAwazjndxuhZSz5kpvWfq3PS1Bc7snu1UYdtAFOtwHg7Pfqq6Awfpq32z
DC+Z97XyL1/vgeCm/hwAYpqfSUMNuuzHyPLI9+M9SbKv4kJxocCEiw1PUHjYi5h73xnbm0Wtaiyx
61nuiZkN5k8aS0pYoe5G79mppjQomlRlznPIAKcwaziW9TGrbApFyftvv3uSHIUHsOokfPeuCW8n
vekQpkXuvr3r9tSaB94Bj1yxIyZSBpxwFWUouZLP11VH7l8Pnnsu8Yh299vADoO6BdbFXQD9PU3E
cI+gqVs0i5s5MqrBP621+uIvyIlyLld2/5Vc4ljnorcu4I4LlF5Mu9zGhzHR9IKBPVaXdh4RqBP6
0pHuoA4qN0IJ95vrrR2gUxvMJHSqMDOsRhik3mUAb5+H2uGY0aZrc2JxJfe2niqcAGvqxUrm6MRz
BMV9bKVh9JE/uuvxBL2qxRZnW7bFKSXpwD0fc6m67IQmIN6KSpr1w+8PDMIzDqOPnAfOxDf1kHTm
rPuDqN8qc4f65I8raWxz2C19qX2ooVOFw5xfNiac9rc+Fb4LWRku8WuklZfcZXCrLIn4GhaBM/LB
6240P+dpq7hwkYjbi5Uj063QRm1H2Q7rSk6i2Y3Z7nQ1tztO5WHbnbiq8fmz4oN7msaZrXzM7Bi9
8C+nQUr+uF/aWO2Vh1ky7C3g9T/ZpPQjJkj1fgPJ17yF1bUdNSQyuYS3ba49k5TOZBFZ5k0YO4cx
j+gLoe662tAX+8Y54hIFyAH7bZKAtFRg1Cm4yxwT/ghZb1HfdQaDuxywsh9ZG6rl+CV3dxK5H0Vp
Bb0wwvzKbKmqs7u6ofoJEaH5YdZO1N8AMlAB6NYYMGb4rfg0bA1CRHRnGiq7Hrz1FzB8U5+PrcJt
lEuJeCpVyuHwXROlZnscl8R5iJBXpLfACbHKHeW23rcI7OPnslakrCJfwSAalx+HCkbYD9Bc2If7
vUlQHpL+GWQAsb5QIHSeqJqzIUxB5B15S9sd8S94Ao99672AzLJiiGHGW89kI0iqmCv90YSePEpp
j7YqRHwonVeTDNuyG9Hv/FZCMPkG0FNErgbDONzMstXuU9ZzQ3kWq0jdBxe/Oyr4CmQApwlPwtTD
aUAQnRghMPUZKhubCw/jMZXLrDntaToSDV48lL/OY1AhP/8eXR053nrTNA1k8ApbS9JAxd4boryO
fqi4dddyWTEY/uxMlU6QBdTRgfkc/AZw1uVBn1yWsEs4A1k+Hr7XtQQT1U1wMpHNzM1Yh+S2ZOgD
mx/LvM2ME1zFjefNwUlcDesub6zV5lXgR/1tnrsUg/fWHLCK6DzKoPGi8T4h7kjd0uUESsOtBSJp
jYYonNtg3c64eoh38K4qLtoprZo8raLlSxwmbjEIGJbwVtUzpkzEfA+fSnn6yUJ+vXPbvv0fN3Eh
AozZgzNQsePftkBCzWtaZ+meWx0mU+kTvkCu4sFITLrgCOmFuiA4jyPWga941yBZT2Qw/usWvR13
I0XQnhzbpqhAKHm3Y6WgbSyvm/+C/kJKtxA98Pc/Odihu3Bx2otihsdOSn9M4vU8hdD0nJVtzkKu
YXJ0fRvnrruu6qHGVnzFrhiI5h7Na7ue405OH2ZGGwVGtbQgi5k7Yp9Rb7aiItZ1XWj/4EB/WI/5
jW1CrE9zlDX3XBXP9aWZ9zU4S0BiUIK1h7fV2eGNyGzGoCqV3/dxPluTou6JZ0BBPblhkkdcpYl8
cwL70MLZZ5fWUkwKT0MZFpHY/P3Gn2a2ucXR7XIe+0ldDGKrugiG4GjufUgzUVYLF8M3KQZZqHD3
sd/LKE0WVUh/947SkMS5FHAMdGzafBvAa4eLU+xRUj9sagowUh9tCrKX9c2jQcKJkqhZIv6w1jtO
ceuZ4LJn4/y7G+f6ceVqGS1My+f2MAQW54M96lfTTPHjzucei6xKF7bvupVvdhv8P5gg9C9hNKgP
EhsEyov1CI/nq/ImffCCFdAV7ZLGxAbQWxWAU/LILQ6yH20fKSIfTDqQehk4REDVOs6Oy7E54z+v
5cU+D1tlxjMZjlF04WU06clvknU44xyBSMrIfVcX34n77RKjKNAFuRNJdOYgSFev68KyTMZ5eG0I
o3Hf+Jd5871hYPX+WGWy6CKl4/mlbOzRnFUa6+y8d96hXpZqbX+GXcir28q5+t2nmQbB2MLgA7oH
HVeHbdgPckoHc9pqG33MNSck+cSCB1fM0MIrT2H6pcHcmqJq5unLkhcsyhZu6BFEsEdWE5vkmcTC
GXFDGq3dGXZ9403ym8rN3UC26I3k4o6YBdYxyLhwx5+N3LKf3R6rL1TD4fAQ7gQ1QRVy+eCvchBF
IhswtshtFTdtE5/sh4km2dwg3ZLMACvI9etCyP2EOkcu32M77f95aHEEZpMpO2tKKscnBF3X3hPE
RcOv4liH34LdaP1u0Usm54pgb3JYG+rLne8A8V7qQwdLOelgRTPjW8EJKgFPrD1MlLdLm5gfWPPy
iDpOrD4Et2z/WZTX350MJ+dirDGZ4Y1s6uSm27ALKJtp3fQv8svd8KrOCtabBU3seKnUur4cZhXs
07PCFMbA0Gelf421JE5kMMB1TUtWgFKst4g57K5vEDIttnTWyX3mxAi0TDbTjK8o+y7p3KyD/+Sa
bpBTewIZPdc8en/7cZvrPCC3wwfFXLfpFtEfXwKDhMr1OO7iHDTGa8p4M+Fv9gskA4Bou/i1SGPp
4MtKT1pSCaudcxsi8UdWvm5OBNLP3UMvu/ZXY/uhLyeZee6pT5ZZvidTNcb8aAEsCvEuq7lxPRNa
nIWE+5+pLMIdxPjRgaTKrv9p4xy4KUztYm5QChGZkERRlQI5rpSExO+jJ5d52H4O0wLGsgTQc4V1
NRfEw+g0EoXXHLfnJuzwls3w3MOdL1Dql/Vxuj7Pdp7tDTWpD0785wBvwgo3wut4PM96EsZyj9oe
717TVeMFh1+8z5DtkRZW8aAC+6K0/9kNtZs8THFVo1WojVeftsaAobuZE9/tzqIAi5pkGuBw5uuE
iilmVJAdjmCk5vAccLV2KxRJEDDj7ThkuLqtY1pvJdq3pkFmooCxVlWbI69UCjroycT5tY+CTYqv
67frpBrIS3FGBrMP/VtuawNNhNbSRQRBhXbyreZXLo9lSOabFnL9z6Fb4LME7Hhljqt7Bo22mV7X
tc3W263ZvH8xucPVaQb//t4dGpERrbLhskIl8ZWeFGTuIobkpGRrwhI+MXqdkNPEJ04aqn94EaLN
uZroPB+xL7pLVgk3uaN8rn3JuB34tAg1sRFHh4uGiH2+OdeMjekl4of/cvm+JuZbk7SXAaHy8EfP
OOXnjBxw0nmbjP4NtAApPgBTyy23bll/1cEcqogJypGlDwQ5vcgYNJ24nBSQT3ept32jbnYkuWUq
PaXX27HcwCh4NxHGreLCYtRw7Vf3zXCHcrnfEGVGmsP0BKTtzBM+9g8eAlNCFxtQjhMH+9XdOO/z
Q2P4+c9HvLg/IM/WFyJOsg+fsCE2fE13dMGnXR4ehIruVztnTp8biM2mhAjygnOfbZAboPADirAN
IHyZ2vklsaFry4ovm5POZVRpbhDOWYTL2vonUHcCgRyv9dGPg9G333oyTWbO5TxTQ+SDa70nYyCd
+zZgECizCRq4uEb12sJvfOf4jmYD5M1MVRaXdnCjhwENWPOyS7yNutwcQi8FqpT2YTCbNz4Fh50h
+fTeZJfAadurk772XlzuMDHnc1p/+z5lsuZ42FXm3yZNZ79tYMDyiZFkv3oapBXz8OhK9wL1yjgS
xmbyn0GmpDk5bNKK6pp2b1LbPsyDyo/m1wP8l3Gqr8GGGcI3582bJme93wcPdu7guCR6BP4a1jNp
AlH405HDEZTIujag47gN0uuWYrndQLTUlJrBts172xmHr0llzx0LGvA1xKh7g6A5+x2g/u7OZiHF
EKnjsCFlDIL977JmOz2wJ/keNQ5Ldu5Xpv5y1JytL0jHIV5DaNX5OWzSHRUpYJF9PoJl/UBQ289I
WlHu5dN6xOISktzmn2qTORpX512T/L0l6/OxdP7KIFvJ34ZBqOb+RDq/d+UwLA6Rz1VTRrCgfU25
AzF/Y0BhpOShNRzHyENtPw6CQ9xnA2CEZMJfwnC6ae1Kg6pRxH33kz0MwUGi7G30BvfPlM3JrwCl
/nLd86bfoh667IdfdYjHiS3usnvrqnp43o7gililbTpdfGS3aHwDulWhfMje70cLsnQ/z9OU3Xsq
gV8Izdr/iLgzjR8ds/jdhQmo8k9+D5FyWyNic8C5nGpmsyWtervvIvCok13i9W9Gq10L3ShFqdbS
Hc+Cvs2NvOdpsH/83546NIkiJ3lwQX4xsgk/7wBIssTra6xyJg1hzqE6hjVHFjvjjhlB+6OcvLoZ
sHetTC3q8PntGcawPQ2PyhTJvEugMOkvQVHzvWNdtUxWMl3EqSpcCu51hOVusJQkAGqAfTSUdxWv
YFbsLRhm0U8ilcwvahoLbJD5hGmm3Pnr2LrAb6766GU/zZkfEboOLP677e1gc25AA/+0EGgZPuhZ
8juGGvPmB3wtkFCrzFf6dQCjPc47GSXXpzEDlOMyoxuKI9bjcA6RquxIMdluOpw80ETRr2mCaxy9
ewqgqWDS9cSldzRht3bt21dvVkIXq+52p1w2VLowsgGa5RD8+ukggcM5p1EggtOo6lrdWW/qmm9h
qlYm1WBFo8lXw/w5tnZ/JKGtxuJrGiTuqlsnO5ZOPWpG72y/4x6kG965eE5ucAxdXqagQT60TUr9
sVEyfMFFpq+k0wCJL36F/P7wjwffjfqngcvnZztKM582mAoUnsvuvwwMwnDe0N0v4UoTgtPEAonZ
yM4EIg4+8md30evZjjrI7oEpvaRc0kZ/8DZMtFIgAKhxz5LqIJlCf4t0XTmW2GfkcHsdpV/1lvn1
qWt1vxUI47S6IRE5+BIO8tZTPCCqYJFM/Rbr3KlTMXx0v/23cALwtml6xJXTjvU5PKbeffJ26nwB
jeHPt0G7VMelR7L+G5UURxD+LtJXLzHx/KQQ6Rkgq8Sz4CxpJZ+WdKdI63TFxm7d0uhP0/ZdcgHq
gC2TtW7vgmTPOGrAwX64oakbpKdJ7Z6SKJnFCU0r4jnNDea3g8lyR2mHweCdICf5uzRa3lSjRNDk
TxV/1N7aikFGuuFdmgiqbDBL/XsVju+ek6ajvrO3U2T5kCxJfTvE0x+PhvKTVFOiExvscYKTGzVB
eiNaBvwT11ChYsoZI7yhqlom3L0olGVdbMXfbUiXt313puXOSVx725t6DV9Sc6R7CLHcHp+uspz1
hKMPFWDxEvs9o86Pvh0UrhKBeTdylaum7HwsEfsX2O3WiLPnbF7LCYNdnhvHGT9x/GAf3l13/iAJ
uZNnpFrolbt1BdqXo5IR8/novrUwFs0rdzj2JxsKN3VbumflftA3UU0ELtc1M314Z1T/bwhnu5WO
XChkc3qVZ7lBivxZsGL+j7Iz65EaB9fwHzqREsexk9vaU73SNNBwEwEzZN/3/PrzhCMd0UWrS6OR
uEGDy46Xb3mX+wTM5SeIv7TbZB3VPzVYtW7jpl51o+2ylHs36CnmtEsa31D6YP+geDu1WzcSzrfJ
CpPPc+zGetPSMIk2zQzMA+51vAwbmUUxOKy1eXjr4j0z7a2gJa7UnQVSHNI1UI7RNgQVlHZG/atD
SeNZLnlI3wKcxE/dw3b29TAu8KjNRTUHLQCKbwNzsuujTZgWrH19L94ONDL2tRERfaFgX/6MOYiY
MRbQ1igmCpHtjNHmgu2NUjY8zIS0t3lOSwMkfw22BEQhAPpCkBDss9Y12n3lhdM9ykmj+rGwkuis
EDGaN5WWOSyppBfDIYq93t6r0Z7TU6YnWbNeDndEtmQdjJ8hmuIdaQ369ZuJQLLF84ReCEX6qvyG
9hakLz6FHe/oja6Ao8r0fpgVyKsNyPEsvl/MNqv3hnLBdhGRSMniyoK7uaiHoD80kGXak2tQdKeV
u4CabTqLGnML9rXd4ShSeiBuZiC+MeE3xL0QG7E9it4CaEvU3ad6rO607tpwp6Mu1LfKnq0f9oR2
MZ3VYZRHCkvTfGxjb6y+p61uxTYewMifV7RYtcMWgxoIJT532CkjhOVFaOG6p9Yak+Ruqa3yJ8nx
/MR9lsZHmDTxndGqvjqOUxg7N4DEvWfkqeKfRddjn16BcpbAgosG+6+yiCNSSiS8N7keeJpBVRUx
WQmw0y1kA+hItG9DikwlaeIBxTTs/OrY5mkGiOcsxzEZOvkIscqKD4HokltkmJdu3xLqpvctGcah
6G10tzyjbrgtY6P5hYmPTM4AD4cXTwbxvSTTmHbAEbt/Q2Xql8qGdnXvemNTnpbG7D7obLLTryYV
iOXTEg5jfnK7OezYo7BIdoWuB48QIdWtn4Sat4XLz/o0WajebjOZccsR7HPt8gL26IqSNbWo0VqF
PBpjL40dXIXiiQJ2/Ks0BuNnBYyPvK6nmwh0sM+/G3lBhKgtvAtO9IxUvMeNOyV8SqZoL+JkbXm5
dgxAiWj2tqGiUOxqE5gu3HY7lfvU0oZD1X7RP4oponlnDTCFiF7qdNlNBSzTfaZj8IQDMmz2SRkg
SI5Jv4ivugdRtbMAZmdHU+nghxr5qU0f9Cge0Y97gDUC1KqfgMWsajhgebq8mDvfofZ9SNU81SAe
2Es5hLii+RIlgyFo86wKhI3tjNOxpvZZcynk7nc4xPYH4BXiB7f6oFYsVRoeKDbW0UcrMvsKbD9v
dPchSseSDg4o02Cf5BOmxsPkxOnJEqEgzlYzySUw96LcGZTHX8o6kv3Rnkm16GmFZX4XCUxU4PYF
Zf9oRk7V7oZ6Hm7TIS3AmwKOJHWy6QTeQbwoTWCx8ULzP7crnCVlF/fTybAob2+osFonUWXKBOc1
we6BtNEmOwSBihsHV1j5gOdE1ByUsZZh2sGLH/lBxTdwxqzPZqFPRrw2W1hhp4UIq492MNH06Jeh
A+aLpD2smLGc23OiSy/feyYItRS+HVh8xMrdI3ecOZyMCAAr4Aiv5XakWP4MQH0mfnZqEd6FTV90
96O3LD08SL2AXjChQ9C66OC8tD1U+yM1/UA/8aMK6rdQd4LtGJj2p6CksbutrJh0V0eRFwDGK7iM
PdyWebV6aOcD8IHbQBiOPhSQHm7SlE3/QZsoJ53I0wHok2MBolO1ZQQvWTr11EOLcvzlAERYfNKu
ZjoatHntM3B5Ak1VpPYBqHvGRkri9K4vrRF0Khj5Z9hToL/Yp2X2RPDp/QTymMIb1mFfb6F0CTJW
BEKjZ1VH4XdwRno+VEh5OmQSePPB2JJaHGpcWEk7UcqzOXfU3H+KscJ7HTxtckeNqInPOD1gio6r
bvtrEhFVbopB4P5rRAPZQHXB144J3JeD6fTVci45yuEuk3H8GId5AkNDc5Q/8zoXcAFABoR3EWhp
9wywPLZ3fQodFbAkbdxdMHf1TZ7ZSbClgud+qRGdSo9wB4lk+jxNKl83VhqdLRFj6U6FP4OgQ4sJ
9cyQeuAmDOh7b5tMttWXsUw5ZUIkiFoil4YNAk7cXben2u1mDwB1UdtX0ww7ZRZV+IB1XMmrO2TT
niaADPZ5MlLirgzb/VSE4JuY6TwGdxwyIBZrMvfRDKXVn7LFJXIJtMsVoRyISgqyr7trrZan37Or
Ut32k4Z2oCkDcPlao74bU7W8xI0DXq6lKO9tczug6+alJjmNSIb5MWccVgWmQswBrshEUqGLeGsC
H3D2Ns4b4z634QXuC0tSoShD6nqbvgFptVWhkJgwpyJ1DyJ2c3mcDJqlaHIVzdF0Y+C1dTvb8Umq
IJaHIY7sFT/mJA9dNwYlGLdUVQ9L3sTFB85vqfzAMsbJh0hBuTiT/UOkYdJuyyoaAIyyiMTiyFcJ
s7L6OxSCJvfsVU1xH84Q2n1vRnUE+Eu6kEPEswv6JUh+LTBdG5/2JukTJSkvNh9zw3GrDRJrqWS3
JUu2y7vIKXcNbdQfbU4rf69bo2y2taaGRIi1hB9aeAHT97qz6ZHFRGzpPgAcoo7VQLfrVA2NJnLE
HuGXzRMJx0Pjz7QzlUiK49DLYXzsrDJVkPuy+bMe0fFnCJW7EBbs5sYtp9A8mh24102/hLQnkHzg
Yi9C+IrUoWpenjwFCrOZUmXxQ4OEvgfFuQy4smmof7xIh802FFMUb91mrq19jqS1P3lcn1vQlsic
OotQDe/X1LSf2iFcFH0q3JVKgiZC6ybs509tGrgfQlo8FqEDkP6dKbsg2VoAk8A7lxG05wL5Zlgd
mdOOGyfQ9XdaIbTtvcKzyWFlBNSQxYmpWRAXpifA5Fa6F7ZeKNWoXsZ0wSAV75HPCfXBaij++zNQ
GopWBfBTQrDUbCkGAq/b1XqMjW2StrxtAcqP0p8WAOUnZ8rdf+g5QMaiHJSEe3uqJ3u/lPn8iVNM
OxEy5rxxrbm0jnaBFi2CCoN8rsEflrelN87dOayd4TMHfHXoG/pwn3tl+Y/d2fMv4LoxDLLamMGE
uQTPqgfxyaPhwn+qEurtpld2dLwh1XlHY2qXZjuFQbDsG9smf2K7P5ZgpH7RRPd2YABXLhKV6eZl
mYcl4ccpYuGRdANqyRDWDzSpasLDCcyLT+Q+usTlTeNuymDh1rM9JB62UG+KEst5dGO2hPRGtpsi
ZOE3BLXzl8Fzuo92bbVfp1zPpwyZovhcU6e+0aYrVxLrCPkmw0gFHK9G/5+aVpDc1mDgXkTUuAWh
ZWlVwLC5uNnyup72aFoFVDSxW9EndzTcdDfbEdQgb0R5I3IBOxwrgH5IOhi1CyLBDYtHjMLqr8jd
Rk/xnBpfrb6gsZNrXpNbtLEye0+hcnC2AN/dW51MEElw3JEAoUxM/exUA5DIAzGe1iYorT1A99TV
QdjdtXKqfpjYH4/7fpIIESCoAGdcu2WojhP+HR4VQSBHT92sPBI83p4NyZL3uQWLF8ObCXqFzFDg
PDugmRNaNGJ61vlSf1EyxXbKtsroe8etN+0z6s8/agPE1waQcTgdUaU3v7MlUA4lTTHJi/Q4PSAw
IVfFvMWR+Ig0abpvvb5tH/F5aQBV24v1U9VLQTZCH67YlRo17V246OpjjPqPva+rPnyMkZD6h8dc
q53RZ7MgkbZskLVFlv0o6NRNQNBrTV6zjBKUnZ3S0mqGEjjRYhPMY/qerdhYN3VOWpCcbSNw9xSP
BBrMG9WgT7EVVkRHQ06hh0ZFjJxRR4OmP6ZhOQQ886N6cU1rhN9iY0sf6pBcyEo8+2UItBDHvtTT
hyTOwuxGAVz5pfQQv7RGxVnOOVu/S6RLv0PxLtdbpJGiz7osk+FUxwt8DR1q72R4thjv4Yfh8zV4
Uw+eUsT2fHYVqFOCx4FqSJniYbpJu0l9nccJmMDUe11wTGlL31iQ9uJDhXuKSWjUrmVjCJHyuBjL
fNvX3dj7Agqet1MpSSuMw9HTN3RJ25xDWPMrjL6kEA1PM0npgaIpsXOsLqnuizBA4oLda35KuS2K
I5AtvJ4MO53bp1T1yWPazstPC7aDP1mwKtc++QwdcSjr8AAqz1kgJ7kUrL1AeWIrK6IAv1C1NIGi
GGjOyThKw6ODNgNNeUeW4W6SxJdHKvKR9W1qp/G5lIPRHiA1qrulC/PmqJCE+Br3ZBaUV6v8CUBn
MW5Gh4VjG6BUsOXFRG1jDNTyVGa9M28oJMygdxsDHbbQUqBZemMm5SHbn8NTSI1yL8yJDn8S55Yk
cBnqfzrhkiR0QAu6TTeqSZLtLMGHvM9t42BDIPhpZpmtfDkK+99+qZyc0ooyH4MlzYHcl27/slpI
AxaB+E+oIAvPOS8ALbF6RzXkoUC7CigzzaT+PFeDsxwgmxePLgVwXg0USL+PEOgpmrtO+91TeWT4
PeW1jzX8hGQDJTq+70ARJ/SAKvloUQpnl802vQAxl3FwB/8whueZNt5Da2XZdISXiQmvWDsyIGjq
j4bVUZgyC+FFe6fLao6P0XT9gzeGU7ifxwwrsRbl9/LE9UTE5eUWhr5sxwzroMlNM/aTRkskLsCO
RCHdMW6izrWPlZAO+J3fFaJ8ZYZS2+CZ2s7wu2+cchrYcTkoJgKniE4MGi490ECLntWPtIm8h4Tn
DXUYHpJvCnpXc46jIBR7Y9LUHyhIjPZeozES76De6icRLBaQd7uKcuwqGv3YRTW3fNsT5Bl5DTsW
SRxwexQuaMht6CeE9m5Jg4r6mqj0waQvBcapiGxn29N7of5omuUTQRqB3FiaFlS3lmvquDj2/JBZ
3KGbYaaNNjpJvIbQDfXmZVAJlbEyjrbxBA54MwSYKd3YlZm1Kx2FUPIHOY3WKII44oF15i1xHBPH
MPj08weJHteXoKxbxBciGxz+EnODHFDt6pqzSQbzFI46hYbvVDEQIQhVw6ZMgKPfUXagEBaWrfwc
uGnw2IVLcGfSqQluZKkWvUVzwxj3njda+WaZLTXfVKFEP23qzPwX7oPVVyPqg88z4NHFT1Hk+kXz
I8bQrAACsaGqOKAKXkfUxqzAy2+Rh+bSteUQ/UDPKNJHROUwS5znbFakP8gi+Iau6ocgqi0q8IrE
a+80tPr4DFEBj8lRgX3SBiB6+PhqAc3Y1A09iNK1drLI622K2aBzoi1GqwJ0TBLs5KJdwGsgnfHe
SLO+eILz0D/OST98sPOy5ZoG0N6Cxo+mL41c8xP4I8MZLQZgY26a6/GGOy4wP7IbIVKo2S4GIGuO
Y+3DgGIJRFDwaxsS01V43+zGm8CdwEo6hoNaJs27fKvc0DLDTYrF0r81HfYVsgbTeEPRfvjaWy4I
cPKU5inqKiD7qOHclKCknH0w04JDtymEjxbYYfxPWPfWtAMyjvTLqpkhNguQj+DgUHfpEAywvS9O
IKLPSLWXH9Mp5uDEsuhOsypNkzZMJG8g6IRik7BpkP4n3kn2TmqjKjHHpncsvcS+pSvbFbhxU+Z+
KPoMTA6Faue589yh3VS93XAQgP8ElBNCXkxJ+NjeL0Fce5sQsSpn21rFyuIOiWv2RmglL6pN6uVQ
02jpH/mp01PD44Qwv1F7VFCVY3f7BboBeEreLsVyOXQ4c7m0n5F8ovuTZW71s/UG3WysULk8FVkP
cwMQB5gR2XQgAcPVHGGb2EEeHxtzAumDKA7WHVSD7PZeLF78TKlfOfdsxAzNUKH6YG/VDm8axX9a
52EP2pqipVOHezMdUYThfx3qPfLH6BYkekEKDz4jIv+sLZwrykcUXpF20MmuGcYuObRI2kYkWNFw
L8RgriICbnS3LLbhfgwDOT/n62GkPJGQ5Valp55NECDIGzhVehM2bmajsOO1LwNNz+mYw7G/z3kQ
sFMrsIUNaTuVPA39+K1DGvpfFBPkrTRyibSRdgN3G0pA1GeYbCYKzlU5+agTOeemwXJxA7EFVMRC
ZMV+Jc93vlkURL9YIDQJm8AcUdCEvqk/KpHZ1X5oBoXSDQ/ytoVk5CNEMdRH/i5KN+04Qb7JhKrM
nQ2zKD+4sp+/ZXqksr0MkRfuBBlw/o2irLuH4ruWdOyGuJn0zrBPAAr782AP1JEMt3aIS7Tjfad7
JjJI+Fa0vg+oQ8OXyEb7GSU28+PUiuynwT752uZTeRfJcF5pIwE3qBPMxU+I+ubKULYol3mI2P0b
5QZmdvRf1LSZeb9uPHb6fJPJPHs00iR1tgu44GTjaKAGLyhjhLDd8CGGnYY8M3X7hUyRd4Zm866b
qvFpSpKleypp18Gb8pruc05NEmgoQvQvICxG9wh8zK5BARXclJhCamdT1ySep9EsjfYbjXGz2Iox
rqtb6hrluSS+Wo4NsBixj8zQgNIAhAuRnnyKPhCHiG9WGBB9FguwETDbHRi4xUzqDjkdnB82NX2l
krKyXSXHZfFmGGVFRvBcKdNjz0WFJEzmApwOOSkct0DZWtUDMNf0HjJNk9yOVeYABTJzQFdpaBeg
hRMZ7h1qyRUh5LD2QWtUGD+gggZ13bFit/BBySh7Cy4r+I4CV5g8Vr3TJAesMESxb4Q3Asp0RX2P
gXNdb6zY5FdDtBHiLFzg36C03eyYWXkWnSmQlsRt2BMNoLLa2Xzp3Mr4h2y8YHXHUn+YVS6BXs5J
ozbIRvbxxxro18EOp7nfZ2Ii41/E0AKAtYPyAKouebRQOkIqqiyr5T6uaxvbWag2GMCBvg3z+/8B
GaiMLu5GX7lDdEaes9J3g4gDb7PoebJ2/yMCu5GAYnN/CQacsqy8qAokd2SR7UdUgacDKHSz5J9a
ACWUSTWfqmYu9D7rebHmng8HcSIdT++LGb4hJKoIcJDXRN2VHGX9+z+EeGl+zjR6qt5HMNrcWk5p
gwsBvyvIM69p1a+irReakIiEUGNVSFHy34XmZbKqhcLo6f0emYRdgOjRPlbCvZ8Rh9lSIdLfjGAh
n/CIA+lpgz0ricYhAib2FfXNvwWB0d60sY6nLaSxZbqQlzXY0pTLzN5v9dIdevQwkcmOh+P7a/uG
BqbSiMO5wl5dHewL0U0jpIw7k4b4fdB85AOGX2wQ5mtv0fCpH5BE1RmE7PcHtd5cZQTwLfDMmAdd
epoUUCDHgKKjPw6D9QiMwT1KYRlbSUPmQNSFchH4mn3eqmVXjWm9wdzU21Zjec2U962thWzX//+Q
VZP0j62F2lKjG8UiD3mO+h4wK9e14hvoosMVi9Y3PydwDQyhVmH3vxRe1aQyLZveV/SPj7ZrO/cK
2bgrmtVvjqKlZrVsG2DbxeccwKf0FghRX+DOSnVKOqdybJz9+9/vzU3zxygXyth2FypQWFPvV5Ci
fRwqwr1Ld+gLSlzFOWkAUhLzDVfOwxufCssfExNTy9T4Cl9MDQN5j0Kj7H2NHuLeqebuvk/HAPE2
aH/vz++NVQQLCqpGAVdCrf5CAL1HbAk8SNL7GNUJ+LOdcg9AJWme/9dxBLvBtHG/sZCivbxsooLr
HBALuy9p7ftyEUBFlym8sif+1tVlFMJIW2o4kn8pziLWCC7cYecFyC0e3LIWnwJvMqbzEifCpw4Y
iCvW7H9r/ONHhaUkd5dGQP5yrwusTjR6RK1PiNB/jhzSDCPJ0v1UqBBJ5VXrP1Ul6m+BEFeEb3/7
B7y+wJGAtv7PHAq/Vb1+2z9PNF0XiGDx4neDoSw/BeiL9JI0PBLgqhClP2hwh37TE4+d6AqomjTF
cs59DzvhkJpeTV4VwCmmR49ui5PpOd9CiQicUwGdFhBBjg4onVbXC8+5dujCV8C7NxmU/HyPHRQI
2RzNE5CC2SKfdbPY1ZXr8+/tyRR5GCSIGYl3zYX7oOVlZRzHYvYjN1XPCEWBY1gi88P7m/Pv87aO
su4XbmjMkS7OW5MaqaSnMdOqQmYgMsYOcmEk/LFa2uP7Q705IU95rieRUESW6fU3M6GqLm6oGQq/
7H0qqcyu0MErp/qtCWFygYOcraSi0P56FASkvKbxJCaDgIm2c+sgfbCQ1MFZuOY2+MYBoLJpUlsl
69F05V4PBba5gLfoTn5IglRusnxEH6ofV0kjBAxFdIvMavR99HpgtyIz5ujKxbL++xeHwGV4S2oo
q/QFLi4wqqlJ3st68imXGJQQc/q15QhMj4rDTV2byU7Z5TUT8jfW16UC6OBUxjWDc/PrSVdBFSe6
a2Y/MWIsPdSY7XXTj3sb2Zv//ikZavVJkDh4YCT5eqhQJYjIp+zNRE4vUkw97C56vcqW+ZWR3lzJ
P0a62DRdbSAh0+ez3xGEPoHdUveFV85QY8Tg16ic0JN11eH98/DmoB7dRBsjHZOI4/X04MORQLsQ
OlrAGz84MeHPvCJ5cQth3eVWL77PdF5/vD/oW59P8uZJFlW65qVeOLS1kKZOOvohHJdzncOxMiSM
B0rUzZVFfWsoVwkJFs+zBIqEr+eH9jQp6lhN/igRBR9lDfkoHv7tp9G78hJdjgROYzV6sYXQzMh1
LsL5Etqj5VCE8B0IsXsEOsV+HIWHfrCKdv9t/RiKkXC5IknR0nUvtj8i0igiZK3tWwVq2OC7gdak
cHfnfdoLL7uyhJdX5u/RCFz5Ytrh1F1MLExAxyWohvuINrUbjsha45fOlaD1ciOuo0BbELYN/JMH
/eKcJdJEiKkOTT9COe2ucVYxBEQtbh2wpTuYHVDMQGN/f38h35oaftseXDbJ4yMuBkWilcw7xuDW
dsz8ppV16sO4vWbh+9bUtEBCik8mXY7a6z3oJigfUR0lfCXvfBBFY9/mddc+0lenl1t7VLDgGFje
lbf7rWFBbioeVZebwbvY+rRhQJnGvenTezA/oHRqHobMiQ+DyqGVW2lB4EAdEvjo+4v6Oyj480kA
AyM52EB07DXh0etJ+SMuYiMJOQhL+mmt4OROJqBs+jru8qUFe4dYP2lCsGvNQRyqeFpOndXl+S4t
Wh3v3/8pf59Jfonj8luE4nG8vLxXuZ3Fyum3x/OSQnHTiy/M1qEe2VZXLtI3hnIsB8s5RsL85HKo
QoPpRUhR+rC776mBE6xZcLvywhBXJvX3phW8+JYyyUwcTs3FprVagM2txXYSgwepm24f3rROmVtX
TuRb43BtUlpjWlw2F9sWBEYGWdNdfAew+y20+mKHLpy5e/8TXcYvfBrid15W3hYqL5ezCUdWyKmk
6cNG1sNugSE9HCaUesXBhVM7bJ2uT37MYVki9tIW6bXDaa/H4GK3kqsADbNwt10zl9e7FR0p2cPt
sHh2rQHFtqIPR9wjCjA2CpsXOkDmPJpwdwzxpGzhqQ0q8/KngUrGi6cq+ye8qRFNtRH+KNKQ+T3N
XKHR2DUlbEVHWQgyUuf7Lqy+ffKabK43tMqV9pFDDx9sqDjf08h1vlYCQtouC5XRbnWr+28Nfo83
dpsSVsXIYxm7albUUt9f/suMbV1+ySXhkMgQxemLS8JJAIOmqCOjnNIjHICM0g5sH/qb6JrD36/6
0/vjXR6T1X2Vshp7l1oTpr7r3/9xN7R4pReuKj2/h7P3SdsRDpYGmspGHlVX8jNHXHxZvZqZERxi
mk4EwKXzeqx4QdxxRqKOeyhBrBfX7xYLbg1Vd0mlTdMNBXz6b3M4bI0wjr4Cix37c2K0k7nv7EEJ
gBIlFM5EBrO+rzMT1IInHXQgay/+p3EyiBdj15poqdeRUucuG7EByAfHgqsrQid6aKPJwUSyqWCy
4OGZm1ukjYMQ9URtfsVnGuhSBWy/O0xICQFjq8AX78A9Qzkx6AImyF1mgEnMpanDUz+Z0xfHEGiZ
a1C6PTBZ10V4P0H1+XFERODgTN0w38sghy5E0zzyTnL0YvsRECfIuDik1YYasyPREtAQlI5l37Xq
lKloRjbK7RL30/sf+/IF4gOs5ac1D0Ltz9MXkYNZ6szgHPR+7FaubxlmHx2RUeyzmyGZ3OHU5BWA
JLjN4XxlW//1BjG04tInreRKdtXvsuAf+0wB+5AQkwffdhtsT+lhx8smGsvwm1mmeoC3JGbjrDpL
5r7VGdZnTid0nxyD5+WKx90bq0CgxtGiQrHCa9cj+MdP0X1C06orBr+lBrgrMVxE1j1RP/EYQGu3
yqut1G145fL+q+7JAngsvUXuzv6HJfx6VOHZaItVJXXPNmAZVKa8BxoCA7522VjnW9IZ2huIc5bm
HYLtNGbrsO4A8CQVlOYYokZ55ZtcHn3YCcQ3JqgIXmSXP1//oqiIkQRC6ceXRek9hL2R+K450uav
EbZ+f+NdPl0MxWqvG4BGPcH/xcbLuBgoZowL3dY+OUkcc84VqmvH/z4KmnzYkpP5mmRPryeUpx6W
7zQgIVv2+S5a0uZoAaS9En6/sZXJrm2aEtJi8RCNfD0M7LF4RQ2ZPuxOC9W63jxbrtvuNT3qHdoZ
0fNkE8nF9Q09JXWP4ta1rsjfO5hf4Ap2k17zU3ERCZRjW0atnE06FVlwits2PtW6iw+xDrSfrkpD
4ASXK4HB78rBnw/z+hEdviAZBfmpNtdf9ce5oXMZoRCiFkRMFDxyEaCCsDUmdF0PfTGZ/oBel7w1
LASwLQhsDexQs74pmzjqNhS94zNIUoO2t0aW4Mpv+13A+eu3Ucq3eMkUZOuLvZzRBZc4DC0+UBNx
U4I/yzds/voHzYNl3kCHyKcjgr5TsmsdObub2gH+6JsDTa+tOQVgYQ302jBPqVAu3kCXycWp6Ygu
tkYnIpoSBqICW7sjL0FoYlRfbLulydpUOLXtaAi1j6pV/QSKKiq/xnnTVrhT1sjW46GQU+6x0wds
2hJE0tfwBbJPDd4JpOb4C4BGnIO204C/nS5Ebiwb7OhR5mH+1ey7Ktm/f0ouA7z1MypeX4HZGrvI
uYgwpKqC2OvaxW8cK7g3nULf5kmIoK9E7+sffB/6XzVkENhaZaOe3x/7jVvQJqOU3Hbcu85fsTIl
D4GmOiVaLb243OtZOL/S0BnsjQRwMm2AkwcPddLDMUUJfih2a9DwBf53DmRLdo1z5WJaz+rFvhGI
SiBfugZA5Gav97Rhof/sdZ3po2FbxjAlcCWB96GyvWXPGohMlLbB1polFhWzpPeNzgFg7fdX5Y2L
WOLySq3OcYTkj9c/YpIGmEF0p/yqbPDlavGhM400+LiSOq5ckW/cHJIZ0YuyFcGxfTEUcv4Bwf0y
+Ys5ew91lyLama+SFWFlnum5tzsoCtmVRb4c1KY/Y1KUAIBKVd5RFxdmPcuyGCw1+kk7dI/4udiH
GRvXT4Ds61s3CCGSxubP99f0zTExbUb9h+IFHNnXaxrPYLusFag+QNDOwd+32U2G2d8unpCw3pPg
IMQ8w+uXVwLqywB+TZwsHjMeeVOtVquvB4aVWKQoVNe0H5wIITtoDxlupP+UeV/+ayMXG155jy7f
1t8DUo3hSiaO5/J7PWBDCXSMRFv7MJlauveo+udp3F6ppr09Ctk0W0dQRb+4Nay2wGdj6mo/LyeI
PN5kuR+8hJD8/c+2/tg/z+PvyXiCwqfNU/PXZ7MAsckh6Bq/GVGWh0fVLkcFsmvcRfhI/frPg1E9
4y3HcpJagXuxcuCMZ13zOvle1Bk3XZT0h2gK8vvZrK5ZX1/eM8xLCXw+2YqrveWlR7o3Og7QzqD1
q6qtu39wzqKfLfo5u8cqAv76AAx8OCO3EjziJZ2BObBourw/3Tc+IXLUHD+6LJ7Jr3i9UfDiWIIU
cBsF0ai/Nbse4hHKL5/fH+WNL4hhseutjzHpxmX/wY2XsoPc3PtRLqJDsOTf0VDL91pSOnh/pDdO
2nq2Pe4UYAREQ6/nA8xzjKxJN75KFvPYT26YbOkyDSv6f+iPmN9014oTb0zOtYWrTJrRPKKX1fmq
xNbSbpzONxtjeqQuj76zWrwbgUTa4f3Z/RVmsmVopdAB4EivTOKL6aG5FMFIQp5aosKVn2UZYYWS
GwilbNC3kOfWacp/ESkbv2MLKfbcg+azwHDtyn32xpTZMEQL/AQ6aJe9ATjmk6jFyiCBXf2MixCA
cTdujdOcI3Tw/pzf+KJM2jRpbeJPTUPi9RfVOs9UH8fkp/Dsboyxcj4FdZ8jvdQC2cGQA7fe3X8d
UgpBTVRS8qJHfjk9OFNFkcVJ62P2iaamo/ag4NudiQHdthjRDnx/uL/PIMNRu8PmlvqHoy9SlGWk
8hV1buNHVtT7SI+WR4O5Xhnl72/GKMRXq3W8CWrqYh0zGN4yGIPGjztvuUf42D0SIUNzX0V335/Q
5VB8KRI7UFO8PAr/8ot3waglHoq9AZWhGepzW9otnGFdHkIn/q+to99DcdjpfFjK8y6va6Cw8Pma
zPTxdC1OtI9e4rEaV32c8Mr6XX6ly5HWffpHpmMhpZmmXYlVaFSNh7EP1E4acrmydJdvwjoKYiYm
gAlrrcZcHPAhmalb0wf2LaIRukaO+rw2Y3y6p3o/dFayx5/Du8O9tt1PuE1cOWxvTNIyuc2QYyNO
oSn+epKplVa4SFemL6C/nAvD7U/xKvvw/v64PNJMknBIU2REcsoFUvN6FGTVlYy5WfwidVAJzFEE
izFUwdE3hl+PMe/5/fHemtX/xSiCPYkgyuvx+sUgGgoMagBhZg7bfEmTl6bROAO8P84b+56VIw5y
4SuZf70EA7yr2SiUQEekh30foG6P2nUHpA61E5Qmrwz3xrTgALOAAJOojF8+Bk5Zw+BHCQIAg4Mc
TJ0kt3xc7b8/KXtdnT/DL74WFz3VZ2Fqz6G28Hr1RKcSYAX0Zzjxrfc5LosIqIks2+e6MmDjuWYE
/DzIwuhQyHbGh7QWgud2mRRactYg1sKthfSs2+v4EHpmc2JvW+22cT245vUSzfhRcq0iEAiy+kPZ
FJ2xQ9pYPS6wpgDRZIYtD2pMY+/rhO4LurSVIDskW7EF8GQsZ89TYKb9Fi3fItril0z5Lod7O195
f9/6wK5WYCnoAmpKpq+XYgoFCsD4x/iR6Sb+gvLTJjGyElgHsj/vL/sbZwQAG8tO/f0NUE+SICmK
s9/im1M0fNF4CfsIA427XvbVv9M8fHt/uMsCAB+Z6hidSEJRkCqXCYPbjH1B+kcBwKOVvF3C/Feg
B/dTiGfoFhsi8YDKak5GjHPs+yP/VUL6PbRDqgLmjcbD5WubZ9S96xriGyi70LmpChm/wEzxngbD
dfzSDV3cBaI+fFj+l7Qz23EbWdLwExHgvtxSlEqsxa4ql+123xB2+Zj7nlyffj76YsaiCBE+g26g
jb5wirlERkb8SyfV/6h5V59QWDDf6qBUvw5oUn7sAW8db/+qjZX+jcRDK4BJuQJO5qOihHGqzzwD
WuMcNqK9R4G1/AyXMdmZgO2hABlTAKaQtr7CHH1GVFKihCYLGfeOsoE3ZcTFUylB9fkvvmqpuqp0
XIjvq4s579U6MYHG+0jKoiIT9aPwMimKXtH+E8+3x9rYwJQGKfsBgqCSscb01hMpSNLSmYSpMadf
QnK7zyO0jqcuQ575XaW0v3N5bY5It3XBAGn8Z5noP27oSMrjkI757CtDZaF2iLkH/EM8d7sQRFwW
1jsLt9zFq8DIPakZ4DXJ2q7eb20vVVadislPo1D1RhX9qb6C0wZRJoezG77LPAD/MvNeDovKniQQ
k/EABL/8RieCUZuHBgG4sMpXaDooa0HGviuHLP5/DrVcP39MpyhhEoS9PfmzaifxscAG8iVPYWm5
Uiare82gzck0dPoBpqZc5wSYNpl2BCHHd9pBeRiwWrzr9Cz7tcgYnMO5qr7gUFTt7NGto6fS8NEp
3APwXV9tCz2yGjpwYwbyLx9GrB7uRNXECFOjpnf7OGwFWACUtFRAU9HyWm3OpG1Q3CucEcFEFbho
WNZnBKMUhKtSNNgHsh8MykO3oCe2U6XZG3k5Nn+uIzY0iTQVfCQc0UOdW/DQnAl7l7Gg9zgq3c8+
amF3NGZZ7AytbI29oOk5bCbwlvW1UhtVDxUiZVX7pim5yUXQwy2d4t7DsCmxD5i+RqNX8CwaDiZk
b39CYSzBDDFw7lE0txVXRoohOtgFpXyXFkKOzv00BrbbGHWLbfSsDijUDSgwH28v2NbeoApE8kNn
VL/KxPMoD5QJ4Xm/zuzsNDiS5SHimJE9yvZOWN4KXCQUMp0DWuE0Yy9XSO4x29KHefb7pp5OIX2c
M8bFpSeH0/wYRYAqbn/a1lnDtAFANkm+AejucjyI2VoYYsPj907gqCe907onWEZB+NxrpWr7ebDo
eyppK15vD/wbubsOmXB3EILgqidTXo1shtxzMlKjfimNaoXKZ6x/bxz8eH1h1XZzp4NWsk94pqfx
cWjSCJ3JOoV2Ps6j8c+AgGXx0WyaVMXkL0ZYJij1wQZyEWPaZyP0mJ5aVPjkc1n3yeccTfpFtTio
OqQ0oia8Rw1h/pzUvQxbbDJMyLzwCPV/RYgw3gF1GPE+i3lGudOGrOWhY1K/TUNiwS236xF9hA7v
gQf0izUcnG9PzMYOoFoLwg10CxDhNcNgTIrWRD1tJJXvFkH5SsmkhySNhn+BhSXZqe26uD79/Zi0
/fkX+POyGS53QYW7Z9QLiQp8icqhV1fFxLYjMhyhHgcKsmE9RY//ZswFVmKA6FPXJKYmpDo8NoxJ
8yRgERSo5YLYcDKkcfzUy87OhlvuqNV+g/rCVUl2S5V1HeCxitD6ADtAP8xx0XQDgaHwwRhyUP63
P2zjSAEqo9MI0wDQ1/rh7ESphgRQPvo6upsRWp+yIqGynMvSEdecFMPFaJ4fk3ZKvt8eeCNM6Tpm
V+TP/Ad4/uUqzkPSmrIByhrICR4skRlPzhHzZK0/9iA5d4DkW/uUPUq7VkF4mHrc5Wh6PuIehKSN
X4u5Q2VaYMmix5I6evRJUY41sZLbicMbVwgtDIMtyuOVIs8qONplFAotqme4YfibPIl0EWozo9SE
fJp/NyXpySosbTwUtgh27uwlGq13D8D1Jf0HNciz7/Jr0aUv5JbnqU9Mqc8E/+yYC6iSja0nfpbq
+tnEQNwrmkSa3aqvm53Z3lpbIJG8OMmgqd2toiUl4JzkXCEqiOLFxtTZx3ryx4wf7t3tTaRsjWTh
5rbUfuhVrbOTVEHfvAhr1pU0Sf0YJQZFVSQgpII+dkJHxHXmvHrSrA6VNtx3i3/hxhVn6HL2Fzkv
NPigaEz94BTU5n0Mg0j4mFxRR7r9OzeOM9cV/q2ADYBUO6vtB1tIWE4+zr4O5spTO4EnW4se3M4o
SxK9WneUS2j8Ulekyr3OWiRVKbmPY4pw3PrZXdDnXfUAAT6873BqRjKuHxoNhRMlebB0NOdcNSzm
b9Rxy/kgxhSREaQMijvZipFfsJB2+9nKcOzxtFI1wIuzaokD2u74KqCcjNgHT0xM14N8QngjcZzE
+gG+EHshzLlk9YH3YTad7bYeQs/UrRSgQJzThg4qMbFIcVphhSgI1o/9NCU/Rj2qXvQ4DH+plZkL
LxiUEB21wJK7Q+3YWAbjWdjca/gDhF4umVOBV/Gg3mtymxffbs/kVWuf5wpdZXsBiQAnuiJ2Zlj3
IFsZGjyju1h9Jyuohv90yC5/Rekuap9lvdV588a9OTzU3Yh3S8HCRAcKadMvC7p+vnMBbWx0Kvoc
JepzJKXrboKtYDWS1cCetRL9ATc0lM+88vVnUXD/3P74jVjJm5B+l817lE9fAtsfebfsNMVQVga4
ZonYgqi+qBE1TiwL5RyBgtcrbYbo7x80lFGoQUJoYsh1sAznWI0xYYTf4OSmeSZtcOLToOIG/M8E
EG2v27act9VBsYFpGXAClpf+OoWI2onm4qxofq6hpqehH3HXmJgx4oGXf4VIP5xyuXq5Pa0b9wH7
ieKxqdPLUNa0LZ6OVi+KSKerbcEERnJabQ+DnQ/PTe2QPdc9ZapwTh8Qowv3QFYbAcg2dGinkKgI
yc5qTYd8Rv0QeCj8YLzSEJ1ByBxzu78Pc1zkcDTplCLpseYsDjEutulUmH7aGYMbqlbmJZGS7Nxu
G0cBAowOinUBxBNUL/dnIgwn0EnI/BEjQs9BVR3TeyEdtZLO4e01u+pbEgd4AwJRVxwHUPya0Yci
AhpqEhpPTW+h82fmxqNui/gYg/0/W5M1USnOxT9612teJNmJN+NAuzOrG+dxQZywchRu+SXL2v5x
Hk3UIFD3TizfQADma5YY4tWqleBU2oPxdWrx3tu5R7a+Gno3yEODdi236vKL/hjRbjOzQnbFXLLd
4k0uDIRL5gKxLMeoPHpJILgnjIrTYcQPJ4yHQ1DP1k7A2/zqBRZIisiPWR+XdJInOAKyhUmKo59S
9NEO+BYDYAZS4JWalew9+TeOCLgpIOTE/IVJv2KjIkGYmUnQAZ0P8BtCqtVJjzUq156wMZm1Kr07
xKkdvwJ8QMLbltuDY1HvnwxwcD0lXw8nQPsuRg34y+1NuPXDqHvqgDOpoFEEvVwNpcQMcJAlg7Nr
668WKa5rdH248/0bIZGZ/r9RVhHCQKo6j+UY49EU0x2uvX9tR6hfx0H/3mPFdN8OQts5yL8bPasw
zEVDx5rOLpImzmpnYxJIym5zy1ZN3kluZUkg9cpirJ41K8OOSWCoi2JKhnzjxwJlUVRjKqSen9QE
d6fHVBb9N2xzpjN+w0H/Lc4kHedNtUAKeUKzFrlWkFqYXSCcFh6aYUhfA3PAVzpVe/NAfXTRLZSy
8Qs9HMm6Q56/NfyoMlrLi0Gs3EWpQA1fk7sZ7ScMFTHvbRIl8PCINYJXOxjBJZXaUlcMEUUIvXZA
ZdNtEU3Ya+FuHkhYYuS3KlITsr4KeRYy5QCqW5NSWDk5pyQhebtrakuOzkoaoC7VNrojucoUW2fF
7CakMFV4yK5hRYF5d3s7boTfpbXDbkTMA9Du6pw4cacs/rumP9NpOCZmiFF9omKz7uR/Td+ByUHs
xb4JmOXSMbzc+amRIvhiq9xaMCh+pqjN4CBVtcc8bKYnJIjGc4ci5D0t/T0o5daZW1ANlM8ICjRf
VyPnMOeSaTb9dkaGvzDU/qCP8V6vbGsq6YHySiTLAiq52v8YYUxpDMXNH+Yx+zGHSk5kS7SvWAZ9
/vtFI7IBr7aBS5FBXn4PvqW49Wo5N7MTINaUxuV3yM/aUyyAU9weaiuQUCs2ZR7a5DTy6vKQCrwe
KthEfj5a2n1oSPWbmefqY8yj+1EdMb6zzGYnt9qaSIfXFfUZDgch8PLzwgT5+yRmIi2YRtZRIgnL
D7HRV0dNTpOdx8H2YLwLZGp6pMmrw6g3Tp1jpGz4MfhiIkO5OMkpyRmxbd27PZfXQ/FslUkYkUYi
PdZW23CKYyPVe4Kyo2bzQ91MGIcFxvypmqO9Wu71jl9eyBo0Ugq6pBqroVDeTAmqquEbKB6iU8cl
n2M/cbr9Qeay0S5DvrKEMQg0C/Dsqnjn9FEQqV2i+UNo1M7dSNdCfTG6cogecvw/MxeD9O5h2Vc/
CwxD8ZHiWkW2vU3fWgRu3hwdXOGhyZMaAXElUWmbI5xvYcCDqz2ul61QGi8JhP1ltExUAJVILX7N
qEx86iuUEk5BaepUKMcgeDczVKVcyYjCz2j2lPmjjS697SYdtUcXuQtJOdh9YL5nXWpodzF2De+W
geolfmWS8Z8m6rX3Zp6Ljwmu8j8EPkflgSdsP6EQqFay69RWexc5VWe9ofpDiSud57p/bccsKR5S
vDJf5sIYII721fzT1hAUPAclNooehEC68vJUq28DOoVgkGpQvgeQXYVyoiaHB6+eFYPmhgg2vmdp
EPXHckoEmq0kzE9pJZnyQYMELN+rUAa/S4qcy25nLcZ2mal15s41vvFYpvHOFQ5DnQccNY7L0xcL
Wca/MtWg3WEjwQpmTvhDriNuw6HNFP2pr7QBHEWaqIuTsZPhjKJawzNXlvJ1tiun2cmYfqfEq10G
PpVnpMJmhleyKoD1oh/w7ZBpTOTRJ7vWWwRXE6ThcRYbmyd7ssSxwyEQNRdaV6WkO16kRwniz5pG
j0lCxpmq8tvtra8s07D+URTK0cjhLUEDdhWD57yEgJeVqq9nU5ci4GpLxWNcoIzKbnPCr9YMhuU8
FjHauC0WdMkhd+RZukclRWT3eZWPyUmP837v5CtLRF7/MJrKJPqAvClVrn4Y7S9wplOJcHhUlj36
8AE8jWwaaudpcuTu+yw5KbQTqJzlAWMNGWdGGlm43uqtlH9RczHKZwnVbc3TLAW6pZ0K8Z32/PSx
ipX+5+1p3IhTKrgee0FVk32sX0OGNdWtpDbIEwy5/CktQpwjJw1LDff2OM71pFCAB1kM9JfRzNU1
1ndI4tiRrPnyUDjfsj7EShMQ50eNVBWVYYyDc8y2BqSgxzZDfrrG1HKPJH19lXK7gPqHBkb5EKzg
5cFCFqFGsLkmJvOHTywpVB85V+Fj4d0XYjI0OecMWOTOU2BrirkI6OoAjlfAP18OG1foabdipvg1
w6JPjDy55+Gg7hzSjbtt4YdQyrIoM/EAuBwlyNBURB1E9+kC1DG9m9Z575wqfEFMQU5Ot1dz45N4
aJBKUpBGBWgdosjq+7HAnswvq9zwJ1g0L7NIwp269+YoBuRPEKv05tfv5nqwiwQvI80nrQzvAxmx
YWR16h3K5zIxq+MKcgO0HkQUSO3qKrgVs7ACbagHv4iDwPnlDKqZevAKdHxIWg7gU0HPemfMjZ2o
K4i4gFVdsp51ZbmYzdG2SoR4lFpr/x3kBZ2C8KtrIXjsVbg4PE5lne4s2jV7HvA0yQ/FD/gnFOyW
M/pHHaLVdAULQK33+xRz2adcrcHKYZJI7wQ4U/PM9OApbke1WKx8QnrcaK8bR/imUbXY9cHNGaoI
D9c4zxPFC/G2CD9CmrY/D/FMn2sBajxZWY2aCvaflfIWhaQ8aEo4auwqKQH3u4bNbfqt4qr6LolI
Kc8pAaMFyKXG1mnIUix7crLr8DWz+9x0o3JfJmtr7tlT4DIp/8is/OUsWJGDEkYthJ8k2vQpwFrX
jUkoauAsQj2N1K8xqVXq4fX2kdnYZktrDrQ+/TkU0Jbz+8fkR0WNlL4Ofl1BzuY5C/GhQ6HZOiA+
Zr8QrMROwF2iympbQ+CDUwKKmD+sEcSUwDoSaIDk8RgZL0OhtO9IqEcH9CuxgGnE/A7Qpj6gw13s
7LONY8vbkhhk8HRgplfbzKjUtgoaeqCd3iJIj9z7nREa493t+dy6ZhmBU7REB9TbVxl2PdvJUFcm
akFxh3isMAK5PZuJovpmNZghG7ZMZ7e2bUnyMgSh5wejZU986pSAnmHfaYH42YRYNZ4IdD0y82qj
gvsppeGzKk+RvvN7N7Yd0ZK+2sJduiYUYfSqJV2T0MRDeJP2sFk9T1mGDWIvtLRz4ybI/HIUmePd
nqetcQnR4AmAPMOvXoW3KtGQ8MVu0ZdKqzpnnYhf9KYcD7hDKh+5JluscZr4y+1BNzb779o4lT+o
1iBJLzd734942y1KTpo9V3hVyPhs2719HLvyS4Dbt397uI0dZ6KKqlAsX2jXa9hEU6Sy3jfxBGu/
Q4TV6h0MMfUq24NnbKXm9GCXbBOSAazMZbL/OMSzUdMOrJzBN8BCz94QavH3ggrTYrJUTAE2do2O
dgLK0EA10hiWZqSrd71eG4/oNevT99vfvbG2SAfQeLG5RSDErX7OGBQSzj5y60M6l22/zGLrpWIf
34lOLR9SBN/Vo5JF5d8XWpZMkWOhLWt71e+Z01SOaUnAKOyxZAuCIHKzNGzPPWnB8fYnbuSNmGBR
/+BtS6Fl/fSYnIm3aly1fjlHysEITcWtG9k5yEmMEodWBXdKIItTzFk6RXY5v90efqNUqLCp6CYR
S6lRrAEdyQy2PVYr4SNiOgeeanWIQxcYRj7H2IahF2ghSQ5Sid1+1OIMGRmRKOFXOcKDaSeib2R4
yCItGSx8QdAIq7g68srGdAPmzph2k2eC0TFdXRq7xmv7stnrsW8cYSI4DAbOFVC09TXJexfolmjh
dg0liD0RdWeeWR0SaQV6UJ1c7Dx7t74OxQKbYgarTaZ8ebSiGudJzUmEj2UW8nl1o+HqPBZT+A13
1Fb9eHtdN25HmrI8z7io2Frr0WjoV21nNgI2WScOnaRgj2gopd8linSyRryaRsUyXmp0uXfi8ZXS
jb4gvJe0mc9cerSrZQTekgRlBoEIhh8qFKInVcdys8tnlzKGTAsM6siHObOHT04SOY1b6vb0FRs2
afDA8AVU2W07MI/hPNs2nlyVjHm3HQxYGSBwg93mXI+xO+FmqXjoclfNsR0ybATaELDMnZ2W4+Jn
N+PNEmqB8it3cAHGXSOcLNcKKuuTUrVS5s6oyn8IOgUKvqVIEXI1dA18jZrJWxkGeDL1TdEB9Gi7
T86AFOjJgaiBIYMwJI3Fm4R9RMzB6fFfMFPAvApmUAasRHSOo2D4VUZYDfiQ9oR1MIfcKLwG1w/Y
9GacjpFr5NhfHUKUeoydbXa98BxlsJyUyxTeZGuEi5lMEP0QxfdxMav0T4skpvMLo3PUbnCqA00S
5Q1ck4R4G7ikbOoe9G37B5AXUbaQEVZZ7fMaJQo5siTuY1MXyevcgq3BL6qtn0KyuTt6RskHwB3t
xwlG6T+3d/31mSZfWloe5B8EtXVPLm7ptc2pNuN+xZ0goyvkyfpouQNytqdpIC26Pd71mSbhIAlk
qnnuoOlweaaz1IpqfJfhGehtcYzxkjsajfwf0XfD4fZI1zfh5Ujq5UijqhaxUUElE+WQHsXodFhh
99gRciee1AgzZmOc6rvbg16nHQzKKUZZBFVVGgGXg4pkgo8e8XlqQBF1iDX7vh/TZie5oUXM33OZ
yjOO87tmTf/2KvAX+TQI6idL1zwphi9aj/HQv05dptr3yoJU8SDrkTrcwTazVFfEDU5v6MwlGPZl
uF0c9VZ1ap9UJaUkBXgtcStzErMnTbma3pVlPhuupoiqdjMs2hcrg6pKHhInoygemmnVoYQMttYj
0HS131Z61j+TW8wqTox2/7PSA5ixUVwLXMCiYJYwYlSUwq3TEY24OmqJrUqrCDzYsqBI70INSzpY
NJPWPUuRRRYKqDsa34AESZ/NOMGlJMzCLnwwersoUKkdwl8B2oSWp1f4Bnl1F9N51E1EJ+cBD4jD
nKBWdEfdv/pARzvOjkt1aUZANzY/6vRKItfURPFekiSedCNQXmzA788NP/5BHRwl8sIolE03wK69
9eaZUgTOaElSP0JoNig84773RRGKnR4i3ODRIeGd+GEQypz8084mhkNUxgWVdoTHFgXRvKn+tZPO
bn6IrKQoivi6Ez0YeDhMH2ZZSr4I1L4Cr67boTxhPuPc9WqhiXdH6+NPiBPl6Z1p4tN1trFQL5/l
kiPzXlATaPheqQoPamS2ILnErH7CVRFV9XZAE+VYjSiXPSc11DRUaww7/q62lEfvW7vhapGYGO2g
5I2Kv4RR9M4ZC8Yg9jm86LjOGJ/CIq8ENoBpo0z3fU1afygiKHgfMwEsC1x0gZ2njftq8M2sEhTU
hIqjOsVxyvsa5d5/JKNpEagxlXR8y+ZKdTwb9ov2MYgTvTrCesgRQ8NJy/4yhAAIH+caFOEXEze0
8nuYppLiqlYjzlqjshWdWkbyRU/wa3mURBAO7jh2ZFczLWv9oZljPTmHeYlgXNWCJHexZ5JQWCom
E6UcOgPtCesKbr3MbugByImhVV/7NraGr60htaqb1ar6Pay1qH0o4wIX1rCNkJYeib/yeaol5Hpw
x2JAR2jlR8MwCZOQLy35hDmojLWGiVXSmAPy9ViIovEElfgYKyBT0ZOjaNBsAY03Z/dymefzYa4M
9d8+xaOJ4nRC8UTPxPSCobmOVXiIPbiDgZbGH83xqcxTdAdxA466QwrA4kcQNCa1oTRPqofCdsaf
Duqb3FFDxbJTqBq1hyqyDMm3BFQFN0viKD7NJjnOMUNXCRFEzUCljqtZRTqnt4Vy0DCQ/tEY4CCO
dH7o8Ad4lMqHPBJt7oVqI8deMUpxflbyTsmBqwUYJ8aVk3wpx7J7MI1IoyluB9mLbAjTONoJWPV7
eD39dF85StyerNkKfGJwOnzkJRE/4foql3doRInmkE8FB8uKJpqLYzTl4aOsiEE7Z5k8fMrQwH6H
/I74qJ5hBXOYDRO5w2HoQ2yMKynBf8NsuvQQtNi13OH8OD9NjV0/MGtMOh1sWlk1LajcnWy5UI5z
4jS1BxjF7L6Msmisn9A9OvNotx3G69wLQcObQuXunYwiPSSIQCnQuLiyfhb4rCrvoyr3X8ZYFM8I
SCmfkbsNwrsYxU1/GNtc8aYSk3lwi3XT3PFXaH5v8/JyS0QhQxfJ5r3kdaMfs4jmkDwu72vnqvxq
p5URJ1ls+4GIw5psLrJPeq7q33Wk/D+l+qT9WxlG9tRUWvMUx6F9akPVHFwLqd5/w74Yg+MgQtwC
MXzck+ndyDEQb0ZgANK/et3ql8xYtcdOgqoeBPWBbV+dRscZHwq5mR7kvjD+/ubHioGDR/UbjLS6
/J4/nuQiFNgeV8xFwrvwpcHRdHS5xbJzwF6O3CI2nbepDLovf333gx9VeJAiy3TdlsftGbOidLJ8
B1EKj0dq/xjQtzvdHuX69csUUrwD906dC83qy4/rACcLJ1AsX8o0J3N5FAYjBsqD9qHQ9PRLU0fF
g25U/WMNkfN1bub6/fYP2Mjg0N1CDYoOMxO8LsGbqpyoomF2sfEVXquBQ6xCILIjPuXn20NtbRzt
t0wubfNr0IEMJVUeO5VvpTjmBrIV8STjUsDwz/mgQIHae4hdZ1VLAd6keLjI1q2zNzVpWwwkNctX
1Oi7Hpr1/Zw55msWzPLOl23kiQ5HlVYu6BSqU6tVpEWuIirdgr0LIx5H2aB8MPpher09f9cpMHIR
9C+Qh4VWhTLM5V4JJlOte2W0faOV5IckCaWTPkcWkyiqMx2B8jCo7J7bg17vD+jiC0Z+IUYs1IzL
Qc3ZzuO0p6Cn4l+NNQb2mjSQDUDpvXL8b4aiZ0tRmR7e+ixgn1oH8tBQ5pri6IQrh+ZGujHd5UkQ
7Ry76wWj5ARUiZ4oZ/sKeIu9ehyR2Nl+HQGwXwDpT2S99U4N4nrDMwqtAORpAOtRZbmcuzkDXJMM
uuUTyQP5CGgzzFwtNCyMuaW8d7EVwTft7ycRXXOLainVaG6RyzHlpOU0ZImDtYy65FScAuXARSwd
TFEPO2/t6+gFbNlc9LXRmaEyu0zAH6G5bdtI4Gds+N1iHukiBxNG56HOEqCvA3Bmbxw1+2U0yezc
CXWvwKPjNzY75/x3QWX1fPqNkOG+ZJ/Sbrv8GblllYh52aY/1DZqyZhqGx/o0yJFSW/CeYOQkPyC
EmjkrgJyvHIX0kZzaJuhMFGYBqro0k6wqhNuPFJ5Zwb9oHh9FSbpqbc77DarumhsL3TMqnkecqF2
PCimsPgUSlA4nqZ5Rp4FfuFig05FFd9JVHGGA/AE2+/nZqIFlKTaO2CWTt2J3tf7mDoHaluEHAcG
yxp2V5f9PKGDZfmiLpJz1GjhwywX3c4EXy8zyiPQ66irQFq8ml/HifvKQSGTZvBQvnZTk36re6es
XE0Viua2nRXdFznulK7a1OVdbOf119u7+rec1+USa+BTCOZ0wCkorCEXchsnTYCqn68NVqF64E7M
4tOQVk33YBeUSA9Aqx107XkivfUljBMMvOWc10tlxeJbhLvP4AkJc/AzhDac22WcdOqHOhks7ThJ
A3bRSm7Xe7To6+VhTWg8U4dc+sDr84F8McKhFR0DUSrzMU5Q3h9DrExvT85GiF52M6JP1L049suv
+OMUDlJnOk3sGH5R0HMUKU0Ct4rZ4XOdqXu6RctZWi2EpoCrXgR9waWtIcgJTrgilCFGSLyJD50z
Tv/082Al2N5G07NOklofusiSH2NN7MpabMynxhfSmJGpljCll1+qyX2opSY4+9qibBdOZnoQk7F3
OWyQl8F2IpkGXxbBB9Dtl8OgidJaTd3ZPr5B4gk+Hp83VXn70qoSmnS8SyZEbGVZqDWvdA4F7JeU
V0FaSNoA0V8OFRdQ2fwdEhfANiqvIaekTJTSRWBB5Dgaz+jMRtT0s6OdJs19JYB2H3LwbE81vXSA
yGnXfDN7Mg5ERyO76z2L218+QsZz3m1FoLZVWLX2wcl55fP8U6XygH5PpR21ucBzCPtO569jzWJK
uBQ0AaBTEltH2T4P+J+J7dtdmx2ndNTOGjCcv7+/EH+kB8LFQvVUXSU5Jf4bZjjyuojh5R9GgWWF
4Is+JvW0d3tt7SYYTYiKyWhtwMC5XOZezbhFVZIARW1ljxq44UUk6zvVva3T+ecoqw+ioJfUup4y
bWo8g9qp8lM4Bv1bgrXzzlAbCSJZKLIaCwybzGO1QsEQZ1UaRrbfycrwAdRckLvE7gb4WZw9OjXN
eqjy1k6GuJHlwGDiOC4Qd1xbVqclmAVG8ArFSz3CDtjI5uGEkHh0oKEwHhs8rZ9vh7utZaOtg/sN
DxfwAauvzOVm7PVhQOuaufwwt+N0AHxm76Q2W3O5tOCIrKRu7OPLzeFkIIbiHkE2KpDOt1K0oeMi
dnbQcJ+/r9pB8rHy7vcc3jY2CxQ7faHakZReXRg2Jb6sIZPwsxHT1biSQn+awsTFcN7eybY3lo3o
TSOORy70s/VrgugOTq+QHdSmooI3Z2qo75ImjR/o8mRPUCrzHdWejU4rIDkkgMHtc3PQ9L2c0jGs
mUQtD3yqv+ET+lrWT4CS2lfqU87bCP7RK1JBQESJ2ktxG3qpkzIYT7d3z3UuA/gHczSUPkxAE+v7
i2S2RBGuDO9Lk9K6l1vJ8DAn04hOCRoFXyISKgf38CiNDo5aoMctlKKKd4Lcxtwv6jfo4ZO9oXa5
mgkryqFSA8L2hSIjUO7IUj6BApWmX8UcEFIjMyp3oveyX1f3NiUblPZp7IMHXe9n3UBANBodCTfj
OfZH8BvP5RCCEomn5ozXyegWTjS7PS+Ku9szvnFe4bUvqEzoL9rVsg9hblTOTPHSsIT1PJg42juF
k+2c19/Bbf2BFikQJ3bRoVpf2glE0nB2agnvyVFWzqaEIlWv5LKFIxcYAxc4t/wfWbLS5wReNPbi
zhR/lPVkxgtmNua3PEqTwDVJDiNeTcY8fijjvMyR8neQlq2U2lQOjtQLPHJDKVZOQihWcGiURMbJ
uQsdCp15os3HHjLrYwu3Er2SLlMGCE4ZTu2ROdnDoZ8wXXjsM/oMbg9u3ThXYai8wWRwhrMCupre
Rthrry0+EV/R6YlfRVNkqpfGmJ0eaaVE4m6CB/syL45RrhgGhfuRtztI9anWJxdLh1Zx+1gfP5kp
/P1DigTf6GEerXzE+9PEON7Is9e+iHLTCzqzeOvJ1uKDbFdkGiKQkLU3YmClh2bMG+CYtbCQBe+d
Kj8IqStNV4RKKMhPpPiVa6YH3Y/kSudG3VjTyynH4sUoI7yzccXsauR8slF9LhIkh4CMa0XrJqk9
3Rc8Rn/lhlB/dSEA72pijo9D2OX/IkqZOu5IObs9yDSuf8A11t6aPM5/0NIMvnVN2LzbWaxO9wjF
z5/hVimFZ/OpDdIbnf0IlRYiV2JJ2Qnjdt58AfUh3UUwDPp8BlNR/5xLlhnt3L0bkXvJvgFg0Xhe
aOCXwW3q7FZTuk6Cbx5/nUbVpDvQKPZR14t45wLcGgodaUQyyMPJklYZRV06Az+DREUuivEF+ZXy
ucDv/D4OrXDnktg4uwukUaX4Azng6q6lwZcEqk1GIeiYnNNOTB/QyNf+PoOwFzaEsaD8FoOgy7kz
sfguysGyfbxjpX9YwPohih05hqmi2TyZSrvsvb8OSgsOBeQPqCqZ5OVyyClpw4QGHw/0CdkNyer7
p0yFu3p7lK2VIvdj3igPLlWty1HsaFDqGLw4ti/K7C02FJ7eDe/AydKd7be1UOCX4Er+5uSubUnw
w8pMM+J7LNxszhpGnB5WD3v98O3v+d9R9NX3SBBBi6wAiEaxMzukqF/c0TiKDwIO7Pn21G19EPcV
Zf9F7AaZg8up64raTvvIoY6ldMaxpdz1s5Ws5Mdfj8L9y72EnyhSA+uLuCstO5OayPHDts+PWldO
J6Usi78/RXAIZS4lMHWklKtpS5B/yIM0dHAFiG2FF9oQOOc8aQaxM2kb68OLiSLTIlm6yFFcTpqQ
5yDP24aeRdV1b+mQABRQNdTT6KLX4U4SszXYYtcIvgpM1xUfQQ16yi+Chw1kjMCDZQ8Kt+1HF3/3
ZCdAbCQvDlBg/MNoUVi8dC+/KzQLMheVXkxG+UM6tEpBfzxI7URzp1KqBICA3v5RRNXEJWrOL7c3
yUa2hkIyS8cTh9RpHSsiDQWrfKbuPg0jXi2TZGOZEVU6LNtqekPXJNxZxq3PBY0IDZeWEP+s9v6c
UWtNAGf4CEKk7+B+ExK2Npg92n3ZBykDgwkjQ/7Q9g36eLc/dmtVoUnQIEVoior/emzUyeJueV0B
753vhYl/2kkYjfUE/ENXd+LjxiGH3qXhOsuLAE2t1WAtASSYrdIClReax0Zz8g92rmY7o1x/EqoU
dE1oYCw10vV09lo3WxN2X74D3OEMsqF1O9yMPo7Wrv/HBmcNRWP0xwxYOriMrccCYKrQpY4Cv6gp
9Hi80qfIW8pGMWUMzf7Mk6IZDlFomYPXirwdD2UewNzXK70IVVfXyQ+P1oi70PH2ul7vqeWHUSSG
iwFnbS0CIqMwZLZFvOQncxieqHumPxAY1U8lTnwVMnut0A/qFDaxm5W1kf43wy9AKjoTBNv1GRrt
EsMNWQn8uOuM/BDR7uuRNwL96UphWz70w/9wdl69cRtdGP5FBNjLLbnc1a5k2ZbsuNwQtmOz985f
n2d0ZXGJJZQPCGIkHzJLcubMKW+RtS/gIrPY70aUzXYCyPURBpQJegPhRdQ5roTByyYaC7w2AoTB
Yf3okuMcCrka/CJwtKc8TPdGdRu1LhcKdbWNegz17rrcapq6ZrJaBmdZq2JvwPRMdlE7ME9zrxVe
r3SybygJLiCVPX5IorY79vpYPd3+5lsbn4ILBAkNU+tq/gRZaGhbp5HO0TRq3uxMkGezrvDVwjJ2
ztj1SRYXKC1TYoagsq8itJW2ZliOpXRWMU8E1UM9bam59j92ETNqdNK4eIRU+et7wFq6vioKW7zV
ZD7KSlafAH4l/pQiJdVjnXLIUjzsYgsRx9uvcmsDMd+ltQaWmFxVPP9fPfaoh5gXLHpwRvfX9GpT
09+FfV14tiwV7yUmEHu364ZaNg5zgvZNN2hj2pvqrY7leuecF+Ahom7LU/U7CmFh/WQMi5kfi7wv
vlhdp31uh0LPPMtMLcsrAjsu3Qh16T8D1L2PWtnS3bn9MraiHHhIQNVC1wIktwg2f70NfLqWTG5w
kUwyI82Pw5imz7KZqIi1os73ZZxlpTpCHy++y5IT6i7S+MVHLbbU5jD2VrJ4tVRhy3n7V113doCg
ko5w6gzRZ1r9qDYVaiiNZZ2TWH6a+/yhRIb8FDutcZlDJfNJD/7tbXU5hFmdfb299nW3kPfA/6hh
EIwwr6bkhRppZk63MFTMd32RHtKo8QAiZY9ZGQF7Q23z7vaKG2cbdJBJHQjrh2mI9voT4BSXSlpd
O2cniACAO/LgR5ki/1sp89vRDXR2SSq5zlA15gZ5vVRfzfC9mJyeYytXPU1q+gOUr27n820+EEwT
MWlEd2udeKSxRpJKC+YMTC/0gfXnVBhQDZ+XUaPYePvbM6C5859hUkha/vqR0KBS9WCihMbgVzmA
PS0OSOIYrqkGezWg2Hav+1KcUzTMyAaQ+WLJ10vJJax1W+qdc24YfXzXDVDI3GDCGgN/uWQqPdmM
QaKrgx0+y00q7R3WjcjF+qRZ1AT8bQ3wofdhk2IRR2RbWg42xAB/0br6UFpD5kFa29P3Fq9u/bx8
RRMvY2RDrwo3+KeqMotivm+N8R3FkI6qfrw389x6KpotkLRIyLngVvfNPEjMAShMzuHsmPHFCJXy
OY81wrBcWUHvIzb0dqw7zRbMa4UkwQayYkw7u1VDqjhr1H6rcts8VPkSvKMTl+1RO7fOAvqyKMLQ
eMHQZHXPzVLeOyN79DxV8oi8K3rHDT1JT0bceKc7u7EU00FUuxnvC13Q1VLyAgJGm03tHFmg6P1l
ZPJBy8yQ/lRRi0Hg7XO3dXPQmoVmJQIX6hqr5dJaWcYF5aIzyM76z5hriIGBO5ZTN8mokU/zUpbT
k9aMC2r7YYNAzODAnj6kqdrQhW1hs/qTXMl7LoUbuxZXYOpYDgrHZB3jEECp0zyEwp/pUvNlkcMv
k1FIO/nYxiKOKOso3xCnupqUyVGgKVWA3J9SqaGn0Ck8SzPo/tvv+PpoiIYWaBxw7NzP69SzDWql
1wVwsbfL6qNk9s6MZ1dsAn5Zkh/xHO554l5HOBYUGqo0Ugy0L1ZnMUXp0moV9Pbg8QUfO1PPj1Ps
VM8l0CB3maPhK1yjwnMSo91p+m8+qrjw6eEBzV6H8VYJOi2RBwuQ+zSfQI1VDJM001Mh3DKJ1N6u
ioB6O+bZKD0Jy+SrqJM6JhP+GlhuMEyncgqUu2YYrTdf7cj9iGaUiiAxOeD6vlUR2qRHZJ0hL8Pz
krXwoWiWn446lG9/f6iW0igSu56J++oa1K1+SNURRCaq2eqj2jvAorsW3dlGUo6LHBs7XcrrNIlJ
I0QadPOYGKO4+/oubKwhiUyYV0AIED9PzLjxJ5QmvEEKpouU6LOHcM+wcx6uIxxlGHW/yW3ENbye
+AHMcNSlrZipNo55iEvsQdhQlS8U4D/fPnrXBxzUIvAFMWFzqFNEivpXXgzYp2f9KbibzDj6OLRj
c7YrZdyz1dp4IpbhikVxjZe4ZgXPWofGJdy+u9LWpcqTFKU8QEmc+oOspnsjgM3F6HsBoRUnfK1k
gUSyTmjMg7tZNrNT21f4MZl1cBcp9R7S+6Xd+ip3QLaSsT45Cc1y44q+pmB2ZudmE12k2QaXGSHP
YflynyKD1Mx692vOq3E6lCivm67cZGgR9UZX/CgWJyn80DIKFPynqf5SGGX+eyxoOh37pZ9LOg1Z
+TNiXbhi9VgHnm70VuYlSw3eedJsyXqvhXwz1Q1D/GrdbEl0C6GjuM+8sihR2M1V1NEOS5+GwYHL
dP6i1UH9e5zTBDwhwK4eBSkAHUT2GW1jwWj1iPUWdonpzGYreqsbvGoM6veGtNDiypcwwqty0fIv
S4GjuLs0xfBnScLmDlyRoRyiwlF6YJR9BuFDXtKnabGhwbxxw4oXLkx0mMzSaVzXTDAQ8yLAAekS
TG14YNRTnAsVgMPtVa62ECBbTiBnkIoLsOgqzMiRhERBN0nnFkzYZ12utEO2KP1jFHCn317q6gS+
LPWiFsFKV3BlO0IGwjBAZ1hNG/va0Kj3S5HvgQg2V+EeoJ9EW/8KjYjDfG+i70EzbcycEyqSkl/A
X9t5lqvbDbkW5EuEzidEi6uud7U4TTLYRnBmuKj6gdVlniKp8dfA6ZOL3kzxnrfBxneiy41urgC+
caGvLh5GYa254FF8GVIhWdvK1ikAi+dGEV7ct7/TNaCTh9MhdAh9RdL49c4rlVmtgWVK5yUK6s9U
llp3EM20B6VLlsGluTEMhzjrsxGq4zJyVCKzu2AZGD4lajI9qZjOP0+G1kU40k1S75almtg+B7f4
yei52Rt9bXxyohI6KyLe8jlW70ZZzGTqoLKdrbxIPspNH3+HXCnvyAa9WHC/joBUi/znIebz4ek4
vb5BlDCVstp0IFbZUswQPgpHhztZo8SYG7hyd+kw2YvbBjESrTOuV9JdyNC+u1OVzv6Rx44WfdSK
UBpQfB+MrzgBwZiKkIrS7tIibWaX+WNn+aNM8LwfUOxJPSMymuijEkypgVhMbibIyKqdcZLiWGo9
WAfpj2LSh9lrBwO8IsqYBREOhUHNN6y+ro+RZgQlrW4ZrAU4o+UPXeAa7lsQqHsO0VtfgVRT5S/q
IpSmX78eyUgUA/cC+riJHhFs6/miBTWE0tu7c+sgCFg16kGInV9FkaFVR6Poi+Bc487+qze06F2l
ZJPumgjYvxnzxUkAYCauVrQ4nXVJpAyIfNCeD85ZMqTQDhfVNdQsfwBJN/i3n+sqUxdLQYWhU0XP
8GrqjZB6H2gB04k5nnRvNNF9yNPM9md5GR5aGlsnqcBKp55M8/ftla+ac6wsBOgILjRwr/rDQ4RY
pWSPzrl2gCi61Zwad3FOWwDtxtqTbCQZVTMDXpcbiw8Kv9zJPLc2DmgJCndEoQg5q40zKovMddo6
Z6MIossYmYuHGkB+vP2UW+8XBINM0xbpARhyr7cnepnLYASSc9atBok7/GiGU2ZE2TfB5buTpPFH
M1qtByjvzR0D3i8TJ3EdMeUgN3y9slQC3sJpOzgb46KdqkaTTxMoJ9DFVfHWjgH5O2eZk8Esjd6L
eNV/JbmtPqDwJ/ZrYDfpQ6HKxX1R99axqYa9ynLjq7FVQYQIMePrNt0sWnRoroQXFMXbf2otFIzP
fNiR79v4atCqRF3CeJlaYfXuzBI2x6QjQKcNdvonVIfxVAwwbP2qGZ3vi5JrxDWjiE55WgU7O2br
CQVR5wWuKyZFr1+mlUq23TEFu1Rlb5zg32sjig0wrg63d6Z4htW9wk0LdYKsekOD1+mWtGBsEF4W
2H0+OPO7JR98J+6mOzxN9ny1N96ooKpBE6XVwW5evdFZm2NdjcL4EmlV7WeZ5RyrfjYx1TGTz1qt
1mfVzpuvHRyhnc15VWEKHhIMFY4fYY6h3+v3OaWlgwhlE18yE4zfpAzGqcuy9BOMWe0+W5o/8OOD
nQLzJUKvXi5gTgS4MKlgMLWO4HNuAjO0suwCNaEKfHrLEhJCdhm2rjXa/eR3bZknxy5OSu0umJR2
uOQg2oCtDVH4JcPPd3JnVOJ+weRXDXfQ46LyafvjHKI6veFmbdl2rjawTd1Wl8KTIk2m5jZOY9iE
MUN+P0Wakl2aweyqSxs1QeeWVodpeoz65b92PsMlkJz4PFR9o7pV6cSPYGvDrya+u1+DUB7/xKGM
TVdYg/Vyo85Rf4G3yL4VmBWEvokYUPRoGPjxdqmhPzGgXR4tNixk/UU2Zw+t5frT7f26+R0599S3
IFav+ru1Uyj9mKFZQI+cuVe+KJ3i5qozGm6bh5V5GmfM27wJTrC2cyQ3riqKahbGN5UexQs75K/4
hl5LjJR5Hl0Sq8+6UzakITjGNtSNpzJtm3ds+PGnBF76PWlxrz6g7cpc6/bjX/dJ2ccve0rk4wSn
1X0VK1rWj1ocX+Yk7dKPmcG1DZ6RiT1EEsKS26OoungS7sk/YahPHyb8iuQDHN828pTaGp6XQUuk
nYrkeqzNz0LdENw90n9QZFbhypzGIGw7QmVZtO3gs1BbeUNdwWyZGEIqrpMrsXFSlKHqvHaujcw1
WlMvXDvTlZ2qcus7ASlGUEpjknOFVNF7ABO0A8KLCgvvIMacflLNwWOWgbEKchN/VqkoDvEE4TBl
aPzr9icSj7o+9AAWmfuh93hdwATzUI6Nk4eXQm9q15Zm4yEgqd45BxuZKALjGJmAUmNTrufqs00F
CNGKVUIqTWBPaKKwynGsl73Qub2UGJ4y2gWtvUpeKENbK3BSrohUdfyun/SPWqKMBzQs6p08dHsp
mu08Fhzc9UysCnuymCQML0k+djhbyfohL5bF7Yd+byq8uWUpZ3HcwgJTgI1e3wjNmEVFif3hOStS
8x7dmcKXAs34pElF+zjFJQphcpF5Mgqhx25SYHppQfbP7b2yeZxB/AsKpWAErqvdGmexOFJIZHpl
tr4x5ozJgeumet/KWYKSCZax+WlK9QhMd0p4e4efRrkcylAbv5W6IjmuahbaniH1VpBlBwtjCpyW
ruCpcpovFlEkvHC3DT+RYp+Asmeh/NkKuvYeSU0YteqIEdztt/HSn1wdHUSjqETIx/Ei17XXnwTP
yYEJohRfmLqgQV9jnPKzBJf+o5xm+Vuh9vXTMFtZ8aQmQ4lySS33sgvbL0FfJ2soSp2us55QwEk+
L8joZm5uLdIPvAGHwiuWXvmkVc4cuXFR14Mra6Oke6jYKP3BNqOZroJUNceh1FU43w4Xaz1WLWy8
PrGe8UTIjIsG9w+rqajBtzZaovY744siu88xPfwXy9+Byj+zKh9HuBeoOjI3HgpAEbD1OUuekrmu
/5WSuBy9Eh4AAHn0TtBGyqNE89OiDFoi41z+aG2lVFwE7Gt02RIt/0BpKJVfW9so7wGIttpzuEyp
n+vt0t7X7ZT8qqPM+B2H0fjvzge5DmWvvsfqiFThbM+pxu4cjfSHOsSWPzdW7RV6uty9eSVI90DW
YXEy4FzHmH6mcBrJgy6zDujNGPDtKsbBOhTxZHy4vZT40atNJuYawiuT8ZC1LlOKtkaAWeriy1A6
5X23oIxglk15uL3KRiRD/ZNaiLkXAtbrC9ECBIvlwJRcaIn3X/QgjR8LJ4iPBe45O2nmtTYpQEmS
TJAtgAn40ypA051Fz9cIk8soOfWPdpSX7zPMwn9ktF+e+6ob349Nlf9Q6iGu7mI5GvFZGrW+8kfd
Dr7ffu6N0MG9y5ulrEdaYz05igwQxkNNfgL2rXm0uwUNIqxZjkx8Ld8oE/WrY2TmzifdKGJsm3YM
UQOE6pWgR+NkUlGXSnSp0dryISNA7kAA+THsm87DwyT8/D8eUgziaFNucMUQ5uqXkKe8JHFMj0mo
lT+HSmHxxywOvjH9nxZXpwul7UTIrb1rI1/JDATQyBXihliItBMz20tEuRu7WmEv2FFH9tPt57vG
mLGjqFcELt3AfGZ9D8/4kneWOkeXJgqgKAMQHD7JeoZodxfoyJ5VYfZBgoP5qy6C6dwOVYbUWos7
qz/mY+11nZwox3oZ6p0PvXWqBDcR7W42+9WcMFShSjR9RPavKunjKFnjaQxs5yFd0r1Z2sarFoJ7
FIvkIaI79fouyqLBLMqqji5qNMjfrUbVjt0CC/L2m944Lg4Cs/AYCBZ4hq2OLibWtbM4enipVS6c
SVsOcR94s5zMXpBCuepRsHh7ZALOwTVLy48W+zrUjlOB6maHlWlhZNlBN0P5ZCoM5E2EXHai+sa5
BFuL8DyeC6y4HusiJpZIcjbGl2pupfshsfvHJU6k2cvI+rtjIZVqv3NCNjoMFIVCoFigfxgqv/5s
FYheJVQ4IbKWNe9qMu/n1rLne2RF5UsUR/29Yba2xIQvkXr/9sfc2J3i0DDPEkfnaj4/qItp5bJJ
G7HS8pNuxd+GWio/qHX9+/ZCW3sTVwm4KaDXgQKs9uacgjIaxPEs0Rp+D1zohwzcYKeM2lqEpB+0
MuIedBFXbzLAFVFbaERclBafnQkF0ciPNL3Zo4FuHQEuAwGAAYV2tUkkQyniqONh+m54rmlDn5hd
W0e9y+IGIqNceXEDt3pnn2x9K2pVkGLMHa9x2GaBEgtOfUQSSQ8+NNWYe7aCL4xZznsmzi/RcpVx
CP47rTxoWATWVc0OY0NrQ7PKLpB4p+Co9m2dvEcmv//T6AbKj9BHUGibulA/aPQbLZcZRvehQm0C
8OwSfUuSATVJKw6qHy1QoV9yGPbPRdahuZgXRlW7o1NZe8n49ec3mMuIbAK5YmAZ6uuDxBHS2zmf
s0ul2VgR9YHiozVc7TQOtlYRczNZdMiu5za205PsWiEdsrGIDwm6KP5cp9WbDybbWKNrw6eGyH0V
FPpoirquRpJxMbMjGz47NY1SndMGtsVbjybDGugkYgjM0OaqoGvsRG3HMblYElj6KmsrvynzPQGp
6zMDd4oOEMdFodm+ngbmc9fnYZckF7lD/9VVu3rpPPQxrPdBx2TWVatJafwByMkeFOOlBnu9mZlI
kRaIOREkyfUs2KSYQlkyzi/ggzSRiLSq7Q1q30yHCluQyE2URXdGiqywbE/0Y03TleRJ/lFlav+5
QB50OIxJD6WS29Rk2DS0+a867xRMpOoQTcMITED44JRxBPgVmPhv2pDTewP9VNODFKG/150ofqoV
E72UWnUakBRlrk2HpVMybP+6zjZ9tEo1IOVRqM4nvlcxe3G2oNxuBIOdwWBu9QaGtpJ3nt0IaZas
zfXYKytZ/2fRSujSg2MQcpJypgDUs8ZGTMjgH9/eK9cxiFdpkLfTO0PJcD1fABYPnlJTuR6LLjll
2Hz7almlXmmlzk4w39owgmsP/xeszpVAThXM0ShpU3yZEDh1QayaP/W0AedrDc0znBQc2qb2zVhc
LkHmscRYunAoQa9CyNB3ilanpMkgR5S7dobwIpcOlnCTKh2Ac9Y7Z++68QdchYLOpLgD03zV0Wmb
DqWjIrkodmlkhziN9F9JYwaKIAOmKMVyAx2t2SlGH8SL9UsNa2TKb3/T6/xDmG2Q7mCYtiW8lUSp
1AYD+UeVFIE3BHP4iV50dt/OY/5gdnJ91tWmR1aG37+z9tZ+otxkzMFrv0aUNwCxZnVk7SLLHE/g
H4WGso4qbrbX8N2K28LpzKQOoRO/ftWpVFPi5OynABFhf7KL6q508m4nbl/nj8hrk0yhekJHCGWn
13dQNmsL59ZML6qUe2WW56eA/rsr10i7ALvYycWVjfeH55AoWnmkaymMMMlSySjB0IRqr6IMMIfm
XQL67ZMdFW3gi2gwHYywhXdsD3Rz3KZOpYchB1XUxHHmFRLWhXfmiGyYF0BUv0/kcE8s5QVWt4q/
dJbFBAsIKBfn6p1MIREPXTPushBngNMC/AUkDBMBbJk65MEfFNQFZb/uq/59GEx654HzGko/7qvs
k4wF4x+sgPPl3pTj8myocidkrRsdk+I4sXwTil1ykIfYhoCYyVV5zuh/SRd8crLBs23hBxUgxDL5
eWC2KdjMZGh3tvHG3gJohCKIJUpP9Clff3WTTkY893wGBTWQT3quO66GjvSOBqMlVJzWL5LxKmad
MB1ATK5e5KLFFfc4QCPHbqb5EqMXr7ilyXwMaJ5UNPcAOtHc7uPaUD4aValLnpYyvnBbQ1DZVGB5
OWpe8xh4iSUXz0G46Ih6wEif3KmXO1q6rd4jbDjYpatie5AfnR5wopeERdZ44TTb76hHgDDOZiUv
Xi+n8a+003tGkYv5M+8X7cko51FzFSBysSu3UZz4qTrZ5iHsJaM9tBmULl/pa1M9jAPjXbos1vRP
2Wi57g3jHN6VpTF2bh4r8ve6ioPfeRWYj4o54+JgAYr9FI+Z9hMKPRKJXeFUzn1QIN7sVjQ+g+Oc
LsO3ZolyySWIo7SQhVIy+nkPofbBCukOuuU4Ss3BwUr5MxmWlB4XjMbOc5rJ/9pBYY2upDfdz7we
Zs4v2M0QLRRU0V06G7HyLtHr6R+lwXn9aEOAN8gLZm2v3N3ojlHFANHiKWiyX92ysxnhRIQW+Llp
J6SZ6ZUeEr0JvVDOp/eiT/jotEnJxKwr3uVS1x86ZiieZfXqTjR7qazXOw60kyiowHFdA/BDVcvT
cbbPiJZouu+EQ1Qd6qStm8fFmWpOlhrF4X3qOGNyyjuyAxTupTS+a5OpMdyuc0bnBEwrmI+aNqJB
n1tIq6ToIBuuQWvefmBsMve/ZaWJOw+hJNreOdvls9wbbYYD7BIhGR828HsmaZDLp6q3h+pYdun4
M88s7AHQPVfKd7a9OO/MZTb1QxOZzYfEkJKvdoXBK2QMPc35v00tv7zL59mTWmtMXAk1gW9xucjp
MbfkDrj4HFOYLJGej0+QyjkwM8LoxWWY+/IytnGPrTABZjpkzqy8l7UFuzjLYZ/tBJONxIfiQkB7
OOYkBuKK+WtoO9SI5yxT6ZxVGZfcWs1rB5FoyzqMCntAStv6EJHp7qy6telYFoEKuOUMmNbjuaAU
gN1Gss8R8gRuYoLeGNO8PMRVzzSrLzPPztvA61rSUVmtxntUt5qT1s57ENuNfITrmXKE3wLT9wpH
gsZ6wuiDHwK17DDW6fIoqVPnM4syHrtenlC1z62jYew1gjcuU1VoWyAGKQsV0lUUt8ANOFolNrvs
FMegTWQvqR39KKQaT7dzro12JRcVM0M6IXzqq1bFVDBq1fEBONvp1H1EWAfb38QGg+222sIM2MzT
5WMSD0juW7XMJBNCWB9/6kdp+a6piCfUiDPCdnLDOJCLNyPMwP2TxQiGJJX0VbNmwnJlFFIittRk
fhrny0Wbxnxnla19LiZnxDdIIlc4L/5Fns+Q7PE2TCSGWwBnP82p04jbo3cuU59aODIbUbyXCSob
WbdgNjBrN0C/XiHoQOaPVldH0jkMsnbytSYUoom5Y4Bd4V/pIPS7Cl1oY5h/TkY8/SYWdU/sG4ar
RTormPZGWuf4phIY9R3ZZqoeAqsavswAzRjmWYl0tKeG+X1CTfq0s3U2f72oZkm3gVSv5zS0k0dF
DeGnVwuRChwpM20jyVpAAkquP8waNhaQP8NjVSry/RSEauNSFxsefDD9ccQrxWulQXrvaJN0XOxe
fg7ndrwDiyJ91fR2OkWZtKfps5EWI5jHjUbtDAx1Xf33zmK1TgTkmDiSnZMlj05jpee/k2lKP8W5
pOy8pI2jDEFGKDHRPbluN0ZpDaekYz3oU9mvDIZJ7ZVD33wIufT3mAebi9EQt/DBRpFh3Z7uEO/H
uM6UzvPUJwdaULi0oNN8hxSbcbz98TcSTbjqhEaB0LqWcizRf0MkhudikDx5yoJ+czkb2k5VuvW1
BMaZHc3j8N1e30A8IelUVFAjZEBPqnrJfJ0W0SkkETpEpbqHsdt6gdx2dMGhpG30U6GiNNiDBOcp
N/uDQWblS/iou6hpvL2JSmQXImBMYxSsuFeNTT0IrCkLxaPFc/cAM1VGetnG9Csb4p34tvlUAHVp
3wme2BU0oBsZs/apdNarIX7XS850pmvZfs+VyHJvb4u9pVYfDLMZJZrChOOFKMvRkm1aa3CJP4dB
/GZlezrrXAsmfzEtBdvwem9YYABHaL7BOcGSJ3L7WWs8zF7Gu8kiiNx+rI0bgrYISgiioGZ+JiLh
X5mQ1HRqAqYEvnnah36rL8ljlA/JwTKW73Uf/dZbZdy5mDfe5N9L2qscYCwWI52MxTkrZgw9DHe7
6blEO3UgOW33IARbz0e7AMzKC9p5nXLVAmIj4/dxrmyzeJRwqLlP61a/L8wW9dkxHLkEF2unr7b1
hMIeQ3Rd6KutAa38w6Vr+8DGY1VOL2bU03stF/UYGmO5sy034ghemEJYi+EWOrerbTnj36q0HSll
OUjdYUGW8TBqHcZ5ehx7lOqmf3u/bK0nRFkFhg3jgPUMGHZw0A8F6g5pPyTHuBuXf8fW+KZ3nXqJ
zcHZqcc33iTVGZ0exqCkq2u+eazEhZQ1AmsSRWgSG7hW5BjvnJCW3PMb2VyKb/Vyf17zaKcyhrcI
2+BC8B0ftMKYH+n6mB96G67R7Ze4AfAy0EFDsAslDkbq63mAYWa4npmBUB91lOM055JXTYV+mMBl
nCTFmilEFoi1ENQeG63q/snHtPBUpZLuw5CO9+2fs/XkjH1NcAvspatJlFazfumokKtQPfVnCHB3
5HSSH9Kp3UGlbBxH9GfYOeLa4/pTX4eboRmC0Rrg9uGFNj9UbRneKbEkH5slzPymNT5MUpnsgE/E
EVgV2KACuIcY19M/fWn5/BXi5DbPELafpXPSFqHvzEX6kVlEs6NXvPkS/1pl9WSVnJcm/g/SeTCT
mHocW0s3cerYRRca8NLtL7ZVSYLPh/vK1xJu3qsrog+yRe+wfztD87B+YIpunEekKA5DAEOAVNTR
PtQ4tt13weT8o9SpbnnxogElq4M3s9ypLiBciGkFZcZVLa01FO+JRmpWzXJ26Uwruzihs2cqsfl6
kbgT8jVQ99cVqyQnVpjkVXhpNWO62BkgGtuIukfHyf/HsI53CiWANEnwpVfvdgRRmNQ1IFp7ioBg
qk5xlw358+0vuHkQhOob7Qca8+srAiECp7EDoNEBLhzubM24gZgpToMJMrhDFrden0Y/bq+59Q5f
AjfwHa6ntU4I4CRlshDIvehz2NIbVEvMYXmbaQBp+H8sJUQliG/8bV2MlITPDP0y9KNh4HnznGK2
0cr5OUC+bSdfF59jfbwBdSDSDYHkGtjNBK0p5ZpaDYHW7NT3tozkSp8eEVFNDnk/Jt8owIzPXTj9
j5Y04EST5BMki2BzvA5m44SADmLRRPGock4lklsHK+7nnQHEVviiwKJdQjotZmevV0GhXxkNm6MO
8BgtkEaSz6mqpjt3gLK1ISkchRIBbluw/l4vY/UK41YHyTKpMZbQRaKqBkXbDbPimlhUNXeBtWi/
GZAxSG0WZaoOTTsPzSnPFkP0raahcpkEdM7BcizgtGJvRG6ZLfm/crE0rU97U90bBW3taCGiTF1D
J4UU9vWPVtUlmiDISudikOfLYjfZL6dQNd+0JuV/HFgL6D5TPEQJr9CE6GQ1o1xlNDTK3D4IGJUb
m3J/qrpiOKbpXLh5WSY7XLOtj/Li7Id2G116e7XDQDY6USMDN5OCcUD7UcECEyMIPzWkj6Y9Q1eA
kvU/jq4gw5uUpzTp1p0pR4VHo+JZfrGUUH9Oyyb2UOJufs3W8u12kNg4uc5L05tVqErXOztPFqVq
E2BuUoFSEuMEvbnX4lB5xPvOwV7SCPNns9Or5QS0dK/w2ThW1KYEeDqRdHrWEcpK8LfCATa8GBPg
W1dpZDCbKODKO69zcx16YHTCBM5k3bnQy8CM6taAJd+k1egOxmgdR2zbf779XQoHSLB7MvnV+l1G
OUoSiz7QxEQp6cKwGVGrGTAo897ggux85zkhNEEsP/bK/a0HpLVIPuuAc7tqzagMu8w2oM3a9Pnw
xECrhm7S7F3KWxkP9TD65QjQWJzBVRgM8EWx5hrKahQJSdYlrlv7AFlBaOxW80Ibcywqy88TJw9c
qCnjRPc2GhmWLFpveVpTaNVOMrv15IJIC4YBtOZVM7u0p9BIStj3uS7Pjy3dBxgB0152vvnkFHgU
CwIMyvO/DnJGhkBiBVnlDDtCuZvoTF+wRSsPoQnFQ8skFTxoHj6CvplcJ+qHs9w59aEf7Xqn27L5
S8TsHdsEIIZXNLvR6KWBQ2ufMwklk0MeAWGAF27E9aEwZ8u8Q4KoR8RRrnGcVilU/AqRluaoATWw
3VQyx2TnJ21cAA5oeqAroha9UiQxgFY2s5EG53SOs2MDSudBSyblKMCD/+Nrg0kTahcA+K90gfOl
DBAXi9nnlhz5RlcnvjTVewSkjfoa6UT0lEknEDZc32jTXARaW+NLYaYgqKK6Cu8GWUmBADXBoVqS
X7fDxtb7A/nGq1Pp1l8x9ByK6TIrhTOvCcVfbpCGqIoBB5khzd5+lwmrRgEzoq9OJfZ6G9OfqNGm
CiVEzOLg1GptIrm62VQPQ7sYGplopGhuakTLP7cfceMOJc0mKpKaoLS0xlmWiKl3GORSKuHDcGp6
qbnY1hzeB4mN9QUSBJep1fYSkxc3qFVW6kAoITAQ8im3Vk8bVdDbMRIlv6+kQvfjCvElL47QYmH+
UVCOQeTsLz2e3pqbaFHzq29srLqsGpAcVMyAi15OdekACcWa7zqoGqnbw4Iuvbpp5t63o2z8OC+O
BPakSUGKKnE/JS5WHMkP2osTk/V8yeNjh/zRV9w309CD79t8kzuYJx9aZxhwmQMEdZdUjW15AyEs
3Ekpt653QhYKJYhZgkBaxS1Liqq4ripazlJUIio/WelDPVfOsbYSOs951JbnyEkd5j9VfLr90bdC
MxB6G34+4flKYTUzIJEXSo2It6rGfl9r3SmPgz0UwdZhdTR6IWCrxFJi6/3VWShz5uvyyNUn1Ul2
Z8iNDE4V0+egMrA4KbV0p6/4gq5e76q/F1ztqqbCNRHiAaqnVmnSX29zTwh0vw8nAIL8yXH1GWOk
DMCbqwbofFkxk5Lbr3bzoWkBEqXoN1K8vn5onMXRUYGXRsio6veT5DTHeAlVT6o1ww2dcm9Seh2i
4O8wTCAftZEMfJk0/vWSpbpNhgjNGPxLBgykBx3lH1gJvhlke0XQdah4tZS6erQyAWDkJEK22baK
n0u+jJ6DmpLH7E57bJlT847zPakg0WF//U15KCHdzMhOWFisvmlNhs10k286JSrvM3DAQwJC8e04
yAY3M9vyYxrS/XOkFgOqzHyz77FgDIMoVTiikMfXhV/aGvYyqX100bQ8eh9NS/Fg93W1nP/j7Dya
5ES6NfyLiMCbLVCmaSONzEiaDSHzDd5DYn79fdDdqCmiiJ6NNlIoC8g8ecxrUsCt4cEO3vuYnBPk
D9CXvZXC6kQ3qhJO9kEWRfmLFnY9birh9D6v+vTgvt5biqoQxd7f5Ittq3HSo1lP2xxwq+nUfp/a
mAwhVXDqMtSv7x+JvaXof2FVZsM4u6G3yW1Zy1EPMzaZE+lxVqT8V6eJ3rdmbfp0f6nb00cPjF4D
KdgqfLftG+VDIc1cO0CsqT2ljtvC0MbonIVj5tMkWU73l9tJ+VhvtV9bTdDI/dbf88fpa7t0TqIR
zVykEu1Poi1Dd1pC0MhSoZzEMMwg0EztjCPD7GN0lT3V2Fh5U6ZoB22Q29uEVgvMAzohAMxxR3n9
Q8x8jEUt+CHh2KfvncpwPM2kNkW2wPL0aTbcpJHAfpfCODD02OnWv156vWz+eAeIHOWGGOYsaBZZ
7kDqdHVvnGQjy54XG40+t26XRLi0niEQF0qrBQOmAnUw5KF87riYe95eox0Fjp3bACsaNC8QP+QI
30gaTANDLEF9HqglthFl2ZmXXlqScyomyr0irx810aV+L4TNR2vjS1qN8n/Y+qv6Ig551Lg3NXyn
K9hVsEeCrDcsLyxb+ZsyDL1n4m528B32tj69ntUdm7bsDaREyFFDCwkiVVYvX5BSKGXPRo3Gl7ra
+ljSSTgIILvvlwSGZBXZaTxeN9eBFutoVRhSHITpkJ/VWKHDlcyF5g5KaPqVFuonoyVuVaoSvzMa
erZYELUH/YO9pyaTWTG95K/U2K83Hzr1dtlFsOWUJrX/kdvefCfmrDwjq9E96mRwRwJjuwvyfjHo
BB90Q+WwlDQNc4e4qdhsLaOQ8w+zlBaP1ijFf+VoQx+kanuXLoUOcgsoPBBBNxGmiodMqzG6DYoB
pQprHHEZLCeM6sohnSltRei3qa59uB/Ydp8SdMeK//zd5n/9WuOIzD8VaA61jpi+TXXcu6UUpy+j
ETKsjZKjLvXeLc+o5jc3BmrT9pZVm7aQ+9KOA6sxcd8bkYpRCvFtNkMDTf5iwTgwzryZatkt8/nX
/Yfd28nofCEpD7OEeL7t6Rmiok3vYGMZMqfCXTBSELlUFNSGLlJvLucC26xAbVXrjFHA+Ey7TPtQ
iiW2Dsr1NVJuch2FfizsOkTBEH/efGuzMaY4n4YoyJlnuzkCCx/rUZIPkozdVagygXFrHJotesvm
Ddu5zaxoThrtF525zw2ShF8O3unOhUSdjnMWY376iNt9q9H3aIbVIkcupcVwaRPRRkyWpH8e5Bof
55kOQSDbsfWVk5tnYF8RTXVLAbrUzQcwv64Uh0vrzg6b0cU2dIi8xcRzHDeIxuj9oRSrt2SVZdLR
pb7eldvPsLbqCKJ7xl85ebaTFAqluKk3jieN8fKUTnFnX5Ih0eVrSo5TkXqq/deokIXhW/YkPyph
Vn+P+iF8MqvcLnxygerN9gOr/TlZFILvAMtu2pgjPIy8NCRAZVI0nqem184xWPpfal7Jf03lciSE
t7dVyFxoKKKTsPK6X4cBtoolCUSeAxVeemCoIeJDAxza9/c3yw4/Dm1+EihQSlSLN/Mw9H6kmC5Y
FBR5mtsuJLn4exya+uduURt2QhGiZgg1KfquDpYyPUuzVlzRLGqFt8B+7V60ucqsk1qsNQn0zulb
bJkgBGpbleyrZeR2i6iQmL+C8rd+tCLt5YsyceJ9004bhA+WovhY2SGGoi4zHbu/jiiKOadqqPB7
M6Ch2u6C+cR4HickGq5zb8+LO+tV9Qi6z4ncUSjZx3KuVfNZjtOhpg07RO1FBSvxj8V/kv3bx/DT
gda2kXXqalKkE3yZJvp48CZ3ti75r4oXI7C5m0hmqUtWLXMPQ1eetQD0tvkydl15vb/Kzp3E3JCA
SbSiObaNU8JJKgQAmLvUaSU/tvXYPJpl0gX5khUvsA8/O1WofL2/5k4RQVlEKAEXwjhxO+HuRd2p
RcXWR2eh9qZCLx4aZsA+DJLkIADsXH5AByAdM0tHMngburj007xZAA3NTfWzdmzBN83mj5h9OO/C
yCmHgyRxZz14O/QM1guQofcaSv9IoOfQjgCVFEAEQm2GQLlCBs5NLtGwiiStnTzolnL6+f773FuU
ocSaMlFw3swGcenNm3kQ4UOfSMppGdUfVrx0rjnXSDPWy5ElxM7ng7/Bu4Q5SmDddukbK+kgKDGf
GNpqJN+O1ujNvzZ0r0q09OAL7sQtwJx0brknf+eGr99opGt1JDcr/qNqUIiQMcUDM6gdXKQ7rxDJ
TnCwqIusYO5tAqxDwq5NxqutzBDl3Kh0Jz6aoxMDgXbapTrVbRWZ/v3vtvMifyOEqDVp14KNeP1o
GMYaHWqC0kMz6g2ah4t0zuqU8SDF7sFb3FmKuQpQiJULwYBl83x5N6cxomUAVhpRnS3K12dRa3Hh
Nflh4FJ3Ptma5lK8rOJiN/1vKKCmpC5aHljoLpcnESrQMc1FNoRrGKI13YQy8mc7WMk/SVEMhasr
YsqgaeX6/7IsbZ6JuPXiay3M5VOdqWg8T1Fsn/XZVv6Gy2ObXuzUqgPxaoAjJI1990MRqvxLsyMT
w5QqHT/auGkduZPvPRdJlkpnn5bOTatVnwY6BJOUBXXitIjdz7UfYiVyEJH3VvndW6HrgfXq9njp
3ETGFFGDG/qSX+sRiRtHm496YXurgGqEFUaCSvqx3gt/BqpIiRJbE3kAErB/SuBleV3VH5krHq2y
CYdDwzKj2uVBYgAl0CYzPqtmI/+Hzb2Go5V3QIqzvU+A58Nkh1wS1IUseaNGv4j5W3XWAacexIn1
B7/OJ8EKECQQw/1/cavXrw3UyNR1S5oFShglrUc10Z5Cs7A/CMUsIl8bDeuM8u9Vs7L4oEi/PcJk
+bRNf3cusVvZHGGHvNCUJz0LllIvMXZKZFfTxRzE0jAfFC97TwlqkQGWtQJtt7iwGPG5kqo7D7QY
ktsl7tJuOLfWZEdeXkKg/6laAr0CvdDCoJ9mCLj3A+Pu+syZIT2TSUJee/2WkzYbmUTzlvvaKB/1
ZYxe6J/Krt0Z8bWIp/QFGpt8hlHWHay8+5IRtQLTT9Fww+vuVatPwImz8iIri4dHvP3DgPEZubZa
H+3b29OBKhDHD4MZlrzJg8qxzocOJf8ggYyNx/wcP8HMGy73X+ZthgdjAAgScQt+/413SKqVI3Pe
EsI0knol6n2TUfjoEHSVK8KG2NrEffhs0ng5GhrttFRXsgJ6IKjXkVxu91ErR+XQaVkRVEhQfA6r
dnrO89SUTwVqYT/j3hB/9V1p+SjsD4+ZJkWZl5V5lbumjavYf/i0tO1gVYOhuSXTRyCqUzQ1cnqb
9acmLqyH2IhVH9Zx/OntbxywxIoSXfPArewTKGO1H8y4CECm52gLO/JfM5R118nr7lPrDOXZAgV5
MHTe6XwgsIPy0zoIQEZwGx860dC7LaIiKEVVn2czQmNCMab3I51mf7DUX3MzOJes7RFlzLvyRM/j
aBa8t6H50uw0+iZr3bI5t9IYoldgZUFLg/wyNLbmpeB6D8L97pOCSgBKChLlduIs6XakyKGRBZPT
5n9hdCocV1YnJ3VzpY5XlPk4P1V9FJ9sMykqt6zN8fOCg+EROPk2a1wBrauNPYBr+yZahOoIXR2b
uwBPlWxxa80af9QZtE+kM6foVCrZfznMTM8IygpQ6BsaUDugJTyQF6wUYtxzbC7Xx7Fj6O9lY2g2
7pAlIvNaVbTGwfHZ+7Z/rrz+/R8JA+1vfI26NA/sSlpe9LExA8yL24PO9+4qVLu0KJjTgX5+vcpE
gzQqmpBP2zlGGUACDNE5TaLB8e+f0d1PB+gEkSfAfzeivrE8Um04XHGhrjZnQ/uFEtUPjL5Ur3SQ
br6/2E4IJhoQB+nBrqWh+vqphl6eIivT0iAbVTX9xJwk+6LimKG+y0wrvGCEUD3I8jBd7y+784xQ
+xhpERfgBW9bPr0+60ypDTTfuwEEtFioDrwwpQWWqFn3qJaDOOj+3PZ+ES9FGBIFW7QDbwTfgXWK
OmnpNZvlSHfdHZtRbZ5sqZdAxdqV+LDIqtDOTZnk8b8dilT9uRijXv/09gcHLLsKF9Lev/m4KCqp
GUsngQ0g+hlKa+XXaiuAyVXRU2wNR6JQO3MznhsgPXrU8N1vuEKCgMhoBOUZWxswyYrD2hfJrD+1
9tJfWsvEOiTOkFya1c7DK6f1sMJ9zKRI+UZaJw4++95uW+9d0FUreGt76yLSPug6jZ2gijM6mvmg
S8XZ6Jz576a1E18Mevfg1Er0dulB8M7wpcAvrECrbe8jQsUtzAqmVlEUFr6+lLnf2melAO6fiCfR
O++11CoPrr2dgEGSiiHN2hu4HUgDFALBIBxGZXKIfEvdWy/OUh1xwXbSQlZBBXCVUFhV814f4NhR
C4dCCcFTQ0o8yBnteVHm0J8LPGvv7929pSDqrbtoxSZvW/olgJbKWhBxcpYR/lPTt7g+Zb0TouYs
cJC8v9peiICiBMGGBv+KaH/9YI0Ey7iLpTQo5AmntgR0Sw+A4OosyY8FXNXboy71Ge0xwEh0B7Y5
SpQulZ60ahqoXdE8MOa2/XLUugdKxOyUhkZ3kPvuvUyacGs7mor9BhFXIiIyqBLribGLg3gMl1OP
qo5fIS90uv8md5dakZlM7HcoJ7kyzVKCTHogFSQl9VKqp2zqlC89PkwHb/F2z0MoU9feOiqfRLnN
buy6yHHSesoCVOnJL6k8T2oPHfL+A+2kWSyjYy/DDbLTMwKCb7LxVZZBYNjDZja7rOXMqXYiG1q/
Zr9HPqy5WEiaupIy6b6pt+3BzXl7oay/wcLxi8oe1b1NRjmlPVJCMxmlYQxsGKL4dRLS/JTyvb2x
dibDJZ5XLq5faOvM6REXev3/X9f7rI/WIOq07Nib9rjcRyYKgzb5iNq1qWua7WNmd+0pYr7nDSB/
XFEv81+9lSUHJ3P3I3MwaaHh3c5+fH0ye6UbkFkvePtF3J8WZNMvXalrb961vxvjTEtXoAlsj9er
ACctkyZDyGqKpdCr+Ffe2CqWH3WtdBDY9l6lgsQl81Ay1xtw98qjl5y+Zqmwr66jZfXn3phq15IX
B97UJJ9BUY5no++MI47WjkAKj0mdrVKVwfjZVmRdo/eKRBsjaERp/TVVevqzEAbo33USIS60JjHn
yGMpeWbyVjdXp7eSExfB4JtTl3zqlhisCeKOb27p8LMYuwA4IrW+wXlEmhClpBnkhZHZzCC30vDD
gixk50ttC2j4/oHe21GwCoCPo8MAwXCzo6aozi3sotMgRDxbc9HHsj81dt+9XQKQp+KwAohdSVbb
PZVYDN6XpEqp+odWnFMkHT/biAML9Drs6bHqC2p7yMl5hCKhFh5UEKqyc2RRHkJvFsjmrZS+pYu8
7p0iDZZlabIPatFPaJZp0RL5yqo8+KWYaoGUU6kkaIuN6ajOvgaSTXNVBfE3N7H1OsYXIS0rV0pA
BvqT0dndNV+W7ms/qTWUjKEW6DnOoXmui3lKrrIstNBdZj3WDgLg7bWCMtvKuaAcYu9ue5sGqrdF
VWZp0MpqERTZNPm9beTXftGO9sduwAc7zjFBSYcW2CbYqqGjNJ0QaRADpnpXCV1DqQyVqtOMPtsp
aZLp2TZG5JwguP3P7mMQeQq2SW/fpWgYIUkHR4850yYipX0yRIaBgCw4w/5lWoTkWUVhHcS9vbNA
jooXHVN48sZNMxVJ4rjsbWALRdaIB8NqpSuaYfZRg2Dv67EGQph8PPQ4Nm90EbaokJtjutoqph/L
iel1PYxNJ4+sA1b2bSZHAwJkHDpfwNBvFLcI2iPElJEsZ6n7ZwWBeCzbaVlOQhH+otmzf/877e4W
sJJMzehz0cXZvMIhm9BeXJ2Y8kWTf6AGNItTb5VCf8wVq1T8lmZ44+aoC+auU2aV9T4ZSvudnPVQ
mO7/lr3XjCbv2uYkIbqpPOjZRpI9I+keQxLybb0Ngzh1rHOKQ93BY+8uRQ3PjJdzcqOaqIMigQwK
rLcCKyh8JZc75XlE58vDvIW57/0H2/uo1JW0TvmgtyCRGGsU2ZIySqreKL0JSNNjlII9cJJQ/wkI
8wjeu/tRwYfANKLeQZJ6c0eoNYrqtNxwvglHNXfROMwftV7X6ys6x0vmjRXdA9Spok9zGafNqQ7b
6JpNtXbUn9l5z4grr81/9Mx08q/XiUnHWxk19LpomSyTVygLjjLArdKrKMfm4MrYXYvgSn3AKBaG
w+u11HzgU+NFEwBvVq+mk7Ynx4JPlymQUO5/0J24w6iXfhOrMELfvt9obPUYGjHbB63AS1F09TmU
wyM+yt4dSK6DsSjdGK7C35/5j2adNk/QdiFQBCZqrbqLIOX0E18p5R+ATfaLppQVVh1jqJaPQyVq
LkO8B6fvaK2nzgm19vpz78zycNKR779WbR/J/linY6a4mjJji6roqFZ7KZV362Jukq0AHts66XOd
O28/2kBgKIapvdFF2WZueI4zYUa9OJBMDUvexlbcvIiya2bmxsHR3jlsLEXo5NoBg7qtNQqRaEId
kzyo0Bd/VqSht70WOtK3ZJCms6aHs3JwvPc2HpwaSEOkxGC+193yx2eK+wW1joLsG5eK+XnodPvS
SFGPaOLgHJQTO9k3Lh6ATsl/wWRuH66eq0VA62MKZEfJe6l00oelzczqwsvXn6HMWQFzzQY7SniG
B99wb9NTxJDHgDIi919f/B+PiZYU0I2CtRN0PE4zYMxTbyT9wRPuvcxVGYsrnXDJfft6lUoTStiv
0zSnKRrTBdZkoNEupf+ai54e9BX2tgo4UrDt1Ey3pCs0NVNk7vscnzYzPSVqXD9OUvShVkXll5Y9
HmgD7S0HjGJN3SEFsGNeP9qI+FA9AqcLyqrQ/Y7b5u9ogN4s6SK7FJpxNMDae5W0jMnB0IxisL5J
W4wks1pdL/JgQZfez9Qx9NmSpV9q0ttHRvgE0A6idQjH/wYDQ72ClgoorUAORfio1KI5pVFxNFDe
fSDEHhiaAJK6UTkEXj0Muk2bq58jy5vozb5UtaO7C/q8n+9H+NvuKw8EFQcCNz33m1ZhJirQUXWe
BXbbL2eJuMgMLLbfAZ0tLl3XZQ95E8pv7oKyKHIW5MvEyRuEbgmCr2mijEDSkCobkSK4y+pf959s
bxdCSqEvSabF2Gt98j+PcYFlugplNtBA8UJBb93KaeZzNIvGl5Ty4D0erbbZg3pTdlwLqGCLKjGe
6rz4njZZ9r7n6Hl1N2en+w+3t0MAs5Gr0+ZBa32znKPO8CrKKAtmAc9gAHLgSTHs06jiBNxfavfJ
ACUD1UMh9iaFxId3QdCYzahLknNONDW/ql3Ue0mayKc2nsT5/np74Zd9D5sdlPEt7U5TF8cqbRov
TqbkZ1L5OghXVeX7q+y9QHInxC24pm9nXLWOla8zVIjA2cI5GdBwTzOdyms0qO1/+FZMGKhQGbeQ
JG6+lU3LOB9NwmGUqsm5CpNY86VpmU6IP4viYLG9r2Uhqctghy7ZTbO1iharjTRioRTLkBSVePQS
CyFneWFeZ1XdEQJlL36AugGZCmkQAN36e/44ZaBOYJ6UXGOzU5Sf26LvXAR0k3NSd/Jn9GWWk5pI
R7DVnUVJErlhqIT5etssi31YtNnaJ+cFdEGVo5rs5r3Ze7PZR54pFZgZD2339f6W2V2VGLkqQ3Fx
b1WaJEuFY2otadCVWB0mVNCXnBHROW9j6xGZnvK8LJXy9n26CnYymzSUtVe/qXBq4SyiTlsWnbvs
ZSiX+EOqJJlfqJN+ABbbORLU/TTD4BdRW2w/pWrFuiNCfAknK1bsc2jmzbsoAzn5UJmUNgelxc5G
JZ6s2A9YkauKxuuNM+HmkWtxSD2e5dY/TdyEFzE03cVIRqlzmbWOB5fO3udjCEGJtspr38COeYlL
KQQWj9DiJC9J8BJR9Ti6arEqziXweE+XscK+v2fWs71pyK/lwDrW/Z0QbT6f2tiDMLFpD5pSqd9b
yvRCGWueEwtfTituksscldNlwqzr0/2F9z4ma1IeIH1325dSynbIAJ7QiEPYK/Xw60H6txhhMQnT
DP/Dt1xB67T9ids37alZJWVAHT4JNLOKew+N/Lrzaq2OaYZVUKre2yUX/cG9tHNPcAFyr6PYDlph
m/XhOVusGS90uHXWYjpl/mzjwXXwAfdWQUeMAouMjxi++YCp2UCL6ul5N4VR+9m8thtrUR5E7R3o
GeeNkZ8F8YfCavswaZSPNdLZAPkUkghPUPd9dZpaet9yDFMvQ7WidLuyKWtXgQnkR5FuxP6SADSR
La0/6DDs/5wVnLqSplcrtNeHE3JCVYBgJL3QwHpEoiq8Ev+MJ2UpzS+4hNdfS3TK8Y6SimvO3M0f
sqZ/jiZUI+9v4/1fQmd1VXPboYzFzpRzchUK6jwzWm+e9OTJSKWELW3mTtCFUf/SKq1+nitjfody
s/wct3jK46LTv53nCkhDdtgOzJ/RPNq8FayBzaWs6PW2WfwzR3OGqi3tXERX1cuYSs1/2HpkXUR+
wv4tTjjKOyAohklKqaTLB8NqsncxUIWDs7sTKDQyfwVXh1Usb9vARnzDnCN00wPAZ+Op0+yfcxf3
Z1Ll+uB+2YmFMP4JEhyjlbe9HrU/UwUR2pNVypDx26r+rsdVOj0Udpe/yLAXareLixLMS4PpxWBP
pnS5v5P2Vqfxi7wrWk0A1jeJSrTYdZfTrggkeq8MgIHbpE1XnZV2iq9Zo5uXFt+Bk0ogO/iOe2+Y
NiQzfQIxd+v6y/547iGKlHnOC1rdcjafUkuy/dgKswudquogjuzMnwEPAI+Aik9I3O5QlFyIwt0Y
BdnS9YEs9y02IkXhFV00fbLQ8HdL7NIuVoxXpMuQ9e0sQQrw9RLgxiEwb0f92EaMmHfziWeRnWCo
LOelX+DZ9F3i82UPXuzOjU7E5GdCPaDNu0WD4HleocHYhg9l6qDGJBniybbi2WvldvYz5raneJSj
T/f30Q5jcGVAoukMeoCyctus7Mi8qyjnRpBxDZlOS2QxFTYXsyhOS1Ph8CJAi6FerWWVAm94ND+k
Rh9DwTfMUHiTVStfFCXCtsC2x3/lMc4bX82wYvDappCesjqMcnjWKgK1Le5X1kUsU/RXoky9jptQ
Xz+GVbbILrIcUXru2676qreVMl+opbLcZQjff2dc1MRnhl3t31jUJjofHcVUf86dxL6WhjknfqFE
1fsSeuDgD0hD5j9pj1PcoeWwnJZ+0KPr1FSR8kVV+/kT/rPdEVJi5ziiGAs1hfEuL3M7dc2QTITg
mMSBkYfNpcCp4SwGdPByqU7/l9YMZOawjCHjJPL1/gfc2TXQEWjgoFhH5rkdG8ah0rTlyJBLreMq
wFcS9uYUD3/R9UAfQ0QtgqjZEXZ+52CSv8Ojx1YEtPM2t25yLHMGB3ZkMUT1yVly2c+Qy/7SqFqO
Sk9eX6aoFF5ngT8TUzV8u//MO1kM3YLVtBAY0wqeeB2CKkukGbRQEjSEyB+6xErOcr60B0oge6vQ
aQHERx6DU8MmwNcFHlnOnK0jNlFFLj6+wq/ycjpoL+4vwzhibUfAON2mZN3C9RCDXjTGpSzcYo6K
72VcHTlb7BQoaBsRsAlovzPM1+8sWnVq2PnYPcaO8Vzb+BElnaa6HYIJfjUuR/Ps3ccimUU/BtIO
m+T1etqIU5RTkkSXvVQHqd3nH6dcHM1a9ldxmIM63MX88XoVhP2NIeKqp9+Hyr8fzbLhRVmeqG9P
K/A7BtbJfUcWvkVvWCk0dpBIiBeNeh+5Qqmotyqrg7Y8SoDc376/WYluEbQqGXDK66eKK0VNiwbM
XF5if9bWILLj9lBocC9mwbKBBUxaBipls4rZD0PdgEAK9EiTXjhOlp8i7va02FmHsuVk+USU0lOU
6e0i27+tqeDdqChx3LSQFsmBK5YBG1UWBphzJWNLt0jDX7AGv95/kzvJChPyFRUMJ4NR5mYXjrGt
TW1RJEFk1uJbZZQNT5Z0nyaA0gcfbe+ArUr7UIEZKt04m6eO0Oykx9MZ/0/mEK0T9Gqee2a5/N3H
/Zf7z7W7GN+MfvC67be5AoR7W9IyHbPvIeqfHSOJ3WKQ7XONO/dp4l0czMp2ztn6WIgL0MKnyb3Z
K8miq/moVUjUFOl8JpGYHxa4pP79p9r5WqxCPkvuBt1um1omfT5OszJhxq0my7upww3HZBr4NHTj
EYpzZ/ObYGzILDlht8mWKeMdhAFKHDBocfQglbM89c1laK+VLTkG3oJmemnZpH87zWIehPy95wQ6
CmmDmRJ16eb+KrUK3xh8hoJpzNvMD8dC+RimY1r7cqzO5/svda/mBE8AMoUpJ03N7RmQ8igszcYs
gxwNw5Mya6GfyVPuplYvnYWlhtdEcT5RKOKBbJQOpGQl9u0hOziKO1t2dWPD/4Hrh1Hh+vd/1A1o
zTdhm4oiyNUqeihRwvEmsOpno3BI0kR6lKPsfOGVRLgGuBVjtH1sVa4kvUmsMhi1SW6RFknir/Ik
qZ1vKeFM5pKY77osTvwZQuKv++9857gA8gM6AlaF8dr2umjskcs81IugK4D48YFD430kW/2RhtJO
8gc4jbwP4D/GJVsOu1osvSHB0gzyUUQoEwuosdzHp7ID5Ncg6e11bVdc/8PD0XEE84PQ6U3hG6U1
emitUgZ6KHePhd4WD+2YNgfl9d6jUZPAgqUNB95n/bx/bBdwqHqdSXMZMBkyfnZiUa+hYmXfnLrS
YNNESDmhPZwdYdb3vtw6UqYxYgA+3uriAlMBvhjGJV3xbDhlrZUguqmOB3CxnQDApAeaARMhJBy2
/bGQxjfUo7wKZK2uZBcYj/atTbtKYEsZHZqa7ZwEGtKcPHrTCsYrm+Dd9GRoQgo5CaHpDFfbGrtn
pi3ia+cocelbGtBJD5/dQQF/OU+Vcbm/YfYAwPwAiFCMLikYtjWKHioZu8ZmirNMkFOWQc9kF5xY
+72LnRQjvsaol6sgbMSulUXFLw3X+r+XuJt+NL1qp/SW+0hxJbjW4cGtvfMluLE5Qgogrx3IFf7x
aAia/LQILVU5suezpeX6lcpHPngNOwGQFIQJ+O+odEMIk4Dwm/TAcnK5pvaNpRJPmCMOWKOt1utQ
rg+C0O5rJ9IShIB+3DqSS0YewS4G+TE4Yf/Spabxnty/sc+4rc72OZlkacE/cMpkv0Py2Qy03Gw/
oraKirs1SKn8sBSZdgWDj5zl/S2x99qpdtZ2ILQ0DLZfn26pjsdKmdgRVWoUP6VkhtsuIfERjob+
dpg3b3y9AFYbwZvmr6Ta+US+gT6BlvxrhLrzZLeDOGs0Hz6//aGYbUFDoQW5Wle9fqgJxlCYqEYe
ZHNW+bOcJFRXCMwV6mwd1CO/S9zNJIZJ+Qo2pQi/TaFx2TTmOGmKoM/D9J+xbJe/+jFfQnfMnOxB
GR39YtKBMV09LdDesSvjNPa0b958fBwCCyM2mwL5FquSKqXkpJVWBI2mjLoHs3DIfLBuK6htVtsj
mdDbbePQrCeDWMu9lez3+g1X2SBsOQZdbq1hs8rm/O/ZNL8j9Kq9+ZJjJSaU5KMQYW+a44JbvQwR
nw9UHLRcQw6Xh6bKj/A3t5ccq6DDhKolDrk3gZE2+agJO2Ewgf7uZ/aJfCWJy35q4O0sV47N4SRk
NOYPvtptJAIOhqsTgQ9c303PKOPOTpt0QpRwMfOPKAGrMJqr7sWc9Sa6CC1R1PP9o3F7rbIixSw9
eXgBN3Blq2op0Aw9CcYkwml77Atfqi3lIMLuvU52BSyLFQdxk3ZpFcGuY1wfdE0eXduqUk5zMdgv
Cd5qZ0qB/uMq5/n2o8jYHqHc34Uff2wylTihUFEWqtkkLVU3Czl6izPEHo3C+WOLsu2/I9PSB2Vo
8zMihJFbwxkvDz7p3gsmygFEWqc5JIWvT0Zt6yPvhGEOnfTiEsZO+EjyctQGue37MTSEF0mnygSh
vA3b4DtmBeuHNKglaR4uc6I7V4nL+1OkouV3Vnshy/Df4/wDANxk8Jiktu/fvpNAGNJpVdlJxJ3X
D4psX9QXagx3IBTRg6ZJij8ilnvQ+9s7IRxNMJv0rwzyo9erDLzkocegJlDtaPHmYhreZ62KHnoU
/UhzwC73H2ovrhHMTXpYAIdvEHIlKi4480AfkBWCm9RqGq40sf3QIzt2sFH2zggujsqKkFvLsc1G
EYWqsf0soN1xXvuDYwAxR4sUhollxqvKch9dl3Ie/r7/hDskbboikHdXjjLX/rbmHWapHuWKgjsy
min0bIA23jSF8lME5PVfo+ja3oMzr1yMKJsdl1pRD0/Nstjv8NySGO+Ukf3z/m/aOzPrx10ZuGTF
24q0QAHRbmcRB92YaD+yyC7f6+I/GLqu1zRdKCCWQKi3taBkSzA1WkYDttGHgTUiw+KoYn42W/lI
Mv/3QOx1VsCHRQKPAMi46gbPSS2M5JRDYE+zJMfMFTWHp6YYi9ldtKYDo5FF2KRFFrJe55Qr9BNu
gkX0o42qGPaI2n0RZj28k/u+aP3ebIR2sS22PC26fjHdJa50xUXCUWMGM4GKPdu9Y5xwzKm7izTI
9anubD2nndAkX3vNGWdP6wRzAGVaQG85SlJZ3gJeV3MnRerEQfTf+ZyrZBf9UpSoboVSEZ0m15NA
UEyV80kZcvM5R5j9oCzdOakswh7G54NYuI2AkZarfdZrSQC5qPfxC2cmoC7NoyFG+eDO3IlBgHPB
hKyf8rZqUuOsnpsV86KPsoKm/DK+G3s1fraWRf1eypM4iAy7662zTvbpjpCXsEok8y3uaClHJDFJ
zK/ocOZXQffyHQq+9sG9ufe50OWgLqSWumVJSLUjUMeI0alr5YH5nDKdYKj3B6vsfS+eBy1iOm23
Te4mWpSugnkZTHOePiqDWfuVpCoe1LD6oKhfI+fm8K2S4SQAq3Q4N9TrO6NCjxEXEgAOcWvMPzO0
Jr2B+f11GvLBqyU7fbJwinrfp4emVTsPiWoi9dQ6laedr75eWekVhosa4mQObSDjjK5n9pIUafst
T6X+n/tBc2eXAFKijwDji1e6VRkyW21GWnmlE8hzcsbGoeq9QWdmXGad1LptqasHBdzORsGYl6qK
uQsEu20AzTRtKaekLoIllirPFKV2WT1nTvefa+8dQiegPbF2nm8cikzJgJO4JEXQdjod7ihOAox6
TQ9Q2pFUx95S5FDAuMkv6JVvNgq6V4OD0WgRoMO1fMdRMAo9BnLm1wSO3q/7j7Vz3SMIA+jGYFrK
hb9ZSxCc9dTAMLVSx/xZmca59cKiUz8moZqU7qQqFWqpVX4Qi/eXpYmGVZzCjGf9pn9074aVnVzP
4GhbeyoHdyCs1K6Ic+MUT7pkeC2qZcEsj86R3d7eu2UKA+oTHDlZ6uZ5Z07J/9OIxmkw/QR/wU+l
hvNpMcnqh/uvdm+ptelKX31lI24zKSkz1CkrLK6CvjRQnEFg3rVqPT8Vowbc4f5ie8GF+wYULtib
W9WJEYvkuTDx45BHw/zS5ZOCvq3WWQ9m3hoP6VJrVwX20HNapvoRKXjvQWkxQ8/ipeqWqr3+mDrI
2VnvySoMG9pL1ejLSW6S5pwkdnRw1veiy59LbfZN/n+cnddyo0rbto+IKnLYBSRZ8tieHLxDrUmE
JjUZjv67mL/qr7FQmZp3zfZyC+h++gl36Mc8rieNqbFbZMcyc9vjyO3xezFSPIdkEv37qBUENK6C
f5p/K7ni5bMZSivrtMSFoNfG36k5RG/yNt0Da3HP8Geu7ob1omO70BqiF3cVoRFCSRkzAJqK6sQy
PxaUN0vlw5ZX4OX2unrMl7R1/CjSRRcgpmP1QYKCP+UyxBKsV8qyCBytV+aTLV27DubYUt/hcmN8
cdoidnyYNVmDn0AxWaFq5q39dl5E81tAUcp81228j7GwyvLOs5GbOBmu1OJDm5RV6ysIdF9yTcPV
3StEpAZJOY2/bbV0cWCpXPWrZpeeHsagJN8Nwxi9F4O9tIex0Ms6tPUJAXcvi4c3yuS13VF6mfHV
LZVpCE3RxzIoc2MpwpwxjRe2lhx6HxNdRcFodFkeJ92o7XM99mDdRwXIfeBBc/1htRSW7yM6bcSM
yBbaSa+bFvrjvNCnHZCcC+a0EnnQRYoz+bPVMZJfgC3iiTgXZfsI4QinYZm7eU12UU3fCwQHUbim
twQypYynz1M8iU9EKWd5aj2HuZQP1j+3fiI2OSEF0WrJtzaT6XguatM7FQOckbOij218IJvXssAQ
qpsfIjUX9kEtYhMXCTPWDeJaaihBZWTp4wJeIA/xemp/ET0m+17Pp1Q/xIrSgIsas3L4lM0UOeHi
mkX5dqlk+6HOpP2AvF5c+Is9Ts3b2a6T2s8be/nqWsL7MdrLfPQmPKz8PkXo507R7MY5laosUDgc
h+GxF6UuHsZ2HEYf/mnshtSVI+l9YYk4XIoB7qjwRnO5U/HGi/1Y5dY7INPv5KE292YT1KONs2FN
b6q9E+qgFX6c19IMm85L78t5bHuMv4X3FQ2y0Q26qbQ+Sc9qS98BrOM+6Mo4XqxaG3OUheH8BioX
zXQ3JNUskX1wCzPF3qQtNL/zYE5B9KnHLszBR8mzJhIb7y0uC+m7Q9z9lCYyf36UK7bEro6Jc9Di
Iq/e191ife6VKAEAZmVlkPclooq2YEbtz6Dc4rcDxWTrF64tlc/l1Oh2EEOvvih1u3wwMkTu35bY
7C4+OVs2sCm9eThPqWw+DXNrdb5Zd8aXWuqLdkRo1a5+Y0mpF4GOmcZeA+nGXUldSP+PSR55x3Vl
XIsphvEHEcPqC+MtQNzooyc990dBbf5BttrPZqrnnetkE9JXAgYSUFyQJDsbpfRWuKMjYRBgpzOn
Qbti7epUyQ6zYn1//eLatIzo8KPWTEmKNiZrXV3IE2191Rqd4mK3ev7NnbziXWx0NpgjL+u+1uhz
nnrRVpy8efoMXjerD6//gM2jMnKijqL9SLrKKPEqwk/Z1C75KNGNll71bkqmGYfGaKRsa8Txf1kK
7Qyg3Vwp1yiJbCjL2FMhAkYjfM2ijBfoCbV11JVoz6Zq/dXXFwrZHKNDFGy2HIU0WQA7uiXzXjnK
n6tb1w+tZ1L27w+0auNyQ66aQdddxThF2w0wP9WTMXBsm2XKvMB1M+u/VT522dmUty5JCl6MT4Hc
reDil3ex2dXG7JUUUAKm/hsvNcbTwIB4OtnGRNoqvXQ6m0OpHSpVm/ZO4a1tgvM1bTGmzYBQrjp+
pQR8R4uIU9hiHVl0ZqP6OuueS6Xr/l0NFxANuAB0eYGubeA0pZ2qXbLQR9U1OP9CJ0S53XRqMSPZ
ead/kKcvNsoKXeSq5I3iW7upa3RbsSskWRloZ3k2hmvD9H5uvPb7YpbuLzsxua/UwhW6XzRN+SDs
JnEfZrM2lLBLFDc/RlOeflOjUmVkO1LYvr7DNt98/XnYrcFEYDa62WFYds4mdqXFJYmaMsBTnXuk
XUYjzGvvvyF2jIPrTnkQReUegWqTarIylQLo8hVCikzny91WaWkyxrIvKEOi6aAYZXHI63o4WcJZ
3uipNe/1VzY7bF2Qim+l71I1XEdCpIdlJBMWLHE1vlSzOnGs6vdQUvKdJtWfQHP90WHRUpgwiKQl
uL71v8ovXG9mELoOk0h9iQZfH2MQ25M+WnFoGl3DvRhJt/LJWFZWpSwlkrZz1jzrIqveqZg4fdSt
1JzDZYYRfzf0iGX7ZWq1yZ3hSedT0bb2iBFELZ6BC+Tfcj0CuzRPPN5h0CttOYzSWH6Uk4LYZz1E
gBsQXNVyrPOaRv/Mnu87P2uXaXjXJHTqDk4LqZQpGwx7n7THpqkGSu+bjGNr8ikHnDTAYTTzfK7C
ofPjCveXR8KW+NAgAxX52uyOX17fmJsAy9eCN0jPGgU8+JH6y1dYlok9JSWy9inPerCXqPtkpYr4
V1zdugpdMMaZMHA2gUB1Mtyv1Ly4qHmnE+dS5aEp5J6q5RYCxjLMp4hfFCHb6VCaZbmdgym9LE6U
nvI8Gg/kO2o4pVnP99eiIMl18ylJuxSXOWt5ThrHeBqZW4evv9VNrrP+EMaAZH6QCGFBvXyr9hip
dLKY+6fCnA+YERHslZbZtGpMoXAV9iTBcec43IoxLMdRMPEf3VDrOGnesgJP6IHE5a/YKoZzpsSu
41NfOsfIrMxn+GHZQ4Qo9x7h7tahR89nRXaDPyADfvnAbK2aQ1aXF7ufx/tGzQfwZhHWaIO3J/97
cylEjmmpstpG3SZTasq9FbqEGLVLg1OJYaogFjCJxd1JdG58RldlwIoqK005+v0vn4oqIjZm9Hou
c+tVp9kU9aUWjn3QGDUEtUyqe9WJyp1FbzwfDSXUYcBNMkG6TkYaQ9pk5ktxQWq7ezZwpDylTd/1
fqovzh6yTrtxPdAvQyqIdvgN00saZ1QQA5umoWz0m8HSznbTFH7V5ogTprPqA9fPDo3o3d8jo8Kw
TsHcCVtt7zJINCelXKwzXbBuVatc/Eiqe2pGNzJrxr10gxBqUsEaXl1gq3KQNk3cJ6nlAJ9C4LEg
WCJSd8TaofqIGVD7dQE/fJwEGlGobeTz3eun+eY7WsekHNl14nQVI6UL3KWh1L4surDv1d56i0EF
ypxjAVMKh5OdXObWcsx1aAYzttxKG9a2LBcmTsWldjXlk1u1CA9YBcqj9ZAfFmfupp0Ftygb2pDQ
WzCbBKO0HVq2Q116edGBWY3s+hEcUXwoujpBd8kS2Te8icZjLrvaCYzSmz9GXTac4TpVOznSrY1P
yx2KPlXU1h9Un5S8KUxANoXdpvcF7Cd0ewfpd0qR7sTnm68Y5yzqNHIxwGMvD3aRq4t0xVhc3Nzu
Dk6ceif0UvI7r46d+25pnG+v76Bbj0Zv3wQYByKFZ3y5np5M9TjaPXzYOGmfWclaApSXzU/WMDTm
zue89XBsHw4dEyf0Vq8OTI/ZdIyFlUBrCXdtoYnlpEldniqESYLemZL/4eGosnHEpKXJrl0f/q8s
LNdK4UQLTgk1J+W0ROX7wZumQ4ol6ud/f41/r7Q++V8rgSrR4oV06NIxZA6BhQn6XvTd8I/da5je
+mLUE1gjrYRI6/rM6y0uMJ5GSTi3deVX4Pge8rbDVQr226f/4alWzCjdUPht18nCDO8VM17QUZla
dpfU4bCHlUt8G7FhU3ZK3XWnXaXMK2TbYGrwR+/s6hUKWmUqXaLs0idxH4yuMd8ntbvspCK33t4q
rElqbt0o/MbWTs0OOCw61YvxKVsScZg6aznWS7vX4rn1QBQ4lBtUVuts8OWeGHKPfpJkUNfGOapE
tJMvgHf2EGw3cis2Askr1wDT7ushCAbcdjZJ3MYgbKKLqraJb7pze7YGOzkkLu3ZVA7tiYRwL1Td
epVk6FA4wAFu+eSFnYMq4FJDlitL4Wuo8x1dKBHkk6iOr2/Em6+SGw6UCAPbDXWhtSdMphI7v5Be
w3aeOzQ1B2cP3HjztiGbgvFFTcx88Oo6RV87mVpnLTkirz9kbbbQKFWTD7OxZEeSyzzz0UfqDoZY
6NSNfYthsVPtcFO2qGHuvJWVAn2Bi2+TsUY9ep4UPzle4p0eHzI9sid66Zl5HDKkCACVuAWsYAWi
vV+VXtOfqqpA0VgIHFuptovCB0rQn8m595petzYbMYdfRs9kC9ZuhjgrI50hQAlc+n60JUMM21He
Fmn1fYwm9T8PsbbngZHDzs1xawMQGigeqNO29F49cm3F8Or8MqmD/eB0Y/oFqZI9aapbWTW3POAd
+GoYeVx9f8wo9FLURXFxUif+UfRT/NVTutnXJkjuQIgm35vEnrv7rWPEI62aPCsg9DrIdiYWOm6H
nJNVWOpDoc1F7Uee05k+kCz9++sH6dYHXBXgcAZx6XdfI6TtpnUXtWAxfgyUWiMd6xN6ERH5cZOY
JzSBksdJqmNId7rdKbXXAH4V4FesMvUlJHc6Pqty9V93ZFLnMaKcxEMGSuZ7qSk/xZR7v7HiSqiB
+6HZGWXe2DMv1rv6mk0S6YO3jsC7XBtyv9S7+bu36Fn4+iu9uQxcaHgkpDSbHJzwD70xMQT8/Up5
UCR8ZYa4O5nMrdCEAMPKpAT6YW600vmaKnNLbMyGRB+GO4SGaCVh126HdprbWqjYdqr5Vtnbup80
XVP6uOykeVjgN/bP42gEq5BvBeBL+clBubqpVUc0BD9yRlkVz4YlcBF2ezsAdVr9+22NtQkWCMRk
XEGuRwdqZDZG1iE02fdF9bmrXLpWZQU7MJ/t/yEzWD8igpbroGID4B0Y7ht9TiPORWfiQ+0I6ynJ
6ih0psHZKdtutYPWpiChhqYEJ/8qNcAGpFTsFlU1qzV7uCez3v8uRF19b1RZv5kyLTpqeSsh8eOh
doBCOZx1o+w1Hy87Y2f/3og/7CjcekGeoULheS+P5dw2tatoJMm6ncRf+mbWAmusmkuex/Ph9aPy
+lIApV4uVWFzPCweMKlkjtKg6nsZIlpVPCoGhfPrS90I5fAGUDKkD+Ot+JuXS7UGZsDtmpAnQgOz
5MBPmJIsPXtTJ04SZfS7OdnDTmwjAcgl4ILsVwo4bvCXa056KrusbGilTxEObFFsfaRuVPc0gbdx
lGXYjDSA1rz8umQzktixFo9e4jC48yGNU+OhHZUyjJTSfpO27Z6QwK31dKQNoQSzaenIvnwsXcjK
WDTaPmlSa35ba9GDPibiUTcGG/wSxjmvf7pbrxHGJ0ANhrJrD/jleqU9eV0r4am20eB86BVNPHaq
JndW2e5FTKIwnmAkaZDRXJdRqUktbyOKcBlJ/X+gmRsdRZ9MD4YqdoTitncuK1GAruxtqpvrOkCY
zLPmBPgclJL6x+LhmhQ4nWqd3GhiKIBu6dmymL2mLoaRO8fg1rtkzZX6QcWDL8XLdwmOA7axAaiu
wlbp3E6T9iad6j0k6a0d8tcq+tUXM6MkKWa9ZEdanfo21mdxrJN5Ptpa/00B+Hx6fYPcWg5/xdW8
gIxwg4DMehJzWPJIHc91F5Sj4mQ+BhbxfWr37anl/9nRL7v1BZmLkvFqwM02E2y7NbRohJV4aTQ5
+XbiALFBQwGpvyn6oIDdpik5ZN8wdvf24tgfy7+XWRM9J3BR7J+16N/Ud+D5ewqq4jJmcwc2xCGD
8jvcwLVgYD7ysZZCI4qqIFGMqL+IqVfegNrHyAozyC/kc/Z/SKyKxnenIisQqoqGnf29ZRZAymWY
yoklpVwtCF5uMlcX1siwAYIfWJD3sajEcWyG6CMaRsMbPKOXOyBemFjnWIrIwlV9NJuNIB5a9yGv
nGTnYP/Z09dvDEAPv4iimGh89XMsFTRU2g2wbSH0l35vF1ETZMIwL2Mxuo3fJ1aZhpgfFvNRGau6
Ct0JBVA/1YzcDYA1mYXvRo3tBoB5cZ6OtS5J32ZZ0zpBN2T4kTnFAvYqTVw6/FPX6OrOI6yn8voJ
uJPJQQgJwEbXA/B3pizdpEo9u7h41H4HkybSsUdhCE6o2zzoEeo+Xo5Q3FyPJRqszZ6W7Y3zZWGw
iT7/CpDdVCSY8Hr4pevlxR0a5WlUh+6oWbl1aqrZC+gJ7ck93khuOcwG6osUJnTSryMkh0sp4xiD
F5l56nnGpy+QlvHFnLxKBta8LNgk1RUIBMjaw6OUVvEZHtT0r28dhC6nbBXpQQFjc69WpY1PPNPM
M06yX2VjFm+hv9vr2NW6a+qmeDKWBhSYuuQrHss6vx7UNgkL86mVIgwld9WIvx6u8GA2ViGTffYU
uCAVuLEnZkfDA6OH6VjoWJzSPN0jX/+JHi92GoLZK4CWC8qBimhd1WST6y1upmbe2TORHXxj6DYk
lXYUprg3rcn7jNy0i8hT3qe+3bjy7dDXqu3jWp8loUDW64lenqrcRd7M5HCJRPyhZPM+qja6qIvZ
LvdkD/pe/bHZn/xoRAkQW6azi+jWGq7/Oh40qqcprxT3PMjkS4bB3Ml0YnFsofoHXWvKnaz1xnLk
xTaEU8DvW04PpoBttBqmnlFrnN5HTtsGTIjx/55j5bsrm4//uhEgowJOoKm2CndebwTXidXBxP/1
XBmlwUBLRP0bY9C/Knlkvi0QrbwDCdrtXKmbbAhHDnxn8Xylc2vSs3z5SqeilgO1kXcGbDSfXVO6
gTmjLjiOiBu+/nyblISlaNPBsmOYCNDoKrgNfTXFUTux5Wx0/EIXdbn4zgQD8vP1dbafDaoCNKGV
DMILvVaEGyxOE70q5yzH3A0zM1fOTg+8J1rS9NjVUtvZJpugjT4Vnw1BJWbKtFOvdmWnj64s9NY9
W33cvPNE1d1JABV3sVVXF23yBl9xqurRndA6n41ir32+jR/IdFDsoEVHX3sDbpFm7qlLpznnwlCj
J6Qd8m+MLXtWtUrrGWFDLmXPkXH4+lvebhyWRY6Ly4IEaZOs902Hajwci3PiKMtJgC8OkBf1jmiJ
Zzsb58YHhaBJEkbziNHH9caJixjVQWNQOPbqJwDa+nlMVeeIHXcZDvWUf379yW4st5p/INcDXJyT
f5VGoFZYVKsu+jmzm7HwoXu130ZXpI9TVSDEP87/jIcCHQFzjo/IWH+d6L48g3MLgY5OgHd2x9L9
oMha9TM0H78CO2e6ozW/X3++GxtmFZxcS3/CGvvm5XI9fn/Uqpp3jtaKboRr+ziLXnsyFEf6jaf1
50U1+uPri24y6fUZESpg0rOyta9TRWgowFOWxjt3henFpxins9r3ihX2sYAyEmdEHJVnKy+1/6qi
6facirexh+WBZ6yqbmsYuvqmaLH2o20Tyhse+ji7hriLeMidrtWtVfjryLNyj3MY15311/3kZobR
R53rnWUjzS8SDdFLlcb/3He02CwMfCxALXD7r9upRdxOsadAnnXSkja80uqHvhZ72fSN8/1ilas3
5jamGdPnR1Rt9tqD9Gpww5Gh+nQd9q71G68NnDB7kjuBr3MdsOOKbW/GKOo63SJDrZ/1s9G70U7A
urkKnwaot07/+5r7NSW1Nypk9Mxni+WsTQKsfLz8s28hH4dplcMcB2IFF8LLLaDFmlbIBrFHIys/
L12Un4pGSwPp2ONO1koFyt96mcORp6+YDLTviIvXkAG9kKM+pVgmt6PrPDmVjL8O6Fc8aYuaZH5v
CCSG0jI1J3+sCkTWwIXo+edysKDUR0Nvg4RMEnC95pjeIeiB44JJU/IpUfLst9BjOCAcaeC+K5NM
PKQ26mFhkvXqD7VK7N6HqqG/dzoHkGhJWw9nyWwwHxK3yGe/MOk/+4KUFhNnBX8PB9RtGnhdOujH
XOuk/pGkvFB9Cw2e4YD8uEOimRdqFlYSl8AA41dmXbNT2W/tRZQqNY/i5AdlNLnZvF5zf5quUGvY
CzH3jWgm860799RGbbx4i5+McpkfSXKte6ttUIwcJlf9r5q87HeSGM47KL5xFI4KevO+jfPJL7PJ
y/d5juTcqST6P6GRFFXhaDvgL9VeEUYw4PryJVPK6rkd+sILRssq3DAf6mjEAdNJPgoXZk3YQb87
GJE79ndRP9kPclCm7lL1aZOHShsZX7MODgatemPF7CRCOYy9McW+jQ6jchRaKt8U09imwSgU8Zwi
WJXelch+Tb7Tao13xBc7KQPXUyT40RSxB/gvE3JjvW7JJ/zNNBlGU6fXgZkX0jwvLaJO6DllXyp0
4SUOjAkUFyVdeulbbefavi2SQQlhlDl9kFX857uKVT8hWqyIUEaQhUObtE3lI9kKHYiOC/hxbsBA
MSuajXuncKbmQdGLuX3Xxob6q6wWzQiERHXBH6Rc5Fs9EuKU2RXuGjE9K8UH69L8qPnOQzAuIsoC
2ZZwRkx3qt4tzjQ6vpV5srlTdF3+RokgT84NS/IpdMg0vpW6mffWzmpdfRoGm9YMhUn7hliLhAJI
uBo0lpM7/2GOkghIUkORvY/glVY7WhXbkLJO+VcSIhF5q4gRuWCiTESUz1zs1rchjrrP3CrDvwYu
eIeArvBWInXeInXqZFEYguOWhjOQeMwQkHp2UsvbyWI3z7KuQuwik2PEA7j/ZeAqBqFEjmKLy0Do
BSnT9BfQPPnd62nAZhXCI60FZu0AgZh6XqU6dio1FTpeepm7eLzXjDY6WHbZ7JTUt+4ul4uYKpHU
dMPrmbm3Jnxd0IXpxzSED7Uwue+zsInGPZOhW0vRMaBVs4q8MSB/+dowNUR5NM1Rg18U/JOo1YCV
pOJE3djusNxvLEVSCv2b3taNyYaqt9VoZVI5R1lnBJlsimMt7fiN0Q3eHtZo/dpXVws8JdwCuI3x
Or2+WjrLxkcOEDieGGZ/sGdVHKzKyv9Tijh/M+KD2Ozk+Dc2Bpc/ORqC8+tM6iopzaEK69VQRufF
aaewwKEilASmvY7lzWXWqdCq4L8V7+pAV+fYxZKhkXuGuey9wGtwb3cRB/HtUTd/WEMj7uy5MMLC
jqv7Qc7fOZx5GC92eTfWeh90TTXsHIsbKTl9axTqqDYAIVwnjsyUsLBZYvfc2jXWBbGXgOyX6qFz
3OrZnG3rRAa7h625sZ9YFEz4apu7ZcZGhPAlB4h97ukyhxHaIcdhiYEF9IqzEyi324km9joIIYlZ
xcvXz/JXYjwvLrKCVq2ftTjOez+Jpyj93KhQp8cyadP/qjHa04TYPh3biak8swLGrfT2Xi4Zl3Bx
p3bQzuk0umGDbuYh0sG7Z6XcC9AA2q+PC4tQTPFvfcgNfqRGznl2JTOlzBxcecAx2j7qahzZQZcg
2uDPU+38FiVm7EeRd5nrq2bhuEejiuosQM3f+aQzzotDmn9pFE5jDKcUrNDEPVs5lS8MvZVh0mNj
jhNtpT+l0OsnfJUrMjzkgU1xVNrReus1GA6f8nLunnMg27+0TBSfLW+O9ZNHd947qzFuAm8MQpYZ
FAyjuVC9Sf9pd43VHnHQGL86iAPOdzWqQM4hohP4rcT8J4W3nLfLsTPy/Lho48A0sKks57yyxuuj
5mWzG9oDYiD3St+SqsSI7ZihZeapF6jK2CNUgQtMdEiqCaiwRnb4XEAarnDJKGTm65AHrDB1lU73
G9NrPrQthGdSDRc4A+J+jhZUUU9zAVl4w0H9e2gSn7SqinzFs2fdN/NYaN+morIrQPBtDlFFGNl3
K23SKCALED9ipmHmsUw976tSu3BYvLjM71vNi5pTQ6ZTBblpt8mxh2//XRRalB97a+rea6LuM3wP
0mryS0hpuV8ZvfFmXJZxuTdqL4kfPKG4QxCB5/pqjalNHps4yE8XnljuE3Ue89BFzqULBrXBu9zs
o+pnhx8tdn4VEoGhlkZCgadt1G9cLxdDgMDMbPrZFBu/lrwonkXXGfd4q1TjQc/jqfUdJ4vlXSZa
9Q7TTbXze68AAzKWyk/dRvrQ1RrreR495U4Mev69b1r5tSlxZ4D78B7tnKqPUvMujwzvwyyMOTu0
MfnpYY2GMJftIiv9ZMmGX3x0+ZAZ/aK9ReTftg+uPvT5O9yvMDEdYD82odSV+eOQTrCNinwYTko2
p8bBjIoOXYY69Z6QeVIk/PMxZYZiL92hcPUsOZe9EVUBKU/9nOeQon0zbazu2HqLKu4cOzJ/VVPt
yZCqUQHVlpD5hHm/wGCdhBUdpRrXZaB3Zp+GZdvHbAFVmZrZH7WpfR9B41+9vytDvlFjCge/K1vL
CUc1MoSP3SCk82lRujt7yBfvjtEEwo0TBrBPUklMToM9vl+qyHtoK1P9MCfMNu/quMtTvxjs/BMz
uHzma5pxc5Cd68an1jHaZ2gtELtq6IzDf7G+jFpYeFKj8hCzJU9JCjGgSNtG+EsnqyRINLceQ7ce
irsp1eomJAjr7zstsZZHT5nab01le98d/AiUe9zg1e4+SWLKCyVOq/sxsRP3EHfZCNxnMnLNhwzR
PTXCyOEyQiNXTrOCohb84sj7hOnaNH5ATopXqWfscM4nQf6pIoXoPiAGmrbvFr1s46DPqW0vfBUd
SP3SfYlQKrNOZrnUH+uqkUv4eja4ufbIOVc0EaM64DebbNAtUOqGYcbAX6bBBN0RMdbePORpAzd/
ae3DUP0zf2ZdkmgC0niV6bomlzkVs0EwDMDsi3E8dik2GXXbJCH9iebsLE4aDmY275Tqm6xjXRR0
4SrYyWDvOkks6+qPKDWkwKmNPve6MN9R3O1pkG1uvD+rrPa8QDVo713deINmpFgbx1AmJlkEDEO1
AAq+fN+b1Z7g15rVvkgP/yxFg3XV/ELh6eo+p9yhD46M8oVrZUj9sa8xO2kE0EVEFiK/wxcIbFOV
H4WRxl//h03zZ2TFXJzux9XaVUobr+2BUGGe5QRt3Tn0183pkDsdogpTKpSAi0B9fn3VGy8X7CIT
SsYl9FuugVtFkaC3Ma4qGHXqvskxyfalo2TPCKDuNfRvLcWMhA+IHREf86rzBvW3K6f15S6LKYJh
RmlbM4oy7LGk+NeGJW1gVFDRPyDn3I6cDDdqzSnH5EIvtaeUzPe+QXhhJ+neJH8kR8B51kPnIfW5
rfnAJJercBt6axC1YjUbDq7FLCaVpel7lPI7tcT2BdJgVlfpAybpdGOvaolRTXCa72Doxxk7olNU
4x7h1SWIYTrvvMAbz7bWyrw8UtutmrIzRAqMWPztilgWd1KU4tDkXXeSlVoHiJPszm03Pb+1eU7g
ooKm2ASu/DKtBV1h2V06iovZpfkcSrQdFZyqjfxdoWRL80vXBLlRYugjY1mRzG/LCdenIZk1zZ/n
DOkbi8111zurS/PrR2Qb5QjhkLU4m6sw8nVQiMykGBITK2Eld1uMrLToXRv1/fv/ZRUQ8nxgBm/X
ej6e0dAOES5Nz16vQwWd7UcyluHn66tstxAHY8VtrVJhjJ6ugozVQXTj9kDkoU0iXBOj2EfTO/nY
9VOzA/u/tRT+iARSWvrIdl0tFQn8CgTUiUvU6dnDPOXWu6hYxsnvxDSmO0dj+41Wm1R6PEyYAaBe
A0xgwRpePKJ0qttCDUYjSY+G1uxRU248EvfPqnrGTYTu8FVTZLbFUtHFz3DUVZ5FWxbhpBT6GQ3S
cWc3bFfCmXRFRDJ+RWnhuqk/9NLq6xLFONOqljeRnH/mzoxhe2r8s1H2uuNg+K73N+Or6+m8mY1L
i0SpQKodEvFQ0qGFy6b4elLvwWI2A+V1KR6GZhyI5A0epQPTpSIHze1aoc8Y943zzYNxesxR2fxS
Vbb9iUceznUaQ75VgKHtVOtbIsr6AwAs0qtjoI2F78sgMwyOVVU1N9DcOXI6FWVqe74hVa8+OHVU
Rr7BnM551+C2+Mvtak2Ence0AWvPCImCXLho2nSJ7fixplj/zOvmxzFbAa9DANiaYCB25RmtRaPS
jDPtUi+2eaIhr5wqDD53Itqt/JT2iM5QFhE2NvTL94Cy00xax4fAeRdub6Hlj3ZpC38cgYD4ScQU
oGqXPUjGrc8PYBTkyTov3bCLO9wCkFtHNh+fdOuAzAKRfJT2yaAeP3VM5T6heb0EYkxOWrJn27S9
0EjpcBihRQbMeBPEHWPE868mz5GKVX3CM03xY6Qs/agwhPBxz1F3upq33jFoZrhdwE/o/61v46/W
EL6FaqR08Bsmy4o+D0msBDjmRL7oxuKhr7Nl7XvUOwn5NmzwlP9/URK6l4tCzidEZikpFlLlJwt9
8PtRrkxyuauMfiPiAnkAHrkGXjjEV3sIDLDsXZi9l2HSaYbQ231SI7F3iax/5TohX700VrHOVUdz
/ax/vUUj6eFJRzwQAzL9PUa3xbEdrDJAO8vU/Goq7FOWjF8Vrd2bG9zYregUgbPhlgQiuymoJEhK
Oc/xRQp9+B6jfLWwXqMx19fB6/pohnnyXV06zg9jLtXmHgnTbA8YfOMl6zBT6I2v5rMbcQttMCTU
6TLGA9yewW0m8dFUqj3e441VoKKswCICkLbJK7ulmsh06fVnKBTce+OUWIGT1e7e7ry5Dm1EdIO8
1SvgasuAyJg6G2072NKphp1uHj/lMAJ3zsCNLQPgEVMievz2OpN5uWU0V9j6WCjKWe+LMmBG62Hr
rS30jKT+6NaZHiRoyr+NQY79e8ZDdWj/YdwAxbi+tHUrUYcUceNLGkdI1VlKdECZ3Q37eEl2osuN
V0lLlsOO+AjOrtewk9gYRp3gjWUuwgVvm9HR/oMcl+2sciOG0cXgJ7LUH3L2y1e5pDLtlT6KL5WL
n+RBk7H+yxK2h9rPlDfuEcJKPZ2rmFpnp7a6Ecj+HxuLORcQqWvsWV4OTeXqoDS6kW6Zl4gmTOel
DqdSSc7/nBKTB7sEF3RlwQ9dhZhRa9McHBsy8nWK3Sn1QwlGMU6P+Bvp/8NjcSGsQzVgX5t+uhgE
UueRE6NmGPc4q+SJfTfDQWWsnJbjnkHnrZfI0IVyCgwypPd1E/0VPMfG8holbdOLkFzuDvpM4Sgj
K3RTZW/Qc2s/rkUpWD2HjPW6R+PqWufm+kItXEbxA+3F+aQY4+/Xv9QWVo0DPEBmMhZANQyPrh6o
8hprtMnaLlRH9SEzRPMOxSis15vROExZJ0NmvbiQZop9iNLRQplz/mcgDL9hFUZAzw35HaLzy5ea
pE6fqRGZ+agW8pwbUjsZI2rqMm7nnd1y66VyulctPo0LYLMzldRTsxIxVZEn3Z07ZfNpEm66wyq9
+VbhIYMeY5aFesvVE9FQZAIKg+Ci1poeJpXuHKulWHwHGnzQq30e/h9n57Ect5K26VvpOHv0wJuJ
v3sBoKoIOtFIlNkgKImC95lwVz8P9PfMiMUK1pyJXp2myAQSaT7zmglBsaBBhMbvF1ndd7H5t8lL
26zCBgFsj2zbGyhktixjmahtBpW2afYZBRAAl83kA3opz8zqqV1BHs/ZCR8e4PXRfk9xwW7l0OPn
PifYhcnF8ft57r8tw1mEw8mhYHkDmSO3ehO9dI6RmhYc80tI9/lORxUtNOYMHnRm/G3YKuoqgCzZ
HBQP4KYc1U82cTHDK7UKjr3sHwHOOE8IkyCW4NmpfSY53WboKCjb4BQMRw8dHY2jG1ZhdztmjaSL
Uopxr6qq9NeNgq33uXJQ69b9/v6+PzGNjMdwvzFob7a9qsg80VU0c2S7Viniw7q4NkjH7oBrxWdW
x1uVJsqGG4KU4iGhCtiU1/ub839avBhjllqKwvJpkVeREY+x92sBjqD98EBbS39cNLxUuJizCxCL
i+Kv1qAou02r/m4qcvdJX2vrlzk1EzUCB+UKUh2lP7w/L29DVJsAlS1jgJ/B+PboUb3OZG052LtX
9orsbetOsUnnJesnv93US32RZboTWN469xetnaTqJy0bzHMiSm+PKR6DKw2jIMD2rIvXM1ZnamEp
mBNEveEtAXFJeWfWoj3zYd4uum0UwA2bRBhh07ZI/rjMRFE4A01IJVraDDq/pXjpw5xQ5gqapen1
PU2j9uP783tiSHBQjgUgFRwz5ZHXQyaI2lGkFnFkFFBZwl5p7cNQjYu3c2gAP+LN63x6f8S3Kx2w
CFoGnPlcMOTmr0cctFgmMGXiqJfyrjOqcSego0M0K85Zbv6udbzexMBsdcJkanNQldStIPvHfFpF
FxfZIpRomm3lxky90sG/FdBXkLXz/J0Ft9IN13PILmZbV0tU5Fr2feqcvA6Vuu2faTwbKEYZnfcS
2zRFfFOxtRuroF8P6GWewFF2uRasmopUmFIp6rDvR6W2Lhe9TVAqH3AReNEGDqlAT3Dp9dW4TTxa
9HP/ALwJgo6O/mN7EIXeIpQ4JDbqqfTVQQgtRr0bx24EDoe4yHd7Grn/EbUyP47aqqAq23r1nZIr
RuRplVh9Wyim90DPQL0CkatpIdhQu7nR53UW92DzMdlyZV6tYayVQAFHs1vvTZjrSuDWXoFGZFUr
/UVW1DRn3brDzFbRexPMMFSBg4cOdnmfTYqBLGaDoHjYu95sBTS+HRFkUlcllE5McDpV9BUtd8e5
7tJS/SQHW33EJNPufSVVxpus7FpUxxFptoN1Rhy/qTz30TBSO/FLsBS3Rt6mTy7uI67frHRSQtxv
OnOfgnMSaMfl8xrWyBJ26K6O6hzC2Ej6QDAvo78mwAz9ro5TN0R3xuU8quJShmCschlKZVbRk6D8
YvkF8psUhfVEUXHObOuvypwDNqROmD+9v9jfZhcQWagEIYW2KbAdN7xG0PBuDWooUmGu74SiZ19K
Wg57tRopk8zWvKfnXobvD3oi2tnoM6x6AlUiDvto3adCoW9t9Xa0EDJz9ZudSfBmNovlJ92IRK+N
EuhL2RsAeP2mdPkketov5ZWbg0w4MwVv9/vrh9mO1j82IXcrH0dxLGTKqySswdjvGrvDb1s9CxM/
MdubaTFBK/V/CFnbYffHUI5dsbEAgkUaJ2eQIed6Ka0mraBkrN5+ZaPcCIOQ+f3pPvGCFPw2VpvH
vfomhC0F2j+yGo1o5Ng8xLbahXRvmmCczrVPT4xEPmVsvlgbMf24ppkJm9ZbDi4Kj4Ay7ISVPwg1
Va86aaVf3n+pN/fC71RR3YRwufe4H15PZTkpWTvqiRe1uvKwMq2X2jR89IaMxHg1knOXwqnh8Hdg
MbBksR09uhS02mwopkJpzAFe7dZUmAjaKVrg5bERmNV6jlPyZiZ5PdKB3+pv5P3HlUvgL6kVq6sX
abFTfYpHEcNWVeDttPWq9GeqNW9imG0wCm02LBZ6K8fXOqj3xCrJlSOryLL4otYpBgdlrVe7Duqm
DNalA0Q+AjlJOCXT8sMg1/pMBnRqgon3sM+BxrPBUF9/TxR0zASujhO5g7bcJIvplIdx0PRuh/Vq
jTOAPp+JLN6S4Hltwhlc8wjW4ZkfhRYmp3dVNK0XpYVrDxedNpRraAAbnsNVdZwxRIHH3dVaZumg
oGRthJoY459DPemRcGRjXaVukXxqUZwefKsdisEvplL8bbUFHvO3uBx5N93gY7Ch4q5cPwrsps6B
ma/TinhxcMvYvb+fTi04mgI0hYABb2JOr+ff0zuDpmcBiQmtz29tBUfZiReK88mUnnPU3U7UV2EP
b+RACQWRiuTnm83U4CEXr/BOIjGm846YWF5lbaafuWVOvREVa7SeOWxhhR59XqK7qooXl1WdT0VQ
APA6VA2k79hrztFlTm0gWPUkf4A4uEmP7jN7GqAR0IeNBq3GCdSxRuNLy719j8JQ/Ll02jQFw5f0
hK7xbADiy5uzDNhTGwicKB18SgjUgI5PKJCaoD8XN4LZvm4cF7tz/LJFQsKnsKCoEQybc+994kMC
42bXkhKYWxvr9aJZ6NQRmut2RErjhrjZdBcGnezo/aX5u1p8tF7IsLbOHPBt2mVH02v2mottNQjm
ZMmTdgibdZj6HfFF/lgJrxO7nLa0G2pDNwjwkDZ1KYCkZX9HWW4B9Z1ZMP6B9SjWtx60352MQff4
lAySJFC1VSy3Xj3Z6W3spM0X0VhCuULFXxTB4jnJz9E0q02VtV731JC9IVAtMK8mJjVagC0LTjz1
gMgDhjdN/CRqJ//pyqJ4hNppuJjTWIt7oZuA34Kp78ZvqrMMqj+b0/RjEmZzTtLuxKLfqvowOois
wMQcL/ppdJ1iAo3ruH1/0NRk2NfwtvaNKM4JN78JZuD/4BnHLY8HNxfj0VB1uaS9rcAsXYi1g55d
7Q9mmocIFq8HS69ImdQlPnNM/S4vHq0FCo+41BGtohl9vOSaFi09SxMc2mJS9uTlNekAZezHBt/n
y4xQMsGvelxv5rGzPqxDUd0oVaF8EHaRRzbSbasvkIL85lFjTi/eX6gntoPFrAOuotjE0x2tUy4u
a81bagE67gw/YsVa75dk7vbvj3Jy3kkndCjEJMTHwfNmDyayDiKogkVllEP9bYK4TM3+2ok7QyKC
PjQ/urygS/b+wCdOOUKR7YIgIdikDF/v9l4vEazIxzga07HwR0944Tp7cbDYeb2b8ka9FEjv7YSW
zA+wz8a/H6XQLwcwuy1wtLCO1htks6WgXewRXFoyarEtCpS8rC7KXrbAErXyuvcquRvkpO/b0tLP
9GFOvT09GGvTqwJLc8yMXVBELXFAJQLEeOuJgpvxwTIalal3NIjUQx12qKv5JJBTMDtqdebt39bE
2G606+hEbso9zMLr2ed9FzeuyzgyQSATDM5DfZe7Za6FQq763bzqSk2G2Hcv+TqlLLzC+dpZqXmV
52LS6ASsxnwhsAj+FscmQUptZsndPEO+PbNMTh1BeB8gyIhQGjvh6DstfQFrE0W2qM767tus5w7K
N/lCHj4ZyXTmkj+x5ZC7wyoHTMmWwx5tOSeZZ6VPSAP0qU0CyxHWL3tW5df3V/6Ju5X8aWuaworm
rjua+zrVSlVRGi6gYrUvvLnSPiEXK/ZICSpqILr8DPLv1FuhiUYYRmC6qca8/taFIfp26lMvmoo6
Pgx0x/KdU8m+Orz/Xm9FlqiHoxRIy4G7lQrA0QW+6otlxDmBS60JoCClttguNQhpfAMoqjSPXryM
3wfdpOLLRSCe9TIzgSV5ZlftnDprL3Onzf62o8rRQ+mv3x6yigN9o3NhgPTLngZofK/Dgtt1KIqe
21VbX+XoOoG2v7VxNzkGgovXY3VGjZNcq7rRbMbyMKWZ6uNBhxhT47UXFadNUOiDgYOfmUG3mSlS
ybosziziEzuGgw3QHAQtehTG0fLCHm4tcDAjwue6vTExLQ2nvokvy7U8B1E/NRT4G0qNG5DyTZhf
y7VfrIqV1Zgi+TWIUe7g34onx24+vr+2TqxhFu6mWghdnRP7aA2j7YQ+VzkREyNHuavipHnAMds5
0+4/sTM3FCCFd9xH3paHV9eqF6sn6oW4vD6pqcgvJkCIdxlTneCIJ+0zfZDtsY8WDNnE1ugBHkrD
7OjAEXkl0NKpXTQlRuhGztRl33AQyOcvqVZ5jm82Xvq89qV8mEvJFTV6JTXJ96f2bf2M+J7zYZOV
IiwG9v961Wr54AxdPTnRlBrTt8Rq40MP427AXc+ocz8mBUhR2zDqlYZE31+ZtbFeLi74nTP7Z+sy
Hc/GVlriPqYtAOjp9YMsa4zcEIaLkZdS/kyka/iaNRW7XEuXsGpLcb/IVQmsIW7OXMdv1U6ZAwK1
rU1EHEgF6PXQeGOUDk5PduQ6LaLdiBuZ+w7ij+vrIyKSKGWabe8bSpddNJ4Rf0yFE3/MPWe9RY84
PreFTwRlALDoUWyHCBjYo9Uek2KlGPBYkV7hw5Si59T5k0DPygbeuIeC0+7cql+f318IJ/YY9GAH
fBuS/eSXRxEZB/psIHVqR5W0v0GGr68c2tRnKjMnjgy0JiANoGoJju74PietLNVq4NUEviyXlYqS
s18vcvkOCNs+J4t1cjAXtDsHx9YLPzqP4zzZaKML9ei8aqLaGwz0/+AGecNk/v1onQo0+kLQdbd+
z9En69XKjkt7tiKqOHZgVa3YL6pVnNkhJ9cpQSsEHa5FQJdH32hWK2OKl9yKVnPuip2r1sjSLkhm
PMSdlougW7X8WmZNXgTQHNJb2eK64uPWCs2vVqvpnODRqRnebB62UoFKz/LotT2nGYZyKVipepNe
jRSWGn9Kx6QI1dE15Zmr7dQKpU2NiwDYpbelRWqV5ry6gx0ptPdwFY3bjdxWnkmJTr7TZl20Ccpy
lR69kwl0bsT11o5gCAMcMqwpKMxu2WuJ87ddvjl2QAFyn0FOQlbo6HNKAh6rrRnKNejIlAD1Ii+f
vTBOeu3MMX9q7lianKAbv4vmzOsTLs16ZW0hiESqo6CCyni7vpvP4ZBPXCaQjygxAn0GT/MGJOtR
KnG9ZmsBZZX3U8APjYN4FQLlEXtBHlFDS/0nMZK98zBoL2GgNnURGuZEUev94+ztZc6TAJvg+KQy
+KaJPSR0zN1MsyJn7pqbsSjGlkPUTkaYj051rS/IoZ1Zn6eGpKikbTthqy8drRx7WJwsIUaO0OhP
LtQ5zvuAvue8T8C1Xs6GPFfNfbtUKQ9oEDwQkN6KNEc3JkX0sTLczIkUTY5hXvXJnnqStat7wznz
bieHoiABvMZzsWU7GsqYVaOcCsuO8Nmt9k2lAkSOVW7JIVfPJCzbNL2OA3grej5E7tD2QIW9XqpE
YDSaQQlHRts7O5wXx/0ixmctm81dkTuURFMEPiuzay7VJdfPKUqcWsNgyuEzABSme38ch6i5oaSz
gRjxDNwODETSPwID1a7UMYbg1mnTYTX6RvoFcMLMN+p0ul3r+hxW4dSEc9ZRDQOy8jZNxEijzS0z
cSJ10Kq93sH1NI2lvNB0+vXvb5UTdTA4YVT4toIIC+p3c+OPVuLaIMuUzZRe0wFWeTDQ/v9R5ulC
0uIqH0sQDAeMdbzHvkf9c55rONwS7fjrtVQxrHORT5bZmD84sph/vf9oWMe/XQ2b+zDbaetgkTe/
Xg1m7vLqwKkjpDu98ZnwqzXvJ6vUlMBQDISCzNUWgCFjrIiuUQqAmT8syrL4cSuhoswprBScKa1O
HR6yYnZz+75tlXpor63CtIo7Iv4h23UVf94f+7nJ/NEpul9aM7vNy1LbItl3WmVk10Ktc/268+ju
frQyMgJfwlZ2L1EDSYALLWqzfk1Lb6gDezCzAlVDNGp3VMCS/BnQTzeFo7FI46A4RqVdCFdDG8Vr
Y9sM0n6S8S8H7GgF4mDO5jGgk53kN8M49Ymfx6M1h7icW1xHZiOfSzvNi72YbE+EaWUOWpAoVroE
tSsrERLf0pPAJCZdsAfQRwr3ijeUCCHk3aVcsin2s7V2cd2x4xr622zod27W0EHphw6L6aJYNFys
DXTa/bTtFBek0Tx+7y30X4NMT2Uaqh1e2j6SBemdo6OZf1kglxNfJDjY6Tug2cOCo5A3DU+FNCrd
Dh2K487zOvVasq/NwYl3LSqJyw5CN6b0PhS2tfwMPMPdnAUyrb6acmtp9n1JSvAdSbBZDYbZtFEc
mHWz2WW1LEwfVeGpv1fLVimDcl2Xb31n1WYYF3H5KJa2VL5DRm1uk6Yw1FA2Tm1N0YAze4sMgZ2o
5k25dFINOtOYr8de43roRmF9d6RuxXeaPVDtruq2+2zZ3ViEemMBHkOVDRRW1Sq6ir9brM+h3tbq
CIoz1p+a1k5fNEN6RFz6PF9Xne5NB7tl+TxYTVw90+JAuJBqfZH6o5pqX5ZYV4YPhVhm7AM1qKfX
9HmMW4yR1ikwVjP/KS07aZ/SpCyXA/Xm6Vq4bVPdrVwJKcL6lp77Obz9wUcIZ76sKmWM99PajE8O
t72Hj6QyPWixZV2paqE8eQv/C8x1WbiDM6cK5JLGXxvSOstX+7gYw0ksq5L7nlY73mYfn66BJ8vm
uaKXmwQmnr93PUWO8cquVJH46sI7+kYlDTwdjQ48acr58smZavEsBlfqoVfldC5U8Dryqoj7yjig
smbIiwzH2BeEhpEWqGHAfq88WXTosFm94beko/tV2NlzZgnxrXIgZ/m2WroFC33yPmVDqmr0vQpN
+sko53ulVYgF87zNBh9Lq7XyZYfZyN5Mm9TbK/RjQk8hDQ/nOKbHmo6ORo6HblskIN4uF4VRYaOh
CjO7yaEx/RSTizqZprXzJyQb7DREyNu9s2OlqtEY62d02WYtrszAQPbM2tNdTwqAJ22KDHUrNfWz
gU4AV2W5CfP0qPnFStDbwllCY7Q3YF9qgbSq2w2P2JsO+fU0pF4cJnKyiPwkDswPjtlWzhX1NvGp
EvT5nt2l2NydBhmnN1qfa/YT+OHigmC1ApXUpIPI8GCaJ3E1F4iIfHD0LOtvcqt1miDJhHdFp1zk
u0TxlpvWU+fvCIVTA8NvPh+DXOvM+zYtEMdfHa/1OAqTdeUkLc0fGi2QIohl582XhjuY44FG5HA9
Uwiw/RJ4aOI3IKsRrBgdVdxl+QySMh47YP6rrqV+bGi/dVjy+vMEAaHZT6Zc8e1OqM3dyXYob5Um
Biowxm0x7iQVpYRFVy3WLjWz5qFtau0jmr/MGC6Z3ePQFc30pKUyLncJx8uHVYrcCatGUb/Zrdsh
D5rD7zeGQdVQ1m2E9CVlqcW3Cnd1fFcI586ZzcyMuOwcea21a5rcW9Mivqy9wv4wEjTMe5u1vU+5
DwCL9oUbqPbc5YGno7MU2KhX2GFtsZE+G2pZLPvEAM52hZ5chjFRMmfN51QZhHYwtbx/TOVSO+ij
kzvectkvMgDCO35o4yaZAzCB03TTLg5QtEGvHBEaWb8WKF+gwo1w3jJUvtmpaRk4TTl2+7LQ7WTf
1oTTXHGbM7KBa+89AYnW7K0KyG6QJSPor7HQrR/SnIXm11IvcTQhi/Mp5LF4FySjfGcpm4cZ5Mt3
TZHZi+P0xl1ZYabmW1Od/0QCZPqpYtmah+2YDI4/LdmqhhOyHI9UynOQqeg3Sl9h/X3mQh6q0JPN
8tXTuvhxtOfhqgGt/2t2Udr2Ob/kp5G8m3OinjFLB9LffZ4w6oIJViprvy8rrf7kGEP7tY217JFa
MoqeWVG2u24SOMMZ2eh+swpqxrC26qwIMYJuftkufYHLWE3HJtIkqoLhNKbqh8ZVii6qlym7XaU7
2Yj82UiToz9mpwES0+mnkoqiQ1LCqg5y1anaCLVDkYf0ve3lWjS29TkFEhT7VS0dFRXEdv41uXRs
7AJhnMDNHXHTo1lu+lZvqYeqtK3k2izrtvANASDqs4EXQhiPA+fZZhdOKVgIDPxi4IH3Ff0Wupwi
mddAqfPsx9rGq7kjqcjggwlz+DYmjdZ+nme3eqK3OCkIITazThiTctLifqk4kVzaNHKRCmg4Nwzv
2zQu7Q/Tkqa54yiq1K/LOHfWPu5jrd8TzKnmTnRtfas7Vf/VWN2KS37SxY1Uev0L9QSxBpYxyNk3
RvIXv9H5ewc07TM77IYZ2IsvyrV1L518lUbAm414nPYlMj4C+T3TB95f30/YZ1qUvqtSBvGgxhGh
pPPFJtnDdc+Z4o9undPMc5du6O8IIXXulzLbRGW83Guwi1LwBHdGxCIbiUp12ANRIHd07MW4RCzS
zUPHRSJgh9/prB70Ea3xQROOFSpNPqbXpe6sD/3YdOZh01VJfGBP81NfgqcMpNARjkxdr8BGvOhI
uIseaC5QJIxaD8QLLb5icl0uLOFw/SK7uX4SScpbeuBqH6omm7TAxJ4aTZ5NHTsN0DhY7Z+1GLr+
8/th79tSKFiTrT6G8D2sdP0o6B1HdoOZFlpUOZUZFUoup1CoRa/6xkIKhDRFnFwNxpBf59LRujMJ
2InUY5OngjxFMRz2z1EeawElLLnRtMgrvS1IS7I7q8GZo7Xz6m8XWzbwIrVeHPPohh3nehzIVakI
zuIYMaAQzaQ4cOJ4uFhEW+/en9O3FRDSKPgNHhRQqsvHGWxjqNigTJ0V1YNh7WKNNBaBgeT+/VFO
1ACoXeNVi4oc6hfHnd1GVFKVyB9GYIiV1Vct2T7NnEmPRjz1eztWkx/vD3jiY6FsjsgGfRF0uY+z
1dFEsG4qPQCZxJU7bRT69VQ7S4Cjyjmm1IlVyVCAdJBioc91DJeYx2lZdPgGHD2N1u1WO3N3cbvE
9YWIleFgj1DGMD+eau7GVkvF367obO2JbUVSGdhsFl9nglUxICPdNABCRWLuHTWLr/QSbK3pYVMP
iXM5U9Ml/T2Re8Ls22yJtqbTcX2uIsxfR1fXI9NKled2tuPYh9NUI4K79kYZ9L3ETVTU4zgGKJ+q
q18Mw3DdIT8NLquepmq3JKZootmD8chz5+4zVg1D7yPna+S+mahjF/YqdypXhdEIv0K74HlBOiQL
QJ80Vlg6RQJLy9TFZzNBoffzVHd6EbRmbX0Z1cLkoFKyAmDz2tpXQ4Owr68iIZNDK640JLx60RI3
jXGckQy0mbIrdE/El/yVeL1qze2kJ7LX+hDnLA3RMReJ5g8xuJPlYegcN9spY9W6h7kr07u+VRfz
W68Zs+FzplrKBQGllmzycNam5cIFl4Rl66HepXqZHh/spJ9IjmJtePC8oSn6ALVDtAnySpPzBVAL
vQ6qrJ5ps3SVYgeqKmIZmpmBBo+bq4p2oIw8FyE+9Za9z7xZq0OCoFo+5aPdNRfd7BByJ7qet7ej
rWX2JWyGLv/kWKT4vmvhdHile0u3qUGYbRakcF/RBzWgf3wySeE/rDMY+yC3hSED5PNWpHeMAtCv
PYBvoOazqHdz5Y7lDXBu6xH75LwJUk8U6w7+P4pcmpc0cFjtMQdUTnPAvGjHZn2e51V7iqeq5yqu
2ja5VjRnqH36W9w9ZtVUg99lVdYfwPF1d9LboFvZCjuAOEmft384G/1Od5RlDByK3am/xMrq0gVM
WmUnxj4TgWOOiK6M0sqHoG694V4x3IqbgXtM7BXRMQdB0SzGx7q1S5n4lWdPAqkWWXa3VZx1/a98
7evPtprZpA+WubhXmeYm13ZlIyRDLlXIAOROfNn1RZvtvFpxjf2gls1wXU36gDudYpO4mIpWPXk1
Ko7QOHSLfQAI4PM4IdrdtggJHIZFy69KDtoFl0urR3gus+LxgLSLhkic7ZZfJMKXKEeso5n6yMsY
j9Jqva+kOfnj7HX6VUIjUgnwRKrK69YFJev3TY231eZefFOaiyQoLVYnv0Ajb4iDoaBRsBdlTuBQ
AUZuQs2qJZK3aqEi1djp7m2R5mycEo4dMtxdUreBPVbNs2muCr/Tld4PM6nSiX2ztuaOYAvpwiRJ
oKcII9XWQIcIYyFm1IwPUq3N4lot0f8IQLHFn82qWissgdzsCzGiUwY2huUfPcriv8a1U9cdeinz
x2KdW3lQtFkVu1gxtr+Zowi2L/rRfkhWsTE2VEdQCKqt+hbz+q6h8WkZP0kBVuUGzUT5ONVyI67V
nqLuSjfrCmg8i+McYldmlHs2pel9A1bjRSntdoHhAlDQH43KqHyntJYHG8HDOkAIydGxWV1lFXlt
3R+yofK8AH2/tQnUxUvUgBC+qq/mDKBaMHlqxseSYuiD1ZNG46e4eu0ylIc8pA3tDmO1oTTI7qBI
8lEVa29MqaS7ocXzldRHmQc0HmYE/kRLS9tpxIQuY+/S4vT04WOOjqgeAiuw7UCzyL7oPCHEus5l
9wX/bVM/WF0yh3E+tqbf0cVJA5EMalT0xjzuqr5XZFAsoJuiWU+QatfGOL8j57a/VbpM+zNXxNuY
Av0ZtP+oVAPl4pZ4fSWV2qSqIyW+CN1Yy6cVPIT6mHjn6rPbn3ldEWeYzV0NtBYogeM6v+bUJCVd
bkYgYxH5nKxh+ODVGDmyn6f6BS2g+sMy1NahSBVNgyGat/hx1EK/VAYj//p+wPE2CgA8izyuigk1
oenxO7trUeUONZDIo0127cXkp6ify0vqfs49Jb48WEtP+q5ZFYf3R34bW20jO78RJyc6c6LsBt0Z
BiPCddi9n+WskWMs1d6Ubn07afE5W8mTb4p1DG0sC83j49DKTN2pndrOiLZQz288gQ9bZ2T7Mm6+
xV5lfyFFqqhV9n9bq5u+Bx0QwjmE9YC+HQXgCjrw4wJXPUJRYw2q3JLhrBcuVS11OROAvw1xGIry
lWMDSMPg+SjToLRR5LmVGBFwhzUsqyG5ERxmH5JByxFFpOU52o59JpI7sW1Akm7RKnV9IPvbxP/R
bxjtZWjkmquRMLsu8mT8w1rU5Ey8f2K1QENh+pBCROXtuI/bjjjU4a2sRrMm7C5w5VR9x+Va3Ih4
9brd4GbWGUbr21Ac4BdUALo2fDT7GNO6eTtaXmKs0VJwgqoWmgIzNPy9VNzqDGLlbY9MxxQNpIZH
HEyx9+iz4Tmhj40ltUjxmnW39rb+HXhUfIDTZl72GJgE5Hf9rjQkWf5gKmdOpBNzu2mxuITGQLbR
mnn9AbO0KJ2Sdk00Zqnc9SMQ3sLOY8LSFYWByfz/2BDgUrYwnCHp6W4z/8eCwVOMC1moazTqOEi0
a9EcaO6OkWWN5RkQ2FtNMcADLM4NesMEc6y/Hqu37Km2pK1GVdyws1XFGZ6HEZaor01p/8NDFojq
XG7UrZ/nnpIHpHyzgCnaa7dSdCgpFo46NmgQePXfTi55NLJKlRCVFvvxNJidGGxJ7BWNZWY99Iax
fNfGOS/CyW3NH61G4eTMTj1xPHDSg4tCXmGTyTua+K6E5Wc7BaQM0BbRqCJ5v6zGQmzdYruwmm4g
oa3+Pub/x4/5fyYvzd1/X2zDv/+L//7RtEufJak4+s9/32Q/KL40v8R/bb/2f/7Z61/694fxpRey
f/nHzXM7/GMv65/PImvq49959ScY6T9PEj6L51f/satFJpZ7+dIvDy+DLMXv4Xjm7V/+v/7wHy+/
/8rHpX35118/GlmL7a+hdVz/9Z8fRT//9ReqaX/cfdvf/88Pb58rfu8Kve/vvMubX3l5HsS//sLs
Wv0nfHJggxw0ILNcIobpZfsR0vz/pFeKFhxrFyd2m+VbN71I//WX+c9NpxVWHBqqG6Ta5djlnN1+
RFTwTwhh2/9NfcTF0cb+63+//KsP9n8/4D9qWd01BBEDg75u2jIEOGp4Q/DvoGRxgW4//2O/WlkB
giAR491iTvouaWgOFOPyk2U7/ey6wom0Dt3txsYup1DNIcy1oQrIGcwrvZPnbO+ORO+3pyFQgVcC
bmqTq3O36+iPp9HmrKzSeC3u0IBf/V4xLjW1Kp9mK9VRJaz7C0rPqNYisbxvPZS/25R6c6bhV7vW
34x8QndhcKsQY9jhIxrW/WEkN4/syVBvACHN1/XofZkzpT9zyGqvN99/P7dnUKuCWIhA5TFmZ85j
IZ1Rye/UdojKWj3UtciDEop9CJyxuOd4SiJ3dcWl0EfvrnZpr8Z6UR6m1pqu5JD0P6DqDk9tGd9a
dAc17eWPRfmf7/7nd9Zf33i/n5CiNAcD1a7fcq+vZ3ZsStOcKU/eoTioPphVO/7K4nrraNvWDoAH
fUd3bf1V7YpAk4MSdqtT7G2aQvRCyjAdhu6DWZnTPYWd4dap1+ZQeJnhT8pElqdW9X7OxvKicRP1
Qydkcu1BA9rZk2uHFmyRc+DE42W7eeMAygc6TdQAb/To6M8AZOHG0vYfCsPGUG/TwTf9RVrm3nUr
2nNZOk+Bla4PA1Jg2tUo1O+dIuwP2dZVDjIK5hTDk/LglC0mVjSAbi1RAE6IG9mDzWuVH6DAN+yK
7bHcS+WgEB/QcEvlC65C9HJTWTsfW+vRGD1/aQb3uusycUBeGQOqTvSaAExlFIHSls0VRWi1893W
KD/bSEHRtFVGFAVW/TPCAeZHgmW7DhqaYVCp/hd1Z7bcNpZt2y9CHfTNKxqSoiRKpmRZ8gvCjYy+
7/fXnwE585ZJZYiRD/fhVERGRTirvAlgN2uvNdeYdVx+DUkO+Yrav/K9GsXNgZ0YOA1Tk8LTWS19
LK/qZ72fpyCMRnya80RpL8yXdaH99x5DRyMat7eDCwEjLbLa2bYAVqShrJ5UD0JZqEoJxdxQz9Yv
UUHPPuO7Yc4ShbpWACKo4uoBw5sa0r+It7loMdDqKgo6HHa3ZCe/MgNjGEhR8VSGcvnoaMNjsUjP
H68Q7WwNE1YTTNBwyF6MJo7U8+kK0a1pTrXFrI8AmJRg0Mz5UAkQ/6Zd2TcDHmwem3i7BdGHsnmc
lF+LU0kYayX5ddaSzMM3Qd/rjYOo1FrfWTqNgNOs/i5P8QrwpEb7SZbF3Kr6tCuiibXSmt21UmTK
zqSSRD7LrnDeagXZkT77EsvjfBvNS33X4tqBkiqtdkbdyfdOPilH/uFe3qTNE+eZvfv4VbxdDE++
PjRCYkWuUhQ0kPGvQeUf2/C8mFpI20N4rDHmg6tBbdryuzT3aN/1ksncm/XoQX3ZJFP1gBD5Qihz
pnJa+2n5DlyeIS8CpHqnCKxVkAK9nulHam3N3qDnkrc77c3cLNwmRFqF7ULykEjlGOCOYbt6NlPd
0ygK8uco+ZQsv0EcM10ION8tivVnUSnAiRGx2TtYY9Ib6qB1s3aslOWL2avKwUhi/erjl3+2Uf9+
dg5iOjVAcxAwnL77Jc7IANO1dcRaT9vCU3Rns2qvhra/sPhObwZvTcsgGt8qR0QlxOunA6lyikJA
y+jPSIvIk8DwkesEgO/jmzY/FRWSmY+fbP0LT2cVGzWtTXRnokx8R6Vu4warD0Xrj5HeBfK43M3o
ofrC/DlSI24TitJkry6M+Q9TmWvPWkp6i4vJ/Jw+ZVrLGS0MY32cnRxQCyX+xfZEO2yp7H63aKMT
jhUMjebLafxLVS+1Wr1/ZgpmhP+I9QgAkSmeDp+YiL5ifZqPkxRH/ogW4FOWDKVnjf101/VopkSr
7nV7uEQFPF9DNp0uxHVUgFCfv93eT0fWy6Grh0xr7/SpFAdqIV4hKdV+ooE4JdeGb17eJSJA2lBt
SBSRDo2jcWMsWbODLjt84ziq7tOwUbcfz4I3be0f02AFnTKr10ObwJZ+3rN9FnMHVjYR8Z3ZC0J8
ezT2q+ukV9Bt8CBgKpjYB7jY2WgbKhTXVgdVB2z5TzsbIwwS8C4kO2hu4sqo2I+syS/QXXqNYXI8
1PUlAv2ZxtTAdwKoItExRV4ye2AqTt+jpNJrKZGoxghx9DqtdKURJYpx62iLr5YV8Ct1M0mSG+Zi
9/GbOps75FzodMEG2UDaqljGeeYgjMoybZF53S1ljxhmMXcqAlMXBsrs1rlibCpEgDunueRdf7YD
vY27dvfQWLU6f5yjuhXy8bYex+JOm5LE77qqC7hZ06fg2P3m40c8O3PpYiIrgrKeVh7kNEyG05c7
LBOSgMTM7hc6LQ/WJN3AOZECJjYY7BBXr0WfXz4e8oz/QdaHNBaR8OqtAHaXVPDpmAVXrmQJW3Gk
KU+giKtsX8s6lGiS1io7KxdFEI0R5LlmsK6WzvwRyqi1USUqe1mg+ZonadyE6G23klwkl/o03vb3
/y6Pt59HhA56krzbiphbD6E/zl5jjtOS8wsZQ9l/rhQKWNDak61tL87NMGoGxK4lceVBjp/TBJlh
GCXdIRkGhBn03V2DR6sCMeupn0y1GdjmQl2jU+zWjcsuftHHLrsCkIcsBvekMDHrQ6Gm4ralccLt
Z/15sIVCNnFAQAZD4tJuvP7484ejnwguB7kKJtpZWJl0pDblaBTHPM1Nz9GS4Vpbi+G1mMXgNrEu
reqibp/a37FjcfW4nj0HhdknJtFndQk7zYsLMfz4eEqcLjRe+Xr/BVzENETJwYZ9+so1A9noEC7K
EfiD9tOwh3IXl43lNXgGBnEizS92UbUbJZQvRTrv3gcjI2AnzCKfqaOsOB1ZRt1WGZjDHpPQyjdt
LEXevDjKhZP+dEGvz0cLEY04zPXVM+/8+cI+MielsdsjW9y4bTXjS0PF2CdveCkPf7qef4+0vsw3
RyIU4meTVzNbGA5a1R6NPo2ejUoZAqN0rlUlidwJm7EkBqjjfvz1zk66dVDwK1R2UFRQu8Op6PQl
2k09k0E2hmPKXWJjSrF6bzaontVK6h/ocnaCeFmmpwGgbCDTvunZMeXQztQL2lnmaAf+N/XR6nSX
dpp14JPZ/vbD1jVMXxtermdvA8ONEpVcOBypGRGAJKryNYEJch2GZJ6rpQ6vcemo1jMtd1W5Lvcc
LSmpg0yFRzbfxNzCNrluRFv4Euo+7/rvVWS/6qW0KhmWS5lb/bQp+vd7VHmHjk41g/86WwZqCTlc
0ur22KqTsRHNROmvwqtgazXjxm7rZs8iLba61eobxx7m4zjaYFCQBsZfTSyGPP7O7kpRIG6HiCwP
3LL670bTF1vDQQFSRHX1qpZYc0XtuJr5Rsm1g04hGOkEwA/FcG5i1S4DDNjqQ4vbkpxlzRMbQ6u7
ZMVg8OUxxx3a9EM8hQ6uc7W9iVPRuYNidPu60fEz1EqU70NxiUVzFrS8vRu2B86rdW9mip0t1GiW
tAKIQnOE8f/oLFW4C5dG30+VjaNwVfd3UR5LO4rp6K+E+BIWtvNCE/1zZoPNZ+PtgwzZoavSMgNe
JlsOeKnF+xI93tGugTR+vCROQ/vfv5ZKEb+UpirOknVD+OMMSbF1GkQs1cecJpGds+Q1+me1Ro6Z
G34vDBF8PN77ZU9ED5iFF0R0T8b7bDzkAmZkhPWRjm35eVhkSnAkP9pkVUovvXmFWPySw/v7TY2r
GHs1yjvUaKjgTsfE65KETRs1Rwj6ptuqgKTAsy0eS1r2P368f3idNMLC16Yjj0nwLrsnjaOpdwxl
F9jxSWkaHejbnDyKK+U+R6jyr8ejyxCNHZQsrmlkek8fzULXgd2jqI5250iPVDYdLwrjxV3kGhK8
lF7iu747/4jJLTxhVs9hUtTm2XTpur5vkzEh8zG15k4o4CrtJB43ZtKZbr1KqdKattxWHgfv4zf7
lkc62SLXTAOQefPtWsiN5fRRZ3Mw69TkURNHml5mXE6/18i8ASoZB7UxtC2pW3mT0dd/oKXb2GRG
bVzltOEENVJoFM0qlV5kRs+ZWuLriRoInQtGR06yNflr/Xn+inSjc0O7a3eljjql0Yf2y5CP0ZfB
Wty8dJCKLxWeRU1fJgjjl2mXT/2AQvxS7/q7Gbs+q0XCf402qAudPeuq1CqmkWkUxRBj7CZMNgVb
KEFufkkQ925Bng21fvE/NoAQGbsIFTYAu5ZnT8q7FSCYcHVwvvRx80xLpXJhzr6hys++JDcV7vek
EnR0eGd7gD4qaWUudn5kqsr7WbeRd+S5Uz2bVaOgRU80Cp1xGbSTet+0YvTZIqqDXOBb2bZFHAyF
zVkI9k6+0vMlkMAIbCWpbzdOKpJNPWnmseqS9rrRkF0tRogkXOpf16tFYI5SBVyrFTV6l0qk140t
/IausH1flJce9OxCyIMBtlhPAHY7bNPepzGkpa4qWF9HScAIZje8UZYZ804htxvs9IC/zvpDDKqv
cofcQTo4P328aN5tR+sPWJ38+BmcRuc5hXwayc9nbXacJZRXqHpM/bWY9Al7lrT/vEwX1RxnSZTf
j4zCm8oMykIMq872WrmkCJRCgDxqSWPubTqXNG67RsXJXE5Ku4ukSj/gGxH5lJXRszS6cI14vpQa
ex/p8eRgONaS/SovPadFDi0ch1aN8mOLJ+x2QKq5zXSrSl07DIU7dK9qGMY7NZpRu47dCulF6lOP
fKYwMz6NYWt/i9NLn+P9sqaSxzWWghUaiXcsoqHD5tSWjPIIMdL+groh98VkJoGRScqnj7/8WX3s
7UNY1Oho3OaotdmtT9c1Lerks7gzHOtORfhvx0jsFiotbmR0kRaMCQ4vg6aXG8VmhTWVpG7o/h72
yxTb+1LBINjQJZAdaPuzraJEHbZbOB7zDGTi+lZcWWvAB9/OMHYhxMT4QmCyRrynmwReQpw1nNer
I9Q5KVZX6P5CLV8ddbtYaQdILsh12hf2ojNhwNtrssnUsBlB5uBid5b0YzcwbHUaqyNy1Fd6nXZT
gstZQ0OGkRjRbjAAXFZxEn7SpKRxpXBQtoDPl884qAovl9VLTvT/tIAAjiJtgViCtvRtYv+5HwvK
YolTVkep5NpdZPDSstXMLqnNR6jB4rZc7rq0k66tRjyqxTTsxkuXkbPonkQO05TmLqIY5igcudOp
E9F4rkp9NX1SyB0EQy+Q72byr8Kw0qCwunYbYUaz0UrQQDj4uEUxXsien92G+AG2Rps20xdHR4pK
69z44x1oKWgybuHtse5pT63FlAdVlz6Vqfwt6mrJ69JY98FXkp6lDe1CoHE28X4PTps492BmBfm0
08HlHCixadbdkY6vnxhM6zckxIvHj5en8e4dr7Hv+o55SIs+/7N5ZxotMtTJHI6kV+0trIRoI6hM
u3yOqnUXKLxEUmZ1rahRtemTGFFuMk0BcN3w0UQrc8wqW3wDE5odSjudt5qShc+LU0cvCCcTWtS0
eKPG87Ap6U/e0B9HR+Ogik1SIO1bkzY7+iEpkpfRXRhO5E6HsbuecRjcWkr8jNF0sdVmywmgfrcH
k2ZU7pmTFCzp4lxDL69uY9TjrhVZ6eM4W5ord2q+idXOccNm1N04rr42zaZarscl6bajpTc30ebj
d/jWMPPHFsG6RaOpcVk2mDDkEdZp9Mc0KUYlQ9KtiWPjJD+0xZ48FdnsPi+chFajQqjrvd4u3TRR
p22IFffXKO5eEEuHKN2z5DtNt/3tWLf1JzvuwyCK424j1XHljqltXtflYPtGUU13tGE7noOhmY90
2ppcGuLUW20MVR+DknwnGiFfeLR3c5CuPXK5JANW7hgGk6dPRiOSVUx2LB+5O/Rul87SpzKJw/t/
/wIps5irDnJle6hnL9DEosGZw1Y5DvnsV3MSRIsV4LxHK2O7oZf9IbbNnTTr24RtD1EquuTyXim2
ZfQUdXfQXCElLLf2RHerU2IIDmmxf8ySybWnxFuQGbLY3FqbngxO/Avnwz98fTKzikKATOcKfJ6z
GHlapkjQLG8fB6sqfKvKIq+1K0J7XZ3zK6HROdvmC71gCqK62FUpFbptlFa3etPprqmT3RkXO/Zq
vDW9Zpz2IrZ/jI5Vb43BcPYNJe1Po0yRwZbk/GfmtPGGU2h0E8TAPkAOSp2qOu2q1MkvnN1v9bTT
ib3Ga9whDRIsqNXOblkKQvY8jhXpiHB+2YT0kFAeju5zMc73SOrr21aKnafOXOgrnQaaOK3FOEwI
23HZoDqc6Ake9bS6uo1QI81lS0mpINHdii/RJVT/WUzDIsQLg4N6rdSQPDzno1hZZXUI19VjJUkK
yWbIsm1Np0smqdLu4/n6j0ORM8R8CLQpa+N0VUQLDtgROo+jWqTwDsYm3zoIIoKM6XX8eKjz+PH3
Y/FcMKj5D4fQ6Viz0SuT6GvtiPhi2GWgx/1iiUbSRvI19196R5Gx07webRfFeQK9qe4cOWz8PomE
ryqsDjmt/l00//abAMvZZGZX35HzEoherfgoepSO8MR/EUvXpbodzfBTrk2XyDBnF4ffQ3EI80FJ
DFHWOn38zJBjy0CHcJyV4rPkyIubYcPqmxKEDKuKxgvNif8w49mBdJLOa5oGyfLZhhfpFTNelM5x
7T74bkpIbZXIph840cfctVE+PM8TOnE/icudCG3pp22MNg025UxbtcmV475eogDqpP1Fkq0V6ZzU
VwoJUEpvVbpcWKFnl2ZeD7kPKktUitdC9Xn+cxrngpyiSB+EFmO0ItTph6bU2g6dEKSDXB2ApCfG
hajoPDRcR8UeCmUWpTDGfNsR/zjvxhpmqjIWzQMcdvMqxf4rKEqz3iyFtNy1PUqQcpi1b2zLtZ9h
w3aHD1NMJ53of3+u/x9izvq1fOjb19ceNef/AQnn2v74P3+LJN8pOL0qr4rvybc/FZzr/+MvAadp
/gcVJjpLmfQGlxeHY/23gFOylf+sOyQEwJW6zQrmX/2l4FSM/7x91xXLrlDilPlXfys49f/ArWQH
IpFAGoE62L9ScL5lH/97rrx5bsAjQ9m9ikhRE56tMgOh9eLEFe6sgd7fFE/Vsb8xnqOjshGbcIsK
2BOb7KAk7nzTXtnb+kr49WY4NF9J9Hfu+Ct7bFS38PZoafwxWPzPk/9wU3sAQbayy57odleJl/ih
O7ty5RZiI9xlk/3845Xf//65f+oTz/aKv5+CavfbUwBxP92bJkszrQqAzIYus6D226tuG9ugxF31
Xh28+cncAMTw46viWr90Kpxui38NjeyLywnrnxP6dGi8Q5ZIYZPZqFuxmV9whMyf7dviySY8us68
gpYhOuJ9UR7KCzvkP4wMtINx1/QymY2zDTmxwf3ZQ1dwSZc3pZ3dTLOFAfN8yEflwlO+G4o7D6Bk
FCFrTP0ux0vlVKOtzkg2lp25dSy5DkwOOUWEZgcff8r1dZ3Mx7OR1l/yx4ZmTnKii5aRRu046Q/5
/Pnjv/9cbGsgHVkjBVYQ5iQ0op8NQF9V0tM+lm30Ko2bL0s3muqmL5k9X+xMKpoDaNrK2BiSCJtf
tMTO5oNJu0d9lXV5N6OxnRp8xC1RLd11XUj9uKvmwbI8fen18alwSk0L9LENhwuR+Wmkwzyj8o1C
WMH8UCdAP/fuk+dKqo2lQDU3fl6KezOFuVxf6DZ5//JZP2uDPhnK1Wv9LPjPwc+gI2aMgVz9bOyN
6hIO/iz/+fYY7IMmeV4SgmuP+en3Haw+xb2L5HVo9D9rpQw0JcVam07lcPzMzdjNUD82ekiP44U5
vP7NpzNrbe1aQeyMjDTubKHKrWlFIwq/jXkbHZfb8L7fJ/fzdvpyYYK9XyvrONRg2NbR4J0vS3r2
yrRSHWoC7tfGrW+4CHuTR8bacwKxjR6dbeuVFxIU50L8dXbQpUMhRkEiBzTzbAMsHSsENZLTDr7N
r6qDset34Ubs0wOXtSvl6uNHPEsk/v6I1CDgQaMAXO/apx9Rkgivkf8km8kzt/peuqsO7ZXuze5r
H0ybMRgD4c1B6GoewpEgv/Cwbwnj8y/JPYhVQLMQpZCzOWSFmRVSsUs28RWd4DzsfB1eAdf0+924
o/P91joaR+qlA3ZVLuQV20tf01fpp3ZvH8yDdeVcRb7jy9fWlXHhzZzJg/5+M//vp50fp/Dk5Ul0
vJk5Cgi0IuZ3t4MPZOdeDaqndYvKDUtXrt3iwUq5xl96N+t5/e7dsE8rK+aYhjj19NNg/YoOOZwo
DrnRTts4vrQBXedNOzvIDtKz9Jxc9/T9gxRy9fvwTt+o19IVjdU31WN13+713eJeop++31VQMqzb
Fvlt/ODPP9dQV7XlpEO86buqjG/JrrbHVIF+fUHW/34czkAshqnms7W8q1tXUh7GKo4dm6Qa5txf
iLm5BzBN5wtn1PutmI3IIBnIyYsK8bx9YOqgGExTw0CR/sMsBtsbWSveIIR14XO+20tQNJFvVdDC
kJLhSn36NUkSSqVdL1IQNdKWTtRAdfYwkTytvHTCq+8mzjoUHhkAU4gH31VpAJF3Yd8NUoCT4HE5
9HfS9/7BuKZHYu8E9l12XwbNnfg8z275Vf5uX3jQs8s1C2etTJD/1GnEA3B63lNZE5tKKq0SQb+p
r9qrcB974NgIn/DlOBR+7f38eA87nywkt1AT4AVDs+FagDmLexUzEWJZ1wmGE0GbeML4d72T7MhI
aDWDZDUuwuhUjbOVCD9RLYd4STaLV3n2PYr9C7mPd49AQpCuMJAl3JJXpfvp5IhUS2usRcqCaMYC
NDaE4+r9VF+Y7OejcN0nxlzvtlz7TfQZp6NImQmXfikUmE0ios7dxNekjPp/+Szku/ny3EM4OlHj
vd1z/wj7cPwEnKBlOV7LUn2bWkp4jIq82v67j87BuFKLVx8gXOtwsDh9FnofEHAtVRE4nSBBiWmr
h7Dtr77Gk7bGP28j794Yo1DJo75GvVEnOXU6St2Qk2v7sgjmEPc9v+1Y357aI/K6sGjO96H1ccBK
Azuii4mc4PpD/nhp/eQ4Uai2RVCOleVie1d6dBChLCnkS8x++qLOR6PeRtV6DQxXfSn13NPRLKTX
Xe4gtoetmB+0qIRXcmd2ZQ8Cg565GotUSpzAJrtaZz4aWSQ6fzYwkHWlPp0ec4ERCp3n7SrJMGQQ
fbh+daOH5UAELc6azF/gPLU7QlTlyijpW9pGY6d81+LKiik6RPJ9amp15cdWVNg+edp6g/5a9G6q
G4i79YarrJtXehV5/aDilJrE2tAjkBiNR7ONgUimra3sooLi0TV0DaiqTg/bNTCHBepV1g9dCG0y
kcW1VZBq9MsYsryv5nIzP6X0zZvU3jRnftDMSCiOG8Mm7L1UWwk/dt7HGDYXxTzwQ7LxUwehQfUF
lJr7PDOHeasI3QFhmEyPdrbwQ2tKTYVLmZufOI9t/q0ZolZ2OztvYf3AxjqaeBbdNqHcd0EOHszy
xtpS4FIOeadseZlYgCZmHt7hFwcHhK9X1j6+EUrt99K4DK6B4OenFtWa5TryZB3Mehix3530NMUi
PjE/jXUqsKRMhVxsjFghqxaLsTqU/Kjaw0tJ/YI3VAs4KI6o+oaV3CBxaft62iRzC9smFjSCeUqP
f6cnrGQq/RHXvBskbMa9jak10JGlF40rWIsgVXQVi15s0cp6j6aM0YDIRaCQBrnWPLM2S1ifzlR/
pdJaJOpOWSy5hYCWW79UI+5qz4IkgCrCGnrZG9MOilKEumPyCkWXFi9LWwnqbCKF95nowz6IMdhO
SMhaoxOl2xbAw7dUXQqMfLEWTgILPmbjLaoGBFMRy3wLuMju/KlxejSBNqQff0iNygo6ne5v32nH
+SXORCm5KZ67rZ86GiGcTbXNjbShmoO4zui0UmVJz/26RHnvpUm5hK5aFO3nqF4zxMg3NXEzLnra
uaCA62RnmXNoBwbZwzyIS2agS9tsvTGUSt0uRTnZgJrIPbg5HRm1NzllRMW5F9oXi1bWJ0Uv8p+q
XRjfrEq2ah8GZqF5PcpZvjB7z27SEuWBNS2MXWtqqRKk/K+/FWYBsVyi6f/HkMD2d6E+jr+YWwKT
1zKEHikqB5l4kfXT6HZqJ4NbpYvWuupL3c6BYGq4zaRz7gBgZTot/mJ1Cu9rkpsXx6hmpjdsUamA
wtfZnxt6Rui86g0ahZo6k8udissLzk4Duxto2RANfUxj6zX9qwucPnPEeHnBqVpQUSvrO9rHIGTK
U5/P20ia2/hqjrgqA0nU5B9dWiRRIDe59CBrPUWdDjseiQSvZczQu9Iwdx2qOJrXmDS5e72T5vk2
0dKs9sJqyWgMXkYlCdLUll8A/agq72W2PqtTMr7URlpH9HfqciDhBzd6RaTl21LKh4NtYfvAYi2M
G6Mw0sHDALD/PGjqeLThhNEYVJrAURqcL7pto6f9dUczp3AtzotXdR7w+5qszjqkNZd9XwPcPMC8
hZfzQIFWikxfCSMjvmrQtCYecpX0V0bYKwcqJLDQZ75xajWqMy4+zNWiDahPLSr1uqiAMJwA2XOX
tkLG78hDU/thAZa+V+cHo1SkTyq46cIfE4ybg7GSjNdIKnU8cTM9bne205saEKQu6f2RsKMM8l6l
FGiWAOFcwL4qaT3sJw5ql9Sx55QO9a+57KaYEnJTrnSwue5c+N6l4Q95y0yXQjtsYeO3jQjsqi6o
j0RKpPp92oaG10ljXLptHBJ6othPhysrDvGviuoMlzI8nBBlxk7yFVSakwWOLoniEFlZ8ZCzojIX
0t8C3HZqh8lLx6ZnM60gbnn2WCvsSqKbIy+l6fhbNAy6EcyFnmvX4JArdac3ykyUWcf264TGmqWW
du3gp2ljppAr22EElNnQvTEmpvjidLWjeHBjm9jDXru+wdhOxcwR4Rkj23mOGTgQoul2GsMkC5pZ
qfHliGzECHoxjJI/2FoduiBDko5HV/XnCFyr4VGtS341qRSbASs9BP6CF152pZejHfmp3bK1T2KA
fb1ENvrEBTbDa700s3AbSVSSaywzONc4lbA9CHVWJG1TiemmRLc/B7tIoK1xPLbwn+DS+mYc2Srs
cZuttUyGiGMP8pRgMVugs9RFlmK36vJa98g+w6KCEVW9mFbaa26sKfMIoCxKE1caDLV2RzCc12wo
IxOjLqAqI8DLlAZVUdI64wu00rkK0sJeOAiMtB/8OmzMzOsgej/jLcnGE05R9TMcRFRyrBW1so9n
04aR1aSytVPotE1hl+b6p4qE1KNwRsyTBBfAn6lTDtc0FGXg11GXIo02NYkmMKWY7ka7LijhqpP2
U9SZqLcTl9PGS8PFGX0lacPYnYsheWxGuUldqUVr4ttaNwF0nSL9W2GU1utiOeHM0PFgEc5Es+Y6
Y0sAYcXzsq2a9Y8nTLjhzAibcra8hiUdFDnF1foJ7u8CiIupVXSKEuQVS3c3l4Jv7GmoDV96SxGh
W3cKTWoxLK6vUmUNjasCe0Fq3bTpc68D1IO02hBz6HObfh1nDMa8psG/CE48TIrRBLvmiknuxa7P
9WqmXt38ZsvKv8xR7RrXmvRW9TqSoBC9ZdG/tCDBBl+SugKdq64OT7kqktkrbBDkvpEq7UPKQasE
ppyOD+E80PEQ6lixeKZgn7PIQ3zTk3BdHFaX6CwGqMU/U3mmANhJcg2G1bEh4x6QA8/2ltO36jYD
eZpvLeZ3wtNYUnSipoPhsbEaX/JMT1B59n18i8wfPYXVOuK4WFEJA3lSVuJqPP1IjEltPQO1dun1
qREeq3wOmd/hZD0mprH4Mq3PCMGUzOg3OuhIlWIgwAThxvT5J4D84+Hr2PBCPpWDbP0SZATioNPM
QvWR6hbDthtHRXGrcNK6rWCv0IJq0vQbp2mIB+HQGMUK8qbbUSat8Bl5QS22GqTC52zouQ7LVRfH
G9qxQ9rszXyZXC0S9uLCv5/v81G3Sy/DxOJHtHSi92tprnOgBpr6q4mXiLnYVgglwM0arSun6Uiz
uJE6br0U5F+n3GCLazSnv84Z+JrJPia+YqZN6yIWcrTNFGW9Exi5lv4K7XrtbBzKMKiSvl7o/iAY
ws2CIGZRluIJesag3CdLKmFbEi5Yy/7qm0RaPpPF1pbUIzDCW96pHIqIUmN3qOtqIzuimxgnXxD8
T1tJNal9N9XcmS/cc2rzEIdNPd2OpWzXB62IwuzT2A9mv6NrAYlNZk6j5nZNOD3HCSn5ALEj5YO+
astl22Ap0ftpxgr00rzB/jKe0hnb5SSzkk+21BI7wtKXZcoNyuK4KeYNha9qUfyDVK79Cn6Rkyma
qxiryqbI9KfeKgHEF5Yuv+j83AiLwlLIt1rDfY8WmDnROxooYCeuDn0qM2Dow2a+ScJsdgyv4NC+
ESSWCMzztBidwBoTSTfBlhiZ0rKzhrQDZWayfB/V2dECgYvmV9oI9CeNdHoN8r5PRxeadSPdpin7
7c7pp5CWcjEYCvR0hdN+9uk9UEmyJMC4t/pKR7+p60WZrmC41USTaFjSB05YieQVZn7RVq1FEd3B
HtWmnaQL9mwifasI2sEwxcaAnDHtrdhuRjeLyqbc613TllurDiO2ID1EUWoOofPY24NInsuoXJ4l
RA7ONoQfK/YzNs8/nCVFylik8jTtzHDUI6+D4TjiUB7Hk7FNBQLEq4bSTbwZ4BtUQYflj/KJrNdo
HWCLNk4wqhJ7idy3eD1a9hjlPo1Jin5MCxlhNXpaEMeuQ0Pzqxpl5Yz3HNHOvgzVMN+DiITEUpYc
0Xd04xfqFu6iajw0htUeZiOf7U8SwH0dRy/JyCa3zjK8qGziRPMlwX6LcAuFt+mGhKT9bYdEkRqC
NuAH0U7zkPjWLMkZwpCpVwOyA85KsSobc5OrpR7dIwmKV5cMMUxBntLx7WKFMGeBPJWoNwBtSFFQ
DpUWeSThF1aU1lW5p5hK2/FmQRlz+6vL0ENWvCAW5lVFXzUZVLerZmXdHYWti/LGsPvE3sutKBTP
LJA8+6ZWWg8lf3IcncG+n4dOq7aFKbc/jMISw94YSYh8qlJt+tJEgyNt2SQcyJZOW+X4AxS9cjvI
1SgHjbUqHiSjj6YXdVr0aJeNajUF9PE0kRvpoaIc+ywpv9KWnygQs0Pnl5KIOofsxLXp0Ml8O9/i
+8p7K1MLczO1baTcjVBSQHEVLf54rO8uszhnDaDyPpI4XhYKQnqLTURxlT8Rqc3QJKP8l5InUrVv
6hDkpIsDQD3RDiElEkIYrBPcmEaQ5DFayJEcTK3tc/z2OmZfX8VRFOArFRt3FVASwNdpLGbQ+ORg
Pfq6EsUmd16tkY8cKlioJKIYwr2m5rb+VOkyJ2Zeh+N3PTSJTRLNfgqlJdF8VOfjZ7kzrPGBrvQS
UNoySa84sgz5BkJc90OVbFC2cbmIPXxNKdtq0SAeqnqsG09P4+i1l/Wp9SHt5trPoqvG8Kmd0uJ5
aeI48QXwkVsnQVblGVVGUj9rJy4wOlmFn/bSz+lVIZfJL7UTjeSVcW1Uz2ola4Nv2JFVXldFK71I
hFjO1f9Sd2bLcWLbFv2V+wOcoG9egcxEvWRJtuwXwpZt+h42G77+DnzOqbKznMqoirgP96kiHGWT
wGY3a805JgFWwMasta0ER5Rssq8QbyR84tpUPJv16LlBMetzf09BCLK9RWDPpVY4ZXEBmj9HdQtF
90NXr90H0caj2HNy7fDCW2oXh6TAk1UjLCRYnKlNOfu2mNmPImvtkmibsqo7lLUsvToxslpQAXvj
XCd1eV1WzCd+mpcWvW0WHe5tKITD3r/RntOKKSJQ+McfCzVhC5AW1jDemJq060c54Iq5V72+1i+B
7o7DNV4LmZCwaHdect0qZvMFnZVDkWVshY10hZNEmFTt2vgjiPd63+h2+lBxjBhheEC53ZvZmlsB
NfEqD4TVY/fuutntqARBUgT80pn6TVGDjr/KEs6wr2zbCi9aOtdFC4hcZrxewMTeT2XqiqBNCpsD
HukAZuFPS1+/ot6079ElVfEhHyURHk6va98px2zKOXcY+4Pp4mXw802oGa6TZzGjsPqOzAQGRsx2
NEgDrLCZpDcE5oh2lxpxp0QjO1GotzbbGB/RGt5o14k3eDQH0vsFptx6XU6pClxUKBi4Pjpp0j4t
KRiFiNQhzlwLn6rlL4ulDpdOMsazvyhtMvulvsD1ZRMvBIwgkLOB1OO2C508Aba7da4/DaMLyQ59
IIdrWUzG+xnf40e71PWXGeAsaClIFhBQ1IUPTCEte47yJE2ygNyStbxfZG3yBRjDFAprNQn8NVN7
hZqSJx5ySbKqwpjQldUvKWOoFwmHK8OXY+e+4tHh+026KrnRswno9BDX2rKbOp3E1UUU1n3cK86n
eE3jd1AF4/jKTJUC6Cu9lQMOxJke1VTw5RVG4bo+R5yhPvQc6S9BH8jxcijG9B7NH4h/S9TrZZp4
rRKmds0L4uzBKbrlWZt+VQ5U+eS09k8knDRszbpaTdleD8OnpB6sR1M462NcFSs/XJPugGh40CTn
wVl8bs1WfjHAQoPOpnQpyBHI8Kl2pQnQRuMj2mlx0z23jqJ+NGLe3W7QrQGVBKkM/M8OBjI/W8Ro
77FOz+La7csBKkvb5b2vu4t2bzh154awmlgmBxjWj3PXuA99klZ3sqa07/ckArx4UKAk41vWgMQH
gFq+SmDofWvktfSl4STv+s5x8rBJleVrXdoEQdVzYt8Uk8ohAI0glT6ntu3brIxHC41glSr7IZ8U
yMgVgovAs/v+frYEizthnbQmV6l8z5KKI5abGomya9xF10McCmXqa4XqUnd1aXBcxD0gup2Vginy
tZS6AaekhILNgBVPBhyvvPmSz2clmEVozCxDbTrgRGCbXFvT4CRhQbYTJPF+aXvftTMoxX3tpRwv
ugRMgs42Imea8lL0Gen8iYwuLQ26ukkic22I+Rh63XxsYtv5NAlUQCGJJbxc1567704CM93P67Ue
w0qPqUXo45h8y4U5vHp9R75qNaXZd9toAJoY2lw9j60nP3apWt15ZOy0e2W2xjup1yLd1qfhG4l7
ykcxzUCYCzSEJTVs23poaAU8W+1IjC6YbETOvT6tLSu1MjE92LOl+mY5p8uVHS/Ny0ghVoU7V6qX
WRF3xP2WQCJ83EfuazebgiJrlq1XdtchtvGy1rssDUBkfse2oPLHel3MHQs2u4/VmLwXCngUdF2i
vz7ZBJJtR9pak+xPepcMqGIqtKBM+uZ1WIp6CdiMacwUMu4WP7OogPmObXc4C9xFbAHxov5Szgh2
cUOIPIBeRf2EFJwy3q1LXT8smVr1fN0Ne+eeA3gWimRmU812Z0pBJzGvXnqNqB51h7LGlNss+ITa
OE95Ys5P06RXy6a4tjDs5aoWyhWgA2fmygOBAvH9a0rkX6h0cFlq3vDnNAMW6rPryx+1KtbhnGKb
tslu3xPCnU4Ifmkc+UnjxYZPkuD8wWFLF3PyzfO7ysVFPVKY+N7G8xDpumJMOwrO4xgA8FKC7ci5
09N9YmMjDQyvne8aDmpPawprlPJbfD1aS23BlSjFJ92klLQnMK66JPnE+WqpWUlmYQau4MrMWyaZ
tcnXp94d1asEQN+NMqug4hSlXL8qZMUWPpXb4SVZ5fSxmWaXmpmSL5+9Qi7o0HuHJklmWvk1p/wS
lRWFZ8DgBqjXIPfW4TOGB5OP1jHk983Xx7+WT/IZQKmBYIaO1xSowLW+mKPgw+O769tAMkWu4doO
zSdTyco10ObYED7Fi5R0oG52Ho2Jsy2rWjvdkHKC0cQs2Uz4qnDsks21a/bUopruoiTFhr216Kuv
rto57zEee6gEcKk8ZepQP+sjZY5QM2U1hM4i8cWKjDy6QIKMTsPaHFW6JEUW345LP1g+gP6NJo53
9pOXprVD0SimzGGsWvcOj2f7JWH/REhbn2/VCyWvv61GL5+dxetfLKAIfJlm+o3yJVNcTPe1CYVn
9te5utavFW3d2reaKpa+WRMmmGsi73ZeV2fPeToQA6c2uvPOTHKOx9ka47I0RqRtYaK6pba3HGUD
utqzAzLMnY1213bok6mUsUcIptY0vy6JToCO03rV15UqCN/q7KwbgCBPWM3dtAZ73qcGn1JcDK84
uqTO7xPNDSh2DT0i1X0lXIs1gXUO2KLZY+RFtqMQDtfvctOr2eEUrOWKnet8c7Yu7udOY1dUjBr4
nrGvvAdy5qvnVW070+cjir/IiXYjxgodgHpK6YpjG8Lqu8WorY+mvm3KWM4mG7WJNlv+TPt10CX5
vcjZGqm4IC04tXVb6yyFkYSnOvUNkxLfTtOmeN3NqKWrUE4zoPeG8gL3HGdWFZY8RAKe6onISq8Y
dAMcTizsUIJ9JgBJtGm2oxUZT9FIvt8QuCbHkRtmf/ucm/+YT0maNZQSWuEooDB3gp37tTeZ0PSy
NID+u9Zxd7I4gLq+WLs7UrkuB/PZ1vIDpuU97f5dY7phgpRcsYbdpF1Rp7vdoIideWtQDaQ9jY9j
2lviQlDy7E15Ubk3K8iMv9+IhoeB1m6LkIVM9uvvFWVJBUShEZ3qVves0AG7LWsQ4H/3KrCjadVC
7SQMh8jzX6/SuaPQvGksd2vTxS9bsuyt6SjK/u2rHGtUQB/ixYR8CKpdp7Ky9Y1/6kLnw0ZGXK18
Z5Eb9aTOvbihOuFcuGwwd24BofTt6/21vc71NrkbKkVAQMcuUGekbsM+K9+1Rk/RYMnZuiKI89++
ym/vCr0lfxNJDHLrX+9qot+LAsjMwQWrW5iK0kYmWJrIpEoTtehhw7evt43Qn3Vb9PFxLuFZo8kO
Xco+6uUvJNNbTkGEYrXNa9I0b9XZZgPPwYFDN/ywlKiIty953NDnkrAvuDuXacjEN/frLWKBK9OJ
vl7YNKTyNUpFfXscrNBQoeT+3UsxDjf0CcuUi/v8SBKhDOti23Iivkv36sDsAED2BHbS+C7Pvbjj
4YERCDQcUhXMMBty4+hSTF54oLjdcLO3C0w5rh32ncYh6e1b+t11TNT3DH8+AKw3vz49cgqbxIsz
Myxmw4gsh21FIx39jC7mr8PCIPjChP1sIFf6i5+xXQb64uiMQhoPxjumdYfNm6JX+yJNi09TWdMt
wbmpnhkaf705jJR0ePAnYCtyf6i1fv6mS1eL54UaVW037Z4aDQmLVpvu/+4jREKHmhzeAxIjzz56
hFnOUuOshRmmbi8urcxEGDn3f3e++CFo26ZAXIG0V48pWZYsUh2SghkKNDuc51URlHkvz0iLjucL
roL6EGMUbg+cGbrx63DIRo5O09gaod2vkoZJrJFjtNQY7RILxmDW3f/tZ4fB0cS3gSlcB7P66/Ws
ubNmKp9GqJXatO8VT7xzGim/vX2Vvw4/zCebGhCL0bbCbuPkp3GwNojBqXAa1HJt/S5jHT5MVjc8
xbWj3K8FHajUddkcvn3Vv05Mm3KVqcJBQs0Ef/QsvWn1ElGmBnOhtvpeQnU2NvFu1qJd/n2p/wvb
0v9bBv1mgj5tYNp/Lovyc/31fy6G7T/Dz0am7W/+x8hkOf/amNkoMjYg2S9GJlv7F65A1hKDrYbH
5Mvf+o+RSbG0f7GuuWw+yPZWkZhijfqvk8nS/wUHhVkGWC0VS5Mp9L82q/t/L43/Tgs4waL/9QtU
dLgx/AqoTr+O0T7DvC2AIkSFtO5kSs+IuhWeIysz9nLsjU/qUCgkjpbyhfSiImiydd7Ta7aDJYa8
opQLVqWV6CvMAdr7oiep7afn+Z9f+rMe8Aj/9ecv276un76eVMlVMbhmEZVGWl3p5tJeF7KnFQ0m
6oauSRyovWftuoTgUZiqxFkb67NQSDMndRwr/RKTs2XSAgpVgqdAvmddaDSIv5zGlbsS1em7M790
Wxz/3IX8+UuPtgJqM9np6BVFNMXU2o1+6gkTpyjTOEX6qlLwu7JNevliJRDEt2IzC8duOEc4OvKG
/Hn1o7mMrOHYE2lfRCpSob3tkBCpkHm9cztLD/p0rKKhaUuag3MbttosKI3E2ZnlfBslv7vzoxmu
qUnEgqFVRGud5DW8KpE9JOhFLjgg0KeePfUdpXiaj6Pj/L0N2J/3ezS/Ca+h4aLpeUT2WrWfK45m
jVuXN02sfj3zQk/d1tHSCotHqdR1LiKhJenV2nYpx6K6eeKATHV3jVPOmggKvGRROcxWdVStYty7
yXpblHPoWRuIyKwRxRXDFzpl5r7JMNJpihafsRzpTAC/ffDbn//0cVAZaerBnvNIL3IZ1EOW76g2
DfsSA0FkrGp9SdZwcclZrSIq1E6fMAtj4tNoNTYTlBmEKAMip9I5GIVML9VZ02/bdZJXRtcuF+pA
m6LonMGv5HKOff3r+vTnezvaWlbDnI2la21uY1lRmLE6CGG5ONCNfXz7vf3wRPx1OCJM//WpTCB5
SjOfm6gk2vkyReFNX8pVIqts5RU+XwSGfdYclIGyx1ovG9mbkpSoqOmpctIe0Astu7TfWmjUqnwl
FcWHsU7MKKFjFzn5AuFA12riBZLuQONC2UnZiAPqzzTQBiI5YMcCOdPlropjfS/Gtb4yxdRdyFaS
D21xyz2l8SszoWAwFIQiTgl+VzzKN3oyucgReuOMx/n3T/svIOF8gVvJUaKJ6nhVgy3HPlzsFZFE
uzhnNqInZh772LTd9dQivEXyuJ0cuQMahFAwVwPInG7bpPpA8/6jOeLnng2HDIbKWM68aG37EH/3
oo9mXILsJ8fszSYqiJNCqWjlph3MsH/eq2QRf6uE61DSyUvHplO0FCbVJ42QRW9EANrZ0lKjddQo
X7097k7+nKMpuJVuC7LO4mG3lXE9r5QhKRplVUTHiUi02rys3aTcwdSDHTHRW1a0gqTnoSM+06zG
cz/j95MC8bq/Dn9R4/qqVK2JEi/JolonbrMQS89hMX7ujJlebl11u0UdlU345xKI5bnAjddzZMHf
7yWgUv56fdh7piJypYzcmQanpioUi5qyu6L7XYZ4JM5ll50a20fTc7y4fFnCLSORy4roTLQLS+x1
oap1T2+/0V938P+dq7CR/3onfel5a9x6RYSsPQ9jaNEIbRSPN6hNZMD9kAIv2oe3L/Zve9nvhvPx
1CihhhqOW0egQZavHJLIzqUftVzaFkL7Pf03ukPFYCNfm/qyvCopuObhOKEy8xHFlFsN0pZoa9re
RghT3OQ2GRcUeakMl4Bib2TZEy6k5Yv6aulj/LmrYm0KVbT3HyERTR9RFSRhlY7N3pqQUJBMkxak
z1hMpv6MLAglUZ16xcGOM+dedZGhBXQNNPLiXEfQXpX6zUBJ+9aIsY3t1nLyLiDFuOw/Mk1Zd2UV
U1lXa448IRK+9GDX+qqFmWFM94reIseandq5SyyXBgdBmPlVhohECySJmsRyDLryYTH74juGrkru
Rno21TUizuSjxb7iCqGadG+FV2s7y5amEeRopdGAGb3u+VM+59CuU/QZaMxrPDiyScaDnjb2kzHl
TcadNet3hcT51znP6GnEimtF3VIbD6AME5JYPcW87nPbe1oGik87zYyzlosuNYBVUenIywmuoUAI
zsn3Um4PxZa39juUgb11vay0gJSRP9SbNJqM8rJUV6T8tcy2irTdOSLQ9Cn/nKuGfDKyqrgrBtFe
dHg4Dlaig0sbe4s3XwqjdVGNtulCTcucs2hYBnQhte7heUA1aB3WotZebBWtkz+jpy9oKdnFnZ07
nnKZjtbwrbGt8vucg/an39lSRKcnvGOT0OzAoQqCUjAodLQHx1gEsTURR6/10n2q3JW3rBVz+a6u
oBT5VqtDY7Uz0h2VNaMU1Q8myiKkdgW1ezTVLzOJxeh1V5SOO7NFyeOneqJUkSdT4yVfbBEZbtE/
53Wef9YK236tTIUO45Q0S/3cjar9SnLEquy3HgAqNxRjyYOdGXUXaK0Ct7LIXTacOqLzd2TJVu8T
vakTMjX1Qo2KDtl2YGijuo/LojYvOjHo5MMnykRqSr/uiDuwa/Y2TXY9WItH6V0RRe9nbSbi0CbP
cvJlqk4P5lizZ0D4iODczQb9cTIVPQmzkdKZry11GZIhZYcV/Vbf7j3viuReJNDGGlP8jwFNQSDW
Qjfn9OSj/F0/eovVdWQjr4QO6bEcH7vWArBkmYuS79WJntcM/v+AwGRCPJN640OiMa6DKXYZ7OWY
fLfSuh19k1aOFSQarcAeTpPlO9PaRYpHNpccuja/m0fNfiRGZnrpVaKOd4rdMA4ZOpCWpMFqbatG
js0mRSA9ELT0peFbQ/Ra9s5jPLX1d8WAvu8mQhvDzQL0rSNpMwu0bqKtJJBmPOfKQBTTVvb4Moph
TAOLgIZvTWLmzyhXaTon6oJMpzQl+TCaYW7GdG2qP3dqMt1OVJw+LHKa9rrST/iLMlTvQ0zA5ug2
cbuLt+SoAEPqLRYIHHqtnfrtRE8U70K7iaIt2upWe5mUi3watQpRjMyr7rPDcELyWal9F+kNVvxi
To0yLBvX+CiGSaY7IrQu50rFHDDGPeDFXOvayJXgT9VkyYG44b7SA6iE6xcIVe0YLUO+rDsdYcd1
PKwbvQoN4buY/jaz5th+VDVnqS7VNlZvUGmsF92Ujo5vtE7z3iS2R0LyWtxrrVsLONR9twfOOtMa
TOLsVkM+GvIiu8gC+G2TWNsg6fWKlZCQElkPRp6SiWJcsgjXy1j5vfS8b1ZDpvuuKmf1tUrKDjOy
mVmImDw5fenYstZ7epKl5mN3SshNMpXyhrSkEYWJTW8Oo1abIxFw0kPcJsgQZqU1P6reWH0WJZGO
JJPoRB97VYfjxi4KxvMgCEZnDmfODLIObBfiidQiZMzkO3x7CTyxoh/jGbrZmKyp7dlAjcuwxx6f
XNCQXshrN/6ev/CPJd05KifICU5fVzVNBHuPJKlxMaIEyeGZivNRL+3Pf/5oR4qArfFWR68jWTXl
TqsL9WB6hC9PFvY8s2iGRxRn837VkQBxLsbuHxv25dSzd/GaLN0XmoXMzJrQEhBLgF1gTvfEhGbv
W+Ggz9VHeoiExkTYeXKfV8gqS5z3ZWe6w63a08V5+0UcoZH+vI+jraxEtBNn41pG+TTn1+pq0Q7N
0TdiuRD0fBdtN+BF4WsDN9+xTzqUmwRYa4W+e/sXbGe13+yFjm2ZTmr1VeF2WWQtuXqH2CS+kXOb
vyidAvxmpkueJUYSKVOdbsrac0m/P5qdv7vu0eZ1cZZSpJOZRTEWlq/IRgE8ZmRHa6kzt9eTUdmW
T3Mz7nyBf/15tMzhMzbVjoLZhK3kYLcFAgGy1R0PvonEv6oR4RKoKFL4g1h07zma9q0Po1osOzmU
yZNSVgknz7RsvJ2dCvujMkpBCrzTsAabRswEgjLtzJs99VyPNs212eYNk2sapZME3LekWyWjLcfd
JGd0BbKLLQ5SepvAFVbj+ms65E0Svv1OT33eR9vptW+I5jbWJPJqu/pok6y2W5Rehnmbn+Opnzh7
uEdH/15mTo/EMGfnpgcyV6oD+Gk2skr2VRqLc+YhnriRYwZw4qyZkuDCizKBxyEZpAj7iu33bLPJ
fPtZnfoC3aOJqq5XWykNWUaGtab7fk7NoATUyxa80Rzk76zj0sqX+7r2esYeaqPZXfODmujxtzM/
YRvzv/kWjhvsTquMnqCEwlc2NhdtvCwHOo/pvVaM2UOHCAj9Sto/Yw+YOHsb1k3eVdbD2hVYQgfm
1DaGdvr2b9nu+nc/ZXsTPxW66j7JGJhjESlsm5GKq+hDVWv2AYspgVY1+c7xlnO43FOv9+gATbnG
KfIxaSLcZsBZ7MQlGrIhE6mPm3dv38+pSxxNM+OiNY7sja0Kluv7DjE/m51C0AdF3/L2JbZf+7tH
dvSlt4u3ioIqLGUvqftGNuCuQv/yt/hZfywQ7tG37MZzulaOXUddZ/WB43lPDaqaq6GcF39ekvnM
Z3BiunKPjsS1mMmS1jTSgGSLd2hU59syUW6SdlmvK8Wi2rPwedsT9iIbcOyZR/cjD+A3z+6YgFvL
SqLCrJuoitXuPagGbsgmdQIfZmmuLxmMZfSbap5w6J2TTEBEjRvDx1G59gFS5eJ6LPtNv4OL8Xvt
Ng3Seg7CJN6IXjnkjSg6NnTbgVpZmIvXmpzsK0KQmsPSVvN9W0nx4kgcNf7c1+qFDqx4CGPHTMEB
4WVvD2oxcDZzlA4lAALY/kHDTZn4ldmPViDHQTxk8VS8r5eKtohZd805Wcypap9z9EamuubFd0zi
FCOM/VLYxQOKN4XyOLXRQrOHkICb9EIx2+84UfrQlnn9+PaIPgro+mPQHaO1KIW4y9KNyiEDV3kJ
sdpAiuauHxfCl4gpBYRlGYQSBwq7B/a1UOgpBolqoz/b1hd1pG/kj5SHEvCumXeLsTw2wt5apgiD
XLVXKLhERpVpm/DPa7+gz61ezCxtDx5ZXwgRddRRfsdhsA8zc5GILud2IWsXXO4/m+fsoz4cTie6
WWWRRzGaUb/Eeblvh3G9NkoE1XlW5C8oKZMz3/Dv+xu2fbTE2BrivMbFQF/o6zfDGB/WVRs4Hea3
pSK0w+DO5ScTm/CZr+rUkmYfbY5VO19y0nqKCMXzteZO04PaVCTUI1f1HT0DiTik3r70is/x6igv
nlWo/sRm6P7t4XNizj3OWCm0mERrAuAjc2CMqCSZhhpurgu9KrMzDZlTlzhaOXpaLi7q3zSiFTdd
xJmuopDNmiuutZ7ZRJ1YCe2jlWN166JqcbdHo4EDNYFOvGMKLq7bXmsxvwj88qAcXv/ZIztaQ2oC
OCiMuEnE0Rzt4aySIwQUMJil6uzevsSJHZt9tJCkDqTZlRNmVFHPu9fIfSYaAZsD2NX1gAHn3Ogz
T432o4nLGztL4obEpxPb9RWySyMY7CYOtcY097ViKDcT7qxLjG93GvPqvWNX1c7Rmvb9VOva52Ym
DU9NtW81Jzgf105DIKT6lMx5HQnfJlUhKtMOnkdSfACSa+/XEbEZNYg6mBXiIpcpKfZKPx7ghFLw
aytrJ5D0UFYSxR12mtecyY0CAlSg3FK8SDQQplXyriCwsb+Udlo91LzeXVz07HZghFwV09AHw6Db
4WrHn5wx6/YOR/wzA+3U52od7aXHsm1QMugcstyNEZDXpHwsY28HdtnYYVfSNUh7XY16ZY73QKMV
EPndFBhVqZ45Tp8Y68cqxQaDhbcaWhINlZN82rxMj6ve4a7CmxgIpaDqAaBBfHt7JP6QGf1m1T8G
hTkdxqpxwdZbjo5649hDszPiekWp2PcXs9TTw2gPOofyQQ/RkEGOkZRcK32z7md2jMm8efZSxcPw
X/TBZPXq3pwldt3KXD9hpXC3FmEO7L7UQ6ocZKYvTXPmMzr1qI7mVk+g73dgEUSOlMPO0GvSeES9
3GI6/zBmRfawltSP3n5QJ0fGNv39tBtflqTIq83yhoq0jkxjGQ7EOyxfHLGIK2KsxKWwi+EqBbb+
OBcVIbFpPoRdRi7m27/gxN7WOppnc/gPmaKO3O2o2OGS9UoAwUQ9s+k8tcc5RjN2A+QFPWEzkGj/
kZhHDcFcO0AFQ+BJ6Vy1itR3erXmF73VgY1CGHrz9q1tz/B3g/BoylU1nJBkJygH1SqRNEyyDtUi
z8K5xsH/9iVOTLkbafnn10dNLzfXRUkjZ1n0FyPW5Y06xK+Du9YioDR1rpx3hIv9Y79mHU25MCuQ
E9lOGhUYD/zOk8uDMa/V1dyPI3SZWD+4Vqnu5xIK/JrL7KHWAZhkdsaOmlAyukS0TvxBKstOJI5x
uViozAfHjv/Zsz7WdhsJSKbFZbku+zp/iHWq7dqql3SkLO3928/6xOv8sRr99Klki9tMLV7daEwL
7zAq8FBSrF53JiCVM/uqEwvbcUjxMJeqBNDIJcivuXSIXo8Q23t73aq8A0YRjBUJKaC05M6FHJ66
qaPJRqmMbm3xLUW8vjHAnVFcMmQH7LptdWYndUSl/mPsmNu1f3pwhhwTAX6AAqCjpE9UuKuD8Hr9
vuzx5SyJYoRL14hHrttd0GQnc0qmXWAl7rrvnXoKpakVO8uRsLk8QJZmbU8BNZox7Ht57nR64kM6
DgqevG6c6b1lnE4tiuUzrtUld5Z9Y9NEc7K1O7w9iE5d52jPF9udojtkDke9tlg006vlCriUtk+p
VgJIwTz69nVOvdejucerajRinZVRHJ/Wi1JIfHCxp+z6uazOzD0nZm7zaO5paLaiR0WcIMSMNWf0
zJuxq5fdP7uBowlHs4WsGfU1oC7wPaQwWbtYZ4VwF7r2/+gSxyDWomvwOpXol3IoEHiE8IMM7XqH
Rns+s7yeeAvG9p3/NPJxXE9uD7Ij6lPPvWsLQs89vM33QlTn3sKJAfWj7vHTJZQ0W7cwyipKunh8
H8cqJi1ZaBe2CvQKKeh48fbDOrErMY4mCn56L6fCyCN0lhDA29skH2xfgzIb4q7HKWSeY6Ceemjb
n/90R6vNwjIvHCPMmnYLGbernztYMjU19c4M3VP6nuP4rDHRa7g1Io/yHB0fGfDxpSozBWQWgSHz
PIwBvkDrWqd6s8sKbfR7zdQv+8p1YA+6Z/flp17e0WzgphZlgZpjdNp0iMdnHKRDoFma9inumnYD
UOX9hdDjyUPAMX2GtaB9wiTcAnKeTON1XJT50gM+vbnPF7Iv65JjhJto1Kfefus/Rupv9jDHiNBG
ySyO92h2DYhMBWjEx8WckEbkcq/3Rb8bJdVspIeIeu3GDQYDbhFt+mnvJdOMg9Ky8Bk4CzZrXiPo
qppmutN9mBLNPYyWnmIfj+UO7eUaVtCvdjnxQ/5UpFf9PFx3Aqpig/Pan0Bn4KndYIGJ/cEGVnAA
PlfsYURe8Qa7gxgVLzSzRL+V6hBq/bk54sSKfOyWKPGl6y2myQh5hY59knTh3svR3ao9h8VV/66s
LWf3vvfOTNwnLnhsnMjj3MaXaXsHCHwYyDPtlaSj4c6rKR6CEzKp5fAbiFj3zizPJz63Y+MOxAFZ
p9sFdUtpHwpkRd+Z1u0Lp8xe3x5EpzbhPzSvP33Rs2oOKQBp7+AINoEkAqhhU6UFkbja8GXcTOrD
KKBEVsTKZogXwrFs5JczFz+xTOlHC4mK5sRW2LQecNs/JZhOg0WkaDfxKQV6oopQF1a2U+AOYU5R
youym9WrGYjGrjWLOjSGUtkXqvj89s858XqPs6DkqrdVK2b7oM5EReqJgIOw1sOtl6XNARlEGYDB
mPZJrdlnrnhijvmxK/vp4dOLHAtbL9AFKnnxXkcWGxqVTC6z3NYvKP/KfzaOfpwcfrqO1swqnq3Z
OVgjlMS01MsbVZtE2OpZ8fD2wzO3wJffHamOQ5BQMadQRUkun1cP45I5Ne5V1lVwUEsOKGso1YmA
d7e0vaCNleoGRzHRDTAgtH5nwGUNKa2ghnNRq/RBxi5Uw+Pfstucc4zSvWV4l/T9RcC3sCeBNaFS
WzPvBEpSzp8qTG6ODyIyPoyFO1xsgDpER7R/vqbEoc6YuGFGWJ0i7iimG48lhMD7qbOtrykkSC0c
VFEOwThk9s2MAibzQatCCcgNPb7D8W/h3Fa8+V2CqkOECdGG015JXhFo1E1QLbF+W49ahuysKmh/
6mt16Rh6C9NyHcEaWQYlciicDPQM5YLcwbABp7a4ThlNq0SQoDjKWobeAiJnR4KJauCcc6tvNkXO
UBJl5YSZNIaPvVCzz+5IdDDEid6jFYpld+GnrfFnXigeabV6N9rpfGktSDsGzbtrE0j+7rroUIf7
FDCrWGyFpubg6NfNvAHLSjU1hR97A1Ig7i/7OpWldh3nCcRL25jiKUSf1+/trkk/604/IKmIc2Ss
VlaV6c6oTe3FGjv9skzrbgcUYegOalVTxtOgfoMYmudeg4ITd5GhcDvZPDVO4LKtS+8rVkotqOOJ
KBradPJbA4lAEBstune5kwtUOq5H3iH6Ou+1i4fSAH7ulVGC2bYJ+Q7jyadJVSn0CLDi30KxKL9C
Y7VeyoUKDc504heA8Zr5exdYcubPelp8mLPUcgI5Q5YIYT65z2MD+ohc46T9kk8LU/haEEqOkncR
FxoZBZOvIuQJkEN1+h514MSQXqHL0dcXgHQYkPPLomkNH64m3OdWj7PvCqrL7FAPVVWEDrz6SILc
ACHa1yiCzAUFmG/ORo7SyrUAv9rJOJGHUSzzE6fxGvnklEHt57QO8XKtK1OSYAi10jCEoe9w8Jtm
AOU2uyGAd/1f9s5kSW7s2rK/UvbGhbSL7l6gzN4E8D76lsGYwKIh0fc9vr4WPKUsJiupNL2xBpLJ
KAYj3AMO3LPP3mvrqBijuBvDCKp/KTvHiw03egqBecdXsJaJDolqEuZxWBZwY+kcZsW2zF2Mo3Wr
Fe9xZ8nan/rOfR2VuwscVm5+NRXzLfQEsBu0uKr9ILgs13Y+EKKyHSgv07P2csyqOd2h+NZf5yEO
31pBh7U2ZITZRR+BxJStcE8Dm/wSfrniRx+5653GWIe6YKIC3vUqrJwDow9Ld4cnXrbtm4pfKCcb
691Nov5JA84weXwq1Ckx9GnyUx64FPoqkdzI0u5fgr4eLnA7NNy1ncaGDtiE7kMYUx6NFx0rBq4a
t0nu2cKU+yLR7I9BztWGawGWVh/kEMm6tI6fwBGqz7IH0oZ7N594S9y2DbcxlTskCMBb17vOrZaQ
E01QXYXjFKc7HkvtXWgXYvYdNEHbX1KX1ozGafre64gBwdKLFmC/oh/TR7C5+FBRNvMn4gKaBeQo
ct5p8UGFSaVVL8R4VmtgS3TzZnHWgAuYDZltEtUFe3y6TbTV3MBedjVC+3WWTyl4Du4gsZe6C9w+
uxo0kldZi5O1z2hjmE2t0mFtk6jZlosDd1IE4JqCiSjEINRlao6pA9oz7z5hS9qut+hq2c3xWpo3
6qByCT+S8l4s0GWekXA1uN3ADgl46NVgtU7s8e85vjEF4aEJ2sQ49fBkrC0vHcdyFTXZp+sOY7/J
Ia7sWgT5ryAwwGyMYCR4h2qK4Y8mMWvby9uVPMjlO1wAiQvBy5LVvxEUKkKFaLrxmJsTQFeHftQ7
PvVQYczIrRM/50qG/xXSoFouRU/BLxuud9serpy8fg6FjJuNDmHlYgKP9y3n67kS8BF6Ui/iGytX
5kcQQWsGCV7B9eHZax9DoidqZ0bcp7YuOF8QtDTa3FVTm8a7UqwbAZoMKOKsOWx6UdUPAWNAx06t
LdJ547orY4MqAr32UC7FCwhLIzt0eXBTx6a6yWGfP8YlRoclFVS21kYluRSTzMWihDAaYPssrMuM
RT8XejUGt4C8bYvShEr/ClOjL7d2i8sRG2d90wZGdzXF8xNe6dWx5SbFI/3OWoKlO2o/s0mWs9/i
KS3JQ6T5a+Zm/HBlTH0RqFmrOaG+50BXuGQ3VL5rIJ9iZwVTd2l/jxl2vI8Sd3oNS6ud904HvXYr
U7vp/KyOR9DhQwZjhUe6YDNehuJQ8BZ4g5sV71PcDI8LHLvrysw6C5dqCGuoKMY63tDprg2+5MI5
gCUFiFam5Rj6Qk1R78dxH5v7irDmBzhe9ysHg4buNrbcFQ7fNsDsPIQNdL2iTgtfuIHb4fWiONHq
C4RwzCT9JZYaG+psSw64WElyVnIZD01VeJNttPf/2x24MDg1OPuhSPIvWAX50SKtqL786wPRL87u
P5d3LVlQpQ2Mj/0CBOmqc+VNNs04iAPwLP+z7/DTMA5OXDdpAHf20tGeusQ0b5NML/AIzeJvhIVf
nU/Xo94P58Y6LzJ2ZkAaVVwb29Fp84tyKvUdqdByr/fO9Dej7C8EDP2nWTtoTKutoknb0xTwwhB7
1KBvbZw8+qzjcj6mslN/k9Q6y7V/MTSfVYcfXpJsskaQeYgOAVxovy6z8FYBzL9h0yQ9sH/yYIJ3
xmKfFFdk0Ey/BC8JeymaNiYfkGc3c7/nJP83cGvTyyGY9OckH0FOj+a4MTj9bZ0Qc4hVUt0Z9l2+
xXJOF04Wy1sT3PguVuxaJbo0hsBCHUcNvH03W/mW3s9oV+sz6QDXyG6obYj3pqrSq0BJdqj9PEIk
rGD3K5Ef8yxlPZzF3DkKa9kWIB63KUmAjepxonDa7rBrtvPfXGi/2kSd//yHN60OM4hESabta1kA
lONZui2nLNoQYmw3VgC8vXBmgrZpqp2gqon7CIDIJnOA2/2PLvX/r4ot1TWqnrkQbfII9FxGLodq
MDmcef9u438eqv/iyvi5NKQn6xqZ0ZIeVg4cfPps3lUhWrMLse4jaHACg80aiZnChi+LIPzaS7zN
NCwknmEs8ykDD+sFThPul7EjlNi6wVUQ9tRbZTPxxNC9La0su0u78qOx6Vz71+/Mr7Y/Z4vtD7+b
qAyAs2esPpZgodIMg6CfD+m4+z2RvHTqtjHlB3xI8zKbLfvgxmwpjFhYzPSOe2vq7trCGHEVgmR/
sCLb9uhB1/+GhPOLO4ix/vkPP50TTou1uLypEJ/VnSt7fAfIhr7hLkS9GmUd/vXb8Is7yNkp/sP3
SUORpyHIi33kzrcgF8t9Sk8BwDg78Pgl0kFCfuJff6tfvaSfboq5M/R6UxrBXjTTcDnjQPM5Go47
8G9E8IiV/M1bdyaY/MUFeZZsfnxNRlgbTQDecxhb19w4+pJRYmOYjdcQ0NorXdbGxukyWP+11bZv
gzHkGMFkv6e6YGAymKENj4ltX7sJO5m/efm/GPPFT34FMwrbztLG6NBktb6nxKS6wx5ubM5v7n9g
F//rW9HF3Xz8/O//0gVrmV/TLvb9/FYgJP30Bf+EXMjf4FhRpGFYDp9pCjf/aOtdIRdwxXSFUkK5
CACMPyAXzm8MDgaN4KYQsIfc1dv3D8aF/htfYFABReckHWe0df07iAsapP4kAwGjQlLSlWOulCiQ
OT+voGzLcGQKjNKPJjLfXsxttPCJYdPX00wycKEMJsvrsOjWE6ZGHbOP4yaxby91RE5m6oaHMZ4m
jNhUD7y2kQOcl08DpTNRoT3O8E8/RwC/xqYNixOQ5eqe/TZxpE6bRtCBDFoXZqXjzwjNIbwvA8tQ
vlYs6V3fd/YlsUJVb9ypsZ+nlJ4Fr1qoVV3h2CPcHWu2oGWmessPDE78YQyFi+CPJPLCVNtdM27B
am7HQO922CN4RStB74UikWBkBWqS+zWwbr01Vh/eAZeGkRfBlP0WthFk3QbLEXr7lDb9Nhk7Gwgm
H95GRBPFGc0aUrAlKI69VhTqojYCm7AowcRwU2W5ZNth8c22ulE6+kaOevi1a8P+aqC7O+Xp486W
N4T5fBcx21h7pKD2lAtHY/7KB+2GZhIr27U0m9JDgXgFh10xZVFsRABwUxCdC9bfS24fq0UYhzCE
cHGNrmAt3EUn9VW3u4CGBkZ2bRO0qYsDlRgTk4saEpv3fiRLi1E3RuioQb/uO7oxD5VUINDN0X5g
UxXca4kV9nvO5T38x6zT77U8AsFeK0ddWfx84YYQrE3HDLDlp7DBj+vhA3aOQuYBjUaqdhLO6djk
Pc2KaN3gPeRQn+Wa+y6byaRPQ9rduz5hZPfMVK+GgyFy+8HuYnqCHC0bHseUpiUG23Z9wvdwp1Et
GWF7+xQXKRDBMQ5IQ/VudTXkI1uSjG6hyJ80pX93cLDlXoC6VHh9rbf0SocZBmIxulrikYi0amJu
jZw3aiBC6pezRq6mt+ZPSOzlt2GR4vtULuJGNjOL66AwTOCrAiqMX9EhX29TxBbICZZGB0lez/F7
JMduhNK6zITKnHagXyOoXinPjABLEHjC4gxwmRUPlFpvscerRUxavIV2iV1ndBJSZ8bSNK/JSI+3
J0eIwaUxxDvdSjtriyYjT/QBZS4CZaAWbwkjw9oS3mKslUZZNe+zFmTXweJmpKAi1R77OFS8kUOW
W1usIra9V8ZAX5CQvQEdu7Uv9AS64jasqurRErnp+EUckclNDEntGx0ABTp/iIl7XzbJcNe4ALKP
8KPc2QfqjSDoaIvzXhUgi/3GQimi0UQv5fWkGWgqMYewG+ZqOrUIN2afne60zUXjquiykkQ5PEtM
k9jr4BLjLZQa+uWqhd8FE2NZfUeZjL6lRha84NRf3kB8ryKVJuXXIiN56nfCqr5mkYY/sgwTqnDE
SNEMbRd2nnj14sY5NI9oenTYTCRoGMZwDTwS+YXzev9qIxa+jSkB0w0jBiDwfCzSm2JZtDfVw+jb
TPBIP1UbagoIa9A+goVX3dHk9hdto7arH4o61++4xsx2jQdVyEldmSZowslA/nt2NWRIsqHPDqsI
SkZyLlyvqbEP7noV5cD/S6PqLzqLAqATqMZxuh6seFIoUYp2pmAC/HWSpcvbYdUNHr/c1mGi99Sd
5eCFlkY+Ql1NTRDCFYx9e0MBGzc5yFqwrqmBGC9GIcr02q7aWG2bqBVQdanHma+SMQqtG8Kh4l1L
lCG8IIsCZ59lizT8JRarI0/SQXJT205JcMisBPVrRHgLUBmVDeVcm7u7ckFA9K22iINNMNNbfG/p
WsR2N5pLcdLqmGVw0+e2DLwllnpveNZQz3LyVM5JBJVIj9ttO/fiSS2jbDYzBixI9pYahY/Ew/Ud
RSbADMMJ5+ZZ2aLLvqUZUBbPtYgi7yS/18p3aseZ9ylnOe4Sc2Z9caLcuW25FikXM/j6TT4Z+nto
l9o7ywGQxk3A74pWqXgUSE159zjy3tAgCL3b3SV1qyZs77GcNu0cRde2SMdTCyvkJaYnpAfB5iZX
C/QpfR84A1hXFsYae4+xrD7CLlw+gHQ3N2WdJq9VjS0uiqT+JeAD/aEjpy7+2LkTBFA5q2ZDTlF9
qnHsn0w7LLEnxkPeUcKKxk6OCM4gFUBUNYFGCRwY06nlfDGHyS0vJNorG5AlZ3apu6bdGk695Dwl
uOX04xKZXiBL7jauYZmUMM1LiTnUFVTukBpHWsEW+WDIwpoPY1vZz+U4rmVTUz8/GRVVBf6QZiHl
O3XIssEcR+q34o6l1C7NG1zbyBi8gTXG4fqkx+HEjLwEabTTBzY5XhpNaiSXXffP4gwd0JRlBZ6t
9zCks8XRsVMgpj/FamwdH6wsQcEOCB7cb+DyoZe4QXq5uDmvh/ux3Gp2uHCZxaXxavR4t6g70SGg
O+DHhl2Su/arDO0cJjdSLtOmrJqd1oNvKMpyeraNxIYEEQj5jk+hezSBO/IEtaaMKhZGJ57iREM+
VKm5kFnd9tOJ5/TWrfuSG4Y14K1r7JbeGop6sru5iJNy2vO0dQtxUeRV8NwnAK/9NuxqkAGszr+n
OJG+DyKkCcOqBHen3LomowZyEwNse2MXJP2JjZVXyOTdS+HUTObk8cvHuLXr1FuIdmJvpirzSC9F
pQ6ONjAkFoyql1lnIgU2cWF2WyXwBW4YMujjDhQAakx6VPRFuHoKr4tM8SnHaZk37ORgwcBaCZqN
mYTZUUyDSyNVYhiPjtlbjziYQ3xxpBASCL5JwLIqrDhzTYnz2MHVlz71aA05nqpgmDcJiL+IQg4v
rig6c11BpfDzwJbGJNnt5RpRGnxG2/ftEc+iY0EOyJLr3gqz4TrPE4QiOvvCJ54oIj0mbqo/K1Ub
o29ObbCL2hUvT6dKZ23myDHCral6uhmMqQAoVBSNfOpMtgn7hZPTS6MiWnpMM0ofKXCsKPEc49Af
hMa6YQrT7JKbevSGm2r4zPs0/OQ0O79ngC1eHTjJ3IWo6KEDjnwyP6XiV+3zmVfEWquK0jwpg+42
VkH0hHbsBH7YcxzzRhaDwg+0NH0ckz5I0Y51+XXuk+WiCGO73tnm6LqnSgEZ8Jox6PRjGwcA+FnS
6M91PpS3eJnK/AB3bPqkBDpqNybPjgsqY8do08CWXgmmPSoz/UfqCGNlMLxOT/TTuCxJxhY9kSeQ
YkjAiK7EakH2U8PFNZzy0DTY+xCgr4K9Yw7cGxeD48EibDvchRU7LYjmk/7CGSGnyKDkkLhxarf9
EnUSdbcNsN17VdhQx9J2LlscDJT0RLgBDC2aOAJDbYpmce9nSPEsKB01PlIEEn0pYZxXvpYXQQPR
x4i+FNo8fqP8AcBckXJ0ohnTxnmTYoK5SK08uuvZZNUENUb1mFcJsQGe8eF1zB5mjZBVVEa5xURC
T0OFJdpYRe71ovTY3CZ8zAqz117MQlPmgXrfRffhnhcnbUwp0Bvs2T6mcMWeEvYD3GCbmX+gtNvg
hlUcPwPVO6wHhpmeQA8R0EQxoh7jHwC2/wzEP863a77x1wPxQ8+N6C3/9qeReP2Sf47E5m8uoGBT
wVs2hOM6SBZssbr//i/Ndn4TSudOwZVPGex57v0H91FCfRTAIB1cLtBQ7VUp/mMkps+cv7/iIm34
nvq/MxGzfvx5IpY2sF9qlrEqMAv+nDUODaORCVxlQDBrP1BlLAqOnZGQ8M8yeOw7R88qNpoiwFNA
UPxLLovpwg6D0YBfliTBwUr08BmXBQ/PNm6LxUvh4Bu+zlJxB5dl/Z/rGXubMOzskoHCG3RpPDJF
U9Mwmdtj8ppoC3mOnCW2uXegwg+epWj+pMjEzi9m5Rhv1tQzF9qcynvPXBTVBanRlGrD1sUw1p3t
6pRMwIWsrYzVDcANUfpzxXpoy6Os2Rf9ytwo4zZMOPJjgNhgIxqwvGu5Un7mNNY7hxw4M2O5wI/s
pUyrY9gqpMFBzBlncFLZ6R3LrAWUYWjP+dZxaHTzzDKhUwrFgb0XErD6YKKJngttHJedaLqcIolo
cu+scAq+W30fPgX22D41ZsnLIV1lfmn6MLo3JmOCjkL97LY3Dc5GA89DtqppUNwkBZZQdvT0BxA7
yiMyMMRDnWMVqukNb1nyhRSTfI3jourp9aUB0tdcWok2tNjGdEa6xlDSALOYvk7k/spdRuOWDUNw
PxqT+lIyrqwJnzR75MwT5RvRxv0jD5/1QWqYznUdhcxsZue4L3EmhjvqTOtmA2A231eV0KGM5ZLb
Lkswzjul0Z8aGhg4ormFpm8CQDwTd2ZUwSuwJ8CWY5hMld+6ITVnkJqaB0dvazoutKF4CxLHaC+N
ZA12hBmjGrdO1/pOE9wQbeqpcMxNzWt1tomyqAJcb66MtBTDAtlYYM3vZjss7kz6ZLAYDyAGyera
HFyHETcowBOV+o5Zxd9EWMYvGWewZD/Pcc7zQ4YarRYZDE9WvVnSMygUJcD/dgB4ugDzrz2RFTLY
8TlqE2pcAftvilY0Iaehxeb0C/bH4XGs8ygu9F6LT2FcTt9zx5q0Y6WpkBUuGYv8LsyqCquQzNy7
uW46pmoUq01vac3LlBEbO+lWJpKjDJrgoRt65rGNNYnJeHIsnB7vcAtlcjEby/DAMZu6qsKyTXw8
MdtFjKDsYg51owUPgJvCzu811BNPALQpvTirs+pekwx3nIA0TmQ+u8ZlPES2EV4PAX52T1k6hdKs
1mHDFAzMyeVojOMVZcqq3zBkRex2w451rtGXWOzdKly62wC8EE1BUMU42YoW3w9hgIkWC1lGVurH
bZIUu65OUBaAzev9aQhtszwIDVOIl+aFRb+PboccadJwuKQajnEy0GoCGUVEM8uWptR15JQt4yen
enGnl1H9kLgijbZ1atkdqNGpfZTnAbbLO/ezGGmXomA61d4A2qQ3biwYe0tOwxpvJtOwhY3ndfx9
RJ7C8RqtgMF5Wmfo6jxOixp0ECYCtWicFNaRO5pKxu+K5uWvjakvNdFrKhyJ6jKq17Y9v+FfC17g
WoffCGGW31lw96ZXJTa9QcZ57C87HG8sq1Y5oF2VAZiUTXPhmEFKHYpJE1xyVhGMBEGB8qVcXtdn
oaE8iw6YsZx3at2RIsxQOTPIzyxLjiGn27valSQm3YT+SR/XGoJGfhY3yq4xHF/DGfxY0fUIM8gy
Lyil1pfNMKh0WbfOSCXtEmeYI84SyryqKe5ZWMFRnF/bZ7mFCAbSC3WbnLPc0FG0wisV5NvaStVp
TPtGYbIqB23Lzc2Pz6KOvuo7HD34uzShUN02nyWgGTEI2BeyUNKylodpv4pFDl4Hv181JHxyjHZl
AZIdWCWFudmqNwU0/EGrS2xkqPIsSU3U5uYcn1apak7qud47TYMRpCmT+otxlrVksXwWq9RFWna9
55wVsPmshtEqjTLWn1WyfohRzNyzeoYyh7M/i1v9uz3aeO36s9YW8Ou660B3vdL+NDOEmqdMFY7v
1ikybZTk826cJ8kplRTcI6htRL2+ldaDcZb6xFn260TZv1NKZ4AuW3XB+CwRBme5kPo7+p3AzvHZ
XM6S4hzXztEYAh3plIzs83CWH82zFMkCX11xtkWgHJucCVczDeUFZwkTaEz+IgNe3xFWnUssf+6i
PVCoVf48S6HdWRYlLxE90t0tvgzQDRCFCo4Bfrxglb6zkl54Wj5X92EBagM8hR7hkxgkZaplmVcz
uRocRb/vbv5zmPzTYRI/xK8Pk7dvDT3ab/OfD5N8yT8Pk9Zvhr0e/SyDR6bkP38cJqXxmyRpSI8X
1R5wb9cN8j8h4rr7m+Hq9BFwDvj9//zjNEl46DcpKK7lH3X5b1IX/855cnV3/L+toORZY1kUBdDW
yu7HsX+mNHAMc4xRhunWDLOHAqihJ/nwYa0N1e+7uI/p//w1rvyvv5NUrtBNzOZnK8UPe0hrSKWu
WUm6ReebrykEs2+hrlpYAPCC/vA74Kgzh2XxI3/8r77VupoyWB/xCn9uxDAsq++MjhdFBPw2AsHl
a7p9XzfB39g//ry7/f3NM01i1bqDLYj3kDf3h5fEggwmeOom23Qy2gwvF9sLxkz9grwd5KmEdPm/
fmF/3kv/4xvSJ8JwYrvq923ZD99wwLAZW5AlsIM02Y1bOujxSXOlOaa1SyMqxWizbv/OrkE5ys8X
iWO5gt+Zo2i6+n3s+fF1Bnlba25LiTS0XnWrAW7/VlRzQG6GOKaJWfdhmKrxel59K2bXVgcGk+w0
gUG7DlCsN3YD0M+u0vyLi7K6SzDZngYl5O1CObtv5SA3o7lvji4Hk4POtughwWOKnDbFnOjaLPCX
HMOBl5esxashc06SdvCvGaHJrTIitLKUerzWb9Kq24iBbTctyugJAYhvHMGp+grpPt9HMD0trx1b
7cYZ8IQFIrBeLX51MfQvMF95k8Lx6PpuvuRR2b2pMvuMUkrhGBavh1aBODVcOsmxEROBNbuE90Mp
tFGb1TmuwgseaIB0daLAQJe0L7oVOde2qilMzGGNS9lTfYdlenouOJTu47mJb9LRMbyskvHRwol9
sEX+JsraOAT1ugQDghmiVZb6W9On+kPFHINiM0G49fJ5/hBYPjktjg61rvbY75FCMDlm+TBsNNnj
FqVLjzc444ByYyPfUV1bTxl5DBepCIzpZZTZyImkUSj3yznQ4l5P7znPjo/UkulHZ07sjaFxkuMw
brzLxSQ/FYvCa9GUzM0SxNrlZIR0OdJJjKrk9B+hnCm2iwL9UTOr1aZRBnbsz12eXMqSGNSQZ8Gx
wRi4NRbQLkHjtrRYmulNkjXhbZfVwVFXkII9nT889LnQcBfmWbZpytnepYShKWbDcu3HmTGcKiiW
D/SG19LL82LUEZ1ydaI0Pfoa6qbUvcVhCl6GTJJqT6cdexzz5CqzeDPCllGg7BLjg0c257c0b/vD
GBCU9SK4CWiwjUNLbIwsj5OSDk8CTRsrL4e9KOObuFULho2l/1xrAU755BKeEhLNGm91Q/mw6Jpv
vRDtRRKEkqgeb+5iW+YuphQ38lHuo8Eras5elYF4lmRd/VLLITzKITHxXTNK0n8cqY3Zk5vKBoCj
Qx4vG3MeRnisuv3MMrG8xe+JWT4sUj8oq+CL0y0Js3sC4dWi2BznW/psi2FxvLrOXmeNbFtdqgpT
l/Ot0wsO+UWsXliKIX7Kbn6M3Ty8LwZbXsrBcp/oBzXoGpTOnoNfeHLBgl8RcHAmlle6eDKXSNz0
ZhVc63rMNhUU1/QQUVBHUeQYfMZxGN1MNvVwy6zSCzee0jsqBtoXJjrVwWmtaC/T+DHaDy2iJnlr
zG6eHLpiFuVuLIZObBSnlm7AH7+yvJq0Nes9jtq6Bv4pp/xuEEbCmNlrtfgs3GzMdmiLfbCnD9gp
9oENCcozXbMsryKm40Nqtm7ylKamqdNIm4nPljOq2s1iDOdtGCPv4S2HzHrFI4X3m9bD1PGDubNe
l1qT3WZCaVE7iC59t9GC1BpPMq4UG7bQuRVUNqhE6Pae0yoTWQNHkgZ5F0bsoYBwnL9hFe4pYy2t
dGNzFlNbrA3WFSTvFr0f5954iuwxKE8FaLQvHOKsgeWjOb3lA+4MD2eODWDQaKePXiC+YEZtqbWl
5VydUhV13/OqnR+ovI/MxySl79RnyNd6X+XGEh0pDaZziC5NkPpRgqi/4USQ3ZN+of42Dp5gVzV7
QRgKS6Gl+UHbXdqgjTBDl5QDtoqAQ9eADRnY2rMirRjqx1OI1FSzD/J10EzP5hA3ZLaT5LsVzYvP
NpM2j9qlxILLaeIvVo7yLJAde2bJU8P84BNwExdaL7lf8H4ctUH7BilzuKwtrbrtELfA/vRMeaVt
0NUFqoyL/yHl8io74Y8hyXnB99vrE0fwLnIf2769aaQ8BEXu0KOrOWKX1+2+CuXJUFO9cYq+8IrA
0m8oJnnGv+EXS7TnCUTtRnOhuvFCRtoxr9QF7Z/P41i/2GUd76dg/rBr/c0cai/prL3eDJeshZ8c
EQ1PPIf2bA4PQrLBoE8WFmsd96yRIL8GxoiNIeyPZVHuF+Id3iCX53TmYwNZGCOGWt6yuKEBM73i
KYnLoflO/HNfmtaNZVWbPKseyjq7K0y38Fxh7Udp7mOUtNeee4OXR6vSoIjxkYvw0qK1roci+B5Z
4yNE6Bulc5G4xV1lAPZXRrMtI/dLA7nbd1nywIYJ8l3YtndOxXU0LAclahggeAnmGpEtiT4mQcKq
n73Q/dZXeOxr291ES/bMbNrRfDxwy8wYQ1JoxJC5wAzT+G5PX2OpDqZl+0M7+WbJfTfV6ZjP8Zx3
b83AT7zol1E630A/Yx/brlA1nfNmRb9yV+/aZgSXo266doRYLeR1WBo8983+yrYc48FSzZZWv309
TI95OKa+ZPV7VTvBASmM68jID+BYd3MFH1pl81eYxBU5k+w0jt3Wih1SNvSccrPUDH/EqYl4qFn7
fqrLTThpIOkRIqgNxY9ZOrWnlA2222380sk0z1DGfu0SZa3a3GoRQ6tOZahfmVZz04NYNwcLZkMw
meVltvQRK088MsAkThYptA3rCGqC0exim6OhSIsrNqXhPs2K3Yq1EotzYbfRW1amn4Up6nua5Lez
AhtuGTSJIxUNawiVzdWDmzsXcx2aNwlNoWCewA/xDXjxSbFVwQysxhQ71WksGyfnyxzM3ywacJE8
ZO+zWiEwFvUUObf4m2SnqztDJdU1egv1lmQyPSGa66qi4GCiy/cOfB3NuKX9wvTNW9bOF65Kgp3M
xJG1rtiHVdfdD00f7MqypmRICw7uYoxvhkYdeK0WdcJxfBvExWGmFtO3MKBcpZp9rB2tPMTjcmzC
diKbpr2aPOsPGHEHL6dMlgn6rphoc2ngwrFVT4DeC4eYH7WRkdu+RExI/thkMMdaYz8HI5DzNt10
ffyCR77dNRMOcHJd/J2w9SdnumuH+LnUx3sEvgt3bMmCGGXExR3sq9EwrnWlXZFaAvQtkdXKLnqY
ZnGtm8PRzKs715xPfUyZO2h14OIYhDZuVIx7equvWHUuW0cQiKjDC2k1h3KiV7e2i93cG5eWjUI1
U6gejwdl1vd1FDwj09+btnkdps2lyqLb1O2H3bCwKp2XNUjXm348Tx8SV8RM9sZKnaPbNYd2pCO8
ti41Pq4suSBXtOkV/p3rLEmTnePE1+Wgv5tTvln6eD90eDpigIeerjmvulXfh7Oe+ywubpCOt1ju
dmgdN02bpaQloKtFi3YpRfHYLeKdTJzwimzYRNoUb1ZuJ5fsGJ1ak7xLwwsPHXa18zShGWYAd6Ox
h6bB+8JzabkknXS5JHzWQTFxLywRbuLYNu9V3cHPRjanF1U/dCkK7kRls1dVrAu7qleeWxlPWqsf
CzJWW9EsysvFMB/d0TJ8rTE+hcMvMV1zlZqFTp9qH1VmiR2MX3kC/yu4KbZPtLo+UJWsAfUYMFWP
sO9bw3axzFGfeWc3azyKdY3HJmVh9UcWqHeGjyEsA5++tatejtopHrXtwkebS8V9abPidWqKjWqT
5WFh6erRU4A/XvFwgvdX76oRvgf55i92N8z8k+NXMjtXecbzRkns9Dp5JYCErU6BN2TPbmqTT2NQ
70aX7edWu5ib8i3A+76lyf6G29TWkry9WZh1u0oi29RSX3ZJhGrfnP0N4fDAKoWHSyWPvH5eiiyu
k7j6RnHxhSMCMvdyTevVJq1gVE15BomIi4l+oyuRuMqz81bzOiNrL4KhpemoQ/KmAGLVyfWyOMgk
LfblIhOxKUSVcGYN641eE2A0y/lbvvTVBodDtO471yqGqiCYUNf7jixEgdCcAExuxfQMxGo6ofHa
H3SbpI+g2a9bwOzkFJr8YekB4i2VRtFMFBiXOX525qxOYs0olI7exvlY0D/0XiCIhr6RR/o2N0vn
AUwfJ4CQmW/9LHLVhQjR/5e981qS22jT9A0N/gCQsKcolDddVe37BNEtkvDe4+r3AXdmp1nUsEP/
nk5IQYqSyEQmEpmfeQ01lvy7ghXaQSpC/Yl6tQ3sIujWTS+QczNSCD9jGIPJCeLGXlqzpuBsuHel
l2+8Y8c+bCpNHFEuD1a9bMUnsPbh96ilteYKuzbeJMOWFtT8ETEFmBMsGt+LG2Ao9jazggGZsVoe
t2ELnsyJBhW2DnSN2vGVVD0E3hDtELIMF1pflm6GUvfZs4xuZfT6cKrivLlvmlq/EwiSHqvYfkVA
nY4/ELLvXoIlAXJlDemN4RsLP2aP5naTHypOwbUGqAspwdi4r8YsWmKKrZ+aTKLkpybDygOZ5RY0
XOCb690dOE7jaezqCemzoCWJGov6aPSdua9DBYx7hCfZpbD91I2R/FgIDxCSg2vAczgG6p7WkHKh
OADr1A5EfISbHD5Ifkz468lyXy5i3YtX7FjzL6BWOdTS3Hoe2IU/TLOtll3Uqx+DLZKDHE/FooU3
uQ/SKqT6iyxy60DQrGkp+X0KI4Nvfwfd11/DnTc3peY1R93D0zcJ5e9tXZorcLQNfJHAeoiGQdyV
tlLe95MquWPdE56lyjbQJw8fHetbVylACDlIdvVk86IHtXIDuchHGqJTe630dK5qmNFQriEdlpk7
zG9qB3xU6kH8+AFREzJGMvt2PMipKjTrRwbNzMqXls52OJuBOo7tUdbKUOndkqZiBFG3wb6ucUaw
YGJZjjHknKT3DPTFEzOBQDlIyrGucJU7G7GlPDdaCt52Rv1ROtZy/5pq40HRNQ7XtK+3cuBjVK9i
2bGmk0cDadQFyRaQEs3r05QjJl8aPD2BaCBWYB3UlaIk5aGw1GAJ1KV2kbmUl/lYtkuI8+NSwUpm
3SKOvlJso990rUx4MnXLSoyIQeNCmfdFBqIKp3I6khqGMaJxqRNaBzwsLUdrvXPZEy0pEFsRMLGH
dc7FPy1QWpldYXhdcdGtmeqwAxhWrEn578duwGvE762tN6L20zXlMmp6/xjVw6tmTd+NEP2iUUKt
sRONtMSRRewC4CJaNV0tWhaxKuSdj94u8jo0nQZ/bNxkUvTVMEBm7TCa2OGBWB2LxurXbTIl+wD4
NRIINBKlUYgXz4a+wve89mUdRUBwjysgWe0S6d0RIo724KkEwaNer0CD2WQUKu24YrCDBXAcY9+o
dA90XeqOVWoWKw9Nl22T63hcpJ7KXTkN0olesNFbCh6MueSaMJodXZ8+MF9g59ESXGAuY6xGBfUJ
ADFtukgD46Jr2r7SR2NpIX3C8+DANwJHr9hHpZPbee4WlrzFr8U88CkPXJgmWgWAygHdBdpdVRSn
IURPPDDkZuVrg70r7V7BrL4Zo+c6T4Fo1oXfb/Eg+ijy2nCNpImXoO27ZW3F+XoYS22p1T7OJLJI
odXX7+E4ZSsoqzCkQktaBZ4fboPJKu/KvL3SgzVcs/KfOhlwijn28bIqx7ehKTUggR0NK6QJNnzv
5sYfDDovpc1t3cmrPKUM0eFQ/zKmWbnyZq7QQJ3A6S1xotQ50rdOapesMnVJMdq9Dv9sIXCyJCSi
XbcCMeTg9zouUoWN6cuxB2TVo3TnS96eRO1dVuMfFWqhgcXRjHJdcoqG0TqGtneH9BnpRKV2rwKg
5dYeQck7eSeAwqm4A8wmJ496xymIuv+laOTwYEnY1kAPsFedDM0P2If8qnAwb4tYrlw8ZswjR3y0
0Eur3pDGJEsugpaGkJksoBery7EydUz59FnLTRleJsqry9qwxgN18PQuGvqRRCfKPiTP6y+gRnVg
DrYevepNFi8L3Ii3HpNf1rQBl6XaaD2OM/zLlo7/TpUxhJOrRr7ahR7NeH9wnn4qyY9W2XJZSsLA
hz5r7zOkUvfk4sUyr9Dk8SWksdFLLcHZZvYWuTAFFYEporAZ4T8CMdsukBJILe8kGYMC+r58Gtt4
2o5eLBadMNmdooLyrqopnf7kXYW9v+C6YL/BkZ40cVL8Qr5DAFvmXLKJyswyiwbYE7AM3Xi0zScV
szEXaJu/HuxK2mGSDC0c3DBFiPwxBuQPLFSB0hyYCy/KNYJFoLc9xAt3HITlKPr0wnaINnU1zfTw
CEWKCHk1R+0IQQM+D0fv2CkagXKtvKUa7iGiUSg6CyABfE9nY+gQfrVSa9XG1OsjJQBqZRXGGVXU
9KRV4gS7N6mdCUSdSyPa2Ep5+NgkyqNigdyts4BEPteJ/8ZSd7ys4pRgS1iVLTuiiwFeGE/ljLzG
voEQZlphewbEO9vabbbUhuLVjKxN5ImzGK031Kc+CKV0QlxsFcveau4CbfimFZO2irQ6XXqaSdpR
1x+B38OMxOgRAxqSvFJutkrV62e+ueo45XFzqLjiN2mk1G4BI3kTlP6wNAoklPzQlOQztkvxbuzD
ox6Oz6Ic3yUwa2Rs/XifTXJ91XoKHGXj++MiqVLIpo16V7QpYSbWRhYYdKV3tLDft2rbrzI9s5+9
ehyedVGQRwlLOqKdeGyTUAORCWfCt/Aewkno3uisJ9M29uAPklWCjkUS69xwlQ8OcShfM2MsXdXr
10U37EzkJwkaXAq6hxEj97dy5B6NA9kln9p0ZnvfV8DxB0zj4+lqFEmxoAK/0iNKIaGcH/G8Uol9
0fTRowb9hjC89FXtUgB38cRyc529GOHt2Gfh1hz0kxnaL3Yl7yP4OoWmwu+Ldn6pbawpfRg02VoB
jFmg1rNpc85LO7zUUvvQBcVjlbWLKrc21FRXAcYhLeUQO+12fh26SWCsIPV8b2gQ1Ng/jEZ9zqRJ
f1NVBMwBmiYKly02Xq5aSsvcr5Z1Pk7PkZlupg6VukDHAG5cFgTqSSLtq5KvN7P3wlRWqdfhatVZ
SGUM8Gfqs2WLla2nTwXg5yCsXhHzh8xPajynNpO/Qx4FwFaBVQ3ytkDjX7sUOaIYfTfUj4tKhdsC
w2s32sajBxhJt9VlorXsosm14xLFeBCiEUL2JpV/Q+V+A3s1K544fvotFUV5GlK73vRq7nJr7MCe
FC+9ELsUSfeg67dawK0eesPW9zF0z9F60/Dsorh7aPJsTWLKXvXEIUOVgYLBYgjqRceTxn7+WkSV
60dANezQTbPiTDf0xZQ4Bi2fS1s2DqmeXbOaAhIAbUor2Foghbcyc4WugMLLaBeRaRwGs14HBjqe
bXIWokB6JAoWYJ+XZmOtJDvODizl0da9h6apiDL+Er16qMNwhSrHWeu1fQlpwa0T4Cpech4tYDa4
ncNtunQkO7baIVDmH3yUnLFzS+8R9zgmI9UvbnTRqO5UprMctIxcQS8ufgBGZrLfkJpB9QANKC4P
6qPSZlCjpRCTCrh3OIDGPtZWwXlhHaW22OM56SY637KUbzOPtL/lG7MHGn9O0eNbzC1/KRL/ILro
ra/b8+hnIS2EZqdG0yJQdOtKYX0kDEjc3GubpaEbR9T+0bWR5gImMvtZ3g0XEauUtQEMgNSKzlz4
l8RojhUh5STHFBBUSmvMPu5QTtHtZo+o0BXDqdapzG5fJDVaMxRisbhahwjDF5qyH9IW6luP6wFl
pzMEr4OG3vTC8PsrcNj7IPFcM1Kx5UPnKRN1v2xFlTiNzWnqSZCxAgQoV00ob8IAhR7BviK3XRqR
9iYsD2/CuH3Ntfap0jg6AeROblybe00dTbBo1Te5b7ld2h9DMGyrPtpque0OWfjaBeaFjtGjqmcW
lff2LRHdfoote0sv4kHj1CroDdLjRG0h+Bi7cRd0qNlExnm0o41veRyXNHuU0AYW7dkrU6muvU5R
Qe1t3NbCYV9qylaP07Vn64/WJN2ZKnFyLk3wFnztvg2zeuGhewH0/Nh36fcIM4qhVNfFIN3ZRvBu
g8haUHfZYgFvAEAeVjlT76X8jtzEFXK815Ng79nDNTbKayvTzAv0epcV9Yn77y0PcaoyFOsxwUZ+
naoN8ZOJIRtdwUU6ZXdmFR8qFDzWnjQ908F2+nTYo31yh/LSRF7hyQeUocJ7xScPl/BpPE0TXbne
yn0ijU5t76cwfYijflgE2CcuY1nyR2hRFWmX5ilb04ZWr8jxeOgVGTSQPZ2KCqF0q+a74PtItvVY
mmt/0CyUZ0SxaUpTeRznviBGsFToFasZHVNt8KMc4MGpbUbBx6rwjuoJZ18kjAkmNp097UNZKEfw
UM0ibuqkXOV4qS2VqppDIMtY0UimiVwmsyVoEtyn2Ld8xEKNzslYUvWJ7bGEQ+LJbhuG6rUbQ/0s
zADFmjG0fdxEYvl719lUYtCRaDmIPNDmvofLQykHH0kweNXGC/GOh9Hvt69SX47ckH3en7HcK3pk
f6yWywq/Q6zgwg+UOjGpS7PqUtI93OSxat6L0J6eDXDHd0XaWSfJLhVAuwkZsx36k1t3moy3cTKc
KR2KV08K5LeeSvIGRBW4Kh1xEAS1ZG8R0YZLlqGPoSpMsHTlmWF/LXkzy5HwZukVsIjgenbLrPbD
d7s0UZqop9Y1hmZY0FUXxON4MBlRA1K4HcSKdgIo4Nyzr8hKYWgn1+SNCcFFCD1TFSuFKgkHe9cf
oaKgDjXqBu8oU/unJPMG5CI7c9fpvfUe4BSwArM2PPhxqzmWhV5cryXDIwxYUI2A73wAZG4+Ap9y
mp4LQLHlYlOrWbuzZjnIPqy/RUHwZjZ6cxdSPVgqAOof2lSTW0fL6w5TuzjfjlMb31c6hdWiDynK
UFd1p0pRFmauZ4uYVooM0JCVSHyakhRQdXP6yOgNoulm2/12kOpkXdQN5488mSvTKot9mVcZHxBH
W+nLrpYrp5ya+2qg7Ha15Sneh42+BphwoTUkrkE6EQfjr1YvZVA97mBl2bIj2n4e6gGBXrSTlmrd
ZGhX6tz/up9QUA/HbtlQQnVVQampExQbSqDCRy83pRNuM0BazQ4go6OH+JgA2Evu1LGnZZZp/l6r
hp67o/fm2wTEhYNMVHsK4bygZ69Eey/Qooucm29lpZYr6j/1yo+NZE3sZC8kU09RXcq52FvcoU5y
Z+YhO6Cm2RTj5rFDwMq+t5sYLaG6zetvk+Khq+e3Vboqzb69swo5JV0zEGNrJ7Vdd70NMQr9k4EU
39TWk1ZXDWEBID6nCoDCYuwitKNXDdquRt1kp8VFAmeqnDANNIIi7lYp5uKblgboDFeOPGJ/tdIe
QPiphasPAmaJLVMBgMtm36VpC4W2GKWRiLEZT0OMnhrsieZFqZV0E3dh4No61JWhafQjBJqcP1My
ToVXm64O2441HVM4HFGuOv8xZSB2ilahlGCrI0RMy5dVj/PaI5XIE095sY3ICF6EaSIqhh8qpgqm
MSCG9h9NoJRKSSty6XcArGhvIM9Kb6wp5ZNRmnWz/o84jSMcwylUFJFNPysIGWsxsseHBd4WwZPv
4ZK6+okV+l903id0nqoByfqf0XmPQPFvwHk/f8d/gfMEdA5dNw34CGDFdAME3n8zPTSkBICCgCLT
DNkGEvVf4Dwh/wvRd5xTIIGQl+ufqB6S0P7F77HwAvnPP9T4/wLnmTYYQDGrIMBIUW8NhoBbd5rW
I5Q1pZn8WidzcQpq40MjD1RPPq3M32DmfhVaAFo2j6WgeMiMTeCIM6buE7QM9lgowjIWS1ydazf2
jPDcqaa1ErHWrltseO/jKCdDqILpC7Teb+iyeWTGRDHCNizrVjvWGgRBsgqHKvYpn+c6FLCC5sCf
p/cbJHAeRDA/3K1lU721M0q1thFxziChbt0jsAsQoDvGX6n+/JQw+gVOeTPMvMqfVlHp0CArbIbp
qy48tRkAi76spIdCk6Ajcva063wwqewGCceVnsTP+HNegqH1v4Am3thu/ef7BNyJuJmm6YbJ3v78
JH2C6p7V8z77BRBzt17kR2lBW3ChrxV+xIitXykL1aE0vWhc60JeuUg/aGjtaJ1vv1L6/tt3/Olp
5v/+aV1QWgwNXG3Fsuv9nGReP0izx/A/e8emzKcKLNLmBYO4tWb05KdBNG3sew9X9iW8RX0lqUly
KrgN8YAZ8i8Egm7ng1iWosCg1GTd0lFguVldTdQ+kXWEyx3gP6eMVd5o03wFmRXW7bZlHNMks2fP
6gDW7BuZHLlFfJq7asKGeIg8QC1jMOGS3I61owWBl621rg2CdREK7UOQgEzYjHuieAMoaKuxY8pW
0wGrlD2ixb7HB2+wAg9HOg/Jx0vclfCoHRpq2p2eSLEP16egT1XR26b7ptWKziWlmvW+SkJ6lmSa
CWFehm7tBR4zABptHGUKqRGsbPztEtU6piMrs41iCCAxomsna862bP0AhcsnOyzlMHTwAjJnQtGg
gPMyO80FODg+mn0DXKTqSs3CD0Jqkk04/7gu4rC2N0E1FNE9VjkFZZ2+BMdplSUZHXmi/QSj2/OA
orW+DeZF0enHjXoHZEOCJvpXmk0aOIG+UF6hpXsS3x6qAUuEaVF9l9JCerIUy8hdcAWDW/lZHa0b
TQsrIFSWX68mZDfVhZxWCHNLZo7wXxQQAxRKqmBMX1v0rQJPvAwB3rGIu4XNdkiTtN34kyQdk8nM
YzrCjfVNy4dCuUM0kRqA3fiNiuePB3wzSJSQxkwrS8dQU6xyjUAe5Z/eSKxvthxR9Fyb9mDtfdwH
bdc2R/jIkrBKGdRxk7yLSFBjrtJuGldZOIDviSkYTBR3YPDRPsqkGcytnNVKDT3HMEbrXCKteKYz
al4qbNw/dL6RfJHAZbraXaB0To+Jue6EMcwr8G/G1LlCGusfwSCQdtR19EOp3EEUdAot6B9itIJw
zDL6Ce3NwLQQqVfKSnG6Qk3+4v6kvtsrXfkaalmTLupADYDuSFZGLiBrf0l0F06+Rv/I4YOFWRJg
eG4uC9P3CcUbP3nV7Axn7FYM6A33uFv9iBE9OVL59/7y/aI+E3ej+YrKj18tVLPt7vqxyJ7B93HA
+oXv34VCSAEFoti61GDxJ0dksMRAB0jd/UAj6ltfF2FBjbsfclq6UqVhuy0Fz1M5eJGbynUOpx8P
+sDRlCo5gUxrYhJ2q8FhuAsBuKFje1FbkUBXFGN/Er4YaPZ2KBlUKkBg11fl+hFVAHtbtQacQDUx
DR9Ou6xzL8hYJIdjCu9KCjv5MgZpi95kVBVAXJFkCxxkP2AQxWz0O4zXQ9QqE1OCjJVQuNGgWrew
OhXxzVS0Tt7ndiofJRpqb2ohENZim1l32M5lNLSapodgZibym2FjmoqUbGgW8KIL7Wp7Hd+lV0CD
ojlpvDfTSGfFhpozw0CU6C7zivGRLQUg2kdmxAUy2Q98ZVEBKI6D8gSLnGWKKABca84QhSoSr4Gk
eZwxYDSejp6eagkEP9G8jJ2V0qkbG90N2THXNAMrDlKsSr9niKUiwB+JmH07AhRhcfBZQ12zVI2N
VkbpXlc0jDstLUp0zBD5uGkZF2VMgotmEmgZhJrpvvR1uqBUTVcjBFUcoEgwxu1CDYr8DQ0hk1NA
0bvzAE9mQGLQKr/LsgQM2BAqqNFRUoaD3uIedwjjsqmdJCBVW5mhOcUrxCdsbdkjvicvS8PTMV/u
IF05sBr14YI9MrqlYZuP9IXSovTwTqp1a+fVcMdQ1ikrVLLJHLS1NiFUcVAQzHgic2rRN0Hz6D6o
NZkyWy3kYOGFnQD1iX5BsoRZV03Hmdp2ntAyUZEUURLhqFl9B/wlKpa6ArKcqgX937m4rFM5QdE4
2si4cCJjQBVBbDTQv7wwuUF8xDe0ol6gemGxm6nZ3HdlBFYFeRaKLpmcycbaoG7GMVgZEjo2qTJ0
a9X2AeVojfD6hT/m0EZ7Xw2a5WC1MQB6pG0mpzYL9MBHWnEyYHrE8Fc0cM1+GYdyW1KKsWDnx7rp
jHWQ9FejKkIKWJ6uij12TkFPh3IcwPJ3QWJtMo32kyumQT8Pal8Vi8IchL4M5Jg8cMpCABVKzsOv
Uj1XpT1SLnrlpHi2TihBcaJGSlU8EmD62tIKuu4EiVsyljiiJdYSxgMoy9xC4WOZYGhBo2Eu6i3I
htEcNmQUfA86/Bigk76eUMSUA5EsizxSmweDgnrvcnGKZ31ATGVDj2SwIWt6LBiSW+WwClSU/RY0
C7ze4fvS8wVfTjshZhx4HfJHoZCWYKOE7ABZzDCCsJvoyLEa2RS7APZoowrnEsLmvWIWIVj+ztPv
gXppoIs9NSNohI7q6m1hGw4eHbrOH6EmVXSwrK7/UdSxCWg+jcpikXKfk0tjQtCszbDS6l2i2IFG
bp7OLSrmhj5aZqrPZOkJwvaq8dI0EDwOUiDVOScZ2s8zWU0cSlEDgNRCs4lXFRDot58B3P+mrL+k
rMRw/3PK+vQ9+z6135NfFPtUjd/zX0mr/S9LNoxZEA+pdLTvCU3/M2k1xb+EZiKSZxMEE5d+SloV
/V+kAPw55Cfsa2Aq/49QJkNDswx+j43chmWoSNj9k5xV/TVk1XVDJ502kAVUdcQSyKp/jcJlFLBS
KR899+kOPRvn21vonEPnzndOgXM6f18/7n68fNvdf1qkv8letRtVhN9GvYn9J849PcWlyn0rnadL
7jxAnnFe+MXH9wMFm/nX39fL1+f30/7pdHh//HH/uP926Z2vnoPJ/Xf+9/vkb/I/EEKDNMVMPs+f
FPmjCi5/nqf9K+Xs9wFuEgJ10BpVn+eZOy9Pl9TJnbenl6f9x3cqac4Lf7+lzuQ8fNxdt3dvD1vf
2V6d8/Z63R5O1+thcVoe1tft+nrdzf+03O2W+7f702Gxu98tXu9Pi/v7/d1lsfuxvz/tLu5+/+OL
59fnxOgPC3RLzbMM6pFSy/Mf344vl93m+Hb3tn95Wa8f9scX31keroflendYXq9317vV3fyIu8v9
ZX+/PO2+yOF+Jk9/ehY0QD7nizmIqqKmAcBafszbhrX8+Hj4fvadB+oQLOP1+0PIWtJN4x8h5DvX
9feH7yzvwzDv5mf+z+fCOb8Gzo/319OPb6/vl8DZvV/YXa/nH+yuy/2Ppx/fiEP56+ny46nkg3i5
HA6v79/2P+4D5/Lti/UVvzIEf9sfc0nr85xQ46PQBZHEdVdHd3N0559XjrPcrlbrhbNwlgt+4Wzc
jfvnjfnTJulPiyl+HRjhjiGh0+u5zJBtePn2Y/9xlzLfj+t337meWKvMObzunt7P76cv3uT8Vf1p
7JvqQtNrNBFGJi0Zm9J4DuU3Pz6H9JIAFTu5/PTnqf508LkdjvKeYUKeVYR165iF03WbEEJ47lSU
x7A/tLXYpFbvdNqP0kyXaPe8TcN7KIll1l217lnTcI/VdtL0PsaPPZ2Q9sEX4enPT/W35+7/LUdS
R5NRefv1BeA1kskmYFp288MHit7ONXQ+Ps7vh/P76/n07V52nr599Tkrf3fsfh70ZrtNQVUCZWXQ
WgZRrD+bqEjEdH7He8v2napBc8PaK80Xxa3frhiqIiSHNgW9+Uqzbg7BEQVHCpIlem+lX7voL02Y
06S9745NN/3153W9Hcs0AXLO7F7uSBWt3Ju9VXV9U+UNHEdcUbpj3Y/ivdN69VpFYXr+N4YyFEjh
XOxzgfnXN0h1MpTtLrLcpGyme33ym2gxUgIBYz+lj38ea37sz3t4npZOSZkaNyVXgoVfxzLzNmu1
yjRdQMT6nV3r3hJXxOSLTfl3o2BVryOxKAgs5JtDoavgYVCUNenEtBiE96a5ziD1uX+ey2+7cJ6M
YRH6UKmHmSBuJlPoIRzfERUwtR6MVUCN+7mfEl8sMuTldmFaqeS5XhO5ZWxBaEX46a8oowfk/Pk5
/na2KEBZ0KVBnBs3szXbAHWNHPgBBD2DchJYpL6emsU/HMWi5oiuMgU82aBSfxPp1HqAZarXCret
q3AdW5OKwEYRrP/pKBrEAcSVqUlCcb8tcPrA0frAMOHmlLJMRTCjphbY/hdv7rePi9q0QmsTeVjF
tMWtc5mBrF6kz4AvuLv2LigVe0GdnmTdJ+H584TU+Sj6ZcffjHXzddlYLqTU+QZ3rCIsX2KYQOai
rJtN23rbyKyXiZQ+5+jclp25wGBkwz5bSqWxUoZ2o4CTBs+81IfpXRiaSykaRGGHEp1QHofonx4E
86MKGY4/cS18tptHlRVPAJjnUUUW5avGEi/CAnUYRpBQ/rwqv23ZeSSNVy3mJhfZw6/HAMl4mogc
PSJPpLQudU0+SLowv9iyt0GryShsVhIC5kJraX6KT4X53AOZPZQUWkKrMwHwhP0q6Tv1ZIwQvQs8
Mrd/ntVv75pGEjmOTC+LHERHSvTXAcNGQoRCqUZXOVRn/a59yo7Vi/1NAyvtNM8YSj6N5+kUvE8/
wrO985bo8X0RkvzsWn3ebrePcDPnfigTKel5hPxJ3MtX80475T+Mtb8Tlx7gw9kCLPwonyMgA9t6
I+7Eg/bF4Xu76rdPcHMqdoGA6DELbvllhA4ZFrW+tlL1fpfDofjzgt9uI9inQiDtYSOAR+Rxq+Yv
RXohN3XTu0oHDVOxpuqeQrr88sUofzMMOGs+UsFO5aS/WVO/EJ4Ca3Z0tSDdgtDo3bFTXizQc5SN
4dNXAJZiaAOPQunXAz2C1n40Uzh9hYdkozU5JixLu3yZ+lWrowsa7JOq36Ra7abSUaVQqcgAAuBS
iujdhns54l3ZvyrK64A4uVdslXFcT/I3lRcoS88mSl14yixNkFBx+C1vCgqryUoHXvnF2fU386YF
bGg0nbAotn6K5H/+fiLNTiaP6ab5ZH8Msa+95Wmy/GJ1b85H3iExlSYotJmqqelzkP1pkEgxEE0B
XOJqYypjjdhd4KoMu39nEO5rFEmMudrw6yAwAqpa0ureBeY+OjYahE7SWNG/MRXWS5lrGgrVkptQ
GHdn3TPVqIemVouDTr+VTlVrfXHK3KZa84IpFDjQYFQF2JX5+/u0YNANDSUou94d4ng2aUuAy9AV
Ow7IQqxzBDIW8Tioxz8v4G2q83NQavmsn8w3YN581J6f5gnE8N7taivfmVX1XqKoFS6mRIIoUZeg
1RSkLtzEa5V/vgstxSTqBhhBTPzz0P00X12kUpbGGauqC6i2iNa5QJHULw7Ov9nrFmcJuAcmOScy
N6uKA5A8VVKHIIlvriI9aXcKt+5Xbii3h+O8jtpcDjPxqdCsW7iDlOB2nddp70aaKuhx0K8scbc8
d/1o7WJvtlqOh3RV47/I/yKUZd3n9Svm9Butw1aWVrPpREn6UPTmkrbdFw6rP8Orz7fH/HhIQxGf
E6FjgHGzt3y1Bc/EbekqdJqBDTZV9qEPSnFXhQAkHC/2rga2npuJ/JTEWvHrSz2Aul7IRqLSSprU
7K8/b7x5Y908EYqnOtA1olue6iYmAWRrwEpB0w3sFzSDUUC0AC25Str+q8/374ZCs5vsmv46Jc6b
QyJQ7H6GpLVuK/k1nE3ksi+RhvEcFm9e3X1xWMwP/uvEOIdMFJxs9gNx+81hoReWX9A7a90utKCR
eOrgNEhtgyqjfwXPKzxMQt5A8rzS1hi+iIx+m6oiy9Ys5GTw0/xZ/brbUdWoLAQ9MBGhS+2jgZ7M
PXCzS/Aox2tW+WKuv+36GaqApKGMJpbCoDcXqIw0kUjop7kI8N0lUvNSCNp4njm+0TOWvzgvfjuq
sJWh1w52ih9RGLuJLSV0l6F3m7HrRWazlEe4c1k7tVujqbtrDTmb66xP1vihWKs/79XfTuafI8/x
D8vLl3QzciJBqK9qO3aNkQ6nKhWHqi38BQYxbwizbLI88794j7+dWoxIwI71jc0JibrZr+8xFPVA
Xd3gWCwrmcbl3Lye8sT987xuXp8x5+szTIpPUPDXLVIqpVGUNOZE00qJdHFIrTCpr8hODmJ2lUUX
Iw+GuPjixrnZogyKiCg7Zh6TlvxtbJfpCCxaTYUpXFHUf4XQB9f0+WiuIzAl3v88wZtlnMfSwdZR
juBmQ0355pDpSEI8zFZSt2lC5eJFhTd7WxT/7GX9HAWhMk2oBgEPBZBfX5Y30XguEBhxBdpg60kJ
ovcKtfZ/um7sB1u2iS6A7nBm3nza4VD6Rj6xbmA9IZulos6eIe4VyaqtyvqLWP823aDoAeQQMcAZ
SCczpZsNOILATcoOEY/QtIS1NQuNSkjmCygJVqUn2kUG3g5wIyvHybgr+ip7nQoki5F1acdoieMj
DBY1hID1lmJu+AG3O4u+Wxn6w4gkZ/0ygLiOj6sWqvj0DRDY6303qTVeZVFsX/7hNmAyFr0j3hGd
JOU2yCkhUoB7YjJiimycE1Aco6frfRFp/PY1CY4mcl7cqkw+3N+ixNEuO/SVMcy2wRY4qdYMqBGQ
wFiLRi6lN4XbR/9n8S+vSUE+3J5VEFHv/m1mjWR1qA9nqUtJrlz2EZanILvzLza4In69034OYyhM
DWlHsvtbD/oYvgICrHD5ywHWLcxU/4SHD0IfXTntlN4q7kusp2lIh/6qbodg2Vj14CiIc6zNsvY3
CFcpz//0nc6xMkG/ZqgcydZNXJdajRamEeReG3WlTRjp/SqSKvHFzH87QFhfynfEjmK+VNV5YT7F
qNCDwzQtGSWq9PAe58jg3EcQP//5XDg+5mKGBuZw7s5+HkWqYQeLSksgWqqwUFqpXcOEzf6NvUJE
oKrIvRsq0eqvo8RBrktJYSdE2f+HszNrjpu30vBfSc09U9yXqplcNHvRarUlWbZ8w5JtifsGguDy
6+ehvszE3dKox8lykfizIIIgcHDOeZ9XwXcZB3NN38r07zwLT0KiiYHoZTwcZYbm2BJFFnzTRvFS
W/qwAfcBN/rjKTs6kl9XJKBMmzdD/ofr5eEwnJt4SS/DFF2tfdZoEIT7PtO9IRO5Iy+Xn3spQpmP
B31zdLEaOLZIFxDe8WhHMzinEm44Z+ba9/GfN/JRP7Nz5MS0V5X3Hw/1duGxgRBDEu8sXajHKa6c
9gvHDMZkTTaVi5FRgcPK5iJv1h+P8/aRWAtQ2AyCa9vhYDmcRwhMNg1pJGIrpBzfmoFLAD7fXWq6
m8CRpvX88XBvX5tJ+h6iuUUyEn330QwWhnA7jmuGq1H0CHYJZzsNExqRBpLaDqN5KGy82t2fDrt8
x/SjUwsh2a0vW/dvn3EGzoSWwwLNqQ4kceMagON3TrtI4HoxOSuDPStbx2UpTmRejy4DLNNlybAa
4QKSaXotX/828CgMJUc90dgph+gyqb3yPPegzs/jNIVxBbRaK3LtEy1Z2RoTsOHEc789ksjw6Cic
AlIkOof54XPT1SFGNL9R6NEnq2CPzcliyWBkQBBLi4RwY/rKOLGk3i5dBgWA5HIycRN+tYT97Zl9
pQNad6MohJiobbQ+p5syy8YTo7xduIzC/JoGQk2TJXX4aEEmM9ruzQiChZqHKzw6yM/JhFaRNXwU
dLAfr6A3wxF1mbpHuMpYlO+OtrW4H22nR3wJdGfWgZ1kD4Wl22dmC9/z45HeTB/rBPSvR0KSgpqh
H70zret7ITApg16UJFt/ph4TGflwYvrefIjLKAufmbCBYtpxdi6O6xYnKEzwsEaobk2Uhd9bgolH
AwHigjGbFp89273/+NnezCKjcsK9Xk35Io5nkYpkQM8vRPo8GquLipbkVaeMHFG9iLcfD7VsXL9d
w/F1QGmjc3Yb3Nro31+m+bdV6ILWtWf6E8PE9ATAAHNUn92+0NJpleWWHl9zo0VVJjMZAwmyFLDR
Pw3YuXQs2SASy/wkzzxaMkVnC2pVhRPiK4YUurEqyHOoBh/q1rf/9KKzjIXskRwH/zaPm6QmdLVl
7UMFS7K+uehzrb427fTUffGd1+fxPZPXNQgkOJgO5zSbVFVq5BGReOp5u9FsDcOwmKyuTlMp8t4T
X8Lb4ZYvnKYvk3OJ93mUSRltQc2a0xE5qqsus9xE51yNxo1XYkz+8Wp5d6glWUP1n/Sdd7SbxLlV
JQVo1rAE/jqtldPaj1OrQTpoe1M7EUa8/cJ5rt8GO1qaRtrkSLEnO4wHNWwbsxpWAGDKE3v/e49E
4p14hcI8n93y5799AGzCkzmZysbBwAMik0nh3cZ0R19ZwnfkvzF/HhuyR8DCzf61zey3wbCPoDrd
M3+JFTlbWxY6ShZbuzJp9z/xXG/ONIQrS63GdZbSAlXAw+eaowk2VcZQhtd3n5PZ8tezn+vwFIsJ
qnNVnviM33lbZCt08k4m9FNHP5rHPlDCSuvOhl4kvXtV6vFZ4JX1+uMF+O4oqKzYsMjdvUnQdkbQ
1APNuGEKkP2mygrzvOyz7E8vwsvcke2nFE9OnOv94dyNiYSm5BUscw80Z96hgTeGeTqxGN55Q7YF
9R3XUKqixAGHo/Cj586udLhSMvZ+8QabTe+i6c/bjnopHebqxOQtr+Bwr2d5k/jUyb9w9XCOBkSP
IjSKCfRnaEhRQn3ucOcdyEA+k1anMPrxq3p7dBo2jRK6zUyyVxxXFFJVeE4bMxoS4gCFc4LwvEKt
fB0PDVwYN7hRgx6fSMhwrV+e4uApMf8gscCZYhJIAs8/nFapstmcsXYlgd3K+8YA6X4mrVRe0c5j
AX9pHOSOldlpj1ZVF9cYEw9k+qfG35TanHnbPKigGXm1TG/jzJqCVWejSoDSaCOEFo6PlaUVl3d5
E7XWysU0C99NF9L+lhBVNiFCquQu4lPAiUDK+tJvkIyEMcJmhIiu65DA00bzi9k63WOJlA12Rdwg
w+hlbW5jb47opJG2/dPmL1/njT37eFJ5WY19MIiHtR03OfXP3pMKRFg93cOXMM5FsnRY1HiGXuiZ
7j0HWgDNs7QiucvbKLuCPRSTP7SiIA6TzsluaGUpqzBuh+JM4JQXb2SLI2Ztk8xa9T2p4hUGgvUV
4gnMOJO01QB2C89ExJBl8WMb6Q2SpBgD2VWnZ9bl5OL9dYEK0CcTppSPYAADya95ArqaOYr6ey67
+WOvZFSsSo7HfBWDNrzt6yabAFRx3K8I8tJvDm5BKIVMt562xjx2v2JDw4jSGbr8PvALazqvKukD
VJ6rz3Q0gc4uEU7cK6tO0fsXMr3sG9erw0x5SqxaFFZnRbxYsJgGrB6kGRLSrd602t7p5uxbbBDB
hTKp/R5NCfL40MscKEqaD14WkZqGIXPnlu3OgzzZ0BBmDfNqwEwyRWjTDGdwncW48hPbGrC+TNLH
yXCTR5BXYPpEN5rOuQZmQa17ui2eO3q/rojzmbSpg5+sO+0o4DjO8RWAMFlurMzznzJcqMxVHsde
GcpFOBxipIFsSNqF/OE1A/YCZZrbX5WYxNMwdc41/B33e0sd3busgY4Nq155LdypHue5MnCVsUKO
2N3GEWzF0LSjFs9k5LLYjbkeYn9EPDPwxEmV/kZ1jXXupHOirfHBXir3uiVg1OUMFlq5b513KEt+
5OZY7ANI+L/6pAi+IqrNxnAmwXsZN6L8bjR295W6nfYlxeLpZ1zRgAZsvPaz0CWObjeep/TzJLUJ
xNxU2dPG7iub4r7VW2NYJUq/kbivuWHnWMY9WBLloJcK5B6YcOOFBHhQRkB2dFyHE7e4tFhALwl6
zWg9xlqHIRJEd95WbsV3ih3+Xk3B9A0weQ9+uOsBXyJ1GZpVYftyCBOvNTf4nTrllptxnG1rarFY
tKkE5Bmp5mE7zVq3C8xJW3pNc68iUu0bGQ62PT+UhWovY27K6QbnBfvX5CmIqh509PzMDVQL3XF0
olAQu+EMBAMcLGoskKwkwdxf6KTKvpIpm51tpSztukXp+V0D3SbP6ZSoLvUobaARI976nPp+YW+7
SMbn+dxm2ZrCow/JF8FdvtXoJVLng0lEsZ27ubjuPOU8Y0s43rptNbvgFpRAdMwUoGAtpdDXUHiL
e63Fg09D7X5jDh3C1XgqVbyY50k3lEXqf5+Nsf1UZnyPWHuUcbChQlo721IY5YWyxtELm06bgk2K
i66/trxXKDyebGKV1qjf1gaJEpodiUOYO0c5P9QcDwInqHl84BByvV3fTUC8RkOrxq2hmQ5SWrMc
q+3o59keJoSvr4fece57A4jqurGmBDdXKfpP3VxiSaqwm87DxvRiO8xzrYOjxEdvhEMzU6EdytbQ
8TSVgObhef5KpeMDy8C/7rHvum4/W038uQbX990kyfACe7dl1xiLnuyiURZrFk6OnU2BE0WY2lH1
nKYt4BlRz0Vy0+p0w1Jvmqa7bLFvpO05i3/CQSlfwCP7eO0SlKszY1pkvWPiBjy3VA+m7LuL2EF2
ibPXmN3bbec+EcC36RYY9/CJXgPjJRrL6kaDTDhu/Gmqn4aWj3rV5531IwAcM5713KibVT7kxXfw
8RhX45S10H1IKaxTC1e2C5mm/U8rwvpn1cza+IPOqFHfBsz3tQO6L2LqSlatSzf11i1pDNhEo+Bn
GrEGF9rXgiHfmWWqPidZpH2mKqs9Tfo8fFru29+HGoTxSpaW8VChKuwppKY9lQwXq2kYXiO538QZ
qYKgtqPWWADNvLCqsv9JMCXvh7Fnsbl+pe50rEV+YuvNiTAOUMNXQWG0T7GrJrbGLOIkcaD5cjRX
QEsAlyUVjr5gVkLux9FD+5fzMoo0zuGdlHn52dJB7ENd7axq3YxFk4U5Bnd7YXfyl8JJ+3wc8XdO
RB4VYV/x4lhviwV0A5XtnoPN/QFp10Fq2xnjQ6ys7LF5tZC2OImq0FucpbVRuN+DV7vpOG8QFlqv
NtSOpanvRo65c4hlMT7VyobMQr9DcZW/Glkn3oD0eaoHwey8ml3jPph/yV8tsAOpYYcd0WwbrfSW
nQ/RJJQteEeYZzcRv+kKui6m2k4Bf5lfdzHbHpIFhqiPTTWvJ4JZc4tDI1xAHzGmWuEBAEw3SJWZ
bG23QbrH/u48RP7sTGcusss7U6N1cBNrSY0zDf18M638i014NESxtbIW93AkzzyF8JN6sVwovQ5h
2uI4DqDC/9q9+pDLOAnEuq8UD2C/epVPqcKb0371MK/aoP8yLsbmHXVhsdZi37CYli4YcSLFBh3r
QfNri5rv0lZT9p2sm7jROozTx8VCXUsMFMbkXHBWp+M9Mnac+9l1W2lRH6L6zLWVWGzZo1eHdtPs
EYxGYGjwsE5dUNpz0wDBpkKrr5XQGodIYMizlWZj/97LwvzRSKPGoToXWcfEjz6bDqbxOl3FEHgk
NnY7N1cD6xAqDQ2Ur37zdIUZkb9OCfgwqqFQINOfZpDbHoC4Nte2uarr+jHg/pWuNc6Xeg3K2LmD
xh4HiFFjjNwnhLBQK1PmficrFT8Pvg5COJt9bd5qfVl+I+xE0cQFoZh3ncz5YoyZsh0mSXUanY2w
+vnsgA93sN77BIq5ZTeI701f/MyUo/dbaozFHHIsocZNygz7iTQttexCkV2219AlAwT1+FyWHokJ
MCcXJEk7HrrI9OyyB1kFqQjVf5b0YQoRL7j1cTQAjD/Iyvs2tmV87+WjGEJSwyKPwccKNz6nfqPN
D74mWvdGUk+cz5uqnYsLryroOs3TnugiTAPfLC61wq0RY/Zg/3egkqf8c2IlwBwziInr2MK4+0IR
a5sXTunk8pedEGTiUCQ0sAclWcECIWfZY/AI02raDb2f0m9IATCINpqe6vE6UY3CCCJHpfKIZ3wT
jWcUkdoGmxIrmoILmn3K7koYE4Ef24nd3xXEN/3lqKAYf7ZAE6KoTWntERt+tpVtpzoegi8wbmlt
GxzlB2cDW4R9axHyROFA/TG7q3HMLr/4g5ljW214eh5/9Xofm0bppb7+LatAOuh8JzA7OTwdrgz8
k45/3tktJNCqTLBZwYyLRp8cPwgYn5yjBhTIHJcTgrQSAiqHgbNNPY7LnSjZp+8BIUHk6mfQxhde
2gmFk4aEsDa1qae+GEY+z3s7IQOIV28xNrT/DfTkp/B8Ky9Rz34UwXGEZD9U29bSSgD0g0y0Bw+P
ruKmpZUZcCMu5M68dhsn0vEenxZEbw9387tsqH9jITtwbYH7BfElAaYci4d6ALC9iXuaD+4x8MUW
B0iZpe0SgVnVNeYZjd3i36k0dgMcb751vTGC0HcSI99a0SyI9FxnuZB1ckGdNmPMwLy+9LzB4opw
KvCi1lgZRBfdp0avFJsrAg+AdAoA83wpI3IIL4EeTMXGgvJtPrlYxvvXtVtKddv4hWPtpMCokqix
a9UDWgpvOf6Hspi+ToZUOI16Xh+JG/h9lCPw3sXtOayKRHDlC9Ja/tJzPydUk5T6yUg4CaQy+gTD
qraK81qlaj43M83BSV4ZXTlh69BWxTZNkjy7CrokBTg5ZJ7aG/qIjbR07f7RU0gZbixBUWBlCaH3
vxByONXGd5T6OmYmW7TvDXa7tn1Rgrov5uCWAphRbSwA33WYTLQfb1od0vCubxMDTq8tPW4Uge0I
fTuPYvQkFEWAJJtMRG1DSAeE3HsBfWZEn8ZOI7xT02x9iUaVDmFFVD9teyDf8NHN0rPW0gS6fUnC
HYmFXloQhwP8BbFqbTNl3kteYrWFU1Biaow3iv7DCArbPfOAkFtIqKX0cOVpx7r4PHW+IVagv2V5
nWd+lF4DPKR7aIIoDZ5NG+bmjjoFsNpesxzwi6rJ5JfBrqsMpzdAeoBNEpAXu4AmtfQ87vOFOmAN
lraVg2heItxuvxnePNerSBO9d+5ie1yu9NiEY6ziIb4NggQbqBgUswhb3RoKaB9tXofYt6Fi68l5
X1ButmQI1pRrFJk0zdh3FUUpNN8jd9bGB/2x0iso8+veJTri/+ERzwtZ87ViqAhdLwkylyDDMTPY
JvU4qR/jlFfBHnpEF/1IZ6NKcJopLP8S/oiffx1zkhqQofWpukosLDQ+KX7x+ZNmm8NwXUI14PYZ
FAKsMTEtbAc7oUf0rNFH1n83NLYLm8PxwJSOUEw8Yrs5Lh+AiGrN9zlrx+d0HBywvlXEOLe+Ltm5
ypSs+KbEFvfC88XMxkUM5E9feohr7csEozyPz1IZdMbe1YvywQCh4m3GXo/2dlNxV0/7Ktr0TYZu
gwnLXmI+qQBH8cy3tgmYCbHCLatP1zy6f4lvsy8vAQBzfS+swL7AqgH5fT46/ZXrCFACsqv8atM6
UC8wZqnMFzlgubcmwcDJ0OVN+9NRsc9FrPPGfebRScfXU8CBrN08csjYQT7d8vPosjO12PnGFbee
d3M/Fl8My0zmTQnjogxh2XTQfRxpX01ZXFubWtVmt+sWvRPInrzod7BnCpOGGPwON0Ll3ssssh3Q
xrrZ9W6jrup+IQA2AfZQnM3lsJqNIeo2QPBbfLvzLL/0qlSksC6DfNikZtNujFbpP6wurfDXypbv
XOgtlBM/84J0S/V1WqdItu55I2QRCBuiWwmivYI2OpgizNpJ/XQHw/01enFVhJoa59tGlhM5Nt1o
rz0B0jDEDcj5KkUG2N5zaP5rx9KYQ5ma6RMIl7rbtqka/R13yqr5JDS9gYyS6qMeY+idTr88vOXZ
zK00grWuYWf75Mylc2UG0TCHwQgPcOPombojQ9IaG4ztxV0BSR+zM3NOx3Awmv4BfgqgjGqglXg9
0ED3KPzAwzNkwI0oxBWkA+ZqNfoLfuWTvRkNahbhNOhyPss0g7SrJrLmmRdXgKyYNGzrkZrF30HK
ayQGbIGPEqL77JuRlsB34JZyeMZBU32vOyO3to3Spggqk9Ieh2rONLyE69zA/sbpTWMzWTFRSMYl
sQ+7rjLA5ozKYIrHziaDXdXND8/K6hIgbpRsgn4snzsz7bjD1v03CF+9F8IIAQY9WRqBecKV4Qs6
viFf+dCb7HUHJxJ0xOim93oqMIaR0vad0JzUS1KR4AmnBqQmRtSx/UtYCy26YO3cWNFIB6NLZEz2
0pd5DhKy6i8n2zF+aU7Wj6sh8Pp7Y6CxbMwni/iiJd13VvQ6zipOXzbGhVkMCYRkeF+/KpnjZy5q
kX6rJDkk7jsE/Wst0+eKKN6eaiingXqM/Nxoc24KxBs2PJocm85VX5je5WwJq1mNUQy3NbYgkcDv
zCQX4DKoH0fTEGAqYAZTPEmLmPuZJbHMyMvSnSFua2y2xkhUC1s79k322cEhmSmmQYQIoFIXF+Up
+jVCS8GZIrKDkl0905pV4PjWnmCIaLbwoxH3baV3z206MrJdl3EZpj7nNk1xgo4MKY04P8cXUPMx
7kgzdwPEJ33RQLvAzfcz59uYB2m3jsq+5WPP+0Fb48pOgrhtlUg+Ya+Hs2vEljZcp34BTkiWfjGE
uWhM4q68aa6IFXGPTGDF4oqpd/NX22qpxHqT6FWI1wUfCd6gLXAXJGQL3Xj0nuM+GoCAs6eaZxgM
5BbcUIG0LY3r7mmau5Fco1qwX9KWUAUraXWQUCiuYRWgD3gwJGRayMg4dnHX6MVUftK0xM83ZhKk
31mMxRT6HLnG2uVStLOSJuvPVeti4uGT6McrlNPdoT/ViM21h0F5vBuCupk3UeRHYtt3NlB9ioqV
s47l2HSrzGqrhCPOw2HIrwJSFv0o6oQIFgBrIEpTx0dEAmlC6l6M655SWrXRICPJtRdIFxpvbifi
TIsqOzgHsOI89ynM2g3WUCPdZ34c3w7SHPFRK+FJ922z5sfT0wh3tUMmGghoU3bvTOZaV0YpNo0Z
qAlbo1qA8mltFa39fHb1jXKm9KVUrY+n6zhbyXmBnA9zDG4raryDjtL1oaLNj7RRh39s5HODCWl5
1J/9Miq45xMuXjalPnY7a8Y7aeVx+zLW0jLVrew96wufB5RoQZUYJHhtQNfSiv4TslbyGFqZKwpc
GrYuTtbEa9hjfD5kvb5kZm2arAVff4xQR6WboIboAgOPliuga1lR7FJj5G+PWYWViDNnZMKN2oPh
JZJU19Z+EZHaJVui3YmsTGMO91r/aUSpi1kkmZnkfB5kMe5Sqh/+ylRVczNWZAEwziIhwo2hn8Ad
mCq4zOBkz5flQEAecvnVq7NGOmWMUVjNXhX7nf/FbwKN4494Kl3PdCPK+JbCRlLuBbeNTylMuGTt
Qb3DAWiqfzaaZ8dhKdviJWjb+d6hSjWvFitMg9xaWgBrUgY9ZaO9SO0dLOBUj7AZt/vqzIt8J+VA
Y5LJKU3dzdj3M+DtaiJAgqeZXwo4UcGm9F3CXmf0Ltg552+tg3IOL9AGqTQx3qB2pFS1MzlaoLlq
LCxIXGmwwf7q/fsjEs5N81zdYRP7LK+fmv9c/urPusETOE7kP/7z4H/dqGdB49Pz3/gHu79t++rX
k0zr6vjvHPyI7h+vf4x39/pJPh38jw2bsJw+989iuqUYUPw13D//yf/vH/4TeXM/Nc//9R8/kZPL
5afF/Fq/e6VbNFn83zCcO5zlSqy+z7viqfrVHf/Fv4g43Fz/bqCFpm+EDhx34SL8xcMxHOfvjgFT
mA5AtLr82b8Yrg4IVw8yOn+DXDqMxf/F4WiG+Xeq1NiHY69K2Z/Cxp/gcI5acelzpf1iaQD3FngA
jWVHtU5RFRiIemW6L3vbvOiAJm9dLvrrDFPHtdNF6sLoaE7k6hhtCm92NhDjxi2sVWtVun2/81w3
OCV+OqyI/vU7wfWi3Et7OmrKo04Xr4xHaUMa2JM28r5FkK3tVemMxb0F6vh5mAoEetyl8dwcIedB
0I0/I03EtpRAltxJRSMntqqURLJpcf9r7LSFmQYXseZSWg0/f3vn+78qpr+7ub+2hv2rkPrXr0un
LU0YNPS+5SJYpBlcCJspPlyYA6xrkmD3QtVthwm0p+39KWlwOIa7el6x996Ok1PHoRVDNsyV+Ynr
iPlFNf54T/0XRiE1XPFcJHW000Y3+jyRLnsx4d/9dOxk/jIR1N9RVrrF3VV7+PhBDnsG/uc5vGWN
Agmm9eKwIGwkpHE4mtK9i4L03I9t6jO0eG4/HuWwuP46CouWXDEpBo//HPUM0Brhp60cWXDkp9bK
Nsjajm17CbDilKb+sHHgn0OhRERpSRNTcKxSU3kaNL7LA2lp/1IoJLUyMq87jfufwPvgz5+LplDk
IfTrA0A4aroeWsc2+8RO90njWVf4q8lNVWX+tVF24wn53TsvCgy3h/wMihUd9EffB8yRFKikyPZZ
laTbYSmqzkD0TnRBvDsKOwNtefTqo8o6XA7YluvpCGZuX8RltuWfEGD0yEF9PG1vR3HoQWAYWi/p
8gbuddBWZEIuIHI1sj3aPjJHBIfbyM/ME8/y2iZ++I0SyXg0j/BjUJcda/bkaKdpleQsBWKjdYVf
45nGnrZKyTd6cckEtqaJX5hPtXes8XKmC+1E489hB+GyGmkVNpZG+UVqhXTk8EkzrMY9V1GsGxLz
hRSA2BFKyV2yOCfZc0o0prj/StJLJ764d6bYR97GecMUowVe/vy3ZipC9QjBnp/tcQWK11SisUau
2+bEi3z7sSGLQjJCnw4lWqjAR6NI3+RfabbX24C4TTlP5lR91fAOwOjpRPfKe1PJgUk3K718Fo2n
h2PBoEmmzm6yvSQaJt0gnQ10IW3V+k2ytsagvZpt6jpFCTb34+VqvD2bHAAC7Cge2+QrjO5gMlXS
+2SxumLvj9/zTl2TUtsMKbXgTMf8TLvPIDGaMW3EVbQOPH1TzndgSJ+oA6/GiWp57q3z/tfHv9Tb
F+zShBX4BBM09ATHX6qr2sR06jnZB/SjPuAgF9ySDRG7j0c5gocvCxj7JE5k2uyXV30sV4gwDPIp
oGTLiZZTPA3ycBhceYa7bAo4N/HOvFHLHl3R1xtUNsEZN6sOp536lCr17esHb7UoNlluS9PU8VZr
2MKPVIYLECnws6axJFGJPmIAskBJ9cre0pqR3tKom4Qfz8HbRc7Ii/gPuCGdYf7RIqeMC5B5ZOGN
SYAt45RCqXTxLQlgSGNhmukn5vyw3/91ykmHcHpBLWT7OB7PNJABOthM7VMqZ/czOVsaiUatkfid
WTi22yYIFnT8bXmuFSkZxCieTzzye6+dWJQma9qBsVFaLA1+3z6aKbUmW5bZ3msMbL4k+UqXmGXV
9HiwKIVzHKl/eZeNHow/aiehr9IpdLhpn4gLrcOOtWU2FnoHR7kFMN6mE+TwN+kbA4DWVMp9iv1s
jP9SQ4oe3mndY3BmUHzKNMxpQu7v8SU37o0LyBfPOEF5NKypsXRhW2pqb0fUVzZ1VOaY4PX0Ea3q
mKZCHIBGFyFDZ6XkWGXkXwlZmY91lSTreIoDPObGSn7zlD3ellnvkxEzxfSsj3P60uI3fT/QMkAH
Ca09Lw3NM+4fb7DExMs3yL/52I9FJylQbrtM8m5fa8oMu4JQszOQRWAmG6woYFl3H6/1t4EaR79O
rtGEaELAdjTblqd82jzGbm+JtjlDTOsQxHo0Y9S688cnFEOxcdEIjjiU93v4Yo2+aSepG90+5Si+
0HJrcd7S3X9nFBr52TWQKbySSX9fyO0EsWAEGbunP5e1MjZfNRtXl49n7e1ezKN4aF2571nLfe/w
USiGY+dm1XLfk/veFnNsrqZgTk8cQ++MAoMCDdDSFst+dDTKpLUNxRkp93ZsFhtScj/yhATkHz+K
RcRiEKOjiXlDXPEntG+gx/t9YfbdhobAZzX14sQgb89T3yLu4xZK4Mzd4yiWlZzugfSmfp+R2TqP
nYnUWKAX51w/4808W2VIg9upA+S96Vsu17DQeEdIcA5fkuu1yNcmi0F1WWMXp3ryKsUp3to7HxAx
v+NxzSEkerOqy8oQTjAKsc9TbNeDNtPWGHQvt1Ss+T5+Ve9c4xdenk17PrG6xfI7fCKr7HwFhlrs
s3rCR0MvvA29hsa26b3oOsKs7MrE7DCEhNSSlzPR9satdVe0dbZxlTd+MQdp/ZE+9HW3dgmUuBdb
MAfYsQ5/JddREEqSSu6reQ52Xuw9R5pvbU48+DuTzP1hgQ1zQJmWcXQ6yQabOl04cp/jcvagTSLH
cTC2qyUvPeySmmIJnaMIxMHPGy0NssNU4v+VOeTZMfvI1q7qZLed/OorQlmTPS6oy+rEb/neL0ku
flGC8ILeAJLSEgxPUzX9XgZL+/FMwjs2cWy3MZ37N1YCkcK/xjpaCZ7XmCXpg35v0Oy8dajg3NiJ
JrY1zWPn+mgn21oZzlXjBDj/6bQdl6QnwiKPsrPMiMfQmxPvxOMf8c5el8JCLzF9voblFD/ario5
JdFkOMO+qYFdZCUlLUs0HvUuLNp+ukbqUP6F/00NDdWYuw3sSuzJADV62CmJfeZSkO7W2FuCyUi8
xDXDJJ4E/MKglx5t5UUd0Jfcd9uEfsFh5WAKgNsuYPC9W9MbeiIkspbz6PA2ybHoIBrxuckt59bh
0vbx2ETxFvT7tLW6TZ6IjFYAXBCqgSS0B+ud3Fj2nHkkn6KuUxeRvKBJUC6Nxlnhis1UFfF27jEy
Eg1EP2sySRsVhXlfl6b6NWDssShPUF91PGnqOC/UhO29b6t4W6eZeYWHXXU+ZEOw82l3XWNL151r
JsVG2kpRGwViOHGqvV3AbJc2lwzoLJxpx5e7RvewhUz0Ya9rnRYmMhBfXVfUq1y3/kxTsqwV5PHM
KaASrlgEBIdz2469st3ZG/aamKxd0hXPLVnzs4+3jbcHAIN4uo9kkP+C+zocRLNaKdiaxj05tmFd
a7g5k9s7xUVb9p7DZUKmiwQoW5ODmM4+iqAmmcNDM9xxr7LuOZX+ReYNWx0FwUrJ9hRa4L1XBDCK
YSCp2OSHDx8pGmw8PetopC0Pl1JaVaZtiRf4qtEw//549l431eMH47Qh47mMhgHB4VgBrnnR5OTT
XsROEwaxn563yOO3ZksPgKq09iKY8u7JSF1Thrw+99LHlRfv4K7uAq4uZSApAQkrIPGBUdFOevnw
klmUQE98qe+8Z7p+UJJxXeSvH99dhg5VrM4hvMf4pAn1HvsEV1AXPTEfby8m5AS4G8NbXjI7xznN
tjQ1rzSYj3nOMKVxupxuRyO3Bf1jrkDSKzxdnNE5QQe33XXGEz04cbylXtzdRX08nZJMv7PwyMcB
AybVxOF7nCB0sDNGZNbM+2FOjacZa1eWt5ftK29xmx6R5J+YgOWFHy2IgwGPVnqqA7EoWwaUFFVv
pjkodsI2Mdgu3PhiondzNfRN9K3SJ/1OFoW1VeP4Z2rS142DIIsclw3cH1npEmn+luZKYg9aaznO
+xb9zW6mEkxThSbXlRX/mZPXP4diQZGvtFk+x99aP1MJT8th3kfuTBIkaP3Q6tFe2kPXnZra5Wx8
M7V8YhgqcP8nD3D4WIgLKAMNzkzCybd2yvQttE24a+a58M+0RNkkH2AVJunUb+YgEmtliTTMHK25
j4SRnVjqbxMSaPBg3wAkMxeY5nIy/jbJWiP8CqOaeT+xO6w6QzlfaC3NaDSougv6RzsIZXLaEKP+
FEJpJ0LKd/Y44kmkmogAOYSOgz2jzx2ZJfq8R5PxTcautx7L+qGz8OL+eEG/U9Mh0fDbSEezjigL
buFAF1vp4rQc6VlgbA2zQ5AXGFLezLZLa3IRFT0wAotuLxULkyxEU7q7WfojCnAScPexRN+wmnTH
VPijYDdK4j6ot1plip8+dko90F6EF1d8oRB+cFnMrqq2RgXYNkncnnimt7v2wpEDbsCFkXsJ/IjD
d+d4yVgZjmbthY93OooZbbf09e0Tm5b9tT80E/5dOhXelTWa9eeAYuDXKa91GLitH+Vbug5mDFoC
eiBzWqE4yQbtLteU8fDx5B9v2gtADGM5FLIudGEYuYe/Z5pS4p6zuttHhuaEmWHNtGR0f8ZFIA9O
UouyQ0AJxXcdFvThKINb5kvjcr+3XZmeif/m7Lx2G0eidf1EBBiL5C2pZLvtljp7boiOzDnX0++P
3gc4LUqQ0PtqBvAMSiSrVq3wB2MudsKZh9fbz7KOxKxChWnCYea44HyyWqVwq6Ea22Y8TmM3vwup
Z70KmM1nJS7shzlVk4+313ubIvwdLgzECZb8iXwDzhlB4/yxqkxDoLrN1COsS/tnl5LYe7Vmh4rX
w4AM/Syxaf3jRO1gtUiHuwMaa1gJ4s1a+Ks1Utj4TRs2sF6GKP5q132rQUsqXCCDWqtlgPKBMFEz
LGZpdheJ91oeAwWqagHahv8byqihwGAVRd/+aBotfG77yn6KRgU98zKyVDys5KByIRUBjbVYa1rg
3aBATVg+0I68Sk8XZmOD+1XewxrcRKOJ3CXSE7BkOiuycMKzjOo5VpwmhWY5VT9vv8I3+erzV+iY
i8ybw0yXofg6xvU97uBF0fZHN9aw2qVclgcX1sGLWcOyMJTPVirnV4ni5IODxZOnogNRbhhXJJhj
m4n7qJay+lWAV429VGIDvMmTGDHeJi2Vr/Ngay1MCFt9jJq5rd4h3Ccf4mAZX0sgTj8iDMbgUdqd
e+Dz8mXy0Y2OaiOaTzhOMV0IM0f4vWxS1Uv6rjKeeyz2UEmEjPaY951ReIaYVRqRM7LWXgd3oca5
fjC/9H0IejpsE2Wfp1bogMbEWgm9a318jmSNyV4EHehLJRMgkGVDk8RfpMlSvy36vvJGp7dODABB
QuMIGz3OwEFrwn0gtyBu8GaP3RmoMyjqRj4pI5TzR30wu896WuDMPvRt7/hhUyfRkyPy4FkJ5XAq
Swe/rixU/2OH9WCOox6oc5EFiLrPdh3Bx7CjEX0PzFH7vaVDt2GrheVDoQ/lpzhNa9BNIwhUTKSq
dNrmYWGBSDWrfV7kc3TAQg7EaFMEzRfdpISBAYL1opdL41sgNBBzxObG2d/eQOv4RbZpIkBK829R
FVfXc/R2zmO9r/T+qEIQ3mpIcW2R5jR2/7wKDTPmspQvaCCt5beqLMfUrSjIwU0c0gwM6bZZimrZ
7VUuBqc8DMsgj0BTiVRHW5XuQdnlfaD08zFrWzTnRYfXJ91HPzHkuJ/t6btVamDaZwOoV0+ljaxl
e6dYW4qx1Xm0OIbL5HJh46+J6pFeBVBKg57BqaZtCgAczdBG2MSJws/gmR1qyA+2O/++8+jLHX+x
LpBREiwDTsM68yq7wTYUp2Zg0KL3CuZVab/mvIbOGxXX/VNA6PjjkoSkfmJLnLuFlu8gkLhHoSim
Dzvii1aMBQhRckOM7uem85wRDz1ArpB6bv/Yq7+VgRRxixoQfMV52G+LQZVJbw7HaRiYaBe6+oCq
RbZFNFA9TJXbUXvZ/yZUSTbK3nBo1y/3NePAtYwfdAt89TIxHHtwy/6oJlR1NG//MeVkFbqIiJcK
NAp0EuHzRyu0srNrVRmPo6PEB3WQZuQ7sQR6i7d9/trBBEJDcK6jPx2kqdoP6mC+1/G58no5Ywwc
ASOh07DufyRDnzXZrFDJj448aBA29+GsxyerwL42a4JPeWfrn25/0oue7vLgJLq0+JlVIPyz6uQh
lSyCIdTmY6y6B1jtHvnbC4XjJ50J/lyrPnff9yEzN6nTHSuieqbpPqSCe3njlXjG72DOjl7V24z5
/AMgGdsRc0OqnambHpxIN58gC5mPCHHaHpaiqLvqERjySqvA8+PcXFizzaxIgfrdg/HPC13zgenc
7f0uuczqgFLjsvGW2ES9u3pBGRqKWpnyw5yhn1CiiP44Ct2WOonLQ6sTFWurg2IwhOn3LBHOTpYg
fbuC1PX2l7qyOzgFoDuWD0UkX/7+V1HklgHiV0u5HY49LJep6N/DjFM3Kt6LfmiU6KIpc/Vwe9E3
kMPq6ZeMklSZzv9yRM5XFVaWVEY1UwyBBtoHYgh2okrb/SiV4AF4WAHjK/xYa1m/NVFZwrQ042Uw
J8CeoHNO1FeQyotCY3Sf1u/MxJo9BYTrE8AiZdf00n4YsA/4Obvx+GBEMAanwck2+qCZj4NqfoH6
FG0JyNQMfHmAtqXypHf4bg5yhMBRFDltzgYgumozXOnSLaPEDOHB2Xg246G4A4lagsDFy1imwg5v
BCWfVW3TmnaQDJkmjy0K/ltngATtIrGwiXLYs4k+m3fupHUlytlEW5MSEVU6hxHcKijVHWP5tA/Y
eno/HlMBXxfudrdNoqbc3/7QV44fiSjdZgx32ehvYeKv3aWEMAd6maoQoTRxGGVk7gdXuVcdXluF
fjZjZfSUBcpB57sJuTstKa1BPbYWyaxeDPZhUDlHt5/lLV1YfyfBxbGAYRmzvoEN/nqYQhpk7G2k
HYOM+xWUzJLvGeTTp0EU6Ws4TcNXy42i7hEGTfShDCct9+vMsuudkppq7Wdlo9ybQV579rc2MONA
FJPW4sS4b8TAR1316LoOABKYF35MrL3XybkME8vMkRSGvhz6uusGVQnHwoi5mo8pqHYoVG6I94ma
xxDgIMl/Mcok+krzdu43QRjWx2QweqqzNEYjfJQQSBkemvEB9krxQzhR+2JMmd16Nhwn1zdN6OJ3
wtrla+H3ooa6lMqglNd5VzK4tNNmi+aGOnOtwsDaaPNwzy/q8uTSigeRh+TSm77jauNR4jsQtEv9
aAuCR29AUTdro3sn2yw6JKMc8zvf4eqC9ISXmxwMyfo8cdWFcm6lfhSBE23gK7ceACZtO1JV+hPK
Y5s7e365hs73PE/414LLe/5rz9MdQG61N/RjYcxeaMfJBgrYY2za72gWxzttLJ3DoHTBNnHHYIfW
hLmnVZNuIHzXH+iEFBuUYebHsq2/TylmJDWTiodCSGU3WXdyrcuwxk9FVgCsHu0KlPLOf2phWgnI
Fn5qq0BC5HqFuglY0oeXkN5Z6upn+Gsp43wpl4xHTgwIjq6ZdxtGBfSWMlPzxDhHOyVP7qWR13Yz
p1ugv0yWTGP8fL3QnGGL6Ll+NGIzfAhjladCYuLOU10745xsvgBSjaoQq92MDXk5janO5rJqgRxF
bR8LkSa+SU6yg9Nqb0GQuV9v77DLAmnxxqUPbXCOmLCuFi1UbXBzJzWOnTSED/vlj1pZzidm3OJd
q6LAwyhVfg9ixKluL3ztGy4Pi8vb28RudesaAkVAS0uM42RV8YGoPW8YPcsXM88Cz531/v+wnkNA
4uwubeh1Z7CvLFiJ4WQccR2k8Wop8bPtNjhIRyZGVvSC71RVV44D24WaA91DkN1rCBTd7nie+lwe
KXJI4pJZ3zu98RtGU3pnpSu7k3kk6GQos6y37hPipD6NsdXII/QydV9E9jPY13sAuiuPAwDYYTrC
IgyqVp+rMCbTWRS7jj1i/AdysmgjdWYzQdmEd57nys5gCgPOmrKBqeTag9TFyw4REUXypRz9fTeV
xnOaihw7llnb0wXM7py7q+sBCaX4JYGxLx5tkXhbZCiOSSLNnU3B9rXO+v8Uw05fZDr9P/4TrCVo
RMf/Dd5/cz6utEWwA2SwCxQUMeSLHs8MeRZbR6EeRaWiOjK6zcmIcuRBggDtINWKdqFTa16VOcPO
wh3nsR1T5U4FcOVz8hsg7mB8gSjnRbDWun7OucKPSAJUuxjKLdPGxNgbNFjvvN4r25OMF40bigLk
69dCj/D8OyFA2x6HWA+e5ilMaOU16p04djGhQN1xGd9RC7rAAEBnncdoNISdfFgyjtl2qp8oYXAh
G3AjLTj4j62aRU9qF46POqo9vmF2MSTpTtkZldD3pSjzh8yIfyOMqx3GuSp2RTpGm9sB762lsbrL
6Xcs/KsFm3CRJjtN4sytmqvH2e2TQ4ih7TsLL8pD3MavU7v0KDUjfsyy/KseFsU7e66sfTXRAi6q
xPqqzKDFu8YBQjGADa9HK90qRdNsuiKlq3Qn0bm2P/hqJq4sdLAYmp2/Taeo0UvB9PBod06zV7D5
+DDY5lKeB/eoQ1duIIMZJW26hfpyYQ2rSzMQmRVqR2gvzL8ZOzxPTVa8dCJpgQK72sLXwqUo0rtf
t7/ItYfkRsB4xoLGjpb++UOOsd5GySA1iB1dwBRU/tdao3XIEu2eEdMFEHrZnVyzy2hAB3qurjII
J+gkAjmtfpRO9VIyBNhrYd794GooPmZGJjx6RK1nMYL5T5tK/bPVZvPBsOM7Q9ArKQZxjlJXRauc
4Lp64imKY3xbBv0Y6s3oEe5eitFBVoNOyUYmDpCjUPt4+yW/hc/VtmeqzpXhAGXhKlx+018pbGUP
SjoFlnGEiN0sPIsoe4eDC6NCBpdZipxG+ghRHZ6bU6b4yjpxY9k77JOKmMnNnB6L2vrDZLGJNjrz
lK07q+5X4Srih0KiqewiO4TD7cQVQKjeTos/STJOo587bZX6KKihetYoKA1sHXvxSXRqV/+m9fn8
MlvTuMcwRxHPptVGj3ZNk8Jjm9d+6uT5U5COgmEseh4d8wmrajdxGSBQWinj8AQlaWBSJdsZDpoa
Zflm1kJZeZaGLaU/RZpAaYCp2bNmzxoQBgqlEvizggqSsPp28rM5WMi2bJW9ZQtkCJWi+KkxVkaP
gnTrfasLQGpqXSHlQs+w9OvOKb8ayqjqGwRjHIRSo2r4Wsk495BWT34FVlNWD10fWku3DzMoLw+r
RZDCLZO9HQThPVD5tU0NWEjjR9E5gU66CrmSGRTyW61xBJnz3paV9g4VTfkZ+fL+jzmr42MHcXFj
M+57LdRAmQDBV+2LhnnU4fYeu3LFUAiBMOP61mD2rE7XuDhf6MFo0GItwgdGiLAPbSfc//MqyxHW
TWth0Or68iv+2siF3epBogTGMatjZxfoIt0iovz9HxfR6dRgb6OpWOlg9Lp6lEnoSJh3nTjG3Vhv
a1O4G4lfwp07+SLysYqN6stCn9Nho6wmvb0WmZMaaPZxQhXHQzhPf1mKnENtm/dC30V4Z47FyV84
yaTdZJDnb20cU9Po4lQ5lnZioHhRfUjVufOytFAekYbrNqobTRsHzYk7z3hl4QUQSIFB6IWWuspY
rURKrUSo6CiYRp/sphr9rM77La5bvxw1stDel90mHvt7u/F/2wBnIQ/kO0UwtaKK8D/x9vyZa4Cn
KLPE6clpbYpUujrRrkXP8rlvlVhumH8pzIa1ZnhmDJgcrNaqtlUswR3nkEzNUKVxIRCbfG92rvsz
LxP7S4zgwPtBTZHldoO2LD/RWIlRWkjnIthp4SjaHelPuUWJNA8oHqO63TYGfol2207lYy10vfbs
CsDNhvBqv081u+s9txdl7StZixBug5LwoZFVWCFxIKeja7lhvBnSLD4JxR1OWc4B9GckR49anbsv
uOBm35NSwzjBad02hDIH3j9VRPo1iWZt8OBjjL9FI3vpia7Vf2t2MHnWPNa5140uDiSm2T4TRRNt
32r1/LWzRnzNXXAOODdhzbKoGrcT2iWW8StvQvVPCe2XqjRp9cpbwKTuFsksuM6RFekPsxWn1gaW
afs7zbMHhchE+A8DWDxGx2Y4KGk6IkHkmh87S6KAEsaZONSjFKjIIJoot72LRrOdg0/w2siao03T
Gf2vIZrwnozHIdyGg24MOxW9mHZLzzw+aEqmhxtZ9jRTnJqRvV3QSQ9KvdihW/pfb2Tp19zUc4xO
htJV3p4qeaQHYB5pFCZfTaduIx/5Gyvx0cJtv3Vmi3SvS76FibJMdqZbhQ8Yn6avaFEZYD+r3niJ
LBgvyJxmSK1MadHeM/y7SBKW3UsXgqkR35i+wPnuHVEptEkN4pPaRqE3uaqy1eK23CDA2W3barY2
FaK3dxLOy+4uExCsL5YsCUl4d03mVZXaLETvpBgoMYizxrr6AmNw9mtFqQ76PCZ7B2G3Pcpt1iJt
qx8MhrkS+c0nuxXxv5ag8KApWWjEMMGFAb7Ez79CfSL4vG4a5Cd+R7RFz9nYJNNoei1yfBC6AvfO
1XJZE5JLW8wpGUKwJtyH8wX7LENnCUmtk5akvWfYitzjPWd9Tsu8fS8HZ35SU4RZ2irX9jHaeR80
lE9e//XqoV9hUtrzHbjS3dXVozpo3zhFop/sMEBTHR3IJ6Hn90y5lnh/HhvFomhBtrAQt5lOnD+p
3iMrJLrIRBc43SvmhHBcpGubrIQIGunRiyPryXOQTNqOM2Jutx/x8t5jca47WqpwXrCHOF+cgKbb
YNXMo2U24bNtIs2dFaGyCdAUuL3S5e2DU+bC8gVG9fZRz1eyIrRD1SblMVt4IhHTkLmYkz3CVHB+
B4Tdar03iNPC/Ueq+CLsQdpBR2ihjFNxnC9czBHo0rg1j43uNr5Q7PZ7iEH9zh3d+TEV47gp5qDc
Itl3z9nqyhGmAb5g3WkEw9deexu2OhKbeZ1bxyCfv8xpJz7ZvUgAlVrRo5ZG+66s5wdiTrQRZum+
TFry4Ips3ynRj39/+TQ3KOwIX/bFRE9UQmRub1lHNEj695aknvaqodEPaqa88vIhoEIqyckAUvn5
9tLXtjdtzYWOSHsHiM356+fOTKo8NiyggVL6eBnl72J7Ch/yORvfl43zlFQZbOOEyBpSpdxe/EoY
oZ0KU4ZZHFN3wIPnqxtRgTrqRPY4xCXyIEVcHYYQQSDU4Z3/bNSjvMhsUYHnZ9UnADvZFqXx5v3t
X3HRT2MH/v0jVsHTDeweC6NIMCQZVH9yzXCH9H6AVQNiE9Ds4+3t9d6uhvOQghmWgGgIw5xkbI0l
mWASjGjYimOj5gqQsyRLvxkiyb9bXBQfrArIqt+pThb6XdUZ38gnNKTKuhQJqlifFwWnKEC2P7QR
wN71Y5tjOAVe9RsJBXA5VMBE59UgWCvkW1tM4WYE7mBmCheuBPK735AB0xWYY2l/yDRtbBEqG5Wf
U0POc/tJr5wwsmimxrAdWRqg5vn3rcuJVKxxxHGeGI+j/q88uG3jviR50O/AC8NqmtF3BbCA8FMq
nmAi9V6F9tmuRXf43lTy8kPza8jslz4tMmZrFEGrl5gGlbU4ApRrTkXh/uaAjwc7yp2nEe1O7/bT
X1R5Osuxs+ngczVTv5w/fAxGsI6tSRw1LTbeWSVCkFE8RA+3V3mzGVzvJsqjRW4Dxh2k9fNlrAWf
TfCyj2atWD8Aw1PZz9FJi3X3vV5mnFulU74Zs9J+GlChe0b29qlLXOUXdDFSaj0PrW2oo/e3UfU8
OLr4gWzUzEhjv9CG+Q52YTlLlz8WjjWDKYLOOmuyMzWuemcWx9EOJWDIUN+2gBU9kHT67vaLubzR
6MjTLEOBZMGqrE9ZKqpRxJVhH9MRnc/QdbX9aM/uUzgFhqcFKbz9cnQ3zeCodw74ZUJqW6SjS04G
N/qiYV6gDotpTBSetFlOh3lQwoc+C9uHvo1GP1STfMvgu7gTSy8DOT1k0j9Gy8RyMDLn2yCUBZqc
jhWdEIXInhDDqx+p+KpNXOumN8lRIq+O2wBIf/cBhL/c3H7bl2drWR6XDa5wunUodZ1loKXZWbpa
svxQB+LAMKln1IIYea+AeQYpdY9menU9km+gKcQWpiHn66Vqbodz5kSnpK/bvT1mzQG5KM1PMyX6
PCKBduf1Xh7mBW0Ds0pwPVtgzlfrYYaN3ROF+cCYhRYHqIYCIdA7IeNCcmWpYuh1Qu5ZwCkwEM+X
6UEzM47W4pMeTNPHGVOG1sNDNzOfw1lBcz0osuoTnEngvKneIZ0aDiVCzhE4QChAYZg4nqkP4+gZ
ZjydOimM33k0hupGzG3+PjHQQLvzk6/cZvxkkhcAg0hnMDQ5/8mOhqxzY1TJKZptZVPEEddnmuvf
sMNQ9mqhhJuqc7RDpTX8WieoHlKjtgHeG8pHymhnG6SJcRBO6hxirbe3c4/OiRZU/clui/ixM+Z5
C2v7qIYtlj1xYrSPduu0B4FF0iPi09omKRBJRCuz/+eiipSf2SH+gyCSxDqwCjewkEBOk1NOc6Br
aDwNcWxSdqOHKir9v9sH6DIyshq4QxAHiI9wT52/xsaKpNU5YXKyMnf2gFolG91qVd+lp3yneruy
l1kKtC+ic0u9vNpk2WKFrkknPoV6mX4t1SjHzadt77y+q6vw4tyFz8XhX9UuQ1orYYOu/cmQdbiH
wIF/0GKQefu1XYkD5I3/f5UlLP5V+SrIgkorYZXIQBy+V/FFCFxcCdRa28Gk+T+EOcpA0OELeozp
4OrVqdM42M6gJid7tsyPdV9Jf5hnVOkjxX3sx+heb+7yKgGSLoRtoBxBG3c98oka1TEzDEdOOmC/
HTzSDksFEe1HnTTQWrwg5rgW/x7LaanZKkB4HpKOwvk7tec8xPkgSE4LUeaAaDXi/QDptlEU/yyN
5F4VcOXmovQDXg3k3jTYCOfLRfjeRGY3pqcENxXPNoqnblI+5rX5Rx+Mkzsl7zCFepnq4l9FPwi2
jHco6TGKNgEjrErPiO6IpWXE9KAHzh6HtrGt8vmew96VBI3beBG2pLAmK9BXW7QrgjaIVPpTyJjA
4YBE1X3F2spVvTElbHkyU6wHhF3xt+gEXc8eJiea2wOiQrFu4DChjab6G73pYyTlWPp2IFtr64yJ
3HUDjlEekg/pvf7WlXMFr4NTCwV+0exchaMJyXQZKLSE7TFfZvtdvY9FGu9TmQh/hqR55xxfCX8k
hQvpnsmmARL8fBPAEMxmJ0hopzXDa0wf/CFph99QYe5pPF0JS6DMoaIv+CGWXB78r4BRT4GbV4Od
n8IwhiZdJqbf6fY9i+Ur59ZZBsSL5gptG2uVLoh81syyN/MTKj+M11RFbEboan4p3HRbINq0aRAp
3d6OhZeYggXyAk6CwoPmJPPw82fLp4Zksw+L06g1jg+YMt+5uVU/OYAK9k1Ujqd8MsHXlyizJZlr
fa90WWyo/C0YVPR0h1gZdyhiFy9N79QvprzbOLzymR2S4mXyRbcWquD5Lxx7Jw9DMRenJOvTJ0eV
9NVVFPmryenuRLErH5qvTGOQARUNyjWOo+sQcLJh4p/0pJ78plBST83afHf7nV+wZwki0CpBHXAh
vKUL50+k2qOG0lJanuAvmYDEDesxaKz8m6yHtwPN+IQ56zuZhMOezKfcValeP6M+SqvDsupdJTsY
PUr1u6nKeAdgqtg2QTbtBpnGD2LIXvXEgtitV/JnCKvOzxQoZ7ef4dqbApfARBSpOXKQVemgjIsC
5OCU5NKqRgBuBbIX0T1eyRuC7Lz2I1nHxAdqFZktCLDzNxXC+APY51Yn7MZTtmMyxPsqr5B2w9rI
yDa9UcU/ohRm8KbWO+OLnMPK9kbMr74zjtBOw6RPnwM9rD7iXid+BMXctjvXbpJTaenBTxh0mKoI
sucG/H+nITrv4Pr1769q6XwvLec3WcTzZ5BubdRxmVYnwywzX0M6DX3uNndfby9zyYdhVzENXPSS
IUVSepyvE7qiwpPMjU9GECCmMGKcwwglHZmAtXT1W9wRtW1SY9Aqrdbvp/GhHdXnUtqH2z/kyt1M
+5lhKJMVeqTq6rwaKAvwQYvkJMoKnhcucw+JZQy+kbjt3pXjn7mwd33QNZ+NqcjuoD+uvAXSU4p4
BzyiQHJ4lRloKZ41MPCKU2PgdCc73NeMCIsXeERin+CpjOeZoSa+pZbR84jq6LYSg7OHo4qrZNRY
28I0yjt6nFeuc8LXQhOEIwUMyF3djNDjwsWbrubAT+H3pk3RPTdAbr3OGEvknoKzl+Op2EehVGfG
T0ndGAcMsIAz9KGmBtuY/+pHZmvURVOcQCnp6ukP/qHwVZMiUBnuqap6b4rxlrOdHz6X+hwgDRpj
2Lev9YGTIJ8yyKTUhK3ZfDDqSHymJUHnEOe1RSsKYclyQ9XhBtid2vUDX6Taoz4dK/4YVxjc1laA
qWRd9OaPMlC1546H2+nF1HDOJmVYvG76BO5foJSK3xILl7ZerwPXn/X0OCgmjBy7UtpXzDn4G7RA
Z0SbdUAT3pyS984cz86mMuqx2mrQoNNN5ybzMxY1obWhOTvB5wkd6AKtW2CdFFSK2Bk1kNzt6LQx
Vl247VYbqdY2XTYQSg9K2EfqoyKjdp9Gtp7jwOAUJ6E1JhjhRja/HCjCFb8OqTJqP79L7BdEjOSx
GgFmSEuKnxhCCHzvTKX51Hd6n/q6Go3f1cY2Ux/Ep5F4VZsWP4NgKF+7TIpxSzJdHDoH8RU/bQNL
h7CLR4BvKvhJeHLCAvAxHlPR03zFGc3XiO+I8wY2WJM6L6xTl1q1TmM3nH+lcI5qf3ZbpqZYDqOZ
kGYoTnp92zp/ZrNiEHvnqF9cA8tRWzBtNGoFbavVxjYU08Iy0ZInUafAhogHiEPWZaViSoAJBoRj
aZP79dIt9oqbjernBHDrbtALNP9Ah2j42ihyqry2bIzf+jQFnyzMfXsGKknoNxKPLQ8XN4wJSPb0
/6pBBp0Pc258gmavwm/lE3yIe+q5bR+a+mvsdFHuzbKBGG4ajdgkszY96VMnIeFGTc3SmW54M2C9
73Ghyy+lmnFwakxCjE2QqdlRQ1CLSVI3p9jCBbh6+WUZF9U2nTCsNdFV1Tel7nT6ZuTEW57pziO0
jMyhqsOHw3hVu3R+MGt8i3BXrp1h72qlMXqNadKomLIO6x0gWJh+YJ2b+qUxuNbO6atB8xRYEh08
9RlqjY29yxZDpHwDTdXNfKPWCnwzrOhXUIVlDEgyjDCvy7AJfoTPh/9ekBjRH1V24VeUPJOPGrYf
zlPdCPQCq4WdYBrKrHoMZdztmEswaWOW4j+lGLl8SuFIF9j4CvMV/dqAYNmH4fegDuHcjzqE2Wa0
I8jgCpByX1Hq4DlK87R8CXETHB/xHlKHPfai1rSTTVl+vL3HlgT0LAox7VtAJkSPBdGjrjKNKA6S
DE/Q9jQmTuZbVYW1g96cWjVsvMFCkdTKxh/tZLh32s4X1QwcBQhlzKqZtizC0OfX6YxBtUzk3Jww
yjb8skc6uQx1RBcDs953w12G2ZXnXJjqSwNahca2xiu1SYHJjRmwXhY89Rn9qR4TGAC++RMGGHv2
VrltdeOfC1qyUJ6RTJNeHKPN1evVRag5Uh/aU7SwoBdB+C12ivfwFhc5PAMNe4GfglGiA7LO4/DY
5Xiq+XDSavs09dH3DGv5dyMWTnd2y5WFSH0WdRRg0uyb5e9/lWpBhwhOqPf9qUQAe0PRAi+TYcYu
rZt7afyVpQC3I7NMABQ0BFaxb9RAKpA/TqcCgWGfmCC30CmdJ3hr6Z2nuhx60q3+e61VlZYYJRil
fppOY4qOUVczAgwl4mFGqiNzwUW4x7vC/mJZ3MhVlDQePf9ye/sgXsZ6XDjQkWST0gFB4Oj81dpp
DmbEsaeTjr7eRrTCfSxmeU+b6xJxyaNSxy6pMluFhsL5MqJJ0tpqlOk06Vq5V3IxPDXKzPzDHOcn
gA+OjwVg8sHJgA1li/gwODTMqHB6+df2Aj/kTUObFhPVx/qHTHOCDm7djdTjJiZ4Y21tAXWUm9SN
7j70tb20oAdVzuLy+Kt3i+ALQJ2smU4tZpJpFv43Ok78Wte1h6fmHrOaDSbk+3mqH0A2PIGh/tSx
+7zKxuzbbmYV4rC4k8Zf+Ul8AHCNTD5pe6zLibg3Ykf27nRCkzPbIxM5vscMUnlsdFpJd/KIa2tx
gCiHXXBZdH7Pv7lbZ8Ns0vU4NVYHEA0Xx4/JiOdYbqASdXsXX84eaBUJhp74XsBBA7tyvhbGfrkS
haZ2GgHsUvbhXaXuTFKuwhtcF1pfPCaVgjtdTqabL/qFn1VFU97F7YQYbsIr0z1pW+Wx5r4cvbkP
zKeQNDpZZFNhMmAbbWwB/IkfEk7o+yzmzvWbafwzyTL9yWXTz5gqKfIBqi83sj0BQ3uWwVj8c3uM
B+XXLUXhm7jo8tL/CoXAjgYjnMV8sozSgBlSSS+ikfWBSUJ9p+q69v0YJP8vqoq+5erMKkM/KHOq
zCd3xmyrSIcMl7Mccv8c3RVwXTqs5/kAjwV3apmU0i2zV98PwbdSl4K1LLzo/LKrK/j7AlnzAtVy
Q4meIcMomxQS/YHv8W7U3fJOYFhWWP0Ce5GOQl6A+hIQ0vmLzVzFmsi551ObgfBH4GuxNAtRNVUk
/4og/GumlgVjU4lb1u3de5mUAACBHG6h4LdodK/uHIZ10opwYz5ZlDOemefIUYmxpigyWXjS7ix3
5bsyH4bcDBcdmO9aUK4WWTPY9qyeXIg8dqzXn43c6B6mEdb57Qe7EvZhaS20JpIuqk5jlYdgoNzK
KsuskwT78TlwASEkrsPRqXELd70Bud6HUgE44RUiQ4/Ule6kb0L8D4GltvaX2z/n8q5bAPA0ffm+
tAPXzMYCydqm1BZE8OS+Ap8zUc516jsR9vJjQggCR0aHa2nYrHdyobtxXeu1dWrMKN2NA671iW4m
D1rn1Nt06LQ7bYgrD+XQErGWLAyRwDW6gQY8YhthY55UlHu8saD11ZRut7v96q48FbclwDSXW3yZ
tZ+fjr5qGzrkrTgVjVU8ptBeDn1oRHuqhwlgg6r+KxSLcLA0roG/Lx9qraMdtHUmZ3MWJ0YpGn7e
DihndaQxHWbuoavne8Tsy9MPzQcsFtMZFC755/nz5UWI+oMW2SfNBYYUwD+H+dIpD2FNm02TeDrL
wrH3Uol+3X6xb9/nPO5wG79hD9GVNYmB5yuLqEMwpOHN4oM1/jFNUulQyZqt1SufecXth4p5/yZu
HfD1agb9pkrEhpGuuUUOYX7RItyl3cT40ZIcemhOFycH0eJd0NmmF9tY+d75vZf7jcuH0omA9Uao
XcXJNsXIa+oN+4QZYbHFo93x7b5NXoMSbTZ1RCESH9h4Q5E1vyvboqImDuOt1lXKprVF5UXw7f10
BFV0+4dd/i7gH8Axln4FI501DiQYeB0WzsIfAh3Y+xx2up8gSnnvlri8qCCbE5CQW2ENHF3OPxd4
stFKmF5/UOhHnnA8VKi/8bxFeKbqxu/lFJgnu6Zp4EumKc4uCREQwv5b00r0/RpMYClfyvcZtx2c
qyh2fmA41euPDpZIhyIJ3X2UJGDf8OGMZ2+q4nCk39XWcjNbbneaawvvMFFQXnuqlTQmTnBW/gUt
cfkkRNHgkiojF94DkHPwyaopt3aUpIfEdYf8FdSTRNSir2u8lW2RbWnVlF/dHtY+ZqfpB27n/Jcd
xmZ3QHuq+Fw3pgu8pYr1D4G07R3FTP5drcuoQZwjwLlT8DC/wRaoEgfYUr7qRoo5V9vNqEoYY9M8
TlXfBNtRq7UHwCvJr7jS8LdPyywNfSc3mxqdOlE9tX2T/KlJSZEx10P5tS518T6p+zxFOD41XnId
dcG9beNwg/D3NPwPZWfWHLWypuu/cmLfa7fmIaJ3X2ioKg8YMFAGbhSwAM3zkJJ+fT/y2n2aUvlY
h5sVwbIhpcxU5je8Q+QO4wAXrQ3rOD/mohy9PM5N9lVDeRWc19QHal4b91IESBv0uS5wLknNTNnZ
D1dlcWoJxPfsBkBelM20y+3Qz4ihWnmfPGJ8G711TIEddGH1nztdQrxFG/vb1pKwjm5oci2Ixu2E
aNfHFsM/V+voa9HJ3EQOyYL/jB5i+1Nm2udiiqGpxJnpWQL/3E6zhne0SxZXjGiYvv61rf/wxamF
mCoxEkBxUhjUljfvbSY40gygBh5p5rRvpsoa/TY2lduUYtjBCNPoDTG/tPOJX4cTBpE5tzefHpgE
stXL2ZZyvku+J/WxH4rqPjSopYpCmvyCnvtNQ9x2Z1RZiL1zltIkWMrAzrLyHnpus3M9PQcum/cH
F4GwLLhORBK2pY++VRXBs+iPS2yCqJsG25CCVDXE28melQcljan2hpVca66pRwOgpdH4onV4H0AW
bUZU89uquxvJjsRhLEv9oXUE8k1lscjCrwmUUJassdHwRicsDyKNOoDA6PO4qOsNUQCYFHdcvcJN
NyOzISxdkNj3FaWs0SSjJl56aQuiHrw0jt7UkXtusNd3wFVEwCJwFPIfPMEQytlkB2aftqIlznl0
qNOCPnMKD5LkcqhbUQb4fiT+6+NdbfW1gvZcR6O9Cl5jfZ7fEp8IrW0cIVPtsTPb7A1mRhq049DO
PzVy9TFrZfVLUwnjC66H3Q4x4epmWUdevQ/oU3NDb5tPrSZ1nSrN2qNoJx1Pein3AN3s3V8vbG66
W5RI1tB0rbxvJrRwikmodaM9JnNU3SZOjjmmUaSnIsstrrIlQu9PTR8UFverMWefbey4b1Cm3hN2
u0oPeF1wCvA5wOBoNGgvJzqv9SFNokF7hC8xf5RFWZ2cmiZf3EvR+fU1fWlmfx9qE3UR2xU6jsva
Y2FTnJxqbIeJkETw+ihXZzSgIiA3IH+xcaBSuT7FbzsnsRQZhaXBfIxnTTlkclLcgHjX8OKcy9NQ
Y4seqRqeWvKwvJkzRdk5Kq/LfACaqHWDPwDrz3xuQoZEF1z7Zqg/1vpkB6ldHJM4xaC8b+5A434Z
S/mhW8abSm/fjlayN/o6h5cnFcgdQneSasOkrb6Z41FYktyXsfG4LBN+0JmivUdFN34zZj0+7HhS
u9Bs25+ZJhdf2zz/VFbJKlzbpnuB43olbB6EOHclibEMFP03V0bnDNZitYX0KLckEq5iCTrZiLL0
b1t+9s4ssIN1m3KqNbzLdeuXiIZTzyELjVR0s7f0daL4zeKk31/fHlcfnr5WJmF2ca2o4M6269Nl
EeBxoGHvVVyyj5Ns3NvRrJ0svdIq/HKK+Rbp3u6dkYGdadJCoh6Rld+6SEv2Poftpwf9CS4dRQCq
c0SZW4CYYrVJbFJtfl/WahP73SzVq6c7QbyTNVnpQZKhV2Ggf7LcO7UEiLwuGoTbIt3pP9v83dCf
kGOfQa8NiuYvmp2vDTChJ0G7oMjkynpncmyCbkZOtFzK+9DKheW2VSad2lw3/mogEdzTWRAtRNCk
+2Jzlw4u/JdauGiUj9/1YdGfHLlO7ptKpregkTg5XlVC9/OKdq2dpVE2nW1t7sEop8UdToEGolpp
qbpEb7Xqt6QyEtIl9TJ5/ZKXKXUW2r2uMhXJnhvVFRBqTagIGaBogm69Vv+Ro75URN1kHyI9a9Wb
aQFz4/ZxhLJjMtqd6nLeZz/HTM0/hpLaUblbsv6D2g/aifg7/54oqQ7CmmIxZcPUiWIPAV6qGApu
O7929uF6Dvz+gfCsGIuAJIDgDl5pm1rki1F1RcqzwspFyDKz894bx0Y5Fpo8HHU1rm5ipSqOatpm
H+ZVsBLwxYjNfJZ51D/3lFSU7QeLdwtdF6AnK6OE+28TbaGsm8xtI6kfJMxDEEk/UZwOFPNrbFPS
6MzDquFSmd8KJX0wFmauGk/6lP1hgM1DQKHAWxV1HLgizyIdvx3eyKsY2MWr8oe8GkzPxHHTk5fZ
PI5E3rdFJzduXcfiq0ATGuXOnZjjCqlEgEv901l5cdzKnKCXV0c/9EZomYX1YVHfJfmbTnlb0ZW1
tcFHn9JffdR0JHnT9NHsHYzbPs8Q1TS99iLjTUFE2tqBXiquoz6lZXqUi3bnZru6Wp6fD7Dkv59v
64A22WKSMiW3PgCNPRaBfTMGtjsFsfv+9b25vULXcVCnoJHB7qSet5kHXdQTfkHMQ+aqHlIo3ugK
n09oZ76vjuLtOJsgL9HCehQm7yN7itt5sY8KpB+kLtiQv/fVf1yoWXX/9Z/8+a+qRmUlwrfv8o//
9Sb5iyi7+tX/5/rX/u+vbX7rbf2z/NC3P3/2b77V29+8+Iv8+/8e3//Wf7v4Q1D2ST+/H3628+PP
jkvteRB0t9bf/P/94f/5+fyvfJzrn//6x18V3JX1X4uSqvzHv3908+Nf/1i/0//4/Z//988evhX8
NaDhyfa3f37r+n/9Q6Lu/k8cymmerOsrfq7/kxDsn1x+a5ZLYQxSD4dWWbV9vP6++k+M9xCB0GF7
IAfmsFqoPT3/TFX+yYm7GoNT1ebTBS35P4/07u8z7+/F+H8oj10ejTRjdZmKC/EoMRy46a33WGPn
uCSonX6egfrcRpLoPo+xLn0vu9Z4G2vl8hadtdkPLXt4kJJRu0H9bPJEo+bv5l6gb/DblP37+S6U
0C6DqufnQUcQbAxJv0mkvKbHv51KUhrFaF1I1hkVDO2m16ve7fK0utMXi6q2g72ZJFXlYUlVO6BX
FNFQqFUPxEaxk4heRtDPDwKIAZA+vAAKX1smY7ioWlg6g3IOyzYP4ijufGBoe2L0m/baOgyOUZTv
Vw1XiHRbbvacm1LYq2N4lkLIqOjMZL5dyIuHbR7llrC3j5PZ36GmtHhqt4ifU43oEY0y68ZMEYLU
sjY/FEozHCfMCnyzXKIbWwBoLEcHI6wuyX0kh6Y7M5emQ1ZD+lbkuPtU9DXdOu5Eh2O0bYJIU/ek
cdT15PrfS/fvN4OqRlS+agigcHW5ksbcq8VI1ndGxeiuHiRClfYBSv99Q+uutcqTws1vrtIRFUpG
YGE1eAH6MGOi3pziCJlpOTyohC9qad0WRXVIU+tEk+4DEFe3lhD5UGewqH+Ukv7PUxOW4uJCLWQL
K1HDCPhR39vnGGDaSbIhRM019LfXt/n15qK0RaWXtgKqQ4Tsl3NTTBD37KS0zzN3MGhAFbRQZ02H
10dRXlgCQEAro25tE1/Jy0VgoWM1V+MnkP/J+0HBPuvY1tM4elmUd+/bTm/kg2anyXlu66FCelu0
b2Ib+J1nZjpmHlRjxBI0wBrhDC9mUQUFrhzpznO+MBsEA7R1dG4pwCGbvDhbhc40qwjPaV1LSJ3g
0KjO3V5/96VPjX0Iap8GL+nA9osWdStzlUnhee3hn8Yqqe8aVYagUBo9vkCG4tUIydCLrrsjglW2
N/eN+sEhPfhiqMnsS6Uhe6KlDDtX5Y8k7pyTmEo0Nnszc80YKWNcmjXSh046DMsIKr02lcOMwDLA
ml5+X0BVvVXxl95BXj0/+OZLI88CBkBrjFhiO38lQrTqgMbPWSYjuW1n3sRs5+/cQNnRNsFyDlU+
HgbyP5cguH1TWlXjVlWuP0r03W8HhGk8pHL2zvLLuhKfksXXT+YHQAGCE0L2l5vcmCLdHlIQdpGK
wdiUKDHIelm7s9G3v5tbDGI41to3XdENO9HOGsxcTMg6Mqw4xCzRgkYR+XLkXlsGk0pA9FTYxX2p
OOYHS0p/4tsi3fSpuVevW6+k7Wh0bkgsiGW5mzcfsyGqTNNGvjJkt1vPqazFH4QWUaTEZLRu6slV
MfbcSfov48bnyV29HCi/QnhS4A9dvmJUEWw4lWOfQ8U0HuKktrxS00tP1cvqsxU7sDz18kkbluVo
jGLPlvrqYIGJynkCqoAa9Uq8vxwdR5+s68Esn2eqr55m5l9jWvgI2GV7zDX9hdlFoEUFUgNsdoXW
XA7V0Aw2ciNxztKIiwA03M48RqSe38dmiE+NJu4tYVsnRTTfbQfhd4hmp6WdDN+JrF+jXDQ+Pa0K
mWb16zCFaD41+hfiKuuwSCqSDWo2+nNeSkglZL8y3UkeUBNtPKXM8AqjXOpXSdjeGYP2tMizHNRO
in3srOqBMkjWHRpISTDbbX0HlCEMaD0FOr2BJnfam6qQZldUSfFtrgyHIrPR31StwKexo2PnUKrx
FH3RfEsB1vL6wf/CnAELoOYJFHOt0G32f2cZkzbWk3UujdY5qGPeBEURZrh8FMvtYiI7OBbFn+WT
zzuSBIY8RgZNyOBrpPlb5JYaETX52nTOmlaZ99Noar5ildKp4Cy9qYC7AsFran81CHobNmLY+SBe
2JIgXtF6hcvAGz+HI78N3xvyrPV5xj6JUcUaCrV/V2voAxRVtRMZbnLD5zcFcUGAgGDvava2Hny/
DdUCuDKdOXbOZrKU7+xBHnwt0WSfClDlUlQSh8xqhSdsvEyyEXq52SO4/voSbxK6vx8CG3VAPcBf
yRs34dVUdEJIRiWd86rQ0SWzqvuiVppj1ha4d1lae4uroXavAvo/RfBcDkNcxSfS+ngHJvHCYbsm
ryt0AVwG2N/L2UiyUZ+MqrbOE4ZuR53Q1HXSqnpIZ+OxX2QleP3FX9jbWCrglklkSTXH3gQL6Sx0
2jqafW6TyYSbgtZdalfyvaRRu8jTWX0Qjvnj9TGvAhReSycLW6urK7Zvc8KLXLSLrgj73MmxGcxJ
+a1FOn/n0tpUhdYVpQywUoBWagDbavPV9hadHmRikidcrUe3Wpox6DNtvhHCNB9DvFZPYJym26ho
uM/wuTvGiird1onTPxTNoAejJOq9rX6Vjq1XKM1/yuvkqSSJl4sLZ6Ds1aojtMDbhab2PN6no1h8
JQvzU2/M8jHWtDkIkybxkcAUt51QxLHp43ln2V/Y70gEcAmsGhHEbtuQuUJVsIjgFjxZpRZzZMf9
yanq8S1pa/gVScsxSCarPFYgM09GXGS35QhJoCnj/vj6ZrgOawDrsFoUFHkWkvTLKUkn6txT2CRP
hpQ2lY8ts/KxUSJSYSwm0C5bA77ebYsofurtodozZn4uVV+GG1TS8T8n4MOKl9zxcnxwig09wXF8
CrMGY71aRT2soslj613jEZ2Kk5DC8alJchvzkaU8NqHTfLCV0n5KQ326H6ax+0o7p36b6Wr0YZjl
0bX7vL3tFu7CscTCE0xM55dmjMujGVruiLTQCS/mBTFKQzmmzkBbNJMdCK7t6E9Kticje32kUBrl
RCFWB1VG1f7yFZUqj+dKkQvQCkCn6zZHKD9VTb9qnPHYTerkvb6k1983iTWBKr0ImpD6Vara5ktX
WxhUGsWIu3K5dEeQkXsmP9fpGPg4Sgor9WfNLLceoWaTl/niaNXTbGJBGTUG4hoO+kzVMgVaOmv0
YKYhkNVSelsgfHlsku6HSFT5rxQ0+43dF/mhhIl1BiwR/vHtuQq/AgcHFMYduo2yqiKX+kItsyc1
iTS/RD7Zr9pKey/X0p7N2/X3Q8uAOJk4gdGuYFmtNtT4warl0zKX5TuBQvH3YU5Bbhe1wKAdzQyF
LsEhcRZr74S9Ps1QsqHkQrMZ7DhNi8t9JcDf4dTS5U8Jfb0PkcEBoVmTFMi9OUN8ENX3NFTQG42s
6kcfhqZv2VLrRZ2yB2653uBrsraSBFfgHx3MywdBqT2mvG2UTyClM08ZQ8RdzQpdZCSaO7neEy66
rsVwAMLEJzLDOxYa9ebSNFQQQhivlE+Jtkyoqi7psSvk/q7XutSFsTa+bxS6VWPRykGsptRWpqJx
5bRR760pX04yStKeE5Mdl3Eh3QKgILJJhQaZKMGSFVKjl+BecjQKe/ZRHpOx6ximO82s4ec0Yq+j
fx0DcIozdfR+aZ5Qpb+cvqjKUSouuvipm0T+sUstemp6ZPtj0zrHUe1aH8ESey/iWifp8uBd27xA
mJlH/rtVDy4qOAZxmKdPXJYZjlOKdVshZ3dMja+2+b2VyzYopHS+S5difEhLa88W/fqUgl5BkfDZ
l5Ha72b3dr0qCzyU8ifux97X57pzBXrfO2fhdRzNKLQi2JwrOmObO8+FjPtkY2VPutzl1OWm8S5L
a+uIrOVek+XFoYhcAbfRvQbzeLmMwJqsCa3l/CmvqsLtrLDxtVSD8mhae9HDemNcrh0daBpuyAcY
APy3eitOIpkS0I7iSUSRdVCoDRwkVK1OltCEa6NQfBy64bNk1fZh7uf+3ZBNM7Q+EQd0XpPAwU/2
8Kd3zgpNXQG4AMYpem2SiARGb6unBU8E35ZGJFY7iyPtJerXXwrEWgvwPbCXtd+4mWJLCZW5VkTx
NCKyeD9aIy5CCDYgPR0XJ0cfDF+a6Cy//mpX64r7GX0LZ9XUodtubQaFvKvlS2zPT5Kl/RyMNj6M
XaYGcDz7x9dHuk7FGAqqF0GzrSFRtG1fyHJk9zIKJk9DkSfBZKIRSzWV8nfUlLfREkETXXr8MbRp
uC+HJaIyoxc3rz/E1XeJcBAnOQ0Zk0rF1TOoa1xqh7r6JCw19UtrnNysRMLl9VGuVpJODe1iisY4
VKISsAk7KQM1pYxd8tOotsmN1CnGvTzNwkerZDkgShYC3q7Tne/m8p4iwqTRxLwCD1vrx3AEL7/Q
TAFhM9hO9ykyzHtlSN93IhXYdSvnpCx+vf6Cz2Jf//uN/j0YunpYIYL/IxZbH+a3tBpQel8odTR8
KhajRYK+R11TApJ2RNLV8vrKmY+53Zt+A+MucFpFfxsVXRlkFto+XDLj3WJ26CqmIQzusp89JR4h
phcwpAo7yYJ2mMdHxcodhNESpKPL2T42BtysBjn0nbtCv7wreBfIGYDNuJ+owvDf9Tz67V0SPjlp
CZfhPAO9ukWCVAoQZtPfhOjN4zfx7Fkh0HgAexdUEVUSTdW605jQEtGN3Dr3lpoE8JTqoLSh/Nsm
d2hWlNlZtvLyODSixa9vsG/zybCDHr+MDxIBbGA3jeXjnoLOgZVId/Qwfk2pMx0bQH1PKqIDHrXx
9C/biVF87aemotBlZbe63od3dgShYokNJYAqXh+mRli+qVBXfH2ZL7+Wv2cG0Na6tdYoeEvdy3uh
zI1tDWfRpXGQmqgzIQewG+pdnkHrMER5bFryaZlGjraJeNQQbmmvh/J5Hm2V958dqGOl7g9jNX5e
5mzEtTsxDk0rGacQ6j0pEKxQaQIqCo8yv+8KCLDtYPb+rFm1/6dzALeXriv7gu+Wmtnl7rBDqZ0L
U/BwTpm5ugIRiYaXs/PxXkF01jmg5Ww9swSJezfncJnGnZIMhnzGJ3rwZ84wXwd/huOCnr+lVc27
KmFsB5rW1x7z0nyVVcl2F2kevBzBD3cxQIaEta3k7mBkD7QZxM5MXJax12WifLaWGFCYo4y9RYDq
qLXKiS0p5yw1DJ/MzPakRAAeUozRM4ZyOoWNER8HKfphd3wmr6/D9SahtMFOBBxEk4Ja9uU61GEV
S5UZqefcntLbwZpwdYmoURbx0u8sxtVJSr2KmBWVJGqjwEo2x3cInbCt81I7k0wUB31QQp8wtvS0
Wo3eoA69p6K3wgd+i3ieZ5YUmiAOVi5COlsAi0bXd+Km1yjRh/qXudC1GxkNybeO0hWuQRUBrYdi
WRv72o0kLbqntkV4WIYse5dl7R6746XXp6YAUR+wJrpEm7M9ljMpYXK0cyLq2acAbrgTCRBerb3u
l4O1p0P8wsrSlaD8bdFTJFlYT6Hfzl8VgEeUNZZ25oAP74gL2UPVpDzollzsbOErtRr2MMRYzhkO
HG0lDVyOhWgLNmMDe3joKuvtQmHYH4X03hSRGSy6sB5iuZafZDRfDlqeK6fGaVWPLHWmUNN+VCtW
If2uHbvKHgPJgCoYT39MZ3h+Rr4xyKbAPYCdXD6jmRdxjRKDchajqj/qWjm9EV2VB3M9RAebXu+h
SCvLr8Ylfff6N7bO9MWtvs4OyiTgvBGnpmN0ObJExgTEz1E461T1gJmlOLT20v5RDPa82ylgyASD
KEFQWFj3w2/rbWDhli2JpJ8RNFFg+FNA7eI821nqF96F7buCNegjr1Thy1GsKU6dOMqNc0etMtCr
8mOrj3t14Be2Llh1qGuEtng0G5vLQZFgUtpiNs6IlZg3kSxFJ32oyjszLeX3f7w2+DQBsgETSWFb
26wNfhHUxBaGAsYcBnVJq7LUimHnxl8feLMDqNmyLuw+mpXbTgWpV2wO7aSfEwKd4xJZ1hH/GuO9
mEV2N6N3dV/JdKq11pF31gsJ2euxoZXbROUUFMFcbPZ9WsGmGDVTPyvD5MQBllMzxrhFH33Lc3a9
G3OpaJ6k1Okdlkrpp7aX7EcqVw3I5MT+i5C4eVPnpvOkxFFbesuohN+kspPeR5pRv+0xZOxcCX2u
XpfpqaeNlYRemafL92KOU8ND5iz7tvRzqQTmnBS2p+Lt3UBAsep7Bw8C9JXGlEtAKBlK8rXdfgOz
SQlSSgz7rhxtNCgtCHDsf9JRqPOIqvQL7BXXaXvjrzAJre9OM6L73iFllLqRAT/sHg1R1dNKSpl+
bgx1FSjYoTR3LX4auZfYrfxNR+vrh6T3tRFMyyROCdjr3suUqsn9KM66DzNuiB80fah1enhV+A5K
yJu4glzmIRZcyjdtr1t/IYZAAyapOxEQMIrkmC4RJeNUQSXaz8IqvXOMTDhu6CTjArNO6e+zJqxX
YZ4YG49JLq0vs2BbukOr2oe4TBTAP7NGrBzmY7cEXT5pnd9UWv7QEIkdIcAQwjSdvgBvt4z2qc9s
alANHfD4IBrs4TxjCstvSwE6qKc9Ft2U8NlLN9Rm7cc49RS7COs4fLvSfGho4SWHvB7K1hsKAb62
ctJUo5BVQfYzllhOTqo8hB9Gpj93zawcz9Eomb+cIZdOiZZWb9cU5YZTVSluxqhsf2DvBoJXK+oq
8xDsQmukM8Phk5qnU+mTl/Sf6mYR2bFX+uGzPdnGKVUnQwE23lo/sjhf7rWpa+gy11ZPbFal+Mkt
mDkStidz/NAoIHHcQTKa3Kshp93o41LTjtaB6LZFf7TmSVdPc0qy7eqo4RS4q7Xz5xGkseXJRaTc
5nAJJxeDhx5QQhpNo5urYfNFZT+SIyu94y6FYjSeJbVQ9QuQML9g/FFPUxJ8uVxZXrQnu26zxxCd
VAcNwES/7yNZzvxxThHt1s3Jfqv2deihvhx/Vgro7+5kj+YBuHg6eJSvO+OmWpbq1+sn2WV2/Hz+
c9MDBaB7hnLwtjYmLaM0UsYERsfd8mlCCap0nWZCPXxi8yPkHUbBUCKn9vqwL4TYBp12avl0yOjf
bbNyHNPrKYYudzZtYbxpkrB5ckoJ0bzRaH81rRGCAhnSAOUnza/F0PhjroenqFD197aRlIFq14AQ
GnI/Pkn7Nqu0ZOdm3M4MvcTVeIXOJZRaHnJznUASVbUKP9BzZozJQxZ1eWCPqeXpCy5RTqYr0Mxg
tr8+Ly8NCqOQ8xiqhU517/KihMMPCGsoRqJdhD5SCI8eYlBLIMfB7Byssfzx+njbY359SaqC9CjX
RTC2UKOxhmAySc14Dpfm2Npk9lM6o1iHodoJKNDO2z0TtX6/0RhuTdzWXiRlTwqLl6+32lLN2miM
Z7GM4oC4a+/noFnfxhUqGik3g9cZXRFoToIXa5GGp5gczwtbDeZ0nTZ+T+saPevcCXjwJihpNXpS
VaRBnKTdG9xSZn8Z5nnnNnxhUQAtrNHLc1NtC1tAHbBzYiMR50ydzcNY6PY7JVYVPvZSOanNEAax
QAr5j1cGCST4jGvX1gEDfTlVVF4EwsalODtN25xmW5JOIwg/F9Sp8NN+3HMEeWEnrBhCIk6S39WJ
5HI8vOn6Tou76YwG7mOSqpCyswhafO3cRvrcuq+/3fr0m41gOzhgUMAmiyfSvRyt6JdYUKGazl0r
DYh3x1h5Ou1ehvHCO628RRwmqZjo9L4vR0GWRkJ9upnOZd8IbzTm4rYX5iPXQX9Hir738b44HC6J
1K5YMmTOLocjXJNhqqvTeUnbwgNnMgUGIOgbOFM/KDxVO1/TC3NIkQw8DVEahb8tehFZXCHCpZzP
wtbjAxDl6lBZkfLp9ZV64aW4HSCcMJErFW0TupemZIdlYcxnuTe+GfnwzlHHn9E8/bSmcc84YwPI
hLdMS2OVQiEZNMHUb7EKUWxbUw1m5FxY8+CrWVq4I7qNwZh2+nG26vgkiLhcyR6Tm3FMQjfETN1H
xDDyujzBAwzHb78kRnh9DraZBQU31JZIUCnPs1e3/FMnQdi4nJXhLEXjeKjtVPN7SbZPmIo0O4t6
VX5Yx0LNYQWBruTM7XdIS85IktAezgMhuAtUW/rYxGF6L2qzDrQOi8lWm0CAOmPk4V8/3056Vx9D
NG1ueiLx4+tv/vLjcC5QqacNRA/0ck/nSgVAUY9H6gFSc7OoXL0ANMRDEesT+pfUnrqx0oDeg9TD
F0T3i2Fp/EEpu1MylGIHMnVV6n6eHTxV1h2/Bg+bU6oeqwLmuER5GHz1nQwT0sd5WHMdYAi+qS6J
q8dFeZSxX3HxDhsfpgSd8MaGjx7OQvbausWurS+ODh1cz5Yy9W235HZgIPX8MHTIBC+5WhxyzGw8
gH+TP8Rx5vZ5JXYAQuuDXh6AcFipK2DXjUgIZInLeR0c/IwlQKBnNV9SpD8d7SHTSbHiuJddO0bq
NqeFcKen+vn1FX1WHdmODC1jPae4W6gHXo4sj1rLDV2NZ46O2ievWz4CSiU8niz5gzai+tu1unEQ
RjMfO3XKjsgifUnSUH0/LHX9VBmpFUiEhB7eqsmRWrCEQ5JiBK2g1W1rkgQXARamZOidP7SxfjCb
EXFT0yjcxYmrT3Y+2G7Bx0bXKWldJW6HOwXEoauh/YlIsi48SEb5O0lVu2PTzfNOXHd9bOoAsrAc
pqADxH8LJsniHrisSOazYc/pYdEqQeKZGDvre31kwFEkP6bzDRaHFPpylue2wng2MZczel2Dh3GA
BW/XKW/Q+dvToHjhhTA3AhFBG28N4Te3HOxdMuZels8DOM4jvO3mkNtF6L++b156IbQV1BWszfFs
rPfEb4WiiKYsmXimnAG82FjPao271M47u1CG4PWRrm8c8NGgbyHJEocQm16OlGlWS/+jofo+Kic5
UxrPVIr3eKXeIpik75y3198hrW3M/ejZI7FJNHI5mENlV2nDTjtnZma5UjTLXjGb7RtZob4X9ql8
miu5esrlZa/G8sJrAscDQw08ksb6dkIXqR3I4WPt7IjI+thF+jclluUfUuIMPvRPsXOSv7B+BCUA
jem0rt4Sm+Ck00u7ryGRn+VCVny5TaxjYneFp6Jp9+n1BWRHMGuXZwxaKIRBFI/QPaKNfjmrijlF
ePKG1hli7l3X1KUdJG0f3fcVxSr4ILr1cUr7DrXgTLI/VD2oEV8oY2Z7izDLW0cNwZRXM0Ho0OsE
veRAhkZ9wM4xHZqqEqp4IqdfKNdGn1oLgsap05VW8TWd/NVLnbqmNl4U8Lhbe6zdvpxizYO1KLAg
NEuRouRHWMElqmv4GbWDfmuJzHoE/sjdpdaO29FpPPd9AkwR6QuqvYSqQNKlU91Z1aMVIjUDOSE2
oKo042Mt8sr0IsHEu5gwl51vLrH62awUbbqxpln5HOvNozCmrEVMqEdpYSyk/EuqZ+lwxJyYskzE
VZr7VTeDoa8Tni2aOukGd1CtRTO8T3yrtkiHB7l/b6RA8am5zKN60rnCPqJEa/ygHS29E1OxDJ5t
1eGnec4ch/xdHpG2A7B1i0gS4VQcjyGhMBZlrtFiReC2gPsdL6ampXDl5L2OrLZT02VIDLzvlIyS
q4fV6YTOk0xhzoAwv9Zwogzt4F4BzlhlX5CalL5zOlCAgwZWc55iB61kC+e+WpsCen+VIRSDjXTx
FXwQtZi17ml41bxIX0ogoB/bRs8gtZmJWiJngvpDgHdS94nyrQD5DnTqgyxP0R16H/mxRUnrQyfb
y1fFkkR77OISQ4U411uKbrpYzKMN1DNFs3vup8DsoGV+Qga8Cd8awllQLI+m+EFKR3OP2v/CWQJ3
BjyFA9qJfsEmVlKoPdcwaJZzmaCNg7LYqcwy+9DHmnSY+c5cGleKb8npzqd9fQHgGkmXgIo0MSOZ
/OXXhpFjlU+YPJ2bCbzpjFklMeIuN+L6vFrprhRe6Q/RftweyzWOK9JY9dKZ8Ky/1R2zO6oCPX3b
wNa5MPS9SPj6wGI84l9onmsCp28uHFGFsYW8g3SubXDLYZVM7thpDx0kw8PeeXV1XDEU7S4IT856
FWyGUkLIoROqWOeks+K7GAfCQKGi6ctWT2unwR0sQmgBQa2kf9vrffkrqqPCdwyBlbVZS3u0tEu0
5ZoFrY9jobvA5bDSDy/Xk07fQJigSmcUMma/j5vkXdeG8y2cAMtttLA58Onj7aFHxm1r1hQ52d0I
VyR7NYGXNhbAT25hskz6NpsgRsGXJkGKPHoSkpThWb5QqAyHPWPBFxaaO5ikBwTQan60/vy3yIIq
dZsIqzfPahzD79HyOOhmVT2adT+dXl/pF17INC0dMcWVeXFF+AsNc5aqcHDOWPzoN1gZZ6hYAzp/
fZQNuOp5Ac21jGKCmKO7udUmKByR2Ug/OHCx49CVh6S7Q+W3O3AEz4Hq0LgwSzTglkggKVAtBqbW
s7TTPtzg/p8fAiyNQZ+KaJe+2OY0wtsjQ8u5jZ/CeATL31lleE+WMxeHItGrCPDCek2qqBTTFRnq
TwtE2nrVhrM/qY4EReT1SVkPocuQYCW6QDuBoI/T2DbsbvBLQfiugtRotYvqwa+KmoO61Eblx1KY
YG+WD7182zWRE/3x0DTpuMttSolkPltqfKTa01Rybp4lBdfPhJ4VlkuL43VZ8SXrtJ9TpUvB62+7
VkUu3xahAbS5oBkCWIZIfLmnU2mQTdTuQ47kWfuZAwVemQ1dc471XALBEDajRgvBQa7DNBIVg4YS
lNhObHu926Evg10E+QqAEcDG5UOY1eAkSa9CD8bxxNf7tLvVJdgHr7/qC0Wby2E2FaLFBHiSooR2
bpyaTpVp1a7F0XFnNary7r+ZO68lx5Ura7+KXgAT8OYWBMkyXWRVm6ruvkG0hfceT/9/qKPRKSYp
4m/pZmY0OhMhRW1mInPnNmuvZUlZekxGu/6UQQe3VXsonshYLDdNovBQ1iaDf91UHacqtldSMGEu
aLkBeNJFUJnciPdK/Ahd4ytzF8nSs6SaxY7/WgpfKd2XLAzLd6k5O9uEkSQvirJ6kwddSkF3Hr9K
ajUyixzHnhIMwUryeWmzKHsvfg6UJyx9wsGoK8efg35cRly0YZ8wkrL1lzhXSqd400w9LRekjfet
PfwCQewcS32AWzWJ8fmjrm10u0nd1rGHP3aM5G+vXSDeXAfndXpUCj9QTTpMtIF6bUCwtMq8klG8
lVvxWt8XrgWZ4xKskBgAMhEelDBjunGMSuYIpCz+KFWz9FuN1HLaRpWSIkQSKvEmpJXsQfY2527s
590eEaUuQGQeZiFX1RvnEe2I+kkCLWJ5TRkZrhKPMkol/mitVJsu/VyIBtgY5luoVotKeUoI006e
2PGLNiX2YZ5pz0E/Hhzw7jApzABkNEtq3jehH90ZEwFDOPXZHfQ9iZuYerMrKrncyyYzzAbsZVBJ
R33njgAVVi76pVNFzRnWD7ppyGKK2iWTRakrVEf7uUSSxpXSDK7NVEUlj5H674hK9z/Dsda/FEHa
eo3SErsbzQgAlGnHhSuDYV2joI5DvejPoOrLHcThAqSibUW5C3WD04Olz3En6fHoPLcJo5RGPuRe
oEv+piyccOUMC8Maf9kiiHut1JqIZgqBRCQhHeV0s/9cynZ2m6iI+pZ6gzwU3KPbqmuzTVxkvluH
07xvAiPbd6kfHMENDEwsm/Zes/JhMyq15Mo9U4INog938HjW76tOndyUCOZTX9nt3nAGGUSEzF8O
7HjrWJ20CYIsfb7uWM/dN60y6LpNeOAAYYiV97IPkb8FVfCSAJ64QRnHvlOK4tt1I8uenN7IBehF
rAm3NfNV4p7puq+M0iAnL+GoOm4YZIZH3bPzasWe1sLs80cR8A9tEY4BTgAQ7ulZUOMon2C/TV5K
JTTdqpNVT4rz+l2dFe1W5m7cSMRU71Cfqj1JG+U7yx97Soqd4oa4r20wZ+aRUUtla2dm41lBHGwb
zfH3Bu2xD4E8r87QL4G/sDvU+4GnOQBvAeUL/orSbRqU+Ry/EDaaAJ7RaYLTdqxU1xl6iJOBm1RH
sBXli9HxFLuyk6S3fd2grBTqU8dwj17uIKoK3w3+hOTUYKHJlxtx9h4/MlIBNebkuUct4WnIyuRB
GvFDLlpAANpQVYTR2SrhMQ6RKwZd22n+u9jxq2yjFC2cN0HTRN+ob2Yh4MuIY9JSdFfYY9Nzsmjc
WPyJOzvJs5Z0u88+1LpdIZfVTkq9MduxS6maq8xNcXkVCcRD3x5zJe2+yFWQA7VJWxijrx+2S9tJ
CLYw1MJTTSB+egAaw5BSnsX4xciVcOcYWe2VVKW+D0kRbrH9pyj8BTwHKB42KCovC6z81J7kq/TD
dClm8Mc0Pa0qI8+GGWmj67WzVadxXEnELwT+tDSXBiCTFXggEb1ejJI1QyfdwtzRqBRuJtt5CTtr
+tgPfVhtLRr+Dwz0M/ibpakE5EeO4O7p89SXVmLeMxJ3aLAobkNqQlufDoMoCs9fhJy7kvoXCiv1
ba7L+sfCHpxdOZR3JsNDd8QfxiNjA7Jb2MGPKgS7HcGiuJO7ur6dFSPYyhNXzRmVgZi5aPaUReNt
PMxfyXqyFfagMzcEwJHnATQCuZliLLxdb3NAG2D5mMYtHAgZ0WNEeSuBJDr7Z0T8RxRrV8nTTkjX
/i0Z2/9BirVlnP8Kxdqvn7/qb+2vn//40PKP5h/F73+8ri7/hY94S762/J2/yNfg7v4fioYMZBAQ
LoB7vtk/Gdg06394mRbGFvooXC1Sy38ysCny/ywZr7bM/Nv8P0s/8Z8EbAr/CXpZjkPsx+0A4PIn
/GtCOskfIErl0ILRYTYY/tbTA7OgyDKnzJMHuYk2it1ug0Rye5nqYaa6gfPxzW49/uXx37KrCU/x
X9ZgQFq45XgPRG7tOZoUaYr75KGQ+pu606DYWin6nFmgfbMwrJoWw5nkyYKrGvuqAlCX6Q+aL6uI
2gzZhrazv+KAz3aNl5c2x4JnxivCBXG6a5ltSb0BiedDaaRoY3aGvkWvrNsPqM5tq5nSrV0p+loY
vbySb15RqlJUWjBI2XDpeIqgpjbKo7JgGOqhIVJ6p/j579KaUi+Bhee2zoeJYEMPbpnsjb1phjiR
YN8eN3lvditO8XXs6uyXcPyQmaE+Az/g6fodVRskOr/1Q5tH9q6A/h6IY618lhIruPGHNtg6qarv
dFgfPYYK6dllFoL2dl94ldwrt+OYJNsp1VCThIXT7dFA3+ZTVUIU0n8ucr3wOpiBvbzq7L2SgRtz
I1Pv701aTO99KYxD2tNFSxxhm+9kqMyerh9T0en/tdPEc8usLRdDRPOldkyAxRT+A4FwvdOM4aUA
2ORyg6ljIg67i+GyeuoKpugz3woPjB0DcOwpjSPraHioak5bC4ptkPnFZ2ry06MPs4ZnjiZNhKJv
b6//XiEe4OeSsZB1cuwXQpIzfvF8gvMBD/MAf4W5H6zO2o08a1SvB2dr1LQYr9s7v2SM45F24pp4
pmnMnn5+I2VqaEax6UGOItRTIhd+F++6CXGogTWd2hCumNaaw1QaWvTQbLPDjGrkrtkADt4iPOuh
yLHRtuq7+q7woNpZWd35bi4kMvhVmif8S4yuSoTcg3E2ooeo3Vlz+C7K6fHY0/2Eqtz1Rb52Mk7v
Eabo7OHOCa3IOE83Um3DpE4mNXpod+YepYmPzjF/Z95x3pXP8bvMlff5u/Go7q1duWMG8pfz4Dwd
ykNxqx7bCYjtxvg99K5/XGNrXe7vtd8l3O8EgGFUMc/woA33k5KAzDe3Ut3u/WHexZHlhiDJ43Al
djk7VRADMJTmQBxFe4QRvdPN0Gdklf0uGh+A6/3Wk2lvMB61suNn3/bVBhkIYDbujKhapXRNKeda
Oj6Y1SIxXW+MDvejP47Jr+ufViwbUwZdVvO3JfV0NXGMMKtZY0lzZ6+4A2nt/TA29aY5rmUDZx8L
SwSoTBnykjPHLpQGAibmUxM5+YeY3pHmDyDRmT2dvvXzS9T02zQGoW6t1ASXg3lyQF5tMte0FEUB
mwlhg57Omt8zrvHgIMMXAzdmjAs5mgfb+dCkysaoVp71NXtCXDtLreb0CvZCn0ZAWjz0c74LlN9m
698GTvmgJisGLx1GAjOd9INwi3+cfj5Z7a2xMovxQUGU5nbga2+s1J5XjuPZp3No03IUF6AjhRZR
jjmA+TodjKY6WH1FS5lZg8j2HAZCmI53gw5OnSK8hS5nJXw5281Xs0R+r+BhWZyPh5ldQ4+7qg4S
6vOylOxalERmq9mia/4VEkE3aNU/XymoXwizlnYOgDzhOlSWpMDMxUorRlGoHt3Suts1Bix4cr3x
1eypQ3yscW6v38Kz604WDNZmkfgAl43x06+YRbXTAvibDkjpeMx3b/16b8UKIOj8x3VLIhCf+7fM
98CooPDI8r/Cm2gXKapw2qw96A/SUb8bDskdlQ71o89jFW6UPYPUW91yO3mjralxitHoX6YXowif
MnEpeOux0CbVaQztYQbVzbPpGZR4J5K/JtPBJcgrp+eiuaWSA0cy3SAxDHX6IdLQ6NUeAlvexMMj
jEPoNE339J6g4CdL+ld+9f+RMbyu7Y0x4QuaEWR7Uflq7N6Wvir++z/9+8ss3fI/XHLQPMJnU62y
1SIZFt9q8LttV8wm7IrMIF+3srjDt+6S2QfmYBd96oXj+mxub8HURGpWBIccAqldXjVfkclKb+Ip
0nbXLYl+C0tYIQAnecSvWMIjWoAEyOZwjg7MGkUPIWglrw+1tYKeeK/w+uCKNXhD1CUBfS34v2k1
B8q04BWn/BhKGqR3oa19nPtS+Y6MEShROf16fVGiv8IcoxxMbxLaMucqRmR63cfhDKXlkQI4KJbw
OGSaS1XFmxr1w1AqSIatXOcLCyRNff1c5OVEaKeOo6zCuYqrvjlqWlq4rTLcGgFCCIBm76veWjmD
Z6eD5RFn0s1FGpFxFeGMN0WR01uom2OLO9a1YXJjHcZpx7i/vo1nZ4PHBiiXASiQf/F0ny7KT0oA
mlrTHLu0uI+6+0x29v+dBeE2QUUXJ6OPhcoCgiYf7XxNzfHCXi2zDhxjlfIWu3W6hrLoLbUP2uZo
EbxJ8p3a3ErRGj2C2PFcCixvrYjkDZnSzL6TYEX/VB4t2Z1fkmIjNa7zFMGF5qa/Bt8r1trMZ35V
MLqk/28uFTxXU0EFvzmC5mX6TlK2Pp0wkG5r78WF68TdhVoJ/Cn/Jr6KjSNVDSKEzbEYS3LS4hHF
C8RdkhCN0XortUrlDv3P6ydDjHSWHaUNhtw37zGQ3uVsvllcGCgpNENzfbSnDTot1kGLbxqYN5D7
CzdNt+IFzxL4xRwQCcg3Fh5mmBVOzZmzD2zPMGo+oHFTPgaz6+y0+/k+eQj28z651e6cu/mr9HMA
3v6reLm+1kv37K1xwXnodcboRY9xmVFPrXiEjNW7buHSFwQfBxBjoSR2zupPfjH0fYYF3hMPEaFt
AgWrFhgRnmM++FP+tcijFSd84VIwSE8jDeq8Rc1GzJ0o6Nlqr0no4CmKl879I6Crd43SeEqhb3p1
oHSo7+rk6ygniIc67jAYzJWsRHTn99+gGk9VBqojWKXEcS7mR/oJLaX5iCDexqp9rx1vDWflsF5a
Ki8Oo4OAxiC6PItWa3uM2PrpqKiuT39H2eiaq/6wP4+Hwa2+98/1p3yt03D+5LCyNzaFU9MoCSQ5
Q8DKmMKp4UPIGJ/NKXwYj9cPz1I7Po1GFuJgkEO822RwABVOL0c1R1Q0S2U+Zjia3jUrN7M99af1
tU+RKfSad9qneY0A7fxOnNpcvuub++9DgBIk8jQj6QFqenwp2zX659c89yTIEpYlPG+aQu8+BZhy
1CgVaffVw+hK235Dvngv3UpedDu60X5C7KpwUdfbZ7/DvfPRzleu5tpChSewacqAJGGcj04Y3anj
DfDVldT0NcA+W+hSIlkAaUxFCA/FrFpJx5z2fJzuZObC98Vz+LOvb8MCCLY77NMP9oeDspWe5B9+
50pP0lN8qJ+Tj5XnbE3Xv+9WwoqzUgetCwoqKCjA8Qg8SOwhzFRhrcrI5GPyTNWB0ly5XQh7PmiS
a31ZS+ku3s231oTPnJQwa0OigrXf/U9DuzWqvdMA/3N1tKsSF/jFdFNEO38lERHIUwEgCqsUPqwW
2nqnDdjNfkfvjV24073k1ny07sMP0bvwfq5c+WVcuarnfn7ZWXTOYGamICYWdkGXh1MgYVP+rVvv
kv4mu021DzzW2oohEaLzujqw4mA6OVXLDMfp/ewqo+DVMqfj+LndRd+sj/MP5754nwRudC9/mmqP
EQc40UxQ8Z/XmNMvXZlliIuWDWUQyF9PbRuS7zjR5E/HWTXdUdqo81rUeCEeICl6Y0L4eJaelhaQ
teko3xkelMG76Xf5Ln+n7pu7/Da+1ffJTaVvtUMe30alu0ZAsrZAIcCfhjBTszqcj+mcSm45Sruq
Q9L4ulu/aAT+3CU4puohSiLYKTylOQoFR0nnOgzJpqlW4ppLb+/CN/2/FoRlSBlEDmWK32nq5zlK
7tPJuqky+eb6Oi68g1SK4OIhuqHKKDJ+R1EHX8nixjvn4Ey7bnip8y2DCdetLB9c8KELgJlnkHQI
vLpw3me7iot48udDEOiHKdh18SeYup8m1BclfXvd1nnsu0RLILfoFcI/JeZd9hxPSuzkxkGNHbh2
w0+jcytH947v06Ac3brNvblfKzlc8JNghABzLZzKi5y58LWqKWlrdLY7qEuUm3Kebyc0J3xb+t1J
t5PVbrPW3KZ5vuvr771qe3DYkOms0X+ef0xaaEB3UYEAjXo2JGmGGiDDRB4PjOJO9+qE0LgmV5uo
aj42trTWtjiPbCyEXmik8O/a0g4TXsYS6hhpGNXg6JOKumOrbxH1u23T/NZO/X1IvWryY0jmwls7
eN/XHXIaayDps0tCRwdcJnDHhRr9jPMOHWPaoah2HqLK5g7qJZ0Towp2ehJEKw3hi6ZAydjL40Q6
LHxhLa/GISJYP/jGbGzTFGZMufFtNy6a5E+PMJn265AnYnCkjWKPIR2RqO4CeToO8+zKdILG8Fc0
foLl+J2c9ZtaOYbtSovh7NYsJpc8f8EA0SETXLZeaWoNkGA6NhVsOwiljo7iRbr2SAVlM6nt7dTM
+3lYk+5ZNu3EMSxV/2WWcalsMawvZI6IMlnp6AwI9qqVupmkvr93Un/ejmGoIgcpH6DOUG57cyp2
173EhcOLZcoOjBgsQlQiOIKOFzDItGqwnOyLyLox0CmTFNLywAi/09jZBrG862EYNdR979uKawJz
vv4jLqyePeX5cDg3ED0IbjFt6nEKrao+JrMkQ86T6ck2bZwSOKfT/DRlI8Bdlcpjr9RrVQlRkVNe
1OaX6VdodGEjJssUwoA+lLsk7epjbUhR6DqmlO4LK3GOhlXkDwrY0XvLCWeUm6ZsUwIEdod2ZlbR
UShaWA6igFMIwBD48FwjfIIGgb55JaeNijjYzAzo3Sa1OboWyrr769t29vYuP31xcfCbq0tZ/PSn
wx4xh3Xq18docLoteKvIGyXTWbkRIizudYco3JH20mTAirBDeoWwbu5QIYpjhzCpVcqtaXSfkyRW
7nt7iDx9np+CPK03Q6wtetR19Yc92uUbwTMMjBYsE/8QQrU5yuE19eXmaPZldzvXab4bBztd2c7z
q09BdLkEjJYvhUpxnUwTVzaUX8emMfUtE4rZt8FHi9icpuFDkiYd3DVddGP36XAoKj19f/1rXroE
3EMgj7idpSlw+jVrfajaDmTscYh1fW/mFeNpRa/tS5pxSjnEO7MHRyrp0rS5bnj5w4LvwZ0vUyaY
5msLx8iWfLicksE8JC0dnM7Rqr3aDN3G59xvpFhGuThxfvyhTWYnYD4Bm8qDaXL/Theb0dVSQivQ
uHXfJekhGvwNw5Gekj4PwZ/xcvNKCbaE9Y1Dnkld6atHJ8o2ia3fO3NzX1hrTf6zbXw1s3QaoUmC
t1w4pMUc2EqHtshRN1zzV0C1cXKVh+7l+sadvb6CFeGUwPTdtnJM1NRX401RWJuovwuDeSW5PjuL
WHHwiOBDoE2hhHr6eciNEl9G2vqIbLc530za3Vhz87dK8diuqZCcBWsULRetdEp8hKm8fqe2pHZK
5dQaWdFnBh+MdAuJkbZSvzu72osNuMppyIJgBBJ5akOBj69p2bhjqDuT6zfJJ8TqXRtMyaw3G18p
oKyb1Nu8Drzrn+v8eT21LMJLKA51yuxUMvkRczBdEd0QJ22k+UedRe8L2YLxofFUU9q2IHM72WMO
ZYWUe9m/k+u9/AIg0iB+FrJWMaLhdbeTYCyVo2OlO0sKtqHzMjFE32VPbaCtvOTn8f9ibfHSCzkK
Q7nC16wJTlGUqZRjOireYJn7Mk63Tah6Qxs/6+NnP1U/h8UHg8HwQUrcuYNgqUhXgppLR4oADkIN
2k7Kq47w27JfnilFEsPxdTRmyWuar1oWuVbzU27WyDsunStwGkRQOCyGNYWwbU4cO67rWjlqH2Kk
JuuvVXRf/Ez995V+BOJz/SxdWhVQWYV8hleY1uTpIY5kZWqSRNGOMGS+t2b5HvLGh7bOPteJtXJf
LngZCN7+NiV8xTGOxsgZVY1ejfoe8pBd147347hGg33paC5JCyBlIhn28HRFVQZ3A6KKeGbIFDZM
aX/2e2gLWr171pLhpkJobmUPz0sy5KZEeTLbt4yMi/kp+r8dNChVe5ThJf2cTkrr9jXygJoaTpsg
y+pb3OGvVE6srZXoxXbIu20f9u+gGCpcX+ap8qPMm4uoephQe3gok+YHBKPRPjKa/uX6Bz8v/kGu
BrhD5lF5hSUKXxwaUVXx27TlleyX6cH8S+W05bZoUZ8MmHnf6ISi9z0Dv24ot/I2tcp+O1VzB1sN
LBsdxHZu1kG5VaSOurv+486/3cIDyDMBTRVRgym0/Gueh6HMUqKl3mYco43fxdAFeb0xzlvNlJA7
jcuVdPAVAHvqyqimLTqHzMgBaRfnDJxQRSduwbsyj2N9Dewu/DkkbfphGmBKd6nED1/HTHOKzTxn
2ZeiizTTbWMpoSxM/+bDWNnRwZb0vHEL0KS1O0HN9SlJY+lrWclKRtpjgQuWJif6qkXKjFY8h8Rx
A19Vn+KwlYFGhup8N8St8aSXqtRsagSFbagx0jCGzyvxP9pwovCHR3WGldU0mkMulZQzFSVKvlA9
n2I3sSXrqx6rw1OiTAn0VGU3fJ8ak85un8XZR5myNnjd1OyfAY9k34ehq3s3r7LgOA60M1ZuhOhV
aMkCqOABXgS5mRcQoiO5DBqQI2Z1xHV7wbidVLicwnaDnt31AyP6FNGQcNkHSR4arcJQZ8sQsDEa
lh4df1xZzvJz3x4R0YpwZXLqPEWfY8WQwdDCbVE0xcqbLu4YBQJqd7xxDChBMSqWCiFtUdpciftj
msWHIIQEN3JiqInRPskSqmvXt01cEK1WkI7cMpQJIHET2QjiHAhbmfb9MQqp7Exy2WwaG7z/dStn
DxnlVQos5FfMEULeImxbb5pjr0gRII2w39bNELp9a71vqwFSQs2d+pl2pJ1voJD6w1NBnoVhKPDh
al3GX4VEwB7MsS2qjORSN92izl2ritzeXlmeePZerdCdp7zBdvJ8nj405HOA2LScIofUe2p3tJXI
LUDwXN/E80/FWt5YEU54HPlM55kFaWqcQrTn+C/0HtYElMRpYdrDWFlSRCyRQok15M6YBzm0Y/LE
1vfS2DpWxey27S/6uJtkLtEW0W9KZ8B3zSEv1uRq2jjynww3pbR2Fc6PDbEP3WPab/wu2kWn+zpl
KfICuh8+jlK6yR0TJt/SmxMgUmq78Q19V7VPTCmuXImzp4fhF+RyochmGgA+R/XUqo6kx0TrKHpE
gNxwdtF4Z8C4pN9mL3/6PXnaKD0sqPClwCt8Tz2rG0XNpegxVVppJyME72aGulb6O6uvkGGR/ix6
VdRwF4Dj6XICM7WilJHDI9Owo6snqgLKZ5h2/TKSOsAhzLulU95pvjUTGUtUlGvAOvHg8gteGx9E
fDIVMFHoNR+iCp1TpT32QK/hdcoG+LezYiWoXLMi+Bgk/8A3F3J7HB3mtjMA/hYTOStn45IRA0GK
ZU+pGYvKX+PAaOZIDfeoBSbPZiLn5ScJlerd9aMhvgHLjvFYQkEIqTAj+8IRtAh67ALWYi6hle8Y
Ua9RT5Fqjyn+aFc1VbXiwM6WRYgFSRohD4QYS1fn9IxopR4buaZUx8Dscc2/K+PT9QUtZ1l4NzEA
WpmDsNDNCDeZ2Nws5J556NQKXCcijqFFFD7/d0aEkz7WOScAovVjxKh+XL0M84fKWqNTuLxVf69E
+DQomNdQWxIBKMVXmN3caJ5W/Lzo9YgxTvZKeLOyKjShP9eqI3Su423WuDoXNaZL7frt9g9F5ynE
CNaW9b7BsCAFa6eArKpjpn1c9BKK4Z4Cxsq1EV2qaERwdUqJvkG8fP7yB+uZbysdBnky9BUza99G
cAGLYEzLSBKEMf13DcBhtJYirB3jZZ1vNkuLmF9F2q86olnpStmjZXxU7N//3SkW7iKj31kUp9gI
JvDA9jcteza6lYr32jqWI/hmHVFhztbcc8TijFEzBWgWcpGr7eiVzyECToe5iZvSYSW9HTFWH7qV
vkYaf+YoT0+vCN9LGxZRVmp1tJT4prIGxhKOgwoXcvn9+le5eIJ5PReZV+ZDRain3EKUZdRce1KL
rU2vxhi+WpO2tZz3/h/Sw/51Jd/YEm6LHTF+mRdLKlM7m856p/SfzCz0ri/o4hF4Y0S4K7UkR+mg
Ln4MDsxUu5FtaaP8J+kfswF/b5twYdohcerm1YoabkoIsRtJdTG96fI/P9IAKGlvUIikWa4J6zEl
tXYaScb5m+VGR/+BfNlFkOn6rl3wzRSTQBOR0C5MwcI7VnVN7Jd1Ux01h44xyTVE0kjbuYNGV3Vj
r6WbFz4S5ojIwcRRlDhrwcHnRz9+4HhXX2CrchMtQaNld31NZ0XV16T2jRXxvI1GmlIMqo7IJi6Z
y6F8TJ7iyZWRTe7d6sf8ED6pa4nnxaXBGbREUnQ0xGnkpI1USQ07vpeTer4//DK73tPTfKU8fdHM
m/qD8FxbNhVyOhEEHvG3EaxXKh2S7uf1DbzghE5qHMKDrepK0hoSNmI/RTL5qVY+NS3s11m6Ehlc
/lJvViNcJ3Slh75tcHcDxAYq7Tx3tseHelA/F2ngaYVNF6/b05B+b6A9kzrxXW9p+14NVh7atRUL
b5RVJJRVh8VDxS3KoaqntUyvy+reXlXZPktIX0/nmzULb5ViJ4XCiEp1bEKIAb3cd9uPzXvrJvnk
pxst8+iDFdmm2Pl/SHC5uOG3n1VUpk4UKU1gX8ZDxqnXpr7bT0/XD855biaYECPWDpES6hbVEbID
53M3u8r3pHKTlpkzzwl2mbFygFa+myPchkBRiskBCnHURsNLpgc1SoCX5rtW+o88199fTYReRkaC
94ywFKnVVo/uqqTfKcnz9f1budzOEoC8CWOyrAvq5vULIWlpdPdIlNzKa1orF17+k2MgeEdfalS9
0PhGcjbslb52ZzPYqt3gSsmhVoL99SVdfGDe7NvyBd8sSSnrSDKWfeuhNh8THwzwvpwLz9E/oV6F
ioIPbGgtp1k7FoJb6ef/NQqOHbdyDIdP9vgyNyvDFmLb968LRc9sYR5a+rGna0MeN8+7lvC8zYtd
YsgupWjXBORsOSjjtsWhm1+u7+Zliwj+kUfzf+J5L+jTVVk6836WjufH8bsynzZ5DsukYb+HAntT
tWtgozPg+F+r/Num8Bq0QeQMZkgunevSZtA+wx3s2VoPeXm0KwqIF9RbxUGs405bHWI9+45Me4JM
hCqXzhOlJeF6h4Vlpo0qGYe2/KKlKCIxlQt5nwe2fvuHGytYEhbpOLGtD1lgHmr50a/kW61hgTGp
aht9alHboL2wu25RpI3HF58uTrjs2mQOpuJjUt976l3zrM4bemYjLCqNC5DEtW6CbbahI/Ns3E3m
e5uxofvIW+tnnHX4Xn8GAB5GaBAOgj3s9BBXUj6n/czPiJ6bb8Pv2qtvm/f1h+DJel9u02/dbfeh
eMQ4LTRvtf198QO/MS68F9M4zL6pYtx8GCiZwx+iuFq8Qa2kv2+87HHcp5+K3B1/rdGHnJ/qZfcX
7O0iA6qCYDpddqJlmo3QlXkYa6/vXSf0ptarpW3Ubv3WNTz1wVw5Ymd+V7AovPtyOiFaWGCxmpwn
Nf+ozEjRB71X+88zsivXT9fZS3JqTGw3yk4eVmGznGemwOC5tK3KGx15xbmvWRE+XyrNuV8nLKlo
EJeHi5PWXaH8uL6UM58nLEVwAgPIZC0zlwMaZnsVDuEud260etwiZuiZVe2i5beC4bt4LEGcczAg
faF3eno47Gqu6Yv5xiG1fTdLx42ReFJ6F64NeV3ev7/tCC4gSlO1n2fbOEQBY0/aoZT3arWSMKyt
ZfkNbx7goUhnpSkcfGjxMc06DxJX12bAKjdWHNp5YPv6of5ezfJL3liafVkrGvplB4Qf5CfnR/sh
l93onXqbfu9+DAhMunbmdmtR7doeCm89OhOjXNMHP+TNNqwHFyEGZD4+XT+Da0YEb6FVShBDJ24c
dMnZ2lG0i7NfTaxur1v5N07p7x0UXIQkA8NBDsQ4NPm2149SuXG+2T/JfMwXSfa6aGeWKzf4+ulQ
ZcH7Fw0IblIB41AVe825T9FmYeAAOsLrK1szIziKeSr1MA34SEZQbuCpBAX8OR891Vlj4D0LN0/O
4FmvS2YMK9YmPhTsl1Hg4o+WwfA9nCWytAmLzX+3LMFPtLIkF4nN7rX6D9/U78rqO9n/Zqg177qh
80QZFJNNvAdrLXNDZ5PZmZ5bedOMxmFkfi/uN9n7EY4yN/rp9J7pfkj3a5N0i+s5aXAsBpf5feZB
aHSL4176BIy8pjd8cDQEYSAJ5u5eX9OFO4WFpU/ICwzlonDYHbDi6GdhQQ4rn4pd2uymAlI+KzHW
nt4VU2KMI2Vmr4cMGR0yM97k1TZW640W/f6v1iPiHGzkeqIKDMtBVgs3QQ3XbMpNZq2d8LW1CM+h
GoNr0nrWYlnDRqfxIEffin5tQObygQPoQkt3GTQUy1mmM2cQo8vGQfmQHRZmf5giyOZ1z0B9uXTr
ykXpF6qc/2QP/7Yq+NlinuQCLmTjUCzQpI+t8dlco+G7FHdz7v62IZy7ZQBqttChOIBUe2eggbzN
P1iH0Ks/pDvba7z+d/zN2GubbKd+l1vX+VJ8L27+q2WKKFfdB16hVJNxmJSO/NTxSE3T4tN1I5dv
8L/WKYqyFUrlJ7nPOgfpeQrRF//yZ3/f4Ora5KBAnhd6f5FMG4kLv42Cqnts4jn1GBb8JY3y2pzh
2bzJ4hwW3CFccMAQz6AoNoBBJW2U/jGRcnn07NGXvtp23X9Oprn7oqt5FaMn3dUvcZpRDu1CPSJx
8LPeS7pgfI4GBWj5lKrDV8UsjXEDBCNI3ZJp1hetjBBOGilWT24GwVbuZlLTSkzbV+1KDCvG/ssq
QPqqFtcJ4IdI5uF0WtkG6E09higgfuzzqnfjusqoZFrhJkcYfKHxXLlLYtz8ahPiEN6LRVdHfNq1
tMuKytHaR3x5/0sZ4mEDAjZy8wHSSQPtpi+J3H8aNeP2+rm4sNaFiHrRV0DoBmLO0zAwdpSWbr88
PEII9DSEUb4Lsxhwc0dPAQqzcK9m1q8/N8nOcgphZySjE8KLKQVTOczG8OjbsI6Gfv9L4lKh7/Sx
1eYHv0v7P3z42dvlU/7LoOCEYwMi3kqzhkf6J+F2SKWPTmYOrjoxjtU0/h+mI1hjUXCcLlpJMoRH
pzuq2KUZB/I4PDp+qG6SqY7fm/7wXKSW/7Op+zXeEjFYW8zBcQRCG3ugKAQnzAOjmmmQD4+GBTOQ
NnWtF0AEt8mKxPekorJXYtCzsJcxOqB0IFVBtdEeEuFmgWE0ZSjZ2mNq/Y604L0Bh2dS6jeJTOzm
q95o2PfqkD3EVflOR0/o+uE5uyeg6Gh8wSICRgXu5+XBfZO2OLVtSDGTdo/aFH8d9Sa4neSg3Qx5
++yUGlKhZWi5cbnGwnQ26sCqT+wun+GN3cE3h3QaNVYdKy/jpO9CQ7sfJJWZ1NKdi9ZtgOPWjX8b
Dwow2FFjGCdf8RHiG4H+F7QP4FgQT4JDVcTJ1KktS9FsmY9GItteoRm5OzTTWmvsohUODSVLnfD1
dSferFTh69bLmNojakDVPs80xGcSZjiuf8czcr+FWJeuH9Og8G4baGmebqhlF1pXdFL0NI6oPKqZ
bccbf/DlIzp4eeFWWW5+y+OG4YY0KlDoS9MWub/SysuPASyZT8hEjvt4am+Dpkh2cyBXd3MsxX89
BX/Eyv5vudZPGNmvcrf/X2Rlxwv+izXQ+9Z++8evHJG46fDt/3F2Xr1xa9uW/iuN+84D5gB09wOL
FaVSlZy2rRfC24HkYs7h1/dH7YO+LpYg4lzAgG0I9lpcYa4Zxhwj/fV//mtX/cp+hP/rSpBxz8PO
v/yHh11C/eNfqHjNdFCzLNyrLf+HiJ1QQP/XXEkgDJLR/ntF3f6biV2y/gVDFkSHtCxZpPUQofr/
VOySav1rVkWnl4kog9/J9f3f/81KB7/yeTZBntWLv//Jjv7aAPTfkdGM9iUcAhb7ep6Bayz8x0YM
ShMBODz3UevvShyUh6YXgGQ7rmdc9d25HZp+qygox0K2NZ3aLM+2qhwnXl/ZpSuMYvCIdqC80UN5
J5l65LZTkp5KUy7dIYzaT1FqSp7Ipi/V0H4ux+h7L4b2E0ol+l42CPskiXaFPzbj35/552ctSnd8
FnaA95pGSnOW8Fr2U/ZIkeXcheGcFJN9hAFRfilI2UCSJe1fJyoTbwR1FF51MxoJdfO1zrYF0TJT
YAY6Ci2YIuJc6LJvL7AZmY7QCkU+T2G3+2qXY3ale17khy6WtpldDTtl8OUQTR01+Kr4Iiw2ne03
f8mTkj+LPstBe5mj3rtN7kyHNAZG7UI5mn1t0XH+AUlPehFa3J56rbYQ85QNcRy0HvxGOIkjzQf6
Y1WVee4mOVohbtOKoXbLOoGDWE0cpJcaSVgY4bXkyCJx9vrdWGHa7GA7nunXFu5LVYbtqJTVcE4N
R/uQBE05ISrmSK2b63X5W4lCKFe6JOl3mD5gR0Pv66fBoJ1fLR1XAZcEBm1MxTfUNrVu5YlYRILz
7LhPXEeYHZE6gNv+dldEHAkn6RX1LGBv+Z4lYZLQHRYjRFOO+jcaj4xxG1dacBFBMZySDuK6ja5S
gCX+RbtdIjDG+PaxvwJduX1V5nlZyL1xSuhUxMldBlF1VDtmXNX9uYrESzMXvzp7HR87J8Bubjv2
hM44vv8fKVAs1Z+vdOcbAZ3u5XSWCT82VdXjDCHp5MpG+DEuy+aEWzH9UkJV2oaTDNo0TaRqlxZN
+ilN8iDamMjXmKxFJ9xJHv3OgwcPJuZUk/ZaM3V4qFlJC4ljiScTNlBPU8YGkubMfk7Rzso2ECx+
H40cCowhHIFN1kqkf9QHO32x0uolMqjdbMMI4nr6NGfdu6zyehS+Yxd4vVC92uoZODbLnxy82OMZ
TtYcqDfOL2YD00sLHG4/NaTbNaqmXs1FOMhn3t/mqxqP+qyZnRkVk9WkjZRH9c6ngKbXojA31tRa
H82wTCHeQMrL8fpP2UarRPJzxaLNB/N262C953TQ8094Sl/Y7bTqum7ivnDGc1ZAziz5k3qORzP1
fFVrj2kvTxtJ6vvjlHf9l2nKEZ0ThnUYkzj9ujKT2XAtZjI3iUBOBSIZmNXCxVQQLxVZIcloHuVU
Mf3ECGAB0NgkUesIYOPp7USQC8Q9cnl8IZqrVDevWcB4MPJiG5vcJbcdB9N7f2a3rj6FN4427h+M
UgA9wUsvLG6jJQ0qaX73bMXZ90JlmWwjjDewmONtDupKZLi8sTO7DLlL0knO3Au09LSlwUCXrTfl
53rQym/6kIS7VFTZ4f1vunvJCNhxESB4IKDAC1yCzCRJNeK2DJTnUYa8sqsTaVuXKeRfPj7u2FHV
lVPtpbD82K3htHoRaZ+thTTzjv6548xhdkaAStkGfb3LGGpy8DvqrB2f28EZ9ladFbtel+utpXIK
Q8t+6hzrbNemOFh0y9GW0flny46fUv5fN/cdgASy1k0bX/fXSJUWgce86bj6r6LGbAdUUYv4jrK2
0aqJnzw7mdIjjqVjdNK56DwClptEKW/MuMy3RdgYH6K6SjeB0hrbOIG0psM9XjmCs7t0u1LMhvNg
47ZB9rlsatWDbBhSWUuelVRJ9kYAWR6Nf4pne0+kTMyPRqpTf0MoZm2LlubhdRn+GHgRf5E6ajVV
yMkzTRCVqxW1vB1kDRX1NCs/+yUEv1FGz9NolfK2LaJqE2nZzkYaee283l1C6Do5pxBd4ZxCaLOw
DkOs6EM2SOGzVVS0IOEVe8WQNQe/1fLnTGS5F4Qg2DPJzzZZ+y03mm811buhMpvPfT1ZV0Hn5tmc
hmnXh8laNuD+Os1sovNhpggArchr9P5H9NZK5JB8S0TPWtCG3uBb1XOvTQdjMIMHRfQY+Upun4Ro
nAfAelTw0YteOSPzibw5I0yBbjSSEhZePJ43P/9jCnaUiVDLe2jwdZ/yuSF/0IMx3xJf+8e6URQ3
b/3wyS6t4vq+LXlrawCgkH2Z6bEIOm4HpjvfCNLJZ+DSqHday/EI0zjaoJYT7kiSJCtnQV2+FOr8
pbBn895DiQvm5XbAMRFpo1dCPBtOAgjCF/2xNH3DDcrUPEZNObpFXanbtE0Cd+4F3FSTHe17OZvc
Viql0yD3L6UQ7W6symxrdH220cmAerLIda8v/PGlDlPTM4bmi1kVyi4wtWCF8OrNNcNdJIc06/Aa
S48pohW4itroWW3baCvF2uRFifgqUMl1lVTXN+9v0bwid2fDhJibhNX8ni1WzB5kv5WmRDyXofWJ
To9uX6R2SPtZ+HcunMfc0daggIs+cwwoLJqyDO84gZJDQ+siAjTiaEpCGRpwYVSkEXz1qzznaXp6
KABUw9IQWQ0cu/kHx35yjPwp6qPmMW/afUWKb6u6tcTKv78K94tOryYxgQwSbe7anH/+xw3JAqsL
pRwbotSDvdFz64uqds9TEyre5OdrkjiLVMs/K2CT9acPlHAFWYXb4aCRj5t2bKLnTJqMZFPBwQOX
kxGoslsNU/VTz5QrSeLdJM2AzESlUTUiw1dv5Dqc9l0kUVhRjUMXjMZn6qfJd5bbWCPqeZ3F7dGY
eehpepzZA+E5Xng3ON5pGfWTAOydapduUKbPTdeHx9BJ2nKTkQJPXT3JE81tKd4J4qoo3uYWd81T
TKF97I2ufVKcJPlhU+cgNaag+RPXZqt7ap1p5wzs32NgSuNzlhjq1/d39JX9ejF7kP82m0leg/LK
Ykst28/x9bPgOcnGyfVLu9wmVA8OmTOpm6hVNA9XXt2kbaR6QRzv/bHXHsZ6HL+avuIcxl7VIVCJ
D1U5UKxrRejJSkPTAlUUM7QsV7Xj/qRKPbBMqdnUtTJtIuypM/i+p1em4+adoW8IfX+RC5ZORvXB
Rh/4IyTBhafr8eCVifRxiBv1KcyqYaPFQ3Hoy9TelZmZbMbGUY8qKod7uyUCWVmbuztPEwGqPdAh
0dcrG7Oj+cdpR05UDqxhkq5jEbSumtaFlxlTtIKceX1WljtAQEPViYZyPORF5OsEtZIrQxo811Y5
erpRWEc1y9Fy4y3yKtqM3CIum20tKdNHeJ80yDyj9kK/6afQz6YzrYP5KXESUNB68V210s9tjIwz
7+wncxy++X0abqcg3cp12e9LtfH3vkpyR+/YEoTqypVHdF6UxddgtuZYGUFSS1vWA225HStOlHTV
atQDp0pNrs4U/ju9eZMuezePhAmDLIRUOk3/1LyWxtGXCrJMspleo4iL5XcWTm0wEB1r2UWvG3oK
QmsHUVjh2al8NiojXXl/Fiy5s3FiBnwgQktAJfBwb0+H3AB2HEYjvSIC8Skq9tTKJX90rb+Fju5f
Y21rK35Qpq1D03A1Do9a6ez7oT0X4e9AjTaDcFYyFQuM5b9nRP0P0rBZ/GVJGjiVCJRSwEmvU9Bo
B43yr6uMkbqbhA5aBNHaB7pj5U9dWaYYnTrbZ405bWQfJT7ZbsatNsSd1+eT+ClRXTqNqYTwUGDA
jAkuCYcrtv/jszI/JgQvdLOAM15aTqAFeqnEenrtgE5uxx5d6cgB1vX+Nb4LktgoUrnkvRgGOoXZ
7fvjGicyLCzow6ZXO+zqfdz2wSZRtNrzx9ZeGer+fUQDb3avaT/Q+OPiTIRdZMp574jrFKWBp47A
pAMf7vbIUsUm1uS1HX/j0/57PLDTiwdS1YWoOjOKryKxj5HdYQO05qGOnUOoK9tCC8+ZXZwSrdgA
TnEj6VB22b7XRtfuylMw7N5f6LsYSyWRPr8ipNPRO1u2Xwdp00AZWSXXIkaSuTDIKukCqce8Cw+q
GeMjRnbj4uYbGyEN/vb90d84/vAgYqYJ+snWEQ3f7rNRoflbGoO4Rro+7U2rqj76Y2mdLa0/hTDm
QdOnaudel1rQGEoLunPsn9JMCh6zrgaLJiHzfBrjSjkEcu24mQ9ju1SMwdlpRPTYKP6n9yd8H25A
eARXBEQi9MZRM7idb16YvqaRRLvWEy2r7CAw7E4YXgYd2yZIsmlXW9Ilt/O1tuI3Yi1SF6iazGw9
5A602Yb/cSOsJOs5HxBEkMAbdz2cZ52tT5+7Tv0p28H0V6MgYa1VsrYRTuSjemCkK+70/cFlBvNJ
maXsHQqitzNQy4FWh24Kr05df8iKSr3S7wizT5ZlK6t8l1iGDIaHlaiOr527JxZ3chSiL4s2Z6gh
PwgLmgbJjrVzK+X1g5XWTwUMGU9h13oFRI4wEnpBBbiOhP1TO8Lk9x/vuSJDTEAkoRB7vaKG/lh5
tbfMqdXG6KohhUpjelw/2WZsPKv29DWq6kNlZulHOU3ESg/JvKO3rzJOzD9AdFw8IOm36w1/QVla
ai2uim8Ye8mkw8FRO8d7/+vuzR+7OacXyIqB23mNaP74OmCe/hRrWXgV1dAdHRH0G/J8xXYy9Y+1
Mq5oH7xxhrDsOsV08p0kmOaf/zGaXppxT0uMuEql8ynJqng3TuQvSST0x/e/6z74I0y2qWGDIISn
ZlkDqNSyH2oYqa5dr/zMG/qXFV+tvsDQ+yMZG/knyKI1jYy3Po5BoddUoBiCO+P24/IyStVewHKi
CE16NLX6SwAJ7iEx5V/vf9sbe0ZGnYIm9BIEMMvuojAfuqnmbb6UkdrtiqQxD2ZEJ4TaFw8jcKWV
C/BGtDQnpzkbuCgzKmBxHZUi8ck1qcplCjPrbKhKtbPDaHqiukTCw4joixTdIYyt6ZEqmX0qqRV9
ddrCq6LSOlahrx6qwJioZVRW8KNtmmHfFsNvLRziDyA36k06xdEKMuaN/cdUzYcMF8JhV243Qw1h
oDXpZrtUlaV7RVeIZynXHxsLZzOrpJqeB+gj39+XNxcKqAFFatKVpE8XV3b0oyJr2lK9GHG2Byty
aupPcftbk9RfOFSHJoSSefRdPU1RG3YaVwTQKeYn3d/XWerGRvfZniQHG2NudF85iL5dsSn3q0LU
SEZkRvBY9JAvViX14UOCCCu4qrl8bVvnQ93L2lOp2o+6XKUf+qwMV9yreys2x6lchzm4IKe6ODtF
UaMLW/rBlUSacHMns2E6V9r9+yu/AArNfvTNMMu0Q4bH3+emFVzNcqdWjRc7yakzHLGhWvjVTKav
k93s00B6rPThb+Q61solqxNYrKwxRoEWdU5w5XTspB6AjhE5sktQuGsLddc58VlKnK+pf/Jpqkyd
aU2k4t4o4JZw2mFtwHZBBXZ74Hu/jPVOy7E+pQZnFRSQ6dj+VgLEuNP6r/eX+zXZePs2seKkeMjk
UbO5K6AljSaiSJWDq1aKD7KCE5YUcIuPWarSY6HlO30U1W8il+BhTkZ/U+TSfmh0MzvoNaY4RgQQ
rj/deazHQP4tmsJEuiiRTOEWdvmrqH1y7O1UfiG/0NfwCAZ7yYphFNT1IX2QnDCMPR+ORg+WQbGN
AhXCuCEZz8IOnZ1qjPGTaifFzu9S829NKpNNU4z+VzjF/EebTVoxNW/tPTcKqQYKeRCIL90VXytb
Jy6i6NoCPzqZ6fQL4Fh58lVpp3VqezKsjgT8FJHZsoJ8S+FY+VxoxUqG+N43pZpJWE2IjeIMcqK3
B6CRdRK+lRJeDY4hDOLxb2cqo31X9fEjUU7pKU37M00a+ff7h+GNcXEgwN5Ys6IkT9/tuCo8lUFW
d8E1QKnVFTj6z3mLPoM/qlcZJ+44wMV9yERjrXArv5FtpYyny5xAE5eCGurtyLnUtmVJTeEqq5Tu
QBH+bvxUeKmmJsWmDGjGKZLePzmF9EUeGud5VEd1D/gZQEIThlujjsDhFPpF2Nbz+2vyhgdLXhH7
SioUhlm4oG6nFkkwIJMjci7CUb8X5EI2xV8qZXhQ66g7x0P80Wzix9Yk2uzV9NRa8a8aNtXzGAdr
bbpvWOA540KqE8EwMNnz/v3hc+X0jVcmkrLoEsbDdyefYle2pnjlFNw7P9QNeVpwfsh9K8taUJ5E
JH2RkrqkeXvpknB4rIVT7fuuMqOVJ+WNRwzpSKJVUrgYuiXoVc0mLTLV3r+kpNu2sdOJXVAGmVta
ZueVWt5tkkJdoyR8I3fEBWf1ZpE35B2WO5qVamRWNGHRHA83n6tXurGpc4jzcj36BvLWctPODPdJ
O2J+Rab6Hh2sz9pkhwdHL0voSSvL2dRNIZ0U2UKHqbDl33Wrf1k5ebOdX5hmIHLkZriJ0ODJiwd3
6qWym+TUvgS9mR5ytTTBBU9i01Rq+xcG5HumaMXj0IzyiVnZR7tEwVm04Y+Veczj3M5jFqDQKYbg
O1IKmN+rP46dE9PB05R+cW2nrPjLhHjlSAApcMWq3hup7XomwdpBNf3Pkj722w4/3uvGYVNIQ+al
xbhVB2E89hJMr82URLuhQCEtGwfpIUnCNT6teTY3syX7gLcIPhQKZRt+0NvZKgZZ8xxjcpXLod3I
Q0XmvxGfnWlyNsPk/MdHmOFgtsdO44zhWC8WJyZUAH+qBYTQrQAuOKW7QbJLz66yZGeGWe3x6CYr
9vLOEMyDAmPGCID9t5YeQsURtqBnDK49mZgNuekEMZB0XHmGXsvyi6Wcb+WcKID2HjmW26UkboUA
Ty6cS1yLPWkS0tqZCz2B27ZHJ4IhINC8NNj37a+ke8il4xDLl677rOY5dZbiQRpiL4CKZ4j6fV6K
nVF8RsvV1aOO3/WVyd4BlHBduNN4vRgvEyzQIqFTZciKlWkuXRoKB1sr7eADr8R+joM+gVeLD0nU
St5YOR+ssTZOXQoFcpb41K7kQc5I9cvWIQJAfly5PXc2DlkgtovdIl6G0HsxLyLyuB/GMbi2VNN3
QeVHh4Ag6QimH+pkMz7oBdVgQobgyZaF2COi0nt6H7b7BrxS4Da23cKky6I1Y/QroBr5DOxq2r8/
zbtbo/O+zfwPJGrnhM184v6443pQVI0SKuqHkdL8Ls3+DmAp1aYMGHWfeu+Pdf+kzk3XDMNm4c2T
IFoMFk8x3iJxXCHZ5qXK9YsVDch5ig63MSisU2jW6sPs7+q5LR4gppBpK5b/1toIQmrqjbv3J3Qf
7cFbyUOHcpOiAk1dQgDsqXVwQVTn2uq1sx/aeoIqQA5IUoId+tDCgnGuOucb+urqvqczaWvlpSp5
dD2yh+WQ7mFe9SF3LetPNoigH0UpkQ2md6oqt1ob+O7o2L9BB8Os/v7M77aNiZNCpAaDF6/chal6
jJyYIvv6dQr77TRE1kZS82cKdDwXFID+88GASJLLwgmZB7zdNuBYtDdVhn5N43h8NI0s2/gZ1cYG
AYsDPAvqynh3Vo6PI/miIx/GLeWs3I7XZBzAtG/5OATh3EKFc8vq5DUr9+YonEK0xTmJ4ONuR0lT
syjtytSvsJkNm64oAeA4WrmSUHjNUt3YUiwAVBQ8ozL6imSWbocBlyxgSRysa6qo3aMsNe3nPA56
r61744OtZfLMC0WEIaxJor0o7jcN2EZr20sgY7at0iqQrutmd81xTgJ3Ckf/t9WM1ld7rP2PfVvB
tBZkstm4s8O6SULSN0Rxcp+53VDZW9VC9N6K0/gzwGowPtFQ15U7ENIfxmAwSBWqyGrLYx6jQ+sY
6VEgvesGEn/fAJksvjthdyhk0rgbx6/orZ0CNSzc0oQjeyO6RPUokPg8gGAdY6TWrFyRmm0RD8rO
1xNA5kUQDYHbWQn9RTxbwcodvrsJvFR03QEIJCxH+3ThGxO1TGFbOPJVj7JoWwO4heiu1plVEgN9
WxUJfm1dvtlQAOwohNHFOedhIIi93dAmNeKuSZCXVTr5ZFvflE57aVr7MQoT8MCVG4hTab/k4fih
T2JXAVBdiuSgwf3iOxsSpltVaw4qmkKS9atufyf6L4rC1IpV6sKRW5TJrqGqHPmSl6jPGjUKeAMe
CgpJGUm7VPpsd2MDnb7yDOHiLleyrZxIXtOv1MfvgoH5K2fqFDDhJA6XjRAtznsv9wUakGNHpK9W
9eMQlMnPaOo+vW9d3hyJnoR/CiOUdm/Xsw+0sLNDfbp0whr/osj9wMnOjlPTJNv3R7qPNvkoEsqz
qBS9CHe9SiACFd90yumSGwPoR/1HnSTPtgkQMO/qQ9TlmquPze+oQqnQqN1EJNeeRzkOe6+wSeDL
5Yqlu8fazDPiUcSPhAeJkOj242NVjeRRRpc0rK1mE7eqfszVLnStRvcDF7hcsa3UwdyniWI/ii6l
VmOe6pT2AG2QMs9SyJZ0ZmE/WVqhenmfVCsF9zsrSXeiQlcirjVzxC7fTjCXCf6s3FIu0uSIo2GX
eIBxfV3ZmPkzb+8UKDwuMjtDnYQexNtRut5p6HZQURQm7tspat/HPJ2JcezxRd0m9O1vbe5ctdxR
D2YSDRt/ksHI0QmyN6OQttCmaK1zF/o/+3BGREVRyFbGSux2kp6uHKNXBMpitlQOaTXiSQSObC/c
mFjohaKHUnuxTF7BzhHR3tIjY5fCM1gSedTJyTGk8RwhiOEWei3vieDhhc8gkfYDrbomMDXtU60y
sVJg6ZQhg8uiqlDhUKp23IQFlBaT0qabjgK7ixBhsO9aS7JcLcj4pFwnbSYnkOHqebp3tGnnZGn9
I1ZrBJiBgvjH0vADL2vGZp85SUbdtafvZrSiHWkE9cg577dhIypvGNXoRPHxVzpG7b4rtOZjNPb2
DvW/Z3tUHA5ioUQv/SA7l6bI8x0F/WHrd8YTr/ZjrQln30owpL9/HF67iBcLTPcHdAqvwSce2u1x
KOIqkmOtGS5mrvK8OUYTPAfIifaBP4GwL2UP9ZAvtSL8J6rv1iXSdaRNZTO6VlNpX7SCqLNNrWhf
hkO9n1BBeWjakN6JOhieCvAlD6MfW79QFNE8Ev6yi6pufXDIvq4c7LsIGl2Y2fnnF8gf0h23H9KZ
Q2yMYdgjWtMr2xBpFo/j2+2rTJF/cbp+lE0EFWQzds0uHiplDakw35vlQgLKh4sVabmZnPV2/LSk
xlEjD3pRhbC+KFIN7tka7NPQ45HigIx7RUTl59YI6pdaIkppYcyqFb93g9Ze04Z9La0vZkMHFJAr
CMln4O3C2I2BpnZt0VgX2uXEUTZLcK72ZFiP5jB+mOxW7phdAw2a6DRS7aL+ntLz+UNpk/EDBYf6
k9b5ppviHJ5FJTvPJUj2h1HLrCepTtNZzyze0YqVunYhp3SIm2LXTKLbmkNAaOOMNIcWdUhVPdUr
46hGjfkCADz8mBVF4ayc4Tu3ZEZrgkLHOyeXdlf6zbWAlGdltxcNlkQYhWpxAXMj9iCAlU1V9tVK
ZuA+DHYgC+exdsAYg7tZSmH0YOsLFBrsiwIJ5M4qsumFACI4R06BkklcyZ6olHbH6e/2+jCVsGjr
3c82tPLvoPCqLRZV3agIJq0sxN0DQgJBgeCP15ac4l2kMnaa0DPkrC4F9IU0++XmsVD7NUqT+Rm6
OVpUTeZgm1oxYYq+xDRpSiZkNZqci6M25y5XpS+N2p9oGlT+ft82vT0QkSIJRJAUy0KqSEMj6UKE
RaFvz85wQuYbyw/rfVGrYiU0v49OZ3Edsi9U21+T5PPS/hGbI9+ijbaa2BepG9OfWSa0Z2JQ+ZtZ
oRHjiCl8TMboqyZBnjiU+ewgps7HQB4NF4KX+kWSJAEytzAPYzqmPC2S+GrmUnfoCcI7VyOlCCmG
4fx6f4Xu3vLXTlxK26rDwccA3s56bBMbrc7GviA3AbufrNSuGSEpBgK36x9je3TOkpGNn6cyXlPu
uUu5MPQM2Z5bmOjiXVK7dbkREuihV2u3k9jK/QdrsGSvh+etaszQjUd/Lfv01sdaXPU5yQO2f2nS
KiOItDiW7Au3M/amTjK9rsiCJ7YViUPa4MJHm9pS45rhsJZhug8t+Vxy6LTeg7KRmcXtSg+VcMI4
r+1LE43KRzmDIE0LIXSYKjs/x12r7KLad3ajXUH9Hdj25BmJkm8yrQ4QiilxG4Kye+yNilJdOcov
NA/RJhOZE6QqU5sSRpYhSzfRetjGjfw4Gch5GSLs0Cbl1Qr9EZUPI4TRaaJj8tA0ofXakRBsOQSN
24djsuvqarxICGUGJHOQaxJS0yE3hKB8l0q6WyBSMLmgJKNDJUfRKZymYmNMtOnqtn/0s7I4iqBr
zgI9sU1e9rrmkuCINqk9jBuzlbVP7x9e5X5DaT6fkUJE/fSjLDUb0W1ToqSNUfuTNAPdoI6mQSSZ
zlE6If5kNGq8aVjaB3z6z2WTKBvRmJEH+Ux3xFf8GDWq2IZK1tEw2oIT8NO+Plu+Hm1lRV0DK9zb
IuYKRgHsI4k1ZUnjpHRmK9VRQvULEp3vvp1ttYnm6WCKPry/KvePGUUIGHpmeRdc3iXDzTBFBbif
Rrso0xVnFZBqb1mHRi0+jaay4jLdvxcMMANHeTMBqy0NrJUPeaglBsqOfdg9KXVjbNJukLz/+It4
nNkkUulAcJZAH3NQdaoIknYpRxX/q2sRDEzDv0MdfQHLB3nw/nBvfBRYdkr7mHIQOEtq31JJW3SL
qFNOUk+d02p9Smp+367s0z3EkCQt3wWlF3qEoEMW/uaYV31rEh9c5CB4MdoQAP3o0/hXy41wZbN4
iMZB7KYhqbZwZejPahh/fP9LX/2M25eYmt4ME8GDB9e0lLBFp37qlXLSLs0Ux1stTfrDlEX2tTH8
Z+AU4zc68ngSjCpPviiFWW5MsvaDQ4t1K0btXKnhX5Ex9mc6GNqHcuyHndTI9l6DWX3nFH59DZQ8
cMNJ745+0pO46+qHMdHdJqhoiK7VYmN36YOIac1JAGznWwscjVvRKuxVQRSeRKbka77XbGgX3wz5
CXUI3mmi5WWQXIVjWTlOq1+itIXl3rKGxyTHxdLiRL0Ell3+VUnOlYwUFo9KAbAGxeq+vb/wd6EG
3gD9e7haBNE0py7SmUYIjU+VatrFpjnp2BoGotW0Vz7kqd160L19b4wm24FWvpjlqK24Km9YIlS7
5robcTzAlYVnnyuqiHqr0C5JaDyqXaMmbp4h+KxXQJLf/843rhKRt2OC0aL+BZjz9tFTrGhEYT63
L3k/Rn8HTvZSIlu/corfukhsI37kzBzEIZ4t4h+ul2QWsiQhUXCByZkGm6SXQDjy+s2chpSQavFo
SV0OH1Rm7Y3U/1XG9O28/6FvvEQkheingBwKV9NYxG6xkDS71VLnAq3/o6qPT+qYps8mWevNWObp
oyN4ElNETt8f9o31pYlhzvfgT89MLLdfPjV1pJNtdC55Giu7wgmUbVCgKPo/GAUpC2w9hxWM8O0o
qZJ2YdX6zkWi8fSaRPKjpgzJ8/uDvBET0R7G/Z774Od6yWIJjTZw6nYw7UuRaFeqhGiP0sBz0sKi
eCxMvfyg5fp41q3uiwgG+dkIU2Pn11a9S/SsP8ZW0Jxao1l54O4vqkpKdZZ9QTUNbZb5Lv1xtEpl
pGYELguBufFF6urmQZS0D/pO3omNkBtYucye7nCBCTpJvm6vvEX354rX1WF4je551n9xtCtbDpRY
IarQkWg89Vmfe3VTRq4WP5c1LNlZ5pG0XIM23bvm9AjgWM31FtgIli9TEkayPZaKdbGm/GsSd8DN
II7Ie/GB0u13Teq6FZN03wlPln7ut1X5xLkusNj8uIuVoK6k6YJv1u7Hyoj2hTPBDzX61Vkxg51l
V8qDLqLco1ch3dpIr3g9OIYNhfs1Dat77MkMTMBTp0VlJkRdRkWyVPQEqJjntsiMLar15HLtSKQv
MZWVhzobi0uT2cpP2QlQ4AVcMk6x5wwDUCMayLUvugyXjepP6bbU5fBaaBqpJI13/T++mCrN6swP
RwXDt2zwFVFayaWKT6nokXk1neyctG24cgVeE3i3D6aKI4kBnx8t8M+LvQF03AqFatklyFPkVMMQ
uRQRNcMuHZuHME4zz2imcZu1srpztPZjPaGRVOi+83vFQrxxLHkuUW7mYM7uoHZ7GX0JAjy1kJRL
PyrxMRBTfix0gwCIFJKAOV4q9Bc/HOHhzdp4n9TWeI208tjSPvitDgr77BQwxhDzVYQ1I8LEx0BN
05PTrkXV91YD1wI6exI7QOHvKVsp+NaSUMzLpErTr6CGqCjvFARmdHfUrEM4iM+JUk8vORxTK0fi
NXlyu1uMPTP5wupBwXmJrJHaSRO9M5gXlBRcciKPTakVbuxAXSWdpulHlf4su+FHLmwXgNoxM9uT
TULCzSb8PNpZ0IsZxNlqarezH4QJqQACPLUBkaOzxk9574hwdiFbAEIL2RV5k9v9DMMcbGAQ6k+h
rf/Ouqh4SpOg8By9C4/vH537mGiOHuiAn90d+i4XfogciFpKix5edwV6vxLJgV2fWPm2BnCxnQP3
FXfgvnjFWFBIgb3By3ToHLj9NENuKIg0/4+z8+qN21rX8C8iwF5uyWkaFarZln1D2E5CLvbefv1+
qHPjGQoifIAdBIh3soarfuUtqfZQD4h12HKmH6VUwOkVqflbzR3jbFZ55A5LvG8ki6lDEO0pieiv
qRlJOITH1qHuK+EVsbkVNKzUvaj1QBSnFsEGWSBDV4+axO1eTFpr+mHwACigrHFmn6Lfkf4mZcpO
IHDUJ+Ztn+d3uI2PHsI3bqL+ao35yQyb20Y6mTbaQq+S9BJK5eg68kOt3gv7yexB3EYpibi2qx16
48gtjaBwx+bUFsdesrY2+weRH19CFI3XrUrIcK1wSnI/5yb/o8AWfY3qxRxgrjFPi7vyKQzsZNeg
1fHWmUrjoQBVHptS2mDYrO8kMgn8R2kYvOeKVzsLtS3VCWNT9c1BKHdlKj3h477vBv1e6SvQfmL4
8vlWfs8Nrg84uwrgM2A/9AWuQoJQac06GkOyYSM760a972lURHixJE2zT7pnG7S/LgFJl8VhnnKv
i4BGmsVNVhVfQ9n0qvl5tEtPNs5RcFfogRtLpT+N+zaJPLtVT6mGOxA26nn7/Pkv/+AhYa7gTXGN
qGAlr22vKrmw8ijRVJ+0enyIUDF9DvsxxkKnUTzeMh54qw/3hi7Jx6bRjX0gVLFrZoDon/8S/YML
mgIPx4ADSu57/aSNqsixb8t0dNtmcAf6bYxHYZmpj4kY9k7yrMRPWRfvbCk6VchQcohACkx7yaj2
1IweneigRtJjX34dpTPISaP+GkvH2kAbzv4t5AcD/bryEY+RVzOsTpWTnwZL/SryG1OW+L+EvhU3
+1h+6GqqczmNlTACCNEmvwPVOFbq/ASn/iXNcdQwWvogs2R9zTvnflEOIHXZ4vC/i/Je7Sjy4HdN
FyoskI0vLyuzWJLVspf9Gm0mXeLanwPXTL5J4+B1hD7CepziVwp+Dc1GnCQ0gYfUXTT+N2vfRnyd
wt6nmjYO0aEMYc3DpC5y+aaztR9o4ZmuladP6Dn4M25g7ZcCWSHZOH2+oB8kD4hLwIwgxeRq067d
E9GNQb2t7mZfj4z5LpJUJA/IFh+zMsgOYlbTY9wUw31XBPFRluoAMHqSTS586m4nGXJ6a/VpdxOF
vb1FVlinaAAYiCS5aRGuM68V74c+0aYSRLA/tuIc497nCnMwToqd2u6sWRLF3az9QSA6HQji+t9t
PouDMcey6zjFaxFk41tfNxuXyEcXJ01fuLWgGGhcvB+QP/KaYVQDPU6htBELKedGV78T3kYI3BbO
U59F4miaWPBotQpGjUrz2Yq0LTnD9etP6QPpwIWJzNSYV69/LzmxUWjgO0ItOSnIBIARgLF1O0fR
VqCx5j0vZRaKeuQ0SBuvGCNGgGxf3waT39hTf0Zt627Wq/RsQFu7DxOU6KoBmgwuz9H3EDBtCwoo
Y8P20XzLK5zt8jjlVSw10d07var8dKTQOql1aD7J02zdayKQN96VdVudUgJbGuwS17yKaN7loeyU
RNhV5Yx+J2dnaBWjL1oa324kq9QDheGm3NCuOVr6UyNP0a0saJwHDp7ybZ+EZ4QIhava0fTQ1Nno
K1lsPwyGhX6W1d7hFFTtyaCOYdigX5BXyWPXSr9CE2GWjav2o8hLB46InBhBHoCRy8/IulkHxNZp
D3Gd7RBJCHbAePx+1jrPKfWNwdZnjaiLPJk+FpAn6zqwAbpnR0ZVaQ+j1CleJWnWrmrqfz+/a9b7
FtYP7WLuFLIeHrTLL0riKS6BoqZ+oEe5X9nN8yQc435Oyr/O/ZeBaJFS10J5X76q08F8D3pdbVLf
CqX85FT9P3XqnONBxN6gJHc5sb9bJ9lfyzgBVzdoBkJeASrL7rv8vr4IEieWs8IXlhN+1WbjuzpF
r3qZAGZx7O6UREVw+HxK1+u2DAkPQFtcVVZcugBWtpXNbeFLoW3eIfuj3rXGFjhqHaktCEDyV7IN
+KKWevld8qD1GSofxDpAP/ZxO9nUXIt4b5mZ6o6qOrpS2icbx3gdaCwy+CjkQFcjGbwGPFp2HgbI
epd+PhnDkSdYem5KvXuoY/unU+t3tMcVatDadFcElDg2zsOaG8Ba/jn88vP+uOaFFUtznDSlP8u1
22dPQXovgcoaemwCBxyoZOMVg4aTDty96H4Vdk8xDe2gOn+psF8tjS8VsXvSHufqrsetirL6D7us
H51QYP6lPEfOllzjRzuBfAs1N5r2EKiWP//jBztynpf2JHCoH5BqbgNH3dtOseXJ9tFWoONC/sMT
yOV6dbJkGYq0EcklMjhJeJOKiMlJ8q+TneXuFHf1ozXrW3HAB2MiXQR7nOvc5uOulkKtJrOZTSPz
l/a+CfpVN5pnQ8p2Qpv2cRV4NSLKXf8LcYmHuHzJHPu56CWPx/uM4v6jrkXHfNg6E+vbGVzCgjZi
awLku67sjnMxdWWi5H5cDN9a0yqoiMjmzaxnqGpU5WZavJ4EEHjczoRD9GC42C6Xt1TrSvDNnZ/2
ev4tSdPwUFf2/FVMKpArVcBNT/V4eEgaNbhpdec550B/yUVFNGShM1gHYMxcxwy156zNxU1cWvPP
zDGi188vpA9SlQVAz8VLfIR4knl1WRTCAAhWl2iJE7ycGksN7tpBMxtPN5O30Wkfg7w51AUlPleR
zPxLNeNAXpBvbLwB6wUiseXlJKIFk0Yt8nLCYlsJh7QBvSjXiJNq0iAdusapjkVp0C1Uii2ltnW9
mfEIOparkh71dWMKxGEVF1CyfNHj2K5mVbk3Wju+z2r90NqjclcM6Ap0Yox3GzO+xDOXSQgYFBqi
YPCWDop+dSZVa9Yku7c6PxGysRd5ox77yZDOQQPDI2sH6SkKRyhDZYtEGpTe74I/BSMhDH8OymY3
ZM6WXM4Hu5X8ECAUoCg2wbWZSYK1oZzRtPGzVjVPRLLB2TCqfEeXrvgO2NbZ9+n4/fN5WF+AvBVg
YpbCs4Fk1tXr207hUBVi7CmEk5LaSmJ5s4Lm2eejrGMYkErvJBHkTuk/Ln/+xzUbVxht1Gld+Yhl
NOAHs+ZoK6X8NEeO2Oi3fvRBC38Idi4AAdb4cqiyTavJtoPSHwVxQwCmhZpQPW+8s+8ticvts1B/
gVdwuTJv1wpW8EFJZ3I5eIgbutDmlOY3BFB3eWaYnopFzL4sjF/lpI+3PTpy/zotlHbNIsNO6wTm
Bl2EvZRmjWca88+RyOgwqIFwodBraAmkyEGXZrafpF7//bcrwb4iLYEwDPaTmuHl9NRma00AKIIH
3OSp0yTw9gozb45DTfn286E+SPoIQpaAUmbtufKvlqLJUPMFDlP5UD1+tmR5z6Lug/2QhBiCC9tx
U27ukyZLNO/tedFibJuNjbcM8ecyaTjYEXqZVO0cigrXn9uOnVXnRts+UO+UDoMtwr1wJvtrb6fi
NCSFOPVG0/h9pN0VPT6FW1NwfaQ1lJyWGwZ9Y86Wfo3CEpOwRGkP1kOH5PPtYKvVjajCwxgsUm9y
vM9jTnWk6TO5efJddGZwI/XQ/1ryjedS6jH9SavoMEXq2xjkw6kQSrf/fJlWP5GpIfGjHM425lFe
DtQfZ9MJQzgjky4ee6f6JxoGg5qLXd/IRlL4Wg1gVhN59/b5mKv+2+IcRiGVGJWAk79dDRrmiJ7D
KY8fM00PX4bQgV9kxCjIpLQ87RHuNXKq0UnS1NYbGym/Q6s88xJzLg03MsqthOD62Xv/OXhg/l90
QrZ1OQcdUAIgebZ4HCTnV6y2b5lmHLGAxTOrKvqNPbl828WeXL79j8GujiA5s6Bcb4lHvRP2bZC0
WKPnaOV+PsXrT4K4uLRyCW4Jylcvq9KH6jT24lFtnezVTgNyEFbZq/HIOSlklBtb/fqKp8yhAFwk
jOGkocxzdcWr1HNEkPNVQ2j8mg09uTGStvSiSdp6Jj8caenfkKLycl3f8IUukb91o3jEpcM23Bzt
Ljcde212SR5j7/NpXF30799F1Auqd3lS5KvvGhKYnFzxsAeU1iu1+KDZS/dKICE4jOPszUH3XCag
jiiHw8Sx9kY4neRsPpRZcj/NE/wKiuL4DnkENi6yKodQC+9QkzmLMNkI+q+jqeW3LoRzfQHk8Z5f
/VZk9KwgNh3xGJWTCgEkt5/nVs33ZY8ORSGLYVdMRrDXy3Er7/xoTWh0GUg5ks3SB7w8QHli1zX2
cuJRZIbuKl2s3Yo0CNxQ1vO/JB0tH0lnePlOkCg88ZdDSbM5GbVAhisSVoad7Gh6kjMMG+u+PqTL
KQWSxzYjSrxuawZRIrVxH8aPJbxGmgUJYRhMwsPnu+ujQ8rTQHrG1kLAZPnzP+5eE5FDKIqDeAyc
4CENg96vqcmeK2kYHwQ6ajf/n+EWni5KFzioXD3IAHdwFyk5o9A8ECI1/yPErPaOZP9SU3Xcfz7Y
+l1hBqmP0yczQMte1z+QW1XLeJS55sbecMc4+reSK6S6ung4ppn9GKvN789HXG9CDakFJvK9wgzq
9XI2+1kto04faIPrJrjidKwPSH92bq9Vw8btuqp0EKBhj6NT7OCCXWDWl2MlvQGhKlcNIBvaQW2C
w0gVdDfaDXTkoT1LQyvt7Mj+ZRQvaqieRnGf6o/F+CXKHpsayKF+VsAwqxHl0HQ+CGlUvdrKvygL
L1wZ2oOdaihJFRs/e5Vn8rOp71GrXGT6APgs2/6PDTeUwhwd0ks/wZHGjTNt2KFTTuwaxfYuqYzy
W4xioGu2rfmgyH1/7hVUXmLLaTd2/gdrRZIDLZfUwyAUuForo25rM04Q58ZHTLldWvOnURJwWgFv
b3z08k2X7621OAgAU+ByIg25ajch429UTiaNfh6FKDahGngY5Tr/9vnmWx/ly1GuPqgIy9Ksg3Ci
jGmDTddUDBxs5ZhoNLWCcMu9+71jeP1Ri98Z1HTc+0ClXy6kIiG8Y9fN5Ie5cpCa4LW01cBLGkiF
EZ4A52r4LsXhXafc5fGjOZzj6lnEX6fYN4I7dfwd2r4RP6qL8+nkdVXvleYjMDk/LX82ya+mPmfD
P2EbYv2LAM9BVf+x519zh5Q9HgP4oNu22wXfB+TFJ+fs2Oi5tIh/v7XlYzjeCefX4GiYFNQwrk/4
6HmO8qIZT9L8Kst7MltpeGod9MLio1H95/Q3g/IV2fyeciTmG64V/Sc5XmFkeI6czEVn6Fcefhuk
xM3j3/TTkwgKS/PTEv/m+X8ZDHk70AkzzlNzVtRvpfNgdyCg1F2OlLAEfttKb7A92Yh2VrnNYlgJ
0BQVY+rylA+u5982xBiRS4Ee7GhRdo7yFRl+43frjOFtpUYh8vCZcgNdQr8rgPW56O5aW4Yu72Hy
1S4grVjQgkTuKHwvp+yP45wlow2ZKxj8tsY5UsjnuDxNRvsTCwkKRVH6L03AdDenxm8FS0RZ+RlP
VPpytwOIU+FZp517Md+lzZs9/jMr/zrKKbXhc0gPnf5TAllRzOV9UtyO7SEurG96oT4Z2U9rpHuM
MoZH2W7jVlgHMECEyU1pdvDkrqi+hhxF1mCmmq8K+Nda9CpROfUEJJ2Dnhv5LZr9ruZUxsawq3au
9t6mAw+6uLABcrgKyZUqR+LMGCe/01mk2Gqq4zgjfpkaQXvUYxB5aA/3ypvQgmOb5elL0mnGvSjS
8jEpev2+7brAM4HG/vWDTVkGXz70RsE0r4CRRZIYUYoDrN8gSFsgXn3Q+9z2qJm51QJE+/wKW1+U
mLxwl1D205wFAXq5mzB6D+VJFIyG5O1hKrscAuy4BYZYNUeZbF5prv5FQhPB46ujY0HPVZVShdae
STcBN3J7A5QZU86XPsvYg31EK83Ae0gKvTgEnTkrv+Ig/20WpebmdfOC1uixTlKvH+Hca/Om0fr6
Kl+Ydbzq1C1InK6zQRHzx+2EvEFZGgMSX5r0ajiS8AK8jF5osWj/fT7v67eQ/yBTj5QpSGRg3Zfz
jvBGZVIal31VgpndOlFz6MNi3GvmVuz8wfmCpc9DZdBIXOgtlyPNmT5HUghswULubBcKYI3Qfjs3
iOa7MDpSVAt+D0b35fPvW+FblxUn5gBFBNgaANgy4X9cU1pWgC2K0tkfYId/zQAp3tL6KhDcVyY/
p6DtR3k1YHpDjq9L0u+ildCuElPptVoIlII879jDSL0xYcC7clr32EUNyY/Pf+Y6YLV5T7kJqIUs
uP6rOEHg7hFPjYl2hxYUELsa5SmvGvOh1GfhDcKI91rfbXU/P1h7iiAgkMFdk81ca0vmSLnVwaCw
ImTM86jYVLvxgwAK0G/sshVGkFWAaQ4CEuoN6dO1kOMkTcC0bAfMihqbO6WXseWt5y9pmcwgLp1W
/3dq0OhyyvSJDoBr4kv5vXSM8aijq/i9HpNXLezrQ99q2l9HaPBSTHI5fh7VimsKmYqBe9SMZe3T
2gjRRjIktxzLbON6+2gbLp2+97dlWeerbZhWJcAZo6p90cygitJourUR8HMVqIP3rSbph3is9rLa
igOBiLkT1oAUeF77aEVoe0BZ+aHo5O/QzmYvXRxYpmQct37k+hJeFLBoA8Cx4IReY8GtVkWa26hL
P4IG9kU3hvJhtuO3bBTOm1FHyX1sWj8VJ2ufJavXHxpLdAA8m/4JcepvsajpUVRyuvU0rNS5MK8H
TQHpAyfDxUXh6m2w2w5ouNkVftu9CXTIzmpQ12c9NYa3PAfJk4cO3MxgMu5mPIIeW0xh9nJWRm+d
PJyHbMt58qNZYrvAzQPfB6fs6ud0LeY3XUNHNQ2j8lU0RXTo82Tef34jfDQKuSt1H6gYcIfVy3ur
A8PdVsDsfcvOortuFqj+mtOW5cay7S6DOJBhCzeLRu0i83J176QpKAe5KiqI+ORDkCmrfWUb886U
IkD2Y/yXDZJlJRmLWjSBowaQ9fKjBsMu57FUCx93sfZW7mQCwMHa6COurzXuGZq8xC2LFcv1UVNb
OSTzNktEOsIQYnnzVIxK+ttBgfHzJfpoY1J2WlpYnJdF9uzyc1RljqxUchqfhwwRj04JTqoVH824
mY4FmhD/lLV6Em07/ejHSXjAXDuvU7UEpWjtNbbyLX2yFV6W+V3uWEjCzDM8hqvwpmzBYMQYuPpN
NJw63XDtuESmC1PfADJzlshekQ3aS8SJ2RWOvJfbwdnNctd9w3dxYX7qTkGzvhhcJ0K3xkF9945/
13aTrO338YAgLm+j0f+ws7hzkZacXvvWkW+aAqdCOW3r2Y00AXwuzbRfn0/2Eh5c7FS6OYQnC5yb
nimLeznXZTfOqH1Osi83wFf0aBZIARbOuVPQCckyW9z0oDFfC6UUN0KW5o2a3HqtuReRS6NRri/E
t+uinJ1GtTPHqeKnY5a8BrZzKuN5PAWpdgBpCdq9b4Ijcl8/8jJOPKPozZ2FnYM6Y5c3zUO+0QRc
bXJ+zsJYos2OFcHKxSZUzJbmUqb4NO/Tc6qG0d0E/e9nlQVb+ebqJlqGot8I6Y79hfzN5cwHXdRO
hlMoVBeK+VEyrMYbVXrkn6/vKjxkFBuXVmoyMCVgklyOArUgjZC3l/2FHOylapudtEIZ0BubRp+j
Vb9UhtHvKwTXN569FUeAJ4+iLhksdTVoAtela8DiVW87beNjnYytXJY0bxIuIbsxG9TbqlWmkxUZ
33IZIGJchGAnsfrzpy6yXyYLS1mayT3WIWHwkiI2fip7fHWLuvoBZv2RLF12lcRpz5MzZr4UNbzj
lGX+09OFb4JAonoqkc06aCOurEMpHUoQErs0N6TvtE3Uw4Rl68ZWXsWafC5VWMiq/EWz5CoQTwvh
9LhL03msamRRqV/trBm/z3hSMArQnA5dKys5bizvcrVfnl9GXVo0QAlxBVq5aVqznWS93vio/B1B
dVjNV4MKoFT2QKT3HbF1pSeeWhyz+hVdHHcYzi1kDCl/C2Ow4dlT2DS75ZotdZ1a51MwIBihlov+
2UmK8bJyfpaDekjaeJcWD20k4YBwQL456uh+KNmpDDSsLBHaEa1n68k+VJn+CN3DezjnYWJ4Ulvs
on44xFZ8gIl3stJhDw93hxpeBjwhqpH8zKPTqOf7Jk53S6CYIoqY8q8FGNWOp1YPAXwCVwFfbO81
oz7kNsbT/D0cZOyW7YOeil0g3YDePqaW4iXhL5lfM+rHTlWPTTAdM2okCEjVfRTzMEKN/3wR1ukv
BQ76YxZ55VI3vm5J52Yj06uqZT/oZreU5t5NMBlEu825k7Qp9Cdm6ziCZtqpZlrDfWlmBCiT6jyZ
1n+SVhU3qZFbu4AWhYcxdLiXYBzsmtrW7knftkSFV5oXoMmR/aLUxZ7h6r822nASO1CkVKXEZLTF
KS9FdYdKq0LRcJBu9TlUHiI5FW4EpFsZbH0v122wb1JNucVj+jsQBz+3aJEvYjKVNyfxcAg0J3/U
snnr5V3fkWAMaPFT5qXrQB/y8vYyZ73VmgmsVEm1YDdlY3iYVKt6+nz9PhplIS3QrCHwpHV9OYpT
ykYPMbCD6mdjJVYghGvKKLR9PsoHTx3RDIg1pJGWkth1UFh3eRTIWtM9YoNknemEfVfxQnDrTP13
lOHzaXqG72N/pC7nJXWDgI0Vz46bhYm4ZX6V3cbvWSbv8uoADkabnCQNlC7SDZefXWS1UYdSUj7W
Tq55WpEMvp2j2p2L0DiIKvqJR3G/HwD4eXlB6IWBveWJpH35/HesZ3+BcTAfiFxDP7+eFkOEY4zv
S/44O9ZPR49xVAvlYuMZXA2iA4XH/QIZJ3rMqyZJ7jQhZh+x5M+Ibt7BR6T614zFxm28CqaWUZA1
ZPNDUCIBuJzRWLBNNWWSfEkv5n2b9uW+M4v+5JTgIGw7ig+dGMwbabKtI/hAaSNCf9dCuFhRPMsA
hi7y5JRnqHtejq+pc67FxmA8GINAjB17VlcZcaupiijckeLpMLSoE7qOoIJvT6inieyfyek1VyTp
o9YgVdaoyeQhiPMt7nuARKHUY69YW+rj6MTWyabtfJs0/eBOGL7vP98IqweU7A9OF8JeeM4sOsCX
v74Ys6xtWyPxk6xSdlSfcvhUMQWjoT3WirgxRSdvncnV84ngDG/1oiXLkrFyl2PW+lgzjbR4MlyU
vBY7k8chRjrEGgv9tyU0cTMW1KaVeTbu8cPA5zIwy5tmFvZxQt7R+3wGVtEntUkOwaJZitoYtZ3L
X+OgsR+UYi7hWti4rRhC+1YhKPyfNEn6xulfHwgaZyo2ujTqwEpen7poNPQgkYArVFKeHCg7AFdC
RnFjlFX0yayB0oWFsqwqbZXLD+rgN0zULmI/sLr8EEf4oCbIlx2QOQ+/VtkgviVFEB1q2l4bI6/b
ogiCYRyK6xY8xyWLvBw6GYdA78y29LuhNXZjJHf3ODDE+A/Gh0Ifk0MIr9Ot06i4sfA46BFr9OJc
7399vqTrK2ERN+LBBUBDEf4aLRZYg06vpsl8wwAngqRIe2wNy1PiaXgq42lCBp0GT6EPSCwHjbox
C+sjRVKFRD7gyXeRj6uYdFBxiZjlIfOh1kRuDmHqqHdGv+MEPsd9Yu9zJd7yVFvX5AA/cP/YMlkN
NZbrijRyqDMiX7b6wMOl7wlQyz2RXpnt2kQPv4eSnJ0ieYbgXyB56lL2idxi7JBjD83kPi8T1Sva
uaT5qMk/jLLj0Cdlot1qqez87XlbmNVIYsCupuEKrPxyj8Rz3tvlOMoPuqR+oUveU3HS0e4J+o3n
Z7UO4DNIgoC3UKaF072cxj+q5VIGXqIsGGiWfCvLvlvYTuYF0hN1nXwNsmCrl7z89y4egmU8Og9L
Aeq99ng53lzreU2rX36Aetq6kTUKzwzTdOOrVtfVMgqS0eQ6lJ+pvl6OkidpgFjcID9IUoYONt5w
Nyo3tkuZfd6ocK2DJ8bSobK8c9m4SK6uxnIUSpbNjfwQmeqLtgBrMXdJPB1E1L96N/bHvpHvg1J9
EWbjquDsKzepQ+cYZnRL89H+5/Nj/a5SfT3DOjgHQgqaC4SOl9+udXYtRqeSH+ywnHa5GQV7pEDi
s1JonZvKgXOM5Sg5zYEc/1eaOGO6cJKjH446ayi3t5mzx1CrOdah1bpYj+eHgFbF0bTT6oTS5D+j
mUYn4JPSUU6Mf4MkKXdVrU5cU5J2awxJ9iDmIvpZmcH0VqPdfkoL1bjthG76Vd4qHvc59qt6X93x
kDmvSt5tuussd/flDNDEBJxDvAGDDf/4yxmwrCKOO7WEXah05s4coI4PvfKUxKrnFIMBK5l/3Aw1
un2aHXpVLVUbAcO6V05ZAa8moi6QQUu59fInBKYVq2EOF0TNpbNmSHedFjb7qrbG2wytvnMTpT+H
uY9vcxkNQQwmS3gHsYbXRpKJuzRlQrVwVo440/b/mW2q74KmxqA5hX4fl+GpJsg5xjzZ+4roZz8o
o3zX2Fl5roTWerKE9L43TzAq50kz7/NA6K5dZNKdoikVfos5d72FZpPIHz/ffR9csQiDUCdf9HwQ
bb++T6pRKuOuSmDYTJp00FGiD0ytQWhDKBXXpWi7u0xy6l2dzKd0mF/aKt2lGta3ct8YN1lMD5Yg
sA1e6H86O4oafmcP2sbtur70+JFwQEiriDF4CC5Xxw7BUdV2I4EV16tzM0VIJqYwl2IbjIqo49Ft
ek3eePHWNx+VWppOlLwcHr5r5b0YK6Jy4WP4VRjOL2iG1fdyFG+1+Ja9fbH3F/KRBiZz0QNBAO3q
XUW/ueIjEFCQ2f/qpA/7YhySfTvEFYDSTQ+C9e1HUYHmEWEU9X0gDctX//F+2CY3rZFOih8nJfre
ZWNSE+nG5q0YdGlfBTXOBJp4mBpFvYm1yPCSAt14VRqbnRqn4wuwt63QbrW6y09CzIvYgouNhsrl
T8obNECsCSUd5Ofe+Cvz0qzMfmcFMJVQl8WXKdgSYl+t7fuQINoR7yHPedfP/WMWMIgezakIFH8S
Rui1yJ7u4rEY/rYEjAoSPctF5JUmEUXxyw+TZWSrExqivl4r4cGeU/utQ7r9lEmF9vL5OV4Fh0Rm
DEMnigmEKXZ1QuJyiJEdRkZPrpPuQSS3nVNjBOg4UuohLqTJHi32vYra+xmS8Mbga4QMJl/v4pFU
g2i3XGMi5gQ/M2G2mT8gf3dEejE4JYZVU5BQFIib2FvJ+6GSX2U7Kvd9kyq4FBT9PqMo7paDEXhh
aE4bV/o6bF9+FLBj5mWhFF5z1u2kl3jYo8wXmt7cUNSWd0VROMckrA03oWl008vqc2SMXiLHqDaJ
5BSo6VZZdY0F42dQHVnkbUgjSCQuN4EGpBKDnyH180q5n2QR3qO1qe2JsgEyKVWxS+F07JxOTnZj
jrl3muQbwdX6fBFVkDqQPFBNWNlkZHOY8LT0cMQ7/UXXpfCmjVHNkqKy3aHltU+1autIf/DV4LQA
SMPRkTHJ0ZeA748DliLX2TZZkfpTmdfIsJbOjzqScKNrE0qXgy0D76ByEFMxY5M21b4ZHYoEnx+K
9Sm//BFXcUVGjSip6y71pURIh8qU4n1axOGXvx4Fcj89Hhq0kPCv4WFZ6yhSksWRrw4RGDtZkXZD
Donp81He2aiXDwVlGFqG0LYRAaTmejmjYpL1qp3yyA+dYcdj7mbJ11QTO7hKh9F4c9TH2Di32ld9
yD0r1l1AtK6TdrtJwmq4e7CCCT1mgU+h7LbipzonD1p+NvR/u1DHMP5Fjb4EI64SCdDLbvDsBqhJ
lZ6IzA92PnyBCHVnh/3Xsv5R4JG2r8tfqB3//XpBAOQNBETAQ3DNSob004WdUEMfT5VbO5NUvCKa
zYhnVawEpGADIkRKcCEJXMfbaMyORChV5CcI159KY7K8AIbeaXKKQyRZ4R6Ljtob7NjxLLB0pzxV
FReAQ7Oxoh/szoX1Bb4Z7CzJ3NXr0CDq4XToi/hDH2s0NzAblJcK6ef7Zn344Zaxb5YbALna61uw
7Jw+FFYe+vlcvw7y7LxUjdW+SlxUuKAIixSHDfz814MSTgMHIa4HvHUd0EcNIKrIRlpolpv0ZsYo
4hZgOf4rwXhIE6nfEYluOZ2uP5SUmIkkVcVOG3L75flo9DGiK9zmqKqADzTM2Pgq23O7s/NR2bGN
wltRZenx8w99t+G4PJWMCjgJoAl4HFQqLkd1Mvpo1VTnfuv4cxF4SoS/oZGiOJa5BQyDeTh0cLTz
1xEMrjy8phLZnL4PhpsyOJXUqszkoe1uEG5xLfupFz/0yvHMaTol00nRcKeB/gU3KysO2hC5sfai
ZPda9GA5lIFDo3kyZ+UwyWDWmxSNx8YVPKuOyA5Bmx0bpDJ7pd21yGVaTfIzA/i8n1Iws3YNYDFq
cQsa6uH0+ZQsmdKfM0JJggodbrPWgrwBIHk5I9bM2ZYHMTznPA6nSsYXrcIM8iQVskZvDg2F1uqt
fdbpW1fke9R2MTRatwitELQvfg6UEi6Htp0smnmU0meEMlW3RYD2pUuNx1ptwxv8W2ihhcx1YGfB
Xos53mY36Ke4BUmemRNyWX2m4sprijP6P7rHJTQdKq5MC/PWlznDdmsMvn4+Wat+H9ISZP72IjvI
LlpZPY5jmER6bUpPpN4nRFTKc2FJwi+jtNlLpVGfpK7ZpYZc7qSBAGYaZXsf6JLyGNvCOY0tDscd
JXVzUrEb7xXtZbL7etcWYfKYqbG6sd1Xgd6C2IGQjzkJNyjNj6tDVkhO1Vl9rT0FSkiioOrNASJB
8QbC/IcUdKiQIWLgyWpQ3IezbbiV6XReIvpuZzdWcsBSqfdwD4//8gkGtkdnb0ljFwYHleLLhU+K
WSqcYlSfgiKM9rEpNbsujIKNytH1hf0+ChQZ7M3g4NOlvRxlLNMoH+bFSmMS5QH7PY5dVbU3n2+J
dxWWP3cxAD+AV0C7QfgR0l+/C32mpEqbSsZTrDjVwaz1yStReoUPLf9EGeA8JFqyT+z01Vw0Oqam
2+d9XO6nEdFfx27rfZGNycnJnf+xd2bLdWPLmX6VirpHGfPg8HFEA9gTKZKiuCmVdIOgKBbmeWF8
+v5Aqc7hBmXulq+6He0LR+iwyIUhkStX5j8oF4itfGpw8XG76C6K4gipZPs+MeTR77WivKDPbpId
OAGhrFJ7aqhEm0K36ndOkBv7KKoKT5mldEtz1vB0ObdQ7hSovuFT7RW1rh/t1Mw8PbVq9OPs7MzO
9epz5kHwFJgokFypQ5+D8UUNGVfD7AhsAm+pdTbGFr13b/L6Q7yhzX85euVV5EPxu6m+iKf4Ljiz
hS0hs3oLC7oe4M7SjuSUePqyEVoWatQI9RbA5x4Wp95YvqnvFI4Lb7/vV2Sx59sEdYEgFUR0kN6n
K2G9aOd8/ept9c7embv0etxWB2UL09oNN4orb3NP21Uf+411a+ysC9kvdqEfudL27etY75/ry1BP
L2M0uy7u5Vq9RSXYNZCCy4wvWrVrVBP45pkYX39J1MrgWpbai8oEKZHVLeva0k2JUFsblcK4suzw
Y1s4zpnT988XATtNW4+Nee1xQUFVN0GWA56OcVMs4yTeYCAXn7mVZYM/iRN0SYBAMOtfpOvYfk4f
mzFESLnOVXFjdiHuzXCtkYMuw4WZH/iIZXxhNJC/r8HMeVI6nwue1/e4YAm/d3Noa68ZezSHJ3io
rF7LqQl7ciqXE9Y5F9fVKoC9FpQB/rvLeJ0WnnZ6j3lG5ydHeOKGDm7euTOw433Ggfr27QhcgyO/
r0MPHA0QemF886froDES8DXo+c0oJ+MhKsaBSW3plWVqsZ0rAnNRUTVeExiNb6dougKGn4+tIQc7
pceTTuR96RIJ5UbRmv5yiqbInVOo33XTmbuwGg9dtE/7+OuA158nlObSrtI7aOHJrlSrx8kM0jNz
9FUx9P2OmAsxw1oQ0Gv5hAnWeCAKLb+pnfB20mn3NrwnAyKoi4pP7OohGpWVItu/9jE/r6szISKD
U1Exnj19khNASAsNcxoyrWLcZ3kWX1QdRzqh56Gb1dantjpnB/2TIAGRAkKZhhq3u0YspDobyVDH
2Y2w9GgfTLPtZRrUqOcY+bfH8d/Dp/L99y+r/c//4N+PZTUxvI3E6p//eVM9FXeieXoSVw/Vfyy/
+s//9D9P/8lv/vjL/oN4OPnHpoA7Ot12T8304anFVOh5Ta5h+S//T3/429PzXzlO1dM/fn8su0Is
fw29seL3Hz86fPvH7w454d9e/vkfP7t+yPm1XfeQr//rp4dW/ON3pul/UNCSH/n/C7ie3DM8/f0T
TjlUjXwnAK9+/60oGxHxK9oflJHa4lWKCQ6jDJZuy+7Hj9SFYgNWC1VCsqL6+9/XdPLY//Uafiu6
/H0ZF6L9x+/PQLR/5T1k62A0LGB/Lo6dmb98GmHhM3pkCIkwoxJHO++6fdBoyVelbxrbDbW++BSb
VuTs2QeywzAPNf6+oxZunCQxcHgSU7OPEWqeIrhMtUjDDznNyg8aHLObJHfUTxOM36NitMEXYFTa
BvcFt2JQca2U8tRvx7DwjCnV70Np7C6F1EsfJLXW8CgOxnslEMns2iM47qix6sdAHre0A8VtPKYp
nhyNzgFE1fsy8gZjti9yZk84Cgi8KuJhqN8ZJhCy/0bgXsWPTdmWf4nTKD2N9v/nwpuP/q34BncZ
tyJ/aH87tNlD8e1lrD//6o9gl40/wDUsnIAfHPR/Bjs/oYFLuAEDWMKXJPsj3CVF/mOp0DiDL/hg
Jndcyo94X362/C3OV8ytmRzBZfiFgH+Gv74IeJxAFm9xCEh8iehKPBOoXlSjeKWGKWc1ZV9XrXZB
oxjPtFrKrciHCOgD2cX/sAjyuNkqiVZvdSfDN0/m1N1rw7ucj6J0lVb+Cni1OkRm+B7R7MlDv/WD
k+l0QntMVa/rSHWOPValj309Kp6BQDwiM/pUHPSgvSr7If0ul/FL6fR/da1oHrL4ofjN7Zqnh+63
8q/f7nD14bXFj+06Vk/y7f8dCfYZ6fdfZ9jruHs6iboFovQ96iTFdP6ge7sU30uIMGH8O+yefwTS
HdA5br1ofi5n93/GnU1mBulCpcK0hQMxG+w/4875gyYUx2NOpOCoF9m6X4m7pRb+V9wtwlBcGXMM
Oho0Nl7pZM1GZoUZbhL3GIHkqJ5GchNtRk27yGabKXQwW/U1VrBQVXJ1Yhza9WYCEVZVdiCaZuB1
yOPVaJTM4TtkvMLeVXvo+6ROy3SjpLqPZCxFvcau2quqlaOv84w0za9v2v9Dc9/CLfuvI+/jQ9E9
iO40+PiNHynPkv+gnUArH4Ae6I+FNvdjfzfNPzgVLS6CHEnQvyW8/hl62h8yMQXE0CHMKMb5rb9D
T+UPgjuG/0LpR5piZv0LobdqTqGMiYod0ysbOjCjDSqR0z0+GVQrrXK7ueuN0fyEksIE91rGPGKK
ir2wsYaM8KV517apeoibLrlsilR9sHJT9dDXKzeS1NZXRmKhqq07FQAJbb7B6sfatTY1+pzM4uuL
p/ujSnlZlZwe2r9fMHMz6uWlh4LS0ekFh7McV0aUtnfBhN1zNs4zNhYVcz+1dbZKFp3TiXzunv/r
4/yx4IKMwqOWpuOa+Ji0RsdYV27vegzqPtK7vTFzVJ3GXBo23WgjKqqXF6LIkj2SXp2fdsNIPu8z
FH8tG3x/f5WKsPUSJLU9Tsrdu34AdtIgU+jJk926JWCRrT7p1o7xrnPQInXav/3ITk8oyx0gNsas
BT2jvzfQl4M6vMJNPZ1ycZcYOUDRvCNjJGHsOVqb0Sy27uSkaeGBd3dvr7sazz4vrNLVkTk00CgG
j3D6rqQRT/q5GMVdGUzdxcSsdqeGVXyZd6K7gG/cuIMldYcyDIZ9NUmSn8926+Niew6697MrYX06
1SAw2ArWfaaMAqMKsrq7Mwqj3SdZqb2zo7l/F3e1QDBDb993dq1sRSs3B8tIkFlo08DVy6g70wpa
0Smenwl6gNTVyD7RdlqfoSrApAret/NdOpX4OAUZFcLQDfc1EbRDmnE8NmNruTFdYA/hsOqarynd
5DGqWkFfB4dO7u3bIR2yT4AR1Kus7fqPtpRl1zKe0rszL/D1x0Z7DkwsE46FWrF+gVpuKVkmUvXO
rof4yorq6jGq8tAziri9irRh9rSxMXddMBV3CfI3F2YPFxh/WDRp5DIdt1ppzlt+HO8KqK83UizJ
Zx4o1d+LvXN5nkAh+C7JiGAjKOFWMdaFtY6aoHanx622SypAsjNWWoyd03P8EuUnj2MBf5KRyZXM
2pdreVEfZpi+OPKoq3d9rSOiYoPVml2zjIaYvkQWq14CtvHYg9CDbxbK8gfVGEZrG3dTkm2cqmlq
FwNZtd1w4OrGLbrjhnkpxY7yCYUq7dvbL++0a7U8mOUKGZVh9EllsUYBtUZjzCJiXEB/LN6huzlv
FwPTnSwmxjV9Aqsum6dDLC3qPXqgnHkv1qussww+6XYujkS0Atdwuw7l8y4DaXynKb3xOZvMMcAb
MWxVzB91+U4glaShe8hxzWXbSUe3zugb+ciqaoWbyK3xJXeyqfAF5NmDElRG5o5MZyC+ZNajA9TF
RUjEuExzBS6kmU5MuiLTHgvPliPrMW5MvaMnHtrhpsXk8orlwVpOzpC0B3wUgsp1OjiH7jDjBOcC
uR1mH477PHttWeS5pwajfkQR08AcOTRqAfi7S7/VpeJ8s9Swxbx3gmvj2XbaHi0j4lPAW2F+SgGD
lG44mGrtV/qE0VKoi1TeTQnUGNeoqqzfOqJaRmRDXu3C3kZV0O7pLkK3zPPYmzPNGjdKn80NDstN
nPpTpyAIEjKSv5StQWLGyCk8c3OACogBlEnaeJ3VaqkfB4jv+UVbHaE1xgg5dGHq60qjMT9EzTnY
9QIcnY8bZSIdUDZJDoMsmnJbq3l0U7WFLbxBHQzZK9ohO0sgWpL9yT6K2PLiK0B5+5xUVg3hsNDb
AQyodWfmo7OR5lB28UONGRjholYaav5ebrjnuTSMOxqV0bcxyn4Nicc3wRFy0VZe7EhpkKy/CaUs
ozwqhXUn5XW6U+dq9ArJ0tw+LMp9bqnnVOJeJSfWewZdgv1bJK5XycmCnTwxY7DvJCke9lmUpb5R
htYWEY5zhLFXuQm5JCSjSdQo7ZmcaE5zEzk2kQymKXdNGVk4fRvhNpWQnRpbFbFd1fk1OPfzo2Qb
o3CkLqJsXBP8i2pEqW60nbt0ZriEypXJR5s+MTI7Z3X6szvDTgV2P0wsmtRLonmRdWs9UvQgl4O7
oVLKgzw4oY/naLDv2RD8oQnGMzPAFbDp+daYSTHblin4GDau+v15lcpW7BTSnZ6p5T5tgXL1zBfu
FJuvtDDZ0YDMWm49FvOmzmp9D6yp8t/O3iuB3O8XgaQXGxuAcUB/q9opcJS+bUrJuJtiidRXS8xa
Dmldy42Pr5sd+MaYg3lrAh0fvUDLFvszgjD04N1p97MwYryqqyw4C/s6Paw+XxijAr7kpZYEcrcK
NA2BvhT7AOfOQK3YG50AmINTHJTaROStSK3Lso8t18FLxJclLO96mAvXvRmZ27ef0OvCnHoOwg44
E8RjOLuv4oLsV5tlbKfHTOTSYxC28Z+47ug3daSJbx0PY/KVScQy3jrZ+KCWpDlP7uJQ8VEol5Q/
ndZJP0YCL/pEM0IMteIagyZLCpQrhqryvaZyg34cWVbicVTDFEyech5zlela6MVVNRXu27f0OtKJ
8cUomv4Th8Y1pqZrKjFWbRfcSRG4kMoskcSeTWXbRkW3HbXm3Df8s/V4bouDFZo7z526l19Wp6HG
ns9mcOeoDZyANvDjNP0wx/lNI/CFfvvmfvK+6PAhsMORAM4hk9DT71hVhlaNQO7cFbae3ZWaiG/U
IKQ/C0nOK7opPER1K+FdqDY+Y9nB10bOBVqnPrZk5qtQSJEbT0G/y1Qj2zuJaSdu5LSplwfAZNxo
au2D1bTzJqvq+XIy4/pPxH2CM7fxs2dGuC08MVqElJynd5FTOsidFIeUeSHAdDP40ifzt7ZXv2a6
vHn7kb3ePnhiMOJo59P2BC1wulaiFWo9tIZ0pw2h8Ipc+xINVQSbXfv89kKvz0ckWPRnUTNUQanB
nz5daaB/mKMvER7LqEbicSrnBw2f9dCF/DZIWEpDLvGKJGhjDtp9P7uhIswvg5I7s5srkqjOaPz+
JAdzQTABOH2gvstefXpBOrSUOK+KEHvKxtpbUjm8F9NseENjJXs5acVGoHL0DkJPhWFLgIlzHla/
NF1eMh2wfQQTFpgiE5h1phuiJGGKF0VHJ8wAc2XWsDHi6ZzAtM6dnNZFAOHgBql0iTi/rPE2RQt5
G43p+DinAC8iCjA/7tL/RtgCoKFlCWF9mRCtQilvSiAvaHQfRYtsYCG1d8akHQSiG77STU9vh9MK
1rE8uQXnRHFP3CIBbCz3/GLLngpTleymSo7s2H4RygWNybGDomvGU6PsmkgY13gCqKgYZEGe3M6q
Sn+8oRf+fqBVKW9AhUz3mVo573tbKr+qRaUfzMCrrXqn5WarUSwX4NsMYTX7t699+X5PXwcdi6Ud
t6j4LHP300s3FWiPszIkx1ZuLxITAGxttfdlpl/KRvaoKhAW3l7w9Ue+LLgoajlwX19tY0YSIb/W
aslxsMeYokIKMa3o5E0V9M6Z3PWzpRYBmeX0uji8rV4LgiZhrmH0dhyqyXGj0Tb9QQEpPylZdeb4
97OlUOpBYZD0BTB+lSYbFOYMo2Vzpv5N/Lkuw53ZpNIhUpVzvn7P7OP1K2MNOoIK+RiM5ukrGyMl
STVdlMdUr7tb22zUP0GmWV/NQlY+d8qkfUO3T7pKiqhk4JKn1p9RI+kp6Op0ccPtYum+L3nsadJY
C1wyLB/TdEYIJUTTZPQqK2lUv4OaTB04D+JdUKXN7BOS2rwZ2rh9X6RGqfMd6UnlFggwfTalyvza
NIE5uYM29oXXN2IOLxKgQXCKZWW4kURtHZJoyjN0YvvxndyGIFjm0Bw42U2NiRxMNsM9QzZ78PJ5
Vk0vdkZ1upRDEDcem6d92wyjjDSIGhRi26BROuOXVdWfpVyvLJCiUfQFwpHWullSNtmmttSyd8WY
DH8pQ6ixbdXdNpHomLp96cCDlLoqC718msrrBuO/1FfMhV8yh33fuLmZSrUfJ077TquFNLuTGMfr
VKnvhRQEgO6tabpEekc+o8n4zONfvVy8bhV6r4vPChyt05eratDBUqWpjnmIgYirEKsDJsU9hLAR
z40AnPziXRlMttm7zWinXwOzmTDjy5rmtuybgYyhgYaYqdmFz3hf3qp2nURuH4ztAZCDdijQM/mY
hb3hIVYfX6dNVFYARzVx3ddDl22ErfW3sZk4j+0w0spV82Ho3VG30qfakOPYLYHP2N4QCWXcIP6d
/BmPQjp3DFpBZ56TKsdJngVTosXRa/nkXiTVBH9toSNbc9RT1Xk0CsE23LRdgtBvX6HgU+ZxRAhF
gJTcSa4qeWeiQi5c7LlVx9MVAMZIdDnCyxysb115LINHyUo120coSTXdWJM/ixFAh2fXOs7uKvoN
nl5Rw7vJDILQTaWUHrbIQkVz9dworgUvAP5ubJqHt3Pi6ySMh8AiNWICfYKQvxRhL24VAmxiBZ1T
HeVRlbaKUwQXkYJVqaRVm8ierEsrBeTy9pqvMxazZRQOwefR6mQgcrom0jeNQD+sPCp0rf26aoKt
musWejbDdPf2Uq+3fE51SxeRqTYuoWueR9MrMrJaSX0MlTTamAr4Tmexknh7laVEOv1yWGVpV6JS
w3Tx2djixUOkgWwII6rr46inkd/K9k3UwarFZCABGD59gDIWuUaPTuPb6/7k6MpcCpUpXtzS517n
40nRqzi3rPbYUnY8yNYsX1mlHF1Nlk6UziCbq1RkG5Pk56dmal/TK3WeEqSf93GTB2c29J9eDp8M
g9pllvZqRxe9oHrMTHEcKwUt0zg/qk2Tu4HRDV+nKiLGZXu6tUul2DZQqxB+nhDTDFL5Qq3icwK8
P3n1kBdU3DyhwtNfWEW2mehNoY9yexxqvH3yeoh8ueidM7H8k1wBnMhErYNAtukJrYK5Dm2lG+J+
wEQ5Ua7ksJ8eRVpSNINEEJukNKcGBe8QsdNSby8wu7EnAHVOFHu13CGxkMkZGxG6RiX9VKlr7AMM
WZG7EeaSj13W4mJsmJI2IBRQR6Y/T2p7OcrSlCN5wj98NUKxat8gGvQYoO/vqULKHW+emuSso8E6
zGlCEGo8zMVoiQH/qrLtFLvXw3gajw4Ttp3at+yaaavVhzqat4I+zq7Q2vYdb+QeBYfkPkewDCyg
jI8QU7Ftjs82LYu6vMBfqd+WUatcDGGAu/kgj2cOFCtsPRMOrpVGFgQy4Cwo76wKMGdSzFhUxngM
ZWv6mNVj701Zl2WLoo6zadpE8lNb3iNxmHoKsfJBmkfp0NoVqjxW6NyokSM+J0b3a2YM369r+Tb4
ZEHagAU9zX1V30WtYRbTscYiwa3quL/s1D5z7W6Ktm9nh3WaXR4B8bh4/j3XoavXFUqoLRRCnY5d
DA0GMa3aG7Qg33Va1JxJgOtd5PtSMESBdvANGKu7koUsBQa0j+OyM3q9FbVHaKu2FyZ1f1VkqX2l
mBQ1b9/fuj+wLIpoB0gmRh6Os+5WgufvAMX1LFrrmRuqo+Y2+iht+pB+lFxH51rMr9IbCy6wFk7t
i6cUam2n7w7sVCbaTsjHvHWmrUZxMnpGCBGg6hvdV9Og3snLMGGGQajNvXLfN2V3X2m5cwWHsTkT
4j955rxaOvy0lRZEzSrCccgB5k4b90i7MvX6uBs/lPQc3GHIlW3dYDJjjMN05pm/GqouzwANKH0B
BPB/6+/KbnQtVSt7PhqBJF3OjoG1gR7XfjmGYteqhrnRgN8fq6bI4Gul8rFl9ObTS6ouEfy5khh3
XBqNLt92lSQOklzN76j0Sx8+qXEmNf8k/hmMMYUAb4Ex3bqenVPmICkanscGx+yPSdmpS3XlbJu+
rc58aj/JjFQZ1M4aoQGSZBUZpTKSgPVMOepWNx8AB0yHbArVrZE1mhtOvcwZA2TmiAPZmfptecsv
Sw8KdUYsi5EAY25Y66uiHSiJTO/ZmY9mP8kXAi2S90EiPbz9pb2+PUTaDUphahym1M8tpBf1DZpi
OUfcTD6iApT7Pf9EHlTPXcDh6VZrq/GiqfP+Og9RzX175RVRd8mXqBpzVl+qRViBay2bqQ9rYICa
eqxmffKFLekfciMwC/qRiJy4uR6njT/Ps/xQtCGVsyi7cfAF7MLOCyDZbJhhyrJX2T36avMYVffI
rxn7kdF/45XhzF/SE+das8pG9hHcnf8aVSPHpEWy5zsbabO7oZQ+G8acvbcbkAtbwiBUPB1J5r/0
2SgvHbAk84WIrXDcBm0af+lCKT40MdgGD4kp7SNqstHoxosiReZYpeRqQFbOiYY/N0tO4gCXBxgL
VJ+QNannV80UO+uXSZyZIpck15dpocqdnxjl+M6a4izcRE5WqzcSU4vcRSQyv82tIkEeOcgzxdNi
jAm8cc5Lw9VrLZTcQEiFQKymfsDRF3JkPgLhnecsltyxKAo/KfrRcRnH5+WlJASwCdQxE0Bzed1/
mKHQhltHFQYqsEEoXMWQBEJHjFn2TFLs/lov6uTz24HynO1PHwDjsQUhCOiVLuLajb6U8gFks6jv
LS2KLqsq7/aKkZQxvhYo3ZOByhK+Npq71xxrkj3euwLIKTKAk6fXklSjeqUrkddMkZbidJH1+3BM
nU3W107koiWuGD6S+tOVXduMmi0nLRGdk4boq85cSmzsJk22/UzvxMOaDx37QaHHmJsoZW5hzutn
DuvLZ726W5qYVNmsyYFjbaDA/KLCBMsu7/u+RnCV3UVzeXPRRRA7+o4oKTc5xIi9HEa6cAEh1mfy
zqs+Ns5fiIEjMbWQrBCUWW35epd2bWfH/b1jpMMenZF6U1oCO00ZWbc5NLqDNKTtrrQR85EzrfSG
0kxuIyufdm+/+ZUICyliYbg/D6iAYCzwq9NtuZfHWCsKDL+mfBCfLaRRQcyJyEi9NLWTzAthpRfu
qFbqn7M8czAKrRQGN35qeKJPmbjNtd7y5HTKvr+kX8ID/w9Fai6Kgf81UvP6oWu6E5zm8t//wGmC
xlycfAkfeGSL3c5LnCb/K/A1hsHsJ0tI/Y3TBH0OAnhxQ6BRvGg2vOBiSPwQvvjSRUYZ5DvB41eQ
misfSvDBfFPLQQcQBRUONdZpQCEXkUVxXQbv2Q2p66Kkd9v2KxCRaV/Z6p4CSHLRw5zB+YaBnz6h
oHWU5Ln3kb/2C5GbbiuN1kfF9oIoHg9x2aUeQ80QD/hHaVa/Pj/a/x9lv9MeejPKnobfvjw9vKJB
LL/1NyDdMoGPo5wAAOWZWsgZ4m9QsPEHxqY24mSMtRlCEIZ/B5vqgCRGfpTiAzda0hu/9Tco2FD/
AFJIsbV0wZleM0T6FVDwUhj+K4+DlAchw1ydUxrVFZCSVaiptAanHgHTz5k12lsjDKdPA1WmWxWV
5EmmUP80W4HEsJll/VUQxNYH8BTRwyAMNiHDSbvPL57g++8rv8T8cter66F4gKhLJbkYrq0n/fEc
BQyPY/2zkvf25RDH9QXCeJk3puo5eMNyaye3jiwFWjY2wH+Hx7jewmgXTNRnY/KlCnZ2fphz20UH
moMwTneUyk2Jk+s5FvRP1wQn57AwfSpYWyfdTmE4E5qDrNm6wIF3YMC8ZBP659i/q82R17rc24t1
Vkdvw+r7oQun5IvYjn6xDS/CTX14kF3JPzf9WSElXy+1OgbWQOERrmEpy5W4KRTYvcCV/dh7rP39
4GquuTn35lZjIBR+uTWeIYh6lTcHbeP0MWZ0NoImSdSvHcMQANeFrR6Qrdcr32Qeae4sualC38p7
YxMolVR5wEfK0O+RAXAgxlOYeCbTt9mrtBKp0YahY+D1RoO0dmFxXvacVk41L1SHXKWoHgBwJ5El
QjeS0vRGs4qAQ/ZQ2l9tMQAN4AAyGq6Gnn/hz3FILddUhvk5yHtzP1tyXzCLcarZHdFW2bXx3Gtw
XQ27dlHvSGcA+G2nbrLRUh6rskXGLdFa8Q2PD1P3cAzVms1oJwGeiEPAmHWUESbphmxCJo/8chwn
U0G+cCgmfV/McWq7mWrmlasNRuzs4kBDiSavGGS5SdXRmQvZDRzXdsD5+4ookvZSq5WK2UGuJO+w
hmpQUJP0zvb7XK5Hby4oX5gJISvpzri5XSGDvKAhRlRMLuc8UFuPCXGT+WEn8g8TGKtfm5o/v+wl
Q+IBwlGa3t+SMl4c/pzIcWIjb+avkTIvgs8FJ/Zuks5UcevEQ9+I+ppxKfBZYCtrqf5Jo3as5ED+
WllV7sHLid3YwrfMaerWfTvHvfo6n9da+J5LwcChcpV0YZklsOwy5as8kANZrAKv2vcK5pJ1ixDF
Rph1fofpZHw0hRM8ZRVjSbdz7PQLrs+Kvnn7en5y6ybYB5s0CHoY3sPpA26bJiQlT9x6EZpbQ5HQ
7VdEtW8maz7DoD7Nfwu/CsQir9EBagfobg1ziewgCdWuyD+THbNtGreS1yH76E1THHo600XPMkcd
K+nSeddyfL7/lTtdll8WpvDDp3jB2awOqTSlu1ZRcu1zmFSFOzjYkJZj320MvBfPdGRWfZFlKYja
VBCANCGUrPsG9jAh606h+bmOO+39wJB5a/f1OY4BhcCLPez5hujh8kSZLnEGWWNnWiQJJ0tU5uey
jhIvtszmCop64AVzPF06lS59evsBMmBer8h7o6sNZwnhn0Xj8TRYRGUjHlAa2kMfJ+nXXJntcCcZ
ERPpWDR98Y7eAkCKQDKxZC0KYMkbLM3wTwvtuHLcYo60epebNTYSpWLlWMwNFqAPDsBAc22RRJvS
UKL00KliZu/C3eHraDlK6g8VrVwXww7tG00t9H3wXmrCKz2QosPQ6mzeoULG3FFHJd9mmjaoduth
HR8KS9KaHXLjyrSZeiG+BIvS69422Bk2dDWl0Z21YfwIaSSpd7ETWYNrIvV83ZhlkO6SOkrt7axb
mXPMe0u/UmtYQK6Rhi1yBIU5JKk7atJQgfTvlG+JNhcV5URu9YdC60vhTuUoboYyqVKvbaBX7wZ5
MuSt000orC4A5o+jXtn3KPHzHyOcmyH6kDPG8UKzykC+zpK2nF+VcW9YYZx4kx04+lUZILHnxigt
KvuoVK35qmMck+y1gioPT3jorftMyWVzG8RGf0Mo9osWrJKl+1pvoosxjzFkgdaRRDvYFLnBN9AC
DbFxkpU9rZKbwB/lajB2FQh4nAFUBJPdUs0K5b1TxF2P1RXyotjKVDShJW0E2z6HOlIyOe9lgmYw
DHR9EAP5q7VKPDNgRrLr6rXSbJwIAgsfuqmwrcoMxry8s+XBVSVVCD820pFu+kAGSAM9/Dibof0h
TRF53kaFaoegOELk2kM+wCN45OFjDoU88+h5GLf4bDU5My8nx892MLIRxS1L/9TPbWmgGuYk/pTM
DATlrEtq3xoVJfSzpqu3Wt032a1SQVQA9htY7SGLnKT3ZysrBhdeSt7tEjOPPna1U39q5jl8TCcn
1C5qLakvB8auwSbN2tLe9N0gfevHEe5mrdEC3shx6dzPjRr9NSIrmGyCWuMpOWOLbVcuVRHbKsqs
HysBG9k1gFpbrpWr6XvJ0gX2ZbKsbLs8ksSGKQqyF1o7fzR1IeAfi0WZRFfGGT8EWY23ndDiwINe
Fi+tMdNst2nfjv0h41JvB0TkL0bmlLQWrXKIPQkpu8prp4EZbQEef6MZFEGtCZsCLs9cJ8cs4mz6
hVLKjr+lVD72NYAAFAu7Qro32lZhz5KndHhXqGqSvJOddhSXqEZAirNbaDBuMTnyZYg7CMbMo4qy
fu5YQ7+ZRVAlEA+S4RiamZxsHDHqV/kg2/dO0DqfK6A4lasqZvpn2QBXdVMNlKKrzoH0oU7skuJF
yNlNPClK64misJFWGownJMKdv7REKJ/aPAAyYmBioh4aaeYXDLR/l5Yb52p8Bpzkw5xmIK0bfNNv
Ff5kTie2GDcdTZzB07K6pdjCQKreMElD0sMZ9OrGCJv2SkepIOUB1h3VYZbV36w8HoxNYhsZJ/DO
mVyt7U2oksBItAbf7NoOcgvYaqPeMniNP/Z13h2nWSshwVhh/0Fq7eRLJAaDW4kcNEQsSEZ3PS8L
BCwaUXyRcoDGiJEqAHE6q78CJKcGriQNUuxOfcqj6gpUGtyw19vHfhhL2uJ2L5suAuHW1yqFWOaW
NUYRbt/OzB+noG3/sqx+8NFpmAKIeFJ2xfRD3MV6r0dgnqfhfaAwuwBskqFxkxpF8T7qIrV008Ti
TRSZ0t5q5RSBT9XSeHR5lrUO0rAPv00GECQSYmE5SAl0FM5Yi8s1cZxp72uDvOYPpiT/GSJNGSNA
hRmTlKcm3d9U1jMvi8Z8uoYtpdA9RfQkcMGdOsmC+1X3xkDd987Jx5YSVVWSwU9TyxkuSFn4RoGF
L5sNgI9s9II6qZCmzcbOcIuxND+ZIwAJl2GvdIO+Xxdvci3vKjR8srlyh7jIPqepqt8zgohgBUlN
lm7rTJlmv44L57MIYgTcnDbSR69NnH5yxWB2NO5D26k9Rn7IypVhXt7UWO52XtuO4cDoESaDG9eh
gM2UFVHv91IiRj9Ugoksl7dt4VpzhS+V3iVO5KVjJA++CiDxItHQWd0MlZrcw97My02hWdK3/83Z
me22rURr+oWaAOfhlpTkOU4cx4l1U5CdhPNcJIt8+v6Y3egTS4aFnNuNbJdYLK5awz8URs3N3mtT
KYEsldidL/E0cI7qVRgRsUSjY//cFAha7Q59lCxBWYd6WZVONKIHZW3TptBvrUa2z6rSILb6zlxe
TcPczdAKus7cFYnX+FdWXY4ETShwEuiQwaGuaAHIEKxZgvovw8BmI5C5ckM1dEEWZpobQHgdZ/fB
1vL4tazAwYUCi8MbM2vShyoH8ppjNNFEcSq6W5oajRPhq7TmYEvZxbuM1AiTwa7HnX5JcqRtAImK
LwM6pfdWjoMan5Xh/aZZseiRZgtvb+ZaD+EAB8TDCO1q2U3lrGC9xuM3X40N2HKtm4dNY7YxilG2
+7MijehDC0CTv2FYhB590ruv/SKW3yU+LzvUioiBhdu2zcaWvltuTGDoLe4FvnrUyyk2LuAfUnQ5
PRqcYT8h7741zQ64cNxq8+Vijv5+rjNqMVvPkYZM21Tf8hQ05IkiVKnIVy2f7amxX2PUAQS2HhW1
3lxM/UuG8Nu9rGq3DDX4J8l2qkfxolqFLXLsqFaPbK8aN1U1tzJK+y7+qXmF/CnxMEhCiuX8Nxns
fBMXmb2V9ZeKUVkR1a3wqx3kbOd7P2noW5iLlzkX0vRUES2jlhvY67nencPIPNk6fozVe0Zkuh18
5ANCbWGQRIzweWYrd9yXGmMKI0z9wYMo44oWOrPdczZSFe9z0HTfJsYx+ab05v6hR7G7BXen13LD
jZnsZVLlz1nbu5zI3C0PJEvZawksmMDFxMyMKjlkn505bhvgi7qf7+oF2QO2fwy+G5kuP1ulUsmW
WxHR9lRZ6qpM+ukWAuhT4LT1fV3FKbpjvmEjhIoE+I6BmofNkbDsfVtU+Ri1cR0kCP1Nw8Nc+Sh9
KLJOwWhJmyr+nU8kiPlOktAwlAoQA+ykRN4wS+/MwUEAtLSNqdy2Km9jghphKjVS4YbACotP7gg5
/truW3Peos2g6LSoJpNbTq2Sl4mmm5flnA0RJ1HcwfPAdIVPQ34124o00lEOUTC1pzAWSRUuzI32
Yz0OXNJGqexNU45KhLJw1Xeb7zSPLJPuMN8mEdjM5uwWTpAOO0sa/iZ2wQBGUChTCcI4nvWNq2Tc
XmcdgmYCzgR4SVmU4t6s8/LQ6LWLz54aLZ+BZuGbob5gQBkmk2jVC+LVMX0HbBlVXcExTKvhQhhW
OW7NwcssMgatIfqPQ/AdU+/6M2BxeQfQFgYDUzZUsQLUYc19HPcAD9PedW8rG6uwoQAcsRPKnKZH
4LUNWmp1rWWh4XeIO9vkFyEdiOxyjSsFKXEDhBNDuqm6EKBlHrOxXTsqOXzGi8FsCR/6tLh9VDSd
M9HxNqZlBz7Je6nmufgsB+y9+CNVfaWl/kgkAa6D0Krq1bXejf43gTVufDW3Zd9scDxN7RtzRanM
29WAR2Sbxhva/ovUq7zHk8dG51RDnhJlPxTt49CYGvGa5tBEIgpz674ETCwjE/mE/tKUHh6XXW7K
K9skbK7y97ROqrapgsiwZ3PZzlqXwARYXFWFppz7z7SmRn3nCT2/6frZ+FHWZfCqN4SDyIhrvdxC
8cy7cNDJQaK494IlmjB/NXaeXQ0NPg/5eBcnDtcCBI6KP+ouKXJlXh5qYqmmnWLySabedZiTuAyU
e6wea+1eSn1Ru3bVRuEm8ceffjZBu0WHTVR0jKQ2XLoym0IRFC6FDZDhFhsqj/fQzHa1N7ohOYhY
b64cajh3145t9oDPw1KE+ZISLiX1y+cWNokfpuNspZEXzN6vQAq7CYuqyr5T+Yl70pgcSrnZdJc2
lksbc0A/LiyIWMTh2NJfgjqeL+emyx9aPjXwJQgSwCLyXUyLWv/Fzb3bJV1hdg+24pThKOH636hi
Yd6LqRunGy7j4WBW5lCEDpiQe79DCyF0RaKlm6Ip6ieTkCbuZinyNI3sEYB1KJIpjjemLuOnuDfS
7nZsyhTr8nF9MPxY+uQavSzz3heJV9/MjjOmUZNm47NGuy1A0sWH/wp1MrmONZdDRgCqfw5dufo1
NKnTEvKnFN042vAjfbU4wH0qccbvCX2MFzNT4Bw8alhG48PgXKdpMn/nIJgZeTFa+BejWVePlUH3
aJMkK4g9ySx2Nc578aUM2voRoHgjNsj0eTc99JaY4XpXfllSHWZW1pR73Z50LxRuoQGqqPgOZZx3
TxTnyZNWN9Xeae3hZQIl+DQKaXUh5H/ttinypv48+sMIBBl8YNfSXTWHe8twl0cb7V3wlh7qEyQF
zvM4e+DYApG4Ha9fKoyP/SDuX2LVV6+z8AJxDa5F6De6ZgI0lCB/AH4HWf6DH9F9L5HU/5qpRj04
8Uwg8tx8vM0t3G3o1mICGTaJS9MeTfT6S9lbirdSJn63MTGHc68SL00uyjrWqG3kDAOdKb0CObLM
r9AXX/SYzx9uipVhsqC75AaVv2yGjGgSVn5KMTNLq7fDuV+cb10z0E1N6zjYSQPmaMhYJQnAeZhe
tWnQjuSc1rOOdFQ+xdT4idX/6GnR0OWf4tq+c9PENS5QWUjkre3HXrPNs5zO16QC9T3zrEEDHeKX
1d3M7hWbfl768iYx3QajGX6ohxhlNz54qE+T9Zfu1F+NzI7N7/ECMSK00N9zQ8+fKndr5NX4O61G
C6N7va7SVQs9RXE16ZcMMIrtTleOsAU9N5qrIV30+pvtMwn6HLNpl05cNd1VsH5e0dz4wcu0dIOH
fsE0GNuk65Car5vBuNSreuIlxOmY75LWrVCTrBWmVUPsN15E0czlZ5nZ5OxqM3NS7PJsJa9jZS0Z
DhKWVZHSKL26RtghyPeLVrVdlJX27Gw0N+4wlvZbNVzFpVG24FyEyL/SgKjsp3R26IqzId5yyXvx
pl2hrW9cLHK93zIz+Syxpcc4OWg1I1J6OT424Ht+UB+pLmxB0zwl0P5I8nRJri8aSpwgI/GJMHXG
5SIHenZXKN0W/M2+LS+8RMGTD+KZoUFB1rdmFnX9NU9k9n3kWGXRgOkQ44/cyfkUmrTuL1M7p84W
3URiZbSD3V5wN87fKlQ+glDRlvmSMTisQqSg2u9GYQ9xJAoOxQ1A67W+tPLSuTEL0SCekFfODx9A
8RRNo1M/lsWMiy/9fLhU/4eeu+mAN7GeB9etfzVBOgMz1VPr58fNv5OWpmeAhQIxz3h8beOuzci/
GvHLonANW+bgOS3caQu+zN/WhXFmkZOO5p9F6NMi4QWf/g/Y4q9F8sKlQUNH9VmhdLAZfUtc1k6n
ENisyVeH7ByE/Qhatg7aaTSxQSuMBazXEYxEefjF+1MqnpegX+BA4rcnp1S/owWK99ZoPiV+Ou80
tZyzszh9UBNHaFruZLPs5bHCSDdJO3VlXu0DT1YXsF27GxwXKRPKBcZ3Psgv//j2uOtMC6YewmOw
P4Ojxq3TGsaAyFi2D6ZkuVA51CI9x6rj41XezhJoSL9ZxTq2NfRqZ5pjy6KngS3OjVlz37mJ7CI7
0Zoz5P2T48j4nBNCOqKDuwKI+/Y4aqMk6fbiao/5DJrSDOnuZ6caHv/1gf5YADIwcFgFrNHbVej/
SKGWotrrqKcAiocOZsvkZaANewbD/N7zAAX8/ysdfV5KtWgf6lW11/xYXlk07TZW0Pz++HFOTt2K
OQDHwgwGiAvg5beP006IA0MWqPbFFOe7rvar+zg22+e57a1Pk79oVx+vd4yD50AAjgI++YcfuoqM
vl2wz7sCQlzb7+cVxxhrTVVGsAOdr2WHAZ90MbmsVPwoCqk+w4xTO62zWnqHded+WVzpho6Y2h/K
lvqZUdTpSeXLQxEtAGZBqP8zpPsr0Bhz3I0NH9zeIWpe9AZjpwEC9tXSDK8f78E7L9YDMoSs+qqP
Bef/7RZ0DC24LlW7l1NXRl5t5hua+uLMVPG95/EQ4OEArVCOY/GyQhpNM9ml3GdFYNL8KX8uhVZG
CZPhMysd49DXd8rMhVjJGbIRHTqOmZRs3hT3/R6zI4H3Q21e0luv7ik2jEuthcqP3lBy12v5+AQ3
D/SInJq7xejNX84Yx2figHkyVAQHQ3eXN0kwJ7IdoQFUYy+DX83TPrGrzIiEN1K0BEnmXhQkB3Zo
Uv6YW2G2kI5aphAbt++bAEKkH3+extr+4QrZYi5qiywIpzFQcLQo+QUzi2C+qkyIPFHuVoZLs2aI
L5vWKu80TFh+Flap3fvO1CybxaqKbxoy/H4YdLRKo9la7C8j4R+7ImGcI3ydHKn1lsSqZH0H0L2O
Y58o8zprF9d/TsvUuK0zZXy36EzsPj64J3fjurEr/ZAPhWhhHm1sE8ghEJPHyKyBLuTSm4wGMsed
ZO1N4jvJDxaVBwZly5mV3znMnDHYA6umHGC7ozDl1S0w8MQY9haNhT3ZbXs3uka5s1vnnCHwO0sF
66CWYTSgK4SL3n6dUHhQOVmE3BdOacHYJUsGm/w9a7t/c+5a70akRzmiBqx8Vjyh3mhODD28WvZT
520XzfW35L1qmxvTLxcXjct8SM98qSfPBikAxVyLdAoY2QlhKsURZal9S+5jSdHoFMZXsmp9NTfu
v358VN5biU/QXx8OFMUfxM5f0XT0Ta0q2njc+wMNJZHmOOXM2Ib7Jrzdj5c6DT881ZqGeqShxO9j
Sw1vplcoGn/Y2yJZoFcDlDR6nBwgCSxRvYzJtmmhkoJ8flaUtT+0AjlrLU2cjZ4q9+nMr1mhVP8D
I+Ot8muwfIKQAs0JP5T1xv3ryWfcDXUtbcZ9RmEZjmCFL9UYIP1lMjmiQ+E/iGwWYWB07oM3NvqW
Mt956spSp9+CG6zZ688f/6T33sWKk0Eufs0u9TV4/PWLNK+fmBJY434Y9PTWLnN9mwxOe01D+9wB
+xMCjp4euwRuAaRP1704QlRUbjONkzmovea5cxwy2B8HwIMBGPal9+Z7MLMUXP5gqicfkbIitLAa
uOicGgAAYj7TJ83r1BL25swgwRsLEFi611e/sS5dG5j0EK7p5VHcdmzUi0uT5MmYNO2pyBL98eNt
O4mpyDSCT0GVR7cAUxwfYVOhm1ekltpPS1Wh4jbi++SL6sxt9UdZ+njHeDc6cCbK7JMoUDCZNeay
mveVkXRbrfXcT0uz2lpbTfmQQNmL2lJ6IZboxicvS7vPy2CzY7OSW2Rv4p2HMfYNIDf7kppPXX68
B+thPflx3lqNmIxxUE57e3QMs8tlumTzXhnOEJIhldukjZ9bwTeWjFP9rykvWw5hgsBow5GiFnu7
XMAoY4URzHvmFcw7hcq2TazOkaPeeSjgMTS4uMv+yOy/XaWzpNBTs1n2mquvLdcUVsCcWmGtL9qd
2Rv/i6daKY9wIwi83B9HEcEcNAAmQT3vJ1fXrjWzZlbvm/n241f1znEFwA4haSV8IRB8dDmXTZyW
WtzNSPgsvJxi1F7Kuj4nRXCsGrxKtINDB6sKHoO1jv31lGNOPibHxl5kXnc9tDBaYfmI1XyCMVJJ
1+5CdkO5ioKBOuhtsa/pmoYItxS3qVO1dLvIGGaaZXeWj1in5qck+4FxM+SMO6spq84c4dN9IQle
TZ1WCTluiKPk1C2dphIY4u2bPE53TVuaYTXYyZnP+DTGsgqbY6McBNHXOUpQOs23BlcIY59VgbjI
Rr3czJ1oN4GcrDMPdHp8Ac0Rmuz1muGTXH/KX+E80y0ZZGbj7H2HDj/MehOCa+feBXarrpnHW5uP
D9YJwoszy1K6ywdDKDgW0J0NtAOmRg/2PLdx4eUO7GA0XtwYx8kWu88hnS9Qm2t+fLzsMY2GzUQQ
nWqC1hKXCZpQb58TpS9a2Z3U9sCxzEuigtQ+NS1injc1p/uTBt/orp7zBt0XYLI90+vE+SHMss2i
xdWCfW8zDY8MEdB//finnR6p9ZetjRqoPpRWRy87mdygDkxH7CWAla982sm30kvzM6u8s+9IKdDM
cOEzcf0cfdACfpDQZKbt8wk+G+KK7caNjZahYNK1n1I3TS8saLxnQvA7q3K0eJNc38AUj3GvRmuJ
uGoZ31DBaFcx7iC/cqzan7NCJhfGUDnbPCjyM9Th0yO9eqyigEVVAYlrJef8faT7uV0COKPloSP5
vQoyBZa56OjQ9zW+6vo8PP3zCwxWYhbkHsD+vMi367WmpqOBo6oDZ4wUkXvtLgXSdyYmnB4TlPXA
tXJIYABCBny7CuPG1uyk2xxcZ/kJLbPf6H157jI7DjzU9y5FLh8nDdKVXvx2EaZWZgOOyjk0wrsj
MLk3XrJYYeLUzsW/bZplwFihfiCpJ8lGIO3tSpVFVdmQpx5K6bc3qH/YkYpjcf/xKsdagQjs/Tl9
FHqEOTqUR+HNMzRAaQNnYUmnEkTmFJgosJljlt62nubczm6c3TGbCMZwKqyGgawPdGYTOKPThRoT
AJD40tyhQ21pISVOZQG3SYILFRhZc1Glei9XHxgmuVptjF+CxQ+eOl0zSDTLrjAp19HoPvNRHZ/v
P8/EueZrwSP6FOA95vVAbc3WTcYWynm9hRrYXsvFvgebcE7O5vjcHa12rJMPJDMQVcBqgzSKjSXh
P9aeyM8808nBW9/Teg2Rc0D6dI8OHrmGNBDJKQ9tlmtRUVjwmwO4n8U0/vr4SJyuROa54sNXjhN9
+aNAmPRDvCxzmxzignc3aS4FXUNZvkA22PzzUhjaQr/CcYY+yvFdV+LiXeSFwk1FV+ZNUU9MsFp4
w0T3c462J2UriSAcBpgr3OSEvuPwMGVU3WNl54cKlRoYIrbc1GD6ARejpbVxbLjNZDONHuIQI35h
6ag2VofbDL5nqHllTJPOJBan5+btDzr6wLUYNcLew9QGZA/jQKPULuMCnc4z99p7y8ClhFkJtAIP
n/UG+it/6Qy/HLvGyg9pF+sbrHT1z7411S8fv8njJiC7i1fWekGvyQO179Eqq/NVNUlEiEYdVYxC
H27piqgbIPHBd1la1JiI3myxTl+2g0iyM9OV0y+e9JgmAIFShxF83NvxbDC6AAPrA7M377Y2ayTf
SteJhjSrAUFgEfTvu/pmwaNsSZhJC+zPrw8yH8oLN0b8bPDH8cwROUnK2FZ6qhAOeSbimXu0rY6r
QNWLujkkeZP8qBGAAxfXZqAnjGHbFMCwEsNmoM8ZHS5iF0941ACDOgRKskQLMZ+OmhNsP37X72y2
ByHIM/9jRx6rXWTItseDKbqDDej7ttA858kHDghwsTDuBhk7Z0LfO+shp0AzEoM/xK6OFTXzYvBS
NIP7AyhIXC5hCHxuWw//Qr/S7xobSY+Pn++YAMydCC/ZZtrErQjowDuKtVbT1p4FDPUgvM5wdllZ
OmaIwRNwKDn6ySvqbP5TsOjaT5kjLJQC175M+r6AgjeJ8lOnOKmbljvzyiE9Ru/NnQJ9g8drp4dD
nTslf6zwdl1TTXVoK9/77UoAIWe27Z0Pn+EPDUG+fliWx2MCWzka3rd9f8C43gAB4/c3tSHEmc06
XYXaFJCdSabCyNg56kAN6cSII1nkwSl7tUX7Qr+s27b652dhFZSw0U+2aBAd67ilxeRKGyzfwV36
IjL8PN+Acbb+9aNezUdhvvpM+uzVK+ptEEN+HMarlS+HklJvp6eL2AKYTc98Pieh0uJL5r4jYK5V
3rFSxcrk6HTkSw6Mb7R+myQ2HBaryIwtYhndXWYp/QqI3lRs4QnosAyD4kymfPJB8QtAgMKOWvMj
Dvjb58RUhzrH0seDTDT7Zh6nGfjzCMiqVAA6VmT7xx/U2yKHO5f5ENaxrklxzJE8PolGNQx97rYL
Q8jmOyDPugndYVFhVjjWJdoq2TZJV4+Wj1f9I0vzP920/5YlZtCGhVF42k0DCiOHxjGWvZyt+qH0
aokYzzSCys1dOK7R4nnptefFOKXYVjLqVy4kbDK4rCr+baDy56c4CEdBzl4lNlGLe7vjZgqwrLLp
gcnFL8FqV0tkpDTCGhUM/zRY/bMUz0oZD5tVZ6BxtJQEqFtUnQtzBAbNRQ3TBSRQIi6Bl54rzI8C
5Z+1qA44zVSTaEgfqw9bQiuLThX6PmjS2IucZc4/15kASUtaPqbbyYy7xxHnjGZDrhc4wIzH2Ipm
/HxvdWsR9gbtruES9CB8FStudAs5maq9r5xAaJ+DOEfJ1Um1R81g6B9WnK5H3277bx8flLcf5H9P
QVyBhW/RNTzRe5hTt0MyWed4IhCJoL4vjXvb6GXUIqD1sKhJv4Uz076UVjXezZlXnanB3ibc/299
C7ANqnDU5PrRG0vnXitca1n2o+H2m14D3paSLMH8wDLk40d9dykuN4PGJa/tOLcfVSUlgrj63k5h
aw++hlqVKMCa9TBDPl7K50gffX1conzv4HpWMtlRhmQV5mxVWITssWvEMQWU1a9e5GaEPGaHaBhN
DdlqwXWiJ9k/tTf+20+U71B5BmUB6mYNf39lvHWTeWMNoWSvirZ7zbg5tvxre+2CJldL0WfnJvLv
7SpdDWstK+AVn4wu6ipxCtQ29zr8yg0UJf+6nxJ/kzhGd+brfhu612dbabtc6j7qtIx9js/KiDfJ
mLbW3i4JqRHaa9nOCtr2B6RzaFNpUiXfP36PR3Tp/5Z0V/NPxNOBLx3rdMMxlWJMF33vZ93o7Ubf
btotXKvkYQr6aV+pBlR1mqf5l9G2mltibnXrOXEWtfzFMzfJ6aHCQAHxBlTcSYj5YN++WrCcI/ne
2vcFwpHSi0B0KkVFtIhMP08hYWbFY9opgJ1VY75+vBFvM50/+7C2y7g72XruzqNbc9FqRKOlZe1x
OhoxjBTFRg/AI3+8yulZstHhZx7DUUK74VhPFPGNJYHaGOxNrfUjXQUmFg3jIZ7lOTvt05UA3nBm
id6k80wR3+6lqfpJEuuyA1NeY2NkdrlzOm1A1SqV5+qY070j5dXxYAQoYq+s2rdrJUzl2yGQ+aGJ
g+o5V4zUgGqa2zgGatyNcX1nwHnbQuG1n7TJtQn7EiWtsgJUCq0l8gaAx6nWnsuE3tkDDO2R+VlZ
3Ktj0tvftWhtg+iqVxwmP8s2QZ8OUT338YWZMhX9+MW+twVMECy+X/COxJu3SwFsVomDLDxCdaq8
0Jeq3taJbVx9vMppqoXoJzJJKKDRMwTy9HYVKXrEDTCmOqDSZ9129HiY6+oTfBwnhXigvGdgDnLz
8aLvPJpHgUaRhmg2kiTrV/tXwG2kWShYPw15M1K70rarq7nK/j2HosmJlOuKSyEcHYc+L9E1peas
pQYoRJQm6ErqmmbuqlxkZxLkP4PWt5cXElWYLjG+J0km9r19Ihcg19AtAx1r3YshWQXSffVjLbmx
RK7uOektw3bXkVC2DAcBhQIkThqil+250eQn7iVlsJtD9Cg0BEGm0WLc3izwTcl+YedUXmGEk7X0
j6ZKunynZ65x7aQ6iuAoieMnZMBdwZJGeZxKGsH67wqChR8qVTjfFC2HJmyJPbDE1noolJ4FhQPg
8Q8E/YbnsnH4jcAhhqhDg+sRiO34cxhyerVWnlXNJjAZO1wBDtVeFr1s7LBsGnun64gtRrQTRjjK
uOFiv63zmCkYoDIEYz4tIWYx5k3vwVdnaiCyn97Y4nmlVZb6PE0VvbNadLXa+L0BJVOipojuWtY5
2g0eI7EelXWuJxCFdGSzMrjMWmTm0nyN6c09yDhRv2sHajWzFwG5XnlFe8BQHPGCTur+S2Uh3xsB
dq/v3MpXRljKvKQn7sms2oxFBuO1WqwSSp9aHDcyoUbAuQMVIrelvyp8QPjzn0aUOs91Md9Jgzn0
HoGNQS09veMErlDmyLGougOONTV2QiAtbnJr/pXilPK5CVZSc6qpy9QYwGKYOO+0EG8eO9sZdmhg
JJvWkPluHpz6yib+Xy194m/7ip5DrEt1TQEIObMpzCuUF+wz+cQ7ny7tZB2bNwSLUEo9utQSWIfK
xCrkUE1dQ0HWAfp2a2P7cYB4J8zSVAFujcQV4IZj1Qr0Lid3VjiatwM0V6wBg828jDAD4tn5XyzF
DWp5f2wMGJu//XJj25rgp1tE9GDxLks3djdGIYMrFIjmMwXmO7EW6a5VhZEB9Br/3i4lLOiCo1OU
By0x4bYy2uD2iLvqZtSWNgk7KYIH2aj54d8380+1BU6GjshxtEUnAzkiT1SHwcEtA+tevIEnYUVL
6idnkpHTbJOGLukmx4NJNCiOt09oWFUWKDeoDrWFD6K3QK1KkiS/nOwBHdOpy3YfP9o7JTvu3wbt
TsAbAIOPZUw1jCwnuyhWLXsb0k1LNzzPMP3szZGmme6J71qBkH9HUnCNMn66tZlCn7moT8pB2gX4
IHFMUXtGUfcoL7KGWQn6WLzWDNaSZKJ1ZzlSfCo1I71HbVjsSn5iCM0j37azpc5cpienirKdHaA8
Q52OYfRRSmJ7WYx+SGnQSTf6HxziX4Zt18hNZ9lVA5zrMpj6+sx7Pn1k7jq0vBg3kl/TzXv7nqul
CjLuQfMQ9wsC6BCL27DRMQ3ArbH/nBcTTPp+KO+8tuu3/tKfQ7qeRCGemdyBjWf1FZ31dv3JLRLo
BJZ5sEUnN7Njq9tscc5loX+Q3n/f6uS4wAQZanGY4RMcfzkTTXKAYaVzoBPbG2FcYckKs7EPbuom
LoZVN0MrNjYQuR92D8ENgZAYGRWd8ryOkjqXnxLNd59lgIFLVGPtYWxKa65N2ESjgyfKNOkPqI74
N0NtDXdjJcRWQjPBx6SAflozLV2ZROK3N+f1q6hwa2jcvsw2BqfNivp2zpINQj3GJZTsxsWmdYQO
E1vj8qyZk5nALRfwvhVy+68WejXAZQtzaSMXMbBvvuggSQjsJy9RrvKvjHns9QvDHZGyqbiQ41BH
tXzE0rQ2nNCB/tSCF4J1vpV24txaaTxOISjJ5r6uS9MOu6rSP2mDw69XmbKuY8cuX1We2iiQcXCj
skpguS7ovsoQos247+GfXYAxQc5PqFKbz4WGNda8fXnwhAizqyonV+2xw6eKoRe3StmHpRNiRtBo
LBF4rW2XRMxwr8hEAC8aU51+RoY5GK+gjUIzxWLd8iLZJWW6QZE7/WJpmvfUmPRgw0l59sOMecMn
gz0Zrqsi0M58WCCMj3+2ba/1Kj6D1HLMWo4uWCQDjClvoL1acKqh+w4wU3F274LQQ50WJWXaIzBg
V2kD02oDHGaFoT8mS1Yf7EwVfshArRYb14uFfYHtT3+Lx7l8wUxI+xoMmtNdq8pEI8KwBvyl0qBT
N1JTcomqWk+9i3EYETEphJ+9wgZ3l3BooYOE1coqHOVkvrgFdNqwQ2xDhIvwlNipYsoBwEwjvG8U
bZBjq80KMliAEJGzQ2s7SyOj6JtXVH20bpPXODG706jmCyDQtrGdAtyYIk9rHJSjdZEHX1HpqmZa
Pj4CXAIfyK9oiyknSrupvqfkiu8yQOBDaPT18hwINd+YflqKKGn6+G7IJUolwaxBENG7fPmC9Xuu
beK80S6HyUVVHRGW7C7WByU2CXr0NRoJCItsjHwIfrj1YHxNZV/k21TO/ksR18tdCSHR3CGXpfUY
Mk1Mnztbv1eOnJ/pTyIvMOoOEQ+jY++XnQ8Q3wjA4kuVl/4I9qvOgxtZ1PG+7hFqCjOcjLFbCwQ5
dp5MCJxYXRa6tuwenLpsgkjHXRS8XjE4r/m0tILNr51mC7lUQ6QI25BHrE1r/a6U6CdsssBU2UUT
4Pe3mdqqNjb4tk3a06wBK94kuhG3m6yVar4rWnzsIiT4x4Nq6mb+hBKzln2BnCyyvdsIRwM91g4T
jFkj1foHSxeFj6ZBFtfZ5bCMakTYuprd4m5KdFARIDM199JjTKxFdRfX3zJIf33YYEZkb7I413um
5nQlQkyYhgsG9mhtUA8IdIhmt/nluVJ+x1+Z/8VwknkCLmL2j8JCB8nFxsvaLUL0t6WmJTr83Mxc
JZmT9ppizsjDPh4EMofzSIZRtmaQfZpxhcYWo+mN6aKWOQ4W3pANl5PVN5gn510zboXmJ6vRqDbn
N6WvF79oM7i3s51h/ZUI00HgZjLcO7po3att9XYbMRBwb5BXy2AZKoG6oIKcvUEUCIkt0CmpQthH
x3V9mAdfXayoT/4LgI5ki+eNtVwxtav068HOZm1Lm8a89XqV2JtSa1FvtQfwn1eoIrUPsRq16gop
4Ca/xZA1SO+7yfJA/9PQuDKGvr6GuVq1iJNrS/GaJML75AsfZ7DGwnYa+osVd6HRlN4dz2ktO22u
iFdidNtPKGZqvwfZgMnGr9ZCqUmVAt2FIhN3k40MybWqjTi+BEYcXBoJOVLEoS/6SJdWbW5yaxrM
nZoUfjt24xZp1BuiL3dGPaKKwBQSlYGs9ksPU5dksC6BpSFFJvQY4u0y8Q2B8O+RXKj54WHtq+bV
Q8EBbKLJ5G9n8qJ/BFCKcdqOixHZNzONH0Zdlm3Y0iB9ZqwsnK2hqXze5okQVxJxES9EUqZ4HY0W
eL6ZJIu+wZiNsDXlZrU1A37Hpgni9MZJ+X2onRl5GiZem7xafepYF2v9iN972bhf4hw9s2vUMesb
hgnoBnR+DhtpNe11uC21GdFPe/HWQGkW3zxBzR32SFU9Llyzv9sh72SIrmAM+BpNnAD9sjndi95H
4QwGcdDAdV9UeuEPRvxdLR2wAnP0e5f4JA0zskRB/Y8vnX036KhXhl23pPampVXRrMJgiUNBjmHN
zh1mZmASEVR8CPuc6kGgwhVTqJrLIwCfABS6aOXTbNfNb7+vrD2xHM2q2ort73k2ty9NK0nP3P/L
3pk0Nc6l2/qvVNRcX6hvbsSZSLKNwTaQDQlMFCQk6tut/tefR1/duoUNFwdnfGpSUZEFG3W7ed+1
niXFCXdWs6JyMzWV9cTDnSuvaq2RRa+M0h9SFSu5z/6iIwMJXPuLnqWW4kdcJLv4VlFWWtyAQtXj
aKxcI4rJ5aNQkPUuS4sS+0U/UGJVwCx4ZOWUMmHqpTS5VudkcFFzOsz+PNjapgw5k3l1Iwc/1dIU
Bb0TKfmJ+9v4OZltXVKjEDFR7CCLHqi6hbavjk56PYw5N8JwamXXaFK7g9ymfk+KwnyyAhDcLoCR
bmcTYxN6SinFv5k49NwTDqwBV4N3zxQXzPoB+D8EhGCagD2xk6S40toVSEM0zg4VDKhCFDaC0row
J9oSvh7ICWueJkcSNC2ztd2hi/V1mlWc0ouSSdadqlx+0OPMuaMlnEe4r+rOYAOWWBctkd+sDpWi
vkaJMDOvkdP4uSSJLoczkGRXepvNHZykUoZ8MpaD6gOwGh8a0UcD++iyTtZlMaVwNlP4UwAuOthe
RRprt2ztAIpVxDTcz1KcdZcp3XDIE2Udqu7UOJnuVrPUVytmminy2OLwYYlihkgma1H3WBdS/lzH
RL5fgAaTN8kUg3TErD5dan0em7DuAPq4ap61d4Yeto8V9JIbZ1Ci+qLTOz1k+bHUH3phV9+QRlU3
BUmAKYb9ih1hxrF7XQRqKbvY+tNr05aezVprC7oQOTPqMEod+c1Z3PO0k9FWVqPiSBC3SsUZt1Si
icYpgO1esTORKZ/FffwCri+HwEXZNNwEnVokcA0rXfvJ7K0n0LtmFRIFbQQOn61W3FjUrDVgA9Os
b8SU0vAYsm5gujBj7U9B1Jl6nYVasI9beaAxoI9A8gSWsp/M6qwyo0h0oIJtqnyb7NyJ0S8mxk8q
H7J1Fdt2kW4UuCWZS1crsL8XTLWDB5pkmB4G9v2dq42T1W06AStoTTFXdPRb6AmSY6az5A8TlI0B
dGW7YcPB11RCNJkunWSWg0edCtS8TSOlKn8XsgmBT57ruVt3dmg+NbaUTK45ztE3Ta9V6EWDIHi5
4wT4i84rwOERhbt0aYIZvYtIEaHaRh6oK0dTb/q6PZaPTqxkIM7AlQ0rABcqDprS5iciDkIe/aIk
vx2VKRoOWdBUxivPr5Mf0gAVE4jNWJYva6aZcNU6jZrtIiYNoM2tqn3L62bILyQjyZtLLRujcD0Q
KWfeVXBbd8DLzR+xonfamua/8goQYmp8kxyY1G95FYWfD/iL1qLTutQfs1KvaCJ19YxDTeuuECk5
6ipp2Wr0zMqPgFiqzpepSMU+Dr62ROxe6hTVHKl+6JVZHVE7yv24V5Vstm4mnUS9TTmrzehbsT2E
ns0HLPt0q8aEiUsl1ERr0+FPl0yW5KEdKx9zJZCq7ZQ3bCIaE+mmS69Hw6Kg5/mz1poTa8VUp+la
n7I03EHkiEkzpZrpKwEnOegA0JjWVk9d1Qu6Et8QxUz5BqHuwE7dtsRd30ZDveUYA8qHK85fqkq2
DtXUS9Jawpo/uaJprcHrCyVWPYOJ6MYwwFBuwNj11kqEram5U9qIP5yU5R+Qe9onpmipXJcyhgpH
H/IQbZGpblNF0ievJ/nllxRIs+CWc5hYN3En7xIOq8wYU0S8sd03lnD5jeJ2lJOaM0deS9UG0E1z
MJtaHtejwonN13J1Ei4ZRXJwVaVKtcvRZ0ApGEKC2/OB5OCVkmT5PstR4Ltybaq/x6hm9e4tAEVe
0NfKKhQSKvYSRPdaD2dZd9uuj4sHdmDJyh5F6WEjAzpcGRg4oCUB/fKcsGZNU6eJNTdp5tATPco9
N1JT4Yd1XjYoJRyt9nqoahwrzDRMSSDP5xg0I3CIDQa3odnIQpU3VgbrZ1eVTDpp3CjyLp0V9SZ3
utrw9CYkv7NbOpycdmTJ9DMSPR9HQx7vZWVKC5iuI/rdshFO45dCsgjQsiUj8Izeki2YUnO360z+
h1vGdJT4qPThORWq/urYs/NtMgYl2WaSCRxPIs+a01we3Mt1N1/niaTH7tDKxlMPlFKH9SrZ5Zrp
dkSQmeRKeyAD02gOajXOz0ZQl81lMw2wvoN+ITQDzOU8zoLzOmiN2a/6yalkr80Xop9qT/r3rBgT
ws94TYfVIKYJ1LkxzaarwgJ2djaErdnvu3oY/IF0sEPW4Y7FAz+w8CnIj0YvLkjKuTCtIrqX2LD/
toJwbj0wnzIOdsBWfPWaRJMwUfPoD3TcXPvRjrQP8BmJYY9qduovAoeuxoZS6Phaw3pjY1qMxu8l
EbXyS7DThl+ZoQMGfWFsJW6G1PVHBgQt8sqK5hSzFhkH3FtOnFxs3DyVSWpHHFfUuKD9kI4vDgRy
+F0JEP9VJ3X6NQdGa+KATG2CdUe3fuCAt/EyqGoIYojqaOvReAT/U+KzAJkrBckBIqglbcEd5FAX
gVMql42ST3BotZ6CuyZF3c94WJiNuplb2JCDNF9rCT3npSdDlwX/H76r0Igbz9AB5lxISl9oK3Wg
VYtzOQfaCFEvvhFVs9yDxlDuxjGmd8KC2D2N0TAd6B8P13GST8FWh0tQs+GqpAPEk5AsIq3sH3D+
kDgbjWO5J5YmB7+GHhthyqhpz30Ui+DSmWeUl5MlzIs6t+o/cwBbdaVi25Tcbtaj3HfIZvoBerG5
ijQKU25pQglzM8J6vwPs7XDEtu1EKVNyZHGRGYkwroF9WLA+hzLnLI6e4KJXRza+dHP1K4xncFAD
DdS+lzcTFEe9k5P9NCv609hYVu+qqcLSCZgq0j014hTpWqMhBrcz+/Zhnks4BKVl5Rwlo9i+GoGG
BFeqplP36NhRye4YmeLHEhXxc4bQvnO0aohWoiRWwDcSy7oOIt08JHE1v+RCanWP31W/Rllqvgw1
22bX4X49gjIU8G9jS33CRpqqDBmNiRuUmXZPGS/8nvZwnzidx2rv9mz8Beg5p7qpIcvi5iKoM+XA
SxYAUw9I71Ur6yN5f3xOOlxjCJQUNLqAeaRiQWY/IIqdiaQZjCGRAGKjmU1734xJ/HqmLr7UnI+K
X+guVGqTaP/RtdC15d/fdlhTZroibIsXZiS3C1+JF17DfJ3tH0XJMbZgPi62ZfI7jb8psOrOjH5a
nkW/czT6SQ1LKSpHtqyueOEQtWffWT2X3/V9e2/eMj1Wihd3m8ry283nw54WpU9HPWk+FJpdhbrE
qJmGy2Y2nmFhXkpS444NdF1jZU6614n+TAP9XZnx5FqXv+rNnU5NSFlBO3CtEN0si/t7B0Qn47a3
MGED/UyzYXlw//8HS4XweDiAqrKcBlykOap+luXeJL8SFQ18MTrTGPv8wmhRH480SN0QqH1fvIxS
f00LgZE0z7R7DjUwtdq16vz4/Pl9/tbw8h4PWBWA3wXpNS9VSg+cu1nEN5+PcNpWPH5D3qmBjKIK
JXCnxQt1NXfxr0nPw3hmjHf12+V9QI2DVBbhCurA46ugGW/Q5FOKl2IrNrpvbaTt1xI2YF6cDHFy
o8ZZGK09qsULOvJVk79EyjmB2omP4P0QJw0eLIQKHCWugnMvq2yhuoTV39V+s5ovndvwZvai/8nX
++a+LW/Hm+/IwC0rYPwXL5HdEQW9qTtqjhu9LDZZeFFIv3BtnfmUPnzf3ox40jhTm0k0VsqIJjai
gFQ8ca7h++HH+maEk1mY2jH7ASqXL7Ikr3VJ35pQoIPgMhVn9Cfv+qCnr8TJjBvg+o2tbipecFNs
UYR6k9Wwo8n8rtkD7PZkRayT4k+jnAVGfThNoNCCObMoiI2T951C/VzRDC5erO8IOS7zu/iyJNXB
TTf6dwoyqZ/sgd9/n3aTey426cMJ/83QJ98BTZnJjFW7eOmdp278yfkvHBrf1l7k8CBl0UbXHv8H
88ebAU++CoTNhTY1VvGS88U57R2mfk8GL/75KB8/zDfDnHwKM81cKwdfxhSirL/d3IDd9kEanRnm
w9f/zSgnrz8ejUjrKJW95BYJEuxo43j9+YWcezVOXn910iUk9NyuCmZuu6IwpCx8Cm8kTeucv+rD
affN1Zx8AJKeEqukMFZpe9baeLQeQSbnZ26Z8m4U4pxpBvOeKw7hYubJk6nnMtTVeVReVHMcbhB9
AartzRBDezL7U7Roa+s23NOM1IhZKjKPfXn6OyEZwO9GHc16IvLRzR1T95tS6j0ibHWUoZV97g9d
3sR324RFhLEQpxY3w/FsatU0fvNlpbOTC8DnRumaT+Ih/OncUkPdRuWB4JZzi8a7m3OyE1KPx8yT
vI0VjQ1Dbifs6B/n4HqyX5GK0TI/Fyn2t9Pz3QW+2eCefIpItuEK5eyD8qf4EF+mt/bWvEHmZlGA
2JERFgKY/pOfmWY/3z9Akzi+wkDphYGagi3R9H12flWVB3vs82/mwzntzXWdfJVTKZKcliuLEiI0
V1JuJRRwUnuTNv2DTlG96J6c6PnzMdV3b4sDNMzQF/0KYgpM98fXpaldtbAlg9/oi9HIUIgYU88i
Ci0iktiKY7+tNZ7kUmByqy4BkIJjhVSdXhPWrTI6GshjYy6unCmYf6f4SFDhDNrQuuyO2+oSTZBF
mI/t0GTpJGLs80Ww4vbqbOMU12BIByqmyL8v6n9jLv+JF+vN8/Wf2qd//ClaWmmHp/zPf/3zJm6f
8eYW/6C7+FS8iONcVX7031mXqv7XMhEh/uWciHyKp/6vrEsJofxfEEWwjiP005nueNH/X9il9hcP
l/kP8KUKYWaR1Iuya6P/+qekGn+B+FI4cC5OA1QcX8m6XKao/3zhBmwGCzEThgzdQLurnJIoTaet
q74r5oMxlhLUwo52fhiSDxKnfigB0n1zk27+9YvfJlme+L2X8VBv4ZSgrguxAZfS8UfQ6PkYK06k
HqSCRCw50rOVGpcR5UWIT4P6KCsZNdWgTTZScJPn91JYU0Or1XP5xH9TlI4uHM4n3ihqatjcLSqz
x39IOefwF0VZHiotogtKqSIoYpDE+Rhd1eJJ5EWw0WJaQ6UeWRdNY7yGYvheQELxwagbB7QXt13p
FJtcG35YpYjha+vKN1UPLlrA0esQDY5fNxCZe4SPfhv2SEgfVLOCgx0P5Zk5E73U6YPEso+NHIE0
KhykPidH1sqgSUUohrqndBdGHprWjtydZwOleSzWunrZyRd6dqmn27BdN+1FJm5jGsQ3TrVNOtcC
nCV55p/yMk/pj26Qqgt7NaurJnKZpbheyu+u2Jf7qdwl8douOJwSqAtrHIC/b6zCrVn7aHpCkuAd
lzITdmizWKsvRuqm0hoR0HwYEiBoF9Ev5RH0/GQRsXWpTHvIPZTmy8yDi1bcmWCStPK5UC5N5NrW
dqn3Fj64486zKsqJvtP7DgqqHGP3RmvWeeR3HZ5B3xr80Vhn4CgJFNc9AOTMqNW37oYoBJOT7m31
03rQHogNh8hm0V1DeUUczToXvzgIE4KFnIfuvbTr1+bmd7iiQylZrvKrvJV+OXQRUIyY6zFfBxLE
sWe4Yz1lrGg/a177jAqgJioTycEVITCPtXxhOAhr3Mlw05wWsGsorrpP9tbW8K3vGEjQPQd/hLW2
Ia/TP74Kf/PUjO+Cq0ouJsurmep/EBK6CTb6BvgLffR9/GsGyU6mSr0lTMi5Hu7Wwd7ZdVfBYbJc
40d51a6z3Xjv0D3ZF4UHwB3zaPh7JqrLmy6btbENvtGqpPCWRt5Y7dkdjuNGu+klBFquQ4fITa+d
B6rFu/kh/13sbWOTV34yeuE68NTN8JoEbnCb7QbP2TnbaCX7gthur3qctvZ6vAu9xiPxhmBTi5aa
i9Y2g+SOAgBpile9Jq8O3tJXJEeJvO1tz7gk5WRdXg1068GV3MAzKX1u6EOxoTe2rVufdly3Vrz0
Jd2W91Oycb7Zu3nj7PsVeJw//SE7OLeopKTJyw7zE58t9HMC13vXgKh/o6yK2+JWTz2n81EpxSnR
d6hjPVOm0fGvae1/l8F/sgK9meHfL4NPVff0jwOZzxuCTv48HS2Dy4/+33hxw/lLp2+oQOrC2wDW
7t+roKLLfyFmXpZBE/UwYM7/LIIyWdAG2eH8R+WnAOuyev17FVSUvxa9IUjfBWkmAyn9yjK47Cn/
sxrYFqYcZNvUqviFnMlOYVaEH2BjgUu7E3h4CXvQWum1UHT14s3N+WD5O953/j2MgYSYVNUlXJkV
93jRyYO5lNDo2TuprbKfmsx5Rm/a8gBzoPgV4qf9RaqIuoW+Kv+qCav7kq1gGZ7SgYP1EkKSCk2L
TcXb6g8JLY0wCiPcFzKhsUpq534+Dt8+v8b3t9JhhcfqxHYCs9MpFCCSLWR4ShjtYYQGHtoeArho
NJ7ZSBwvd/+6FAvwODY5oDho0k8uZZ7CwJniaC+jmnIleqxEas5oauxc9r9+Qeja5cVMYEGrPVlZ
067mtSbLZU+oUPfs0MBfA0lCef/1YQClcOhFlwqv+eThtKCDJ9KEov3Y5+0Ke51MhFzanpG+nvhG
/75xC6Aa1C5EWoT0J6eQuBclvTE52kNsYw0g1BD9kpyx51L/DGIE7ylg8GpdZ68H+CV+P84l5U/T
+fq7iN95AdsBrV1sBccPsGeDG0iYsvaRAGca2blB0JCVnaklHW9v/3W17Lq5UGYSTjnLv7+pd9KT
5JSlqdG+TuWXAUKZ65jVrUF4I4k6o/n1NwXKDu8JUxU7tFOiGg1cpYkdk7Ua2Q5LuSZc8Bv1v85c
z+P/Cf+UH0wiH7z6OO5kjNS8+nzJJ3cO9EVPhbNJ9to8BhC9MvaZ+fRnkBEcfvGV1MH2QBFA4L0k
IZ/6Q/O0UTJEMfm+xc2Hkp6Xh4ayUM7MGO8eks6LQOkZk7bBV3aa/x60dk7wQsWMMaMHN8M8fTHD
Cslfl9u3VHfPeeDfzVCMZ2Os4gEBYtBPx5sUTQyNiOI9gcCpHyVEzEqana++evNwVcFhAEMKkxkn
6/GrVyOBqm10cftRNZQtcaY9LfVUOzPK++954WbxvqHWZpE0zJPZqVwcFY0V5JgW9MJtRl1GD1CP
L3FROuuoDdVrPF23ml2L16pvymu6TQVq0fKcE+D9TTVwiljq4gRfZq+T6Ss2sqlU8Lnv9UifQCtL
L4EUj1/9wKixgUeEyACwkAs+WT8zoZZdHfOBOWiGV0HRYB+wOHh89ckdj3JyKSSYBSLTpmjfqimB
naoO1GggSOfzUd59xiwpy8fFvoOjGxWh4/fDmaCayEqZ73NJ1UmoGwD+RlK3oulln+mWfTwU3WDO
heyZTitPcmkPdmnJ+X7KFfO7BlUlcNV6aO/SxTl5Zh1bpp+jrZTOKsYMqCtL/QIf3vF1zY0gj8qq
yj0gwZsR88G2HnWVfK3JU+Tey2pIpHYxnINyvX//GNbgPmIOZhY5LWSQDDL2bYg2w1ZCXHB5HLho
EdMvPzRGIeEAKCMTIq/78cXZUZFUqGfLPSo5u/J6lTizqxrtNb2gto3D7efvyAf3EmgynzA+fUoV
p0Z44gRnQW272uM7VmxSkoloIs20QyFiz/YhtGb7ZZI6cz9WkLjOPMj30zKbEfbcsoZpXWWZPr7W
sLH0Uhutel+22O18AqitkFy6JnmIokx7JBKbXInPr/fdi8rOR4eywLK2IIQpbR0t12pKAmEd5mIf
IlJx4V/TA3US5KuBYpzBu7x7XxiKDQjnD7QbrKcnV0ekQWKZVdnuDVVWX/UhVg6VLKgAfPmK2N8w
ZS1pRoQdnKwCqE8R4xRZv587pb8CO5+v806E2xBo3P3nQ717Xuw8OJ2wpeMbX9KMjm9e6aSNjjy8
2zc2Gs+Mh3Q5kObpzbbUXuhKa5/ZwX3wsKh2cfpiw6rAgFvu8Ju9VQhawIgc0e0llQsiPKT1iyWL
i0w66+LzS3v3HSyXBpyByhYSY44vx0Px6jWjnHbdnt2Q8kTsHn6DsM93Iylnh2JuyMItHSKmLSRg
+8+HhmfHLz+a0JbBgXvy/anLOn7yphiVpGcwDtXrusfudDtao6SvhD0Y9i3YDIS0y+kUt2E9K/OO
rHVVv8wbBECYkHCZ5+ukrvLeI65NDCuSdWWzRYCW2SXO+4A6/wEdLjtRTR9kaQuyp9F8o0lIQCeB
F8Ws0fXBnWQWEvvjSdOzi7QKKtXHJlWKTa5gbHaDuqoFra9YGX1dHnATOU6ZGI9NMueTVwX5/Csr
1Di9ATLBaUyNK2FeFYGIaZWFI5GF35W4QwMo42ox1uDtu+SJyMyhXWs99Uxirknhvk4TQ7waolH6
JRRVinbEulT6Vi0cUrm6LKxqn+T5nETkmgDzCw0lJG1pvRP3YT5blo8XyA53tg3nnLqTllMfFBrF
oShD7rJDKF3tZHnM7trWarRVwtEg/mFORrxVSqaop1HDJHAgBrmKryOE3NMqLmb7UbCf/yUR4ptt
Zidto7UwhzLczOkQdL+ytE6lHUbJxNqONvZhkLMTfPLbZFCMmrIUmKTrmUDLYU0okvWE7o2w2Cgv
bCpOBZYAPxg7e76orQopS52RceiTYYlrtCfmt932ehLnbtEMib0OVGn8LvWLWLWS6+S+wWYUEQ9r
kVQt8PQsRT+NbD0EvvFTFcl0z2rZKCKv5Qi9lYiXxHEqBHauCgNH4uZpIH4Hg2p+a4eRExnfbx/v
5FYvF/CrTv2rBR3m2ZhCYi9umaI3QRRMuT+bUqXvpaI3hnU6W7gIXEfwYa4idojWdY5kFIYW8R/W
b/hI6Pml1OrCBMuFUduryprxJpWSU/5GtUm4BHpJomiRgXZrXRCPdZs2MbH1lPVk9XHkHBT9mckb
Vy+k2LDLTRbIpIJjYqtIawjNqFvPI/6ntWUkmbwNVEoGa2HgAPNsJyVY3OWUlM5setCXX1KuF+Y2
bYnQ1aAW2x1lOwc/pF/QGkNCniIW9MU81JMnUrJur8zMIumyJ06pe5wmpRZrZxi0eB2nxD6uUM9V
w6VApy6EO2nGWFyRS0SZs5aMRfLaYxm4akSRpXuDqHflZQjEXFQE1ydRte+gemBzEHaPA4i2nbpt
AQfGGyMJKunJ7HNauxUUwN4vVbnMNr2IHZStYWbeUr6JEMlix1LkxUWKWsSk50FMRVaVzWbugrba
xik/7E6JHWeruWnJOaxaLH+XDpsB0zehM1CqZpkKVgPBtjdmWAzkWA5Ula5F07Qp0MtKte/DLEvz
3qXe0xR3s9KbwcustEV4PxFZOCDLy8iO8AtZzqNuW82pSc6nZI+aeKqy2mi/pXzt006qWFY2qZVT
cGgrrW0DN4kIrWz8ORrKl35K65ZU0AhmcLG2xrhrZN7FwaC6j/FTzg+wxLV5IyLNyH4tjc3UMwBX
R71w68Ym8vVqHIW2ySbu17Yx84kZmyLbUH6vyGGWiBZtu/JmyBNnviB7Us9udbMxHE+qY0W65NMC
yGdm9FAuGmTOhmc2kU289RQMxfM4F/N4MzWFtaBnGuxvXiLHxfCHCPeyf03jSe2/OWkZtock0WdO
yuxktE3VoIr+k6tyPpHoXhnz/GMq5gCJrwwEuL+sSSlpnrNylJsbucyL2Jd5CZKVgIbgXOZTR9+I
wIXsmyQ0LL3ZMGvTRkm6PL9QEkXFac62zlhjOgnL1xwzY6d4EdNzYuOjYyfbefowarsgtPRnhf6v
8xTwXYcrUyBPX5kF3k63JLqbrgnC61a7SGhoTX6KKBzfWhUZauaNxHohKLdH877PkBLumPCswLWj
JEp9SQ3TQylGp1mxkbRRyYneucuj3GaOhgz74jjguFy7lebxyskF0vSRsHU6XuNgGyu2Drl+ESm9
I7utMWOZdSIA/26ryhEezkLWX4uW5D93yI1acTstLbPVkCXxI6uAhi7KMQCOVlIXXUZYefBm1Rot
GXWys3wNR1O+GZEYOx72Y50r7UpJ/wFPMHqu8yGdUfwwEe1qxSmYOZHyp749tJ18aI0C4IxdxIXw
uS+l7E/2qFeeJcLqhY5egKA57+bKhWJCDWuUECjfFGM+NxewIWKl8EapTtt1AA592jTB7ES7Zozw
U7iIoTUQBy2K71VUWrnp5+qi5bJHTmee3GgayoDebEjxaWvshG6ejQ4O7CRRULZ3dcKcR9KGcVsj
NiYOnaCAb5XDtozJHMX4dUQa6Qhb0RD6t66ww+amqbOETywGr+Qn2kDriplAlAcHxykfeIOfyNeN
2qwvYmVQgs1g4Vu7tJqol25zVN+Zm9dyRcPJMAk7oSaKhnAQjpuEYxevMrZuj2jJ5PyyzmCRIMHX
kvali+R6h7K6t2qcUrAKNswvRuK1XZr2S6x93LVeMAdGsaGf2Jpe2Ue43NOeXYvX96WsuszZuPiZ
zItqkVsH0YUEhi5ao9UcsHAQWYT2WdStKV9Rxhom15EoY6wby05ep15N4i3/9/h7qIv2TjTV2CD7
HpflJ4ISl3o27mZSeMcS9W0aG7w1ht7k0rdCq2tnZZEDbHyvw6DHhy8UxCKeMHGlX41FVr0Yy95k
i6LWKsCDRwlFkTGsjMFX+UyHTV0q2rRX5DEs19VcMGcFVFq7jZr3CZ9FkWAXRGOT5n4zYJDeOq0U
3cVW3tA7KkvrO3iI2HZrYLolftPAeYljhdRp0agDD68NKAs31Rw+IZSqi4uJbWCxzpLFS6qFbdJ8
/XTBRp9S6YKi1qBHHu+LtUKrcBky1wx2ypsSS/d1suQnBVO4/nwb/OFmH17xEnxHAoqxdDbebPaJ
uQt7rbW6vVPlODc0koIE0XBEACrnKkkfDsURG0UE0gewK8dDQV8e+wlj334mh5Ddnyzfy4E8X8ZC
Lw6fX9WJHIFbx42j6UM7xkaZwGnweCyhmv0Q4jrY2yQ0xqR428lhlsz0EkNwuIdeoBYX42KEcVPM
Jvg8w1z9A2+luK5J6bht2EGdCxf64GBqc4QDrAwnjgLlyZ9UyWMtU8uAaTrgspqDQb/U+zg4U1n4
aBQIQhgEaGkgGzh5nnM8S+3cMsrcZ4Er1d24Tqkkrj6/vx8cSWnN0OeiQ0ct4TTSBPdy202qMezV
gWpJTBVjIzcJRjwlq+87IZIvH0nZpuPDAS9MQ5CS8vHjHCYnwoUiz9BQDNVLeFCsC1LtYTir/K9e
Gi+NTiGIcBPgoqfcu0lYRTlnurxP5IaTZy6EqgAKoCXlS/VgBV6WjEiCPx/0/Tl4gelTCwKDh95Q
PXk3QisPalUJnb3ejc4EoMMQ8QY2L6zYWbODaiX6tuhvMpLmyn22ICbP/AHH6sPle6FQTyI0KwcL
B0T24xvcRapcK10s7U27sS8Hq1Kup1ziICoUUFCJ4IDsJyKI9TPjvn9dOYDThYDnSoHPOmVjg5MK
qK6UwX7mLVsBaoF6UbLsfH57348C4WlpSi0JuDbiuuOrk9VgGs3SDvZB2s7rSQfuYy07jM9HeTe/
QVxDuUWha8nKMk9pWllPgUR2emvflRk0TVpXHludGidLpp75/t5d0MlQJyUhWWQ9LsDJ2ltDp+xr
ubCvKROdk6S+HwW7O68DDX56UtTlj2+bHVZ5rReDs68SCUIFiD+cxE57ZsZ6f9so+FOJ5BWkg62e
Fnh7bPa6kjXhocKw703gkDgL6rU0Yp9zkrvPn9EHl0RKEHVBukQIDE7fc6u3VBIknEXhHsrNdUHX
nnjbztTPLKvvxllqS8xYYKYR3/HyHd+6eVZBjgiFBZwN9brWNeWx0KL5zDL3/qs9HuXkNTDruA47
0nv3GviETi9GPImxc0EYefAjSbKBVSYZznQp341JQ+rtHVz+/c2GYTbn3ImkPDq0sDjcvpBWivgj
WSVas8CY1zCuzjnTPnpBaEFRmSeADpHJcq/fjJiOIImWA8QB823WAbEc8kusXWp8MRjTOTXvuwdH
OZK2P98vlV2khMsf82awSR0SKQ3l6BDnFpGUoCItdvnjuWTyD+4igplllgBnuCD4jocR0RjbStxH
h4KwlENSViWHR6W4JhqKjGm1nSZX74ZziQsf3MlFpsPmC8MJ24OTUSn0pU05ddHBKoJi2xhFvEpi
3Jd1ic/v8w/t3Q5huY8IXNki8NDeserpYChK1c4RmCSBnVqS0/0EsR8NH8FGXqOW8Rml5EcPjm0P
4eYquDmkPsd31ArJOzJKNTqMuWbdh7ahPKSOXq4+v6wPR6FtDjcRc4Fin7z9cj121QgA5gAfoRYX
klGZwbUzzXL01QmE+7fU4HHCLVmUpyCz3tR7POhtfKgNrd6qZHuvtClpNp9fzkcvBAsjKX+cNEhB
PblpVSsiCdF8fEBAFF44aELgYiTF3srA6X4+1EcvxJK0yPTBVoNG0PHzybDYc04b4oMhN9/azOEc
WCzSU717oNd+//lgH14X7x1mwr8BhCcrV1JGVmMbU3woRKZfy+FQP89ibDDqqOe6JR+9EezbmO/h
5bEdXv6UNxNGkRVZqbUZxwtFC6miNH0g7iTHivofn1/ThwNxfKIFy7RBv+R4oEyP40KDinEIgqKl
/EgG8Z0GcaddfX2cRbjBYsyB0F7Efm8vKOPYrxdSkhzgB3e/rMkcie6aq+yL0aVMQ2jW2I/xGfFf
6AGPx5lr4DZzxwsBqKnzw0gBVWvZ0fevXg2t7gWEDhFweUono4g2miiX1OnBbsZxl9W9vMvNNDuj
vnr/vrE9RY0E6ZIMILT3x9dC+0Z2GoonBxFmycMc9/Xa6ErESBmYkTMf0rmxlrPEmxcusTMbPM6c
HvpYnW+RIxLrIeRhRb04PDM9vH/lSHOh8IzyQ0ZhoJwM1dGvCEJ4Coc214K7TAqUNS0566uHO2xh
S1WAYzEL4rvDT25Wmt7EeXLo01hYK8UcnO5bgxCq95x0trUz+80PL4pHhSrUQMpwuquVAyW0jE5j
zhsGCtTUr6HOdueiE5aZ86i5aKMRYkLgO1rEQn+DKt88JXU5Xxgd00IA547aJKqDmt2z0V80sl3u
OntIdrjOpQOww1HAhMnt4MwS/MGLAiATPRThCexDnZOnZ4ikLvWpTg6WoOlHBXEOYq8r/5uz89qV
22i69hURYA6nk3aQNmVJlmS9J4RtyczN1IxX/z+9DXy/hkMMse0TwTagnm5WV1dYtVZWfTNieI5P
9y+a+ttuNoxQosqyeE7W8+d2bMMgobVZCD9Rd6EoR1HFhffHtvPs2c16+S4WnfnYBlSY7q+88UF9
mCpIIXmP1T/XFwJiqzQoyiQLs7lgjqAx0nM/mvOOlW6twgAXMCjgL+4NZMPxJ9ohjczCFLjcN1fP
YP3gP6Z7ErW37ySMwNQ51DGSlK8NJ6LyHjkT56hZ4/LZlXb9OYON9OhGxIg1Hazg7f4ECmKCXjrh
YFTtlYcsvXlcYlSowroDqzn72nApOqRiJPXJHWesvsTaRkDNkVOS7jEytAo3hGCiO7OjNMzjrr9w
J2Jghy/1YOpfoXobTtky7BUYti7B6wfjDXAVEPHaOEb6iUUKb1/oDIZ9YfhHPHvapB1ay+t2vOXW
DaB6oviO8boMIV0v1aaSZGzCjyH5UHx2E+QzGqmVz6MU+mkwnMw5tFEdPHe5N5zvX4HNXarZWrZK
dd5bpZsTjT0bEacsnAy3+58VyAyweYfUJu1RZq52rsKmiaKXzdQj/gUPd73RJCmb2WeN0O+hJo5q
qz4lCyS2YjDEO5Sd7O/3d7dpNr+stzKbEl3eXKcNE5YjJCSZV/yMey0/lFOWPdN6L98beVHupNZb
J8qgHsAzGJCV6Pz1Hi1RJGMAP00ICfT8LsoSfzwMSS++Rwljfzu+83WIa30xfl1tZTp0QejPZ2YW
Gm1X26cJjeoD8IXot6zPpgeRiQRUBH3JWfo9rNaeJb4xcbAXWax4K4greavgvSHtRfYRmZpVfhhE
yRKMqcdLPI6UxwT8qz+aPKG9geYFDcShitH+ES6wB5rw1fixdczotz6t48eytrKnqdWXc+IKp95x
8VsWYCIywDOGo7LXhDy+341ulOnw1Bp9cs6rbOwuwsjpV1I37fOHUXh/8djXOznlphFAkg4OijTC
XxfTKYVGUd8D5emdLlwqYX1dskg/N4Wr7fiOrdeFTJkoSyGzAeVdm1vja23kS3yHNanZ3khkJ3ce
9Mv9i7TloUjFAZ68hiZrmK2s4EPv+jkLKwr1oQ4F1Geo4Lv3JjR3nxZPBgiu2PLRQAhgB5W3eZJo
8vHtfBL0YHWF7TbX604YWZgHuXMOOqhXYnOwnpX+3I6tqL9qfZcoYJuWyzA2wjyro+QB61PC8Dxc
pvZnGWCqsmuWn11jmd+pVMwPSeLP3yu/Kn+C2uh2YGWbd8gi/GHqCAyw8zqf+kvgV+hxw/+J8rAl
J3jQNKRtnuEXR2DOnOr2c16n8ptXImB2aEbjx1Q632cx2Jfa763PKHWDX0mccdnxoFsfngEGJ3BN
+kLIr12bVz7PLZ1MQiS9sij1tIaxXKIaGVFznAcKC4X4H03u7pMGEdnOgWwuTYeItxf1TTgpr5ce
rXwIKp32m1dFo3dMMhQXDpDNAblqS30UJw0I9XQw9NyrTpAdBv3O1dryHQiJmXSOLHCG66BDs6KE
ZKDLQnPJjQ8N4LAvjKZkL8akxadOT5yHIBmst5HX/OtKgX8z9kDBQ93p620HDTJCulNnYYEQZXxw
Khtic6Al2oeBut6TJYw9PpetK8ZUOUtz2kQfq1c5npMpB2CRha2FXtJxLJliPhUTnIoHLy2gS7vv
S7aO1UZrkFkVKrNEHtcbHJZIL/0i4MlKWp91xuavLo9BHgZJmlxgPgz+Sci0vt5fdSv0AOyuWEKp
Yrrm6oVi0KKHfJaHoIcBXx6WuIA9zwQC9KBm6/qL1Rvdl/tLbp0rmSl0oiRFUKSuznWSWTVnDA+G
/WSJD14ST/OpbuOBwd7Izj/+h8WQ2wLqSwObtO36VNPYX+QsJMm90xZfnZ5u5KWa0uIvuJYQj7i/
2G2XnPeexRB6dhnaQ+vwerUpEF0T+JxmV5HHaFk+HmGFjc8AhJaja0DNX9jGx1Tv4GbLzAQVIY9i
ddx51UFDSes/OG46JrwQ4D4pNqwsSnUdkJ4uc6BAff49KqUM8yqhi0a844dWPjUfkNWK3APcvvV7
x6dkufMLbodu1IHgqwAD81Lhw68PBM2qtnFgfArbvLOPgdHp0/tlcGY0ANLlAyoOWnoEOPebNKT9
Xks9A6YDQ9Ewj/Dh3v84W34TRAZVa1IyOorqJvzyjgxxljTw0udhZif+hT4EZAr2Ejfv+tqfL32f
BH/bU1m81FXl7tmF+u7rJ1QNlMLmYFqAQlZ20bX9HBeoOoSipBt+wGvZf0iohP/QpJO1R3fuIF8c
+sQ/LGMtEbwQzQThe8MQ7k7EsuVlyKaoYjA8gKGubCIbyyLPlz4PjX4GoJy2VMOPaLyAiFpm6pMX
mcfRP5pW6MtO7Le1MmPICG3zbN6WQSX7Ehr+LISJ14AMoRZ6cu6hwvwEoauO3hT4SfgT5LzX293y
NwyjqgaNkptaKxfaU1DN9qjxcjhV8d6YmvFo66L5NJipt5N3bO2R8T9MTClAoddzbWMIlMA3DgFE
yHSsdYkmyMUparlP4Ay0d12ZfM3EoO+c6/b2/v+aq/Csc3yAzbXIQ53K2Ltxjj8BbRPvoqoun+7f
oK23gqolHTaPjgNzm9e7qwApNzrgtzCqGvTrRzOfl4cGdWzELUyB6MDYa+1OtLO5ppJopoADgGTt
QKLAYqJlrvNwFKDDDrZckO7ihjNsk1vBuRq8vWd/y08QUKrgysdi1jVaNA36JrfMPJxSRz9H6Aum
R1NEzaNp5u670UuhyO14JU9a0O61Cjbth4iKsoqKti31/3/xUQlUzfFgYj9a3D5XehS62QSIzO0/
amnUneZyr86xmShDNfB/K64ctAiQcvSnLA+FyQSATeh16uomOgNgaZ+9TsI374nvJWoHD6YclocU
tv8dl7SVqkErQ8MCKBeQ7VUsTc3W6MAK56FZCuchDfT64LvRsFNj2fysbgD3veqhUnW8PtoCaeOl
QWM4TISXXxxq+4hZuT7cPUPyfgAicxnkrDiuZqYH7t+bzRv6y9Krr+pCIQnpsUEzg16WdgiQC/vS
+CnQX91TYxD3V9s8TjWwri4N7c7VF43TbmjtrijCWUMQ6eAPA5FV3YzTXnVja1vgtoGrBfRUkV+8
PlEI7ukHpCox82ujOmSuM8kL4W1JQaHVmeq5v6/N5YjG1XyYS3F65X1qs0Y9JfaxVJeOwyEVRfMN
GH/3j+ZGffEfbJLcTjXSVKfGWoWNxZQlmlg0XF1f1KeOiaPjUk3Jjk1ubsnHu2H1tE/W89XMNnVV
HKRFKOlp6EcbUR3zwRKJ/Dx2nt/tBEBbrpRQkCFqMJNowq6CEK2jpxf0bREi75Z/ljZ6US067X/A
6GH7x44Swn+oMpGwqb47QENy1VWwEQlDQIqwFKHjaR4xflk/DIEEGl8wXHOsktn+rYm6+fHNhhIw
FkkyQwHe5+G4tkvpoBNlCYIte7EiOH08q6B5CFwaBvXO3MkvtiJcZiJfk3GfR/9GG9TTI7dF0YHy
hGDybHC75xR9xadmFvODG6MXisZUiaJBw/E6rd6cNLvz/iiMTuxY08b3DWjbYEkO03/kIdf7drtI
K/CgRZgN9lQ/9W0EwD0qdUYX2nSxfpei7f53/6g33iuoalR5HhQpZrW6k61g5GpYRmI66qx/GVXM
1F2b6ueSIZcPQEyjCyM8kKvfX3XDw1G2VCOO3E0IpleXs0vqAIVBnQ8sllk7tYknAVmPSKif7y+0
VXvCwzH+SpFHMbSsYitAz55WibYMp3a287PRBjTgXLMqviyyIl1mKCl7zIbmmA1OdiZsKE9JEzOQ
C2HHS1R0zaMrJu23+79q6zurrpnDLSbGXEM8lzZAYmHOyhCohnGWzQA/nGZUzQOjgPoT4Pf6+/0F
t4IEOPRU8c8mkb4Bf5vRKAcUK4qQCCg6SiGD41Kb8xN2Maq5MP2Y0wDuGeJjSEPnxH7XtVzsbHvL
1nCVhJ70Y3gEVu8a/SXADAHXmrLq8jvaOn/6WjE/avbgfa6d1L1gbnsj+sqSVnlbAGspdXJUyZm4
Xj1xU17Y2kjXOfQRyvzUx7q7vKsp37dw1iMSA7fNN+a9EJSSokdnG2Ika/l6//C3vjbhIKVscMw0
9Vc+tB4ZjXMmbjX6NxDH16OwnZNDevjTa8Ug3wULwss7L8XWUaMrb5Cngb69oT9qWytxc9stwk4r
hi9mtmhPpZ7ZL9481CdZ6NpjAvz4cn+jm4tSrqfUTOMZ6p1r9zVNzmy1Mi5DzxyqMyOo2oM+p8w1
FHrzaJiT/D7mMI/eX3RF3PpaVqSUyS1SIEwg6uvgs5BRITWnDBHJqL5R7E2ZX/LGr+1SjQ+6haK4
n85oJzjLQbOj+ORCBnSkpVM/GYtMzn5b2Q9Vzfjxzu9SnmVteY6pOL0IuSnhrDxPhFoYPpt5QeEz
0TZoMjgBIhpRjQETcNQMJlcjiznHIYUq2TY7mqAQxoE4j45VA5GeoSfZzru6ZYmkJWTShBBwmKx+
0pzNNSquTRnSZvbGwzQAfed0ejVGneotr8wwC2PnILZuoGo7qGyaP9f1CgMVuMgNTOYm59q4OBBc
PgVAZp7A5TaXyVFKIb7mHocS0eMD08fznoFsmaXDc0pznnDiJiUr0jERgq5z6NrwE5zGnj4dTLMW
U22MV8GyNyfOC8aF4l2NBNBI4dtlfPyAU2mPrZY3z1nXzv8kExhYpB/86kck4zo96OZY/LhvNMpW
r22GW6cyHNVtRKx89RrDKdPaWQSgDf7csT8yvGd8sdBcX3Zu6m3YymSB6mfiGSlyrjsQeTZBwaF6
a7Khajfzrw6PYN1Xz0bhMXD95l0x6wyaXZkdi63Mrln6gOk5F+hhYbtoRyVVAxF/nDbjm8MKzg00
BTynKnhc4zasWpQ2zKZ04XOGDKyoKk8Mc+2xl6lnavWRTB1aVyyaoXk6k9duTjOtjt1SXqABXqXA
v/zaPwEjSXvoTq3ka6kJpYzYAVY5NHqQD3/eP87bC8VrBjWySm0Ij9f4DchmHaBhaR6CtILdk0Ha
5SzMQY//qLW2phYJecLfyEelPC1Sdt151CqINu//iNtLpZ7U10EIQwEW1Y/8pc7RJHQkUm3MQy+d
izMiOHKkCZ9WOTfGmEE8NT6XpSnM7/fXvXVhPGiADxTkkzuyDp28OI0rQhXSunYyI4hSkyU+T51f
Iv5bsvwpGex6b3Rha7M4DgxK8bjB7ni9WQGTYG1OfPHWLpYflAOXozc4w4NdWM17EvP0jyZAMuDN
OwWqS4OORoviT1otqmmxW/c9RU/XHgPqvITvzCAWYg6YQw1SJnML3d/5qht+QcWjRIpwMQP5X/mf
LCmSMkddPVx0CCVOfTmgBFM0VmMd/FLrf3/7DmlqKDQlDs9ei643VAOqyC9JLt3RguxA6OYB+Szt
i99JdAK1XGo7DmJjf3QgFTO5g3sF3HX9ISugFG4dREVomFJ3nxapN6gV0n6pvzJf1r75ufVIqBhq
YjCQcuu6w7/YWe/MpiVCq1iqk85MVziULdPSlLIebLoUX958nmCTdfIJoHLUp5UZ/3InYdnKhe8X
Iowyt3hcpGWhDGDOPwUiadNRIpq15wo3Lga4CUDECt1lEl9fr4gmhpGlSy9CYOCmdqqn6EPEoOCh
ROb00Rn64F1QwEm9Y6UbryTlARwwFQkAOuteDLWKBPDsIkIckPlFY377L7Sy5qf7p7m5CsxJcEcy
8nVDxGO0sd1nzJGF1VRV58TqhqOvjXth4oY/4+wYNOD8FBxvZZEQforGbqYKaAb58AUV3CU4jKmT
mZfF9BPz0pkzwqH3t3a7KPhXBtQZCSYxATl//dmsJEajsQtEmMjU+eQli/0ZlWXxc0ki53NR9e6e
usLtWTJPQcYHSFRNLa2HKjKhKEx1qwp719XOfW33l2iQ2k4fZWtbimCXISVI6EkGrrclYtvOEtdn
ldJjUN4sxoNTwnXtdZB0d4tpXe4f4+auFIwDCIgKOFbfLpsjT/rwnISuNloviWRI06rmnWfg9orx
99vq9SGvAnquX29KahpdtjZvwrEQ2bOIluIcxcPAO1uawG27dPojiv3I2DGRW0+plqV0AkkwI5zr
XmuNMGsxWUEdQgE1fHDizHimNQ6htusGuXZ680ECM2Iu3QINAzBkdZBpTw5nxkkTtu7wd1+X/cMc
v32uFvJBLE/dtICB6bV1NDCVzMEwtmHWN8I6UPpu/pg7Kn/n+5vZsEJC6wCWSnCntwRecyTsuKCg
FSICmR6G2oufDd/8xyxqEU5avQf1vl0OD0wN3wRmC5hs7UDmyoY2KF/GMKni71Pje0dN7z66DrTj
spj3RpZuY99Xf/8ag1EXXg9xlrIROuw8U4gYtgteLUIkHS1rmZ95voP3YiiTAOaApmzOowjGvTb8
7WXAWTJSTG+Ph5WKzvVl8AXQfpE3MzcczmDht9+ksXyNwVMdG2f8IGq9ubzxa/KoAXVUOBcKDCRm
1yv2jsW4RRNoLwkatqd2ss+amUJJI3zet8V4a8TwuprHtQPlwPmuPJihdwxL14b2kham/kiCJpmV
TuXyyIPv1ocI/7Cz4s09p+BMwPeaCJo0m1Ynmk69XhUNGSfUEYt7QhlDQz80Mr0frZ5Mzs7duPGY
rMa7rZImNkcsfX2aNGEtUBRqemZAPx1xCe2j3c97gMOtPREbwJHJxeLSKyP+JQ6axja28AJpOE7L
eMr92Tj5JVrUWiHGtwYJbEiNhXHfFZf62qkUiZMJ6HVRda2m+hkkT3GeDYRz7xuh+ghXGSerwM2o
8jkCn5uBOrx9NDiwyYU95ZXfKwCj0H6mGcVEWcaR+GsUaa4XaFTERvyut6KpOnh5awZ7TBpbB0sc
S7OL44MWZHWwiaZHcT6BqafkGFXn3myq7gTrkDO8ZIG7p1y0ZSzAM4ln8aOUFdWv+eUzBt3g9J4z
kM0LgNamrlfoBlVCyp3XZ2tXvAgKQEckRkviep2xncsZnA2AmsLLIGztU/9HiqDr0YhSzf5Pi4Ed
oQBHarfGT0cyMpjoYDFAoANVA6SNzsw2t5+WEnmtnUf89gRxIqgvAddW0js3iEs9nsokpuA+zLV9
TuGWggR/Cd7atXo9O55u4IDqTVhFKGMaB9IdNXqgZRMw0eW0MoURycr+ZpA2/WC6ZfbmW8fX4rmj
T0YFxFgHXmUNgxf1sTKkW6HmgEZPaBdZVrAY3r94N48rW6PRCi04QQMzx+qAfzHBIRNR4rTULttC
Ds1Br40SBZHBreaTN9Qp0i+NqnPcX/TmkWNR7hjfi0SVba5umYuisZE2ZRzGla2FqZJ61GAJhJen
LR+Xuvtuwj23E2VubJReE9pNECdvtMkyWiRZCvI3tLMJJey2tr9XQTN+4uXITloE08zOJm8vHRap
ZChouIKAXrPV134VTNNIgyKfqH2cgsrr/tb0eP691WbIyu6f6O3u6IXQgWGSg5iWnPH6MzaVbicu
uLmwnDStOppmq9ensZ61Bko4L0E2yCmbPdmG28/IsDWIGAXzJs9akxtlgV24bilRblkcFDqXCZLD
YrblJ5Pw8SCzKYbOsU+Nnbfi9s7b0Gxw32n0ESGtwU/wMPaQJNJ2CMYFTGqQAc+cvPbNYRHTmUz2
kmupzuqajcsVwPEWjw5m7i0/Uc9O/ymE6L/6CJIDRqWF/vn+F1yZCz1iUjokgxUKGGqU9Y1fQEN2
mllNL/jU6Gio/p0P0R8qkN4eMfPqANVSWKRJ+wrYq8eEzbWx6ICn9Np35xcBoffnNq1cKqpLuhN3
ba1CIwb5FX4x5bbVJZcLtIVCztOLbnfUS3h/zpltFTuGvyb0VZtRF5oqMdgUhkFXb6gTjVNbJQ7S
UwS5+dEyssY8i6CFjDZtuCunYOi86eg13vxPLM26OgB1cd/HJIdWOMIs+92IK+9TpctmOneitMxD
ahURDIVphwYle9A1VLGgZjh0qDT2T6MO4+WzXWWafOkGbsixGsumuNB9tscHc7aq5KIXUel+0CZr
dk/BotdPMXrxybmJRlK/w2x7cfw+c70ueclrvxPnoJ7b8Rjrrc5J2SRvjzqwm/lJBE35Jc8TD0Gz
tramt9n469kB5Sfqp8LFlVp9osU0ajgDff2l6UX3FBV1cDbKIrtA061UkhvzbQNBaj2K5sB7aMmQ
66+rMkaZa7ZWjsaLNTb20bBq56zAjYd+sbI9u8CGfwko/13KJNzh1VayeysbpzMxuEgrGi96LiVy
7qAeli7eez3VAa1XATROtxEThMxqdYC2lxTQV03WC6oXGhyx7RRdRq8zzrGRa0dz7v+RmeFWl3lg
hO6+v9i4XhykCrA8wEs3bX9LG4cynYrppXFEeRKaiD/qZuHtWMjKxXOMlDXBXFG4oxlCKfLaVXAR
dHeCpuElsMff3RROx8nXD41IfsaQYBzmaC+zud2WbXLzaBEqAAUt3OsFNdGPbis04yVzRf3YZeLL
bNd7I3Gbi7wyT1EkUWHd9SJB1fUyc5HXiyUQ/j42kgv+Yjnd/0K3Hp3aOLrmMEFBpWWt+fJkUUtL
o3f+Aggiqi5DvXTOAXA19XH4tHenCTc+FUU0huJhOwOYu96U58kmmqPBfpmSwPjeQ6T7ZDEW/wxi
IX5pGM2/TPmc7bzFG3sED8uyr2LW9CWvT1JzjG6GN9Z+ISnWfth+G31ZxpQBLyQ3mrdF4dgioG5u
m62EXuhUrdpFzjgbaZv59guURnApak5+suuE6TIYaU8RTbmdG7aKqf5dTzXgFJcCdRFlRb+Exnnp
jnFEQeYli3L0CCOnPHpTB6VxNfQHmI6nj/ft5fYDqoj4VSICvn8aj9frpVXK4CBcGS/Ewt5wjGar
lk8eotbtkxF0XvOuY04HsH5R5s5OrHrrxxzInnkGCCKBsK9hl1InxBsXw3lJm7k6RpMe/QUQGrAU
OKmHqY3nTzbTjMfJGPYojzYOWaFKgeZSAWBK1LredEZHO559SO3op46IBEYSfuM5OoA29Q9CTO6b
PypVEzy1QyNCvQ4rI4InsKkZhKXa5cUCWccyf8iXNDlaaZEPyA3Owz/3v+qtr2E9OBZJhAHQkgpc
b3AOFmRRU6m9cPr2QUrEHCe/2Ws/rCGeGCvLMEKlNkbf44ZQb1rs3Mtd7cXRkDO18+XUDfWfo6P/
40grPvip/Jwmfnfy9PnDaDiPfjZNO0a0quH8+xMYXeGSslv83vVOwY0D+CSyCXvb7ZOTO0Xu+Dmv
SAZgMg58iWAovAKoYgZ5Ev3sDQMSY0+H23fH797eI0CQNGLIuUhr6aJf/47FNpskT/M4DJooOMxt
Xxv06RFBdWsGcOuMyUU7mZCkvP+hb7evRPJIvqhUkhSt6TwHL5holJZpWLmz+8hwQDef7bqs9UOX
mO4M2bLu/mmZs+Mc6sWSX4TR2D/v/4RbW6OVQWHVUo0oHuuVN/a8VvfSEXhaAhfcS5cbGXqrzbhj
0bdXllqSKv2jzIPBrTFW2eRFeQFeOBSaqR/GbHymd4Tq6qA9gyPYqxVs7AmXSCWVeMAml1hdWJyV
bLJYliHqK+J7bgn77AfZ+Hj/5F6zketIjk2Bn4TmzYCOcl13T1BDsBdTq8I08xfXPDScnhLPpTD6
0PdG+rMStr6cAjHWsGFryDqMzzGMGOPJF3DrubU+eEe3RGTnM6RUwY+YLolxMALgx8es05vqNBtB
bD3hcbxsZ3Zj64ioNvP60jZQrYNrgy+z3qtEH5RhZvTukea/dvQqCOfvH9HtUw/ASYnvMXAE3vim
WDlBOzkHkQg9JK6QgvTd0xgV7rEGBn25v9TNhijqgd5SvMmY181EZh8tbi28qAqlEaTHcUi0ow9v
+U4z9cZPsAp3BZsiB6L/t/JXVZT1wijGmgtbphfUnQkl2tnVDlEEg+YBMPxw6V3zjby0iiBK8VkA
4WJcm22uDNqyxsKFyaQJpSuXY6f1TN3axnR+8xGSX5EPI6lK1XJdsixQ5s5nZFzCMTKGo+xkTNpZ
p6f7q9zYBHtRXpZOIO8pPM3Xloc+hZM26cheYKR/XGY3eykIbU5UfvaajrdLQZD0Gmsyp8vY2+rY
pgXq6SFYaoTFO/eh620PRWSXsUUtefMDQgDE6AnjGVTvFALueldUYnLEwrMm7I3J/Ma3yWFBQa3u
nDXzlB6asY+gvVnMt8a3alkkn5AAfEUSrnaoy0yYSd02YWZaDNTJOTsPY7R8j/KkvARlob1xWglL
ZEFAC4TS5Fo3xfNUNqoSIZpQ94v60Qel/ZDkuTz3uffGtt/rUhymwn7SMaZqeH2kk2P0dtEaLJUa
9aOeQSzYpXZ/zqkNvcsgnvx43zBvPQicKgRDVO7I8KCbvl7P9uos0CKrCYEnu+eqdMSlNLQ3gkz/
3RUVQq4AkH9KKNerOE1vp8UQNCGEifop9o3yUIzucnHMud6JWzc3RBmSNhnKpwyzXS/lGbk7ysVv
wsUxoj9BWo2/dXJednz8rUvk2H5ZZfWZaHnFkQb1EgLxoIVT15PT0cpMdOOJ6eIfmjP+3btD9uU/
fCxEUpSv4pOtE7vGE47BYHcbLrEfP49KAMRCkuftJ4i5A2Ihj4RjYa3869gy0pLWbcMeIlKucoYg
VJLOb/aIRCQK2qyoxxg7XL3FEdowTetj6F2U5UcbssvQb+Lp2TN667f7x7bhERGfpoGm5o55IlY2
DnAxZnBtacJ4COLPRbvoT7ORvIvndNiJjjZXoqYAHFZhb9el3JSynSOk10DGrPcnv/PTg5FkCNGn
9Bfub2rDzhUHP34XtIyCb1/bOWGMtIYya0M5xdqxrE1xMWPr039YhEqkqibQfV1HsKXu9m6XiDY0
VGYvy2U8yNnYu0w3cfKrJRD6qmkRipArf94OyL7U/YDBcVOfmhrZmWZGhIlgrXmKS7EnWLz1lUwF
lFFRLKKn6nL/Uq/wUqpaQT+zqzSaMuLAudcuQkvlh35wqn7HJrY+FMhB0GiKRISC3fVqFqOmUTkv
LePfVv2Qxjp6tQ7qZfe/1Pae/m+VNTYsChhNg2O1Dbs0bU+U+cWxyVDXqpL45/2VtvZDB4EghsDM
AgNwvR9mEOVCYbINWy0dnrJxsY9xN0Xn/7AKGSIfCfO7gTzHpqggIgzasIba7tQa899GicjRf1hE
keXQDSFiX0fqaduMWjzmXRiZCWK0oxwfktl5e5BO8MzLx8cBIXiD/YV50A96v+pCABP+/wxrcIIn
G21H8+E/7IYBWDXjxlu+TmoR05PuEpUdTLHtshyCfNLdQytEs0edumkBwGpfZ8pohihb/OX+yMCR
DHSlHFs5zydSA++AxOKb81l8toIsALKHHIs373qVonemdLChlkOtzzpHdYf8nQcU482HRo6mSHWg
omKOwVytMoCNdloXArtiMI5Zlmonq+7f7uEIRsCTKDUP9edqlXjIXCSLHKYGUEb6zUxT/W8m4ayP
8SLzpwkn9Of9Xal46ipJp6zEfujzUe6iqr56XH0xVN7kA8ZevFrvH6tENtrnMZn75SUa56p5EVMU
uZfUQ+D5kUa0jN8colM5pBKMwj0pCNDp62MdS458soc6zNuOEm0Sx8bPukDF5sh0mPYHBEP9nge8
fUXIelhR8SVjM+uAwg4y1P5mm2tGBNMfhdDs8gKOYXlAnY+xZc8sy71y8O2aivdKgbap3BAprW6C
3jMomgGTC+NZH5NToBeN+61YrCH+otmtZv1Z51m8U8RQf+f1t71eU/2mX25f3I3DRM1XhrLXzfc5
xbGTm5TyjzknBr1vRrcXXbkTXD0dd6Xmu/qKvr90tgbHY8jElnaaWlDURRPXOw/k1iFiqoiOUCuj
5rPaUDoYctC7pg9nK/9a2l1/WLLsfb+YT31W7QW3W6en1LXocTN+DJ3n9elVlbHklHT7EKnM7hlC
sb9ANs8P/oKW9f3Du1lJeS8smhkE2lo8MdcraRaVv1pOMvSrWjtlsIUykGR1h3SZ252lbr4TfosX
GbS0Uoq/mb0o56ZKXaSBw0jA+pVnQX/KZL13wTY2RBQIAByYlUJPrxxy10yDkZpigPkkbcxDLNMf
Ux6VaGQ7KFa/+fCojrsAFrjLNDpXNmEjstyMvjkAQnIrptRrZlVR5AuM+tigvbu3tRt/+YqoBx1H
NqL8x8oqiJuctivtMTT9kWegB2oojnD7u+0j4pgObeO5Q9aRVt3wtSHl63cCkdujJRBVbJy8QxS7
brCjM1oDfGI9dIsiPQ+UWo6dEfUP4+Ls8S3cZK5UiDFMBvW42/RdV8E24KYlacbSAuWLTLJBnEV2
4mcXpODs0Cxa76/CitK3dj9pmOGbeZMU9TOp8/Vd8OOpoZPbemHvMxvxQAcodh7gZDeQDRu0eY95
6fY+UHWFfhnboVtGD/R6uWnshzyWlc9w86AfZWK4B93c9Y63H01JNNCEZ0aOu7dOWzQLfrPAypaw
SBgtP7W+xDo92fkC7VqIw3YuubpeV34fYlj6VjTjGClQw7rXm6qNTOntzFaI9KF9SiogT+7stxfT
mXRU7Brz2PUp/WSKwI9dY+69BTd2A+ngK382zUC8zJrexk3AcJS9t4SQvLXxxR9bluisThbvaHO1
DtLIaOoinIs6xuW+M7i5nSwNaARsCrVn0ijreue2kaAQHFUGLOV+XV+ywUqMS1AniXnmpg7TiWfX
8Y9OMhXLudY6+41kOwoxBZKO0wd3rSTMVglj4xJFVcZgh9mCGKqTB/5vRkIslYyd8Rk16b0my82n
BnZmMBzlE/XSJ1x7WtmXQbosrsOMlNY+mlqUu09O5RS0KXkjz7lI0ZEdGw9ohC1NhDhtMmXrfP/U
by6R+hFKxFBNa3mExtenroGSKOcidygwQLyDSyqeF+GYO72Fm0vECAD00eQr1FhNYJnXq5RdvfiD
DznamBjV8zh7+amm7n/qnV3Zy82lVLsV6DxONlhdIDolJC2GH4VOIO35IhE7K48xSrjL0e7hgz28
9fyUaBCQYV6x1zn06515VuOV0yC9cArq+ODGUC03aVrvJH03wZMityPZA1lKFeWGGrs2A5pNue+F
A3W6D57fmn97AFme6hEtxKAU+v/u7+r2EDEKsmVwlxwkH+56V8WgWYvs/SBMZj9nDAU6hCMN3eKj
C+3aWz0erxNFd9WtV7P8ay2S1nQKVKe7KGSWXsCyrs3tSavb+qx3toN6NSLlQCU1vzTPhpa4BeT3
9rJzvhv7pflEx1PRvqvmzfV+s9rx6adgNBWc74+V0fentKz88+D1804p/nV2/MrDW0S/1Kx5nWk7
g4m+Xsu1CjVtMeYf2sho5CFBwb1+yPjw1odcb/r27KY43BPqvmimtEQK8qK3bWs/1MM8a494xIJc
wIk7JjFGJVedWUk2f4HjRbQXLUvH6GAK6ebv2sVqB3CbgfNP2zVOdaicwZhHxsjLYTi4TQ0JdZIH
Vv+1nVObVSBEb09ZX/TyNBdZBUHTzG2yD3ncMlbJlJeIfs9tOxof9bzy40OLQ9EOo+F2DzMF6ugI
rZBtPeS2nD4YpXTHj1HgRtFT1gOXe2+MWtO+GHHTtqcuqOHTmERqW0/CdKoM0WtblgDoCrv8xnzb
vFxau42m45wtU/l77zGc+9DGehyfM1N2y0l3yIsOfuFOf8LvIrKjbnEhzmlZQhBYZwzunv0ynvzD
6C9W8zHvzAGh+tZ1tEdYhaPhyD0b4wvnqtvnJYeu52MvaN11B2Oex+CiI+jafkvQf/ezQ0E2ZkEh
0jTS/tBqY4PQoG4M/4+z82iSHEmW9F8Z6TtmwcmTN3NAsCSVicgs1lUXSLEG5xy/fj/P17tTgQgJ
bOylpVqKeLrDiZmamurHuK/t7Ouodl12lKIaHDgog8T/MFb4OfUbvOJD/8HWorw7+qMqT6+OVjQT
nJRICe7noVZKt0SeqjxAcDKIf4k8zReIs3Zxd/08n9/yfxsxEpiBTi79rHor4oIptNILEYXfNZhe
uaUaNLtbR6HTnm49sAA0BQjNTnd2ZjRZmXbp4JGIdy9lpve7OFTXqkznIQrVJXIujRZZoQmxGMXX
9GbqJXHBm6m6xcqo+FDLqO/u8k7CV0dvcscAVI77P2+dHdg4a4ekFntDWzbOoQER1RgdxZ5UxcO4
iadBd0O7MvOVLOH8rqeygFwrEvVU6ijxnq5iVSS63PFqeUPScsj6Qk3/SmkI/sTuh0dUp4pRrnw4
8U+eXkkMyYyYHtAl7PTTIbVQxWq00hJPSuZC3atN5ae7nJbg/h26ELN9824kzUESkk3yxtddvC5R
AUhjy4gjZMhX79J+UvZ+dmvPO+EcdX5YMiKk5BfOIubIxyGY6Xb0nxNNbw8l3MjXopv7OxnNux1+
0PD5bt0gDMgHE4ohohKwiB9VPdZjXGH8Z9rm1IMT41+BG9SNlnFiWrRTwtLgtXqT3jr9VhkQVG6a
Uew5g6572hyaG0sKrJVPdL4JKQYB/tPoAZOB5Od0FMjqDUaIWeKRn2pfh6qaP4UarixaaWd7SS7z
ldTRPtuBwF1UxNkXFHMRDT4dLx+VGeW2vvSKITUeFUL8fuvjh/CZalX4wEzlJy6F/lczKuMK0nZp
aFGCYK8IzvoSwUnSIBvrXq+8nG7c/q7MUwR1ESSZMSyaNKs4TIiWtA+DQiPdYaZSttIFcH43UxdF
kglHKKgHtHueTj0N1BnUwBw8Xc2nB7SufTcDmFn5oJdGQdxepFdikCWl1U8A8U0jHb03emeVSdGv
sSznNX2Q85sEzIGrhJCRI4Bc+elkcihjdAT1oxfX+WPoS9YmaYMY6xyaaq6ftjeb4tNLS1C7ychJ
XWAHL9GcOdIrrdbiycNzcs5h4gfha2VOXbux0lnNt706zPaxbIJa3hF/GNVxTMxWcQdaVYZvQSaB
n1XDnAdubHSSvTN8a3hnDIFk/HRCzGBuvmNR5qOrxxQGCvy8i0tPstJAIeqZPAIggUSm8t2otJ1n
W0Qz15fm/PCi/0d8yVliV1OIOP0IgSb33UxbnUdE29duQ9/wXR4O/c+C8usHyRzqZn99xAufneOH
rCj914K1vYCbND+ph8SIZ69Puv6BdsVsM4Evbu3ZUlbW8cJGdsgiRW8+MjswaE4n59eJFOhtknny
JCt3bTCHGxpek5UlPA8yCDC4YlG+Bwkl9TodxYpkbZZopvW6qu/u1FgvP9ExaewkcEHXQc1ym3bd
tFJOuTQ1KNhCMh25orPUVSjCB6PTMmhJI34Z5dlGBSNdOzgXPhY3DogWwim89ctAJqj7LpbiPPei
EjjBoZBxgIuUbwZZS476NJdfO4QAMpemseHg18PDKOvDVz0O0ocUn8ZHquf1LiiguZl6tqZucbYG
gJVCXFlwRmjGe5N3/b3u4USTOlmd4vVZDkhg2I0rS5Z6f32/no8iIHSoobB7wCyXJ4SqHA1mAY7x
4QRnd44SZWfDu1/ZqkulSo6e8BKD0A+YJJioi10Uk/MWidp2z6maTabr6ASuv5B46Jp3wWxU8lPe
kdLeUZKeaMmbLbs8pJI92w9VkAfqxu/iuN3hGz2P7mgOPfDJPGVrwm5n20GoKvGMsssBHWF/nm51
U6FI2NV196xKauXGkQbPDlEfV1ITdWXrnS+7aDMAYoP7D1a8xFJhEZCA0cf9TCWl3vRWWBy0OHG2
t35ccWQZQQwixGxOJ5QiNozLctU/j3oDx8RRwwPoaXZrtCc6jAUvB6YxcOHb8/TbRpX1pFHg0svP
s2QqD0WfZFu5m6SVLXR2lb+NQjcIOCHulEsuc0VPGzz5mlHIcdwuNr532nxXVBjPmH6wZth6vhUA
sdgI1CdEkW4J0xlDTPKZagpYt+NHrpbQDmI0VQDSnWqfr3+li2OJWrnwpcLWZHE2Cr+hhRO5y2cp
j1EXr0N9U0i8G44J4Ht9qPNtx7SEpQ6qZdBYl63n+OWlHSIMyvPQBuZGkQN/G83VWpX47MngU8H9
pYEYBRIu8cWrOyfp0Kozi4enXLEdunwCn+mk961G606tFeVeMaO1JrCLUwO5lUWieJ4Mj6YdNkCH
yvM8Tc1ey8EEw6Rbg+gujkJIQQ8J/Gbe+dMTpXRt0ISFrjyHmpltuiavHrUuWDO2uDwKFBrEyUXT
xqLyaLbjNFbwOfG1ao2NH8fVvSQ1ax1WF0ehz5tbiAaKM3ZlYoRIdE42+6620O+PuZerVlqjglzc
DPRvidYXMuolGTGbktzsSTaecZGaN2oWeabsf8Al/UNclE997t9m1clLw+b7z3hLGD+UYwN/HL5Q
XLZf8wCrk84Jyq2Rd2ts8LOqhRgJngA1bxLDM2ueBvnkTp8k5VkbMOPsVfsuCvI7K0QIRKvmj9Vc
fPU7/wW/hxsVJN7myGrSCQt8QFVTfNnfbtwmrY02jtgfCCH4B7XrJzjGTn6XkjLeGs8ySUGvglxD
egEAfjpU0rIt5plNEnaOusEo23YLRwONHNq1PObSfuTChQjOM0JEsrgHZQDnhnKtiq2ngyuhk0kP
Jl3Uh+tX4KXb1iSzFjQ4svklNSka9c6YUGJ+rn3L3mHD88uHHrG1g2StyL40VOMzwQgC2KauC6WE
osXp2tHM0ZR+V8zPuZaE6JeOcI+mUt2khZUfBuwsvG4Ox6euV/p9qbT+HryzvMvbYAAGtdaUlM6X
F5I4cSRyHERjNGmd/jRZrk2GPuvz82gE0yZPHcS251y7ObAhEYWDJTg71G+XJkDUfuoAmVH1OWdZ
t0HbfzXGak2e4HwqXIvsR0R3KCCcqWBS8k0AZbTpOZBKaa8EPT5odquv7JSziAPpErgYlLtFwzmP
8+mC+X7YKaETWs9RZb6bbOOpp5XTDZHvovy8tlnOpmRQbUGWmg5JOEFQMk4Hc0bkRPu4MZ6R1NK3
Q6Zje5Npa5Kbl0ahrVJQDKnu8I1OR4H428fO2BvPRm1Urqn2zl5PurX+6IujANrStwodAYbH6Si2
XUPGoU/gmTb3iKZhScPhPvDfXz/IF0YR2hTikUQWgILZ6SgltAt9pkn0OdCKeYsRvLLrW2ncXh/l
7LqgJEcvDDK9gq99FkKPk9M2oxTbKGQ17fsqpWoUaUn7A12UbuXoXBoKbScaNPk8gqJ5OiE7QtC5
5gd5zro+d4tZ7Q+WTpExcuL61io0s4LQJBxQiYnIfk+HAjZNUZLKqDRKSbjFfxXtERl98iab12hh
Fz4ThkeiK5T6OttuMVRUFG0mNRQ1AxnD185XuifFbqdbX30xIbqH6Asg0aFSezqhOgTvi7SICTn6
lwhb6Hutc5AdsMdb0UMh3AAzCQs5Yk0EDk4Hylt0XKIgCzwNtaGdXao/CkTpbs2oCCh4/3g+hCjV
WerfVUEEbqGAOQ/5K0aK4UcJUbvX6zv77MNwQMCnFHI3iwrVstpMZaeL+mTOvV6miFM3iBhbqjSs
bGp6ClmRE3SSpIaaA2ko0OR5M5mcExaqZmc/D3U9FdtStYNjheXeuOko++kwttXC8liQKt2GUzIE
n6KpGO0XC7tL9SFAP2v4nEZyku+mvEInziQSLjfUS9Xnsk56/7MyDOXshlpLLbdQpN5w1bg3tfvS
kOzaxfOArhu3NZsR72fkk/MDHq5Js82caUrdwpYDaati9zNuEpPgfu+3aWO6ihoP+q6Qx0HbZ87Q
VntHaYbsEGD0OD50vW1WB8fys32EMpo1uVSKRvV1yop5+BPeHrVisxrthyAJ9eoOPVknvB+cpPgr
5Tr5RSyuKft5iO3gnZOHerQXWvld6476LEfboYSa8zqOpCAvfqKH4WEalBq4SYqm+p062AbODQDM
ON4qeTq6WuM7X4us4+wSazsy6gWYWbhRkWfvzRAu62YsdTVxC3SP83dEJWO9r/R4fpXTxvqSKENa
8NOmZbgdZ0n/auvgIDt7ymf1vdlrRnsX4e2rbuhik1QXoYsKnWbLL011Z0LGKH82WZe8QHpRFBRN
iCL3eWvg+pvVmIF5sYJk28NUl8NwGBuco/ZJTIf7nU+ii5YFGm/9yxAp/RcJwBraD8+6kW6cUPL1
XyCpgbwx5zGd/sJzzlI3Ma4q7SYfs7LZpGbsW68z0aKzr3q97Dd51s/9wVByI75rTWtEWSArpkF6
4nWnNVOv9eBYsETRd8ca/GQnAwCG+8pOtD9DI9e1DX2KablzhiSzXuRkSmlc7/3wNRgkJ92UZlNK
KEjJVbXtrXiQ2Rhdr26HMQyxRaUNXX9Mkj5RHrLBnyJy3smJjy0N19OdXufJ7PIxJBgFjVXZmwyt
gmkDbyEO/5qnoLU3TlBnP/ygyV/NAAM11yBsbDZlMMSv3aSN8od07rSnSR5TTJzZaYqDtJopx5sp
N6RiizNsMd+3rZy1ODCA9bwYs57G2zbUpchT9FSKDzFpcnCA8GKGu1kqbHU3hW0HwUR8hs9VqTTq
HqxDNTZyHA/lfiziUj5Ad+nUjZJYYeVSu3fGA+WheHLDKJ2/okdo9sK9hPPk6pWvp9sIyZyvvYLx
0raB3lG66A+M6tbWKsXYlrjbG7u6bWTzl6JUmbwJtVpNoJo46rHS5Mg8KnLRFIlLc1nzZ8K5VTam
kQQqRLhUafdFo8s/rl+FZy+vCaIkVPFpVYYrugQslEEehlQqai8Awtq3ThndGZGkfqpbJH2vD3Xh
1hUMJnihaMbjlL2I83AeMUK1aWrPKFvzLuyHbKP1ira9PspZ6CpCIlHjos+ba3dZSctbyl4YYNde
RR70AKO9puOQLAfq+R7h85/XRzufE6QlMExWjniciO/0Tawkx5fTIe48pxgm9MjMwpUDudpdH+Uc
QxboDhqbdBsKwYclK5EmMqsL+FTeJGX54CpSjmlQVQY01/qxonZuYmt2uGuSrMt+Ks4ktCsTyYdG
lAxF8y5Pk2LcpxXNsk+JlRqdi4u1f3PlAtoHVWm6SUmaBXv1dC0QXPApxPStlzi9bWyzYZAfjdEZ
bzRcp3eLHnTqA7zh1KcBq0/HURttnEo67JDnpIm0TMI+c6GGxh+p4Oi7ER7UPjC7PFjZWGclYlRH
ofZrEDWFidKyzyWNwtFvB3Kiyur9e8v6HisD3m1BQ+txkkOVCFvTVetOurk7CmYmTfCwCpCIRgVp
Md9ARqxqLk3zOS+V8aALszoUn95f32LnsyMeBhJ4S44M+Jmni1prs5YJrbRnzfalvSnp2mNMFXRr
lLa+TxP1MY2QzHGaQbs5qiQSJylH75N4hgjzdGCtq3gItdZ5HirWL4Dr9thgRbcS9Z/dCujQAX2Q
KwnzvTOPRbK/qhpMyXmuOz9+cRIr3it6KX1uQwhQqDPMH68v5/m1yoEFRuc5EcyJZY+mUnLIQt8Z
PG5fmae+jrcx8aMbduOab+yFoUjwqC4R/XMPLcuuQcC6haPceZkx9Vt06ZKPqGZqj2UhdSu1yYtD
gTDDWqRiSKv/6beSwmpyhlDvvDoKRmvDcQPSMYKgI8CS68rcX1/EpY0jLwU4OsU5YRRD8qGLn+c3
sG8q01ZWJ2vwWm60zKN1U8Iea04NFCFtrN02Tcdfu8+N2lLdQuvl6qOt49kLu7GMLeS/lSi4wxGd
ismghNEaFnMW3vPjQdrmNuJKFnazpz+ePUhtCy+/9yxJiTbaEBPsUUZ7F6kOJSejoj1zlNYqDBde
HABJuoBoOQdYU8UP9duahBoqHxOFV49rqgtdHG+Mo8+arKz9+acW7xo7SrQxnmfkU4ruZpLNo6d2
lIQ3mlTMHjasTrTtplkPVkKDC6P9T9eLJejGZ3DhlEWzAnY2ezRITndR1EFi9aPoHb1A36/vqfNv
JjolgVlFtowo1eKecwqMbbPJHz1ebukFrcbAuAczV7d5ZmvZHjmYatqkyVCHm5sHptgOiswz/qZn
e/rdUiuAcgJT1QN+KLdA6pIbKtKw7WSn8JSqSu8GEQRfH/Ts2kMCnHAIlUoeEP4rfv+3zWLNiHIX
fTB5eTo5r1E/B4+5ZDjI9UX9uyZLUJS/PuCFDwk4SVbLFYHP61I9VdG7hnQqZ0AW/ymwYjRN0AT/
6PttdLg+1PlB4NkAp+RDgvU7yzqlmfuKNlvZ5DWyHT6qcYIKYRatOSVcWkHeJfqFUTM9h9oKXQsU
UprJ0/1w+mQZUbMNFCM9yF3sbzsUsleIYBcWEPtINMRUTgI7dfEctrPZICORy56SOiaerGVH1IqZ
XVyPa8Y5FxaQoZC5EXrqglF4ujmw4umLqKlkTwsGf4ekuX6na/HNiCjoB6cNqJKaIXflYkJalqZh
juC1Zwytfp8MzvQEALKm83BhLmj8gbdyEcMMWlZ3h7xpKE/XitdYsCWStB3pLB2z7fUt9+aEdgLo
MBmB7iIAy8VP8fB0yQYrCiTb8mWvp2aobf1SgzxXgFYgIliM8ndptKG0t5CSX6Y6rJw91P8mCIBa
Ssm5m2pZTTaq74yfJmuc5m/qkKfWLpetzthgDzrYXq3mcrqRTSjTD4lf1z8sPzLbh6KKevsjgFkp
oy0WUanUjDCM91PYSzfaw/PoUr0QNs2w6VjOJXOiRZ0t7fNK8fQssp7JbdD1T8pIsBIV5fP1Bb1w
ukSzI0eYvBAobLE5xjrjEollxUsLmb5txYA069Jbpx0BiutmV6exaq6EgudbhTeRwjIQkvCgW1ZJ
7Rb5snHM8Y2REvWg2hE8pllvVraK+MlPdwpoNm3ULKNo11UXM0tUpc8TRBo8xyz676nR9Hs2rvaa
z4BB01ibn3V8ve+VSdZXqKznNwj5EURSEm10KLhHTvdo52tQhkL2KCIa5bu0npRPXQJhd5hA/q5/
vgtLyVDUgQFSaX9a0hl5cFqpKRjK19LhSWOrPERqZ91fH+X8ySYiELxJAk6Sy6VuldWiWY0NvOaB
ltbb3BiMfTbm9tOo1sH7JDLTnw7e8fvrg55PDUVuVNXgsNL5SSvD6SqitJzWRa5qHlUYZ2PWSfTJ
dkLj5oBaMKH4SkjCU0ZfOqRNZaxPBdZRHqaO0TuceTnq9mA+mZW1xv093xbALpBOuSQJqvn16YSy
0XJKiSKo58jh93p22nu5K6f9EDZr9bwLtyRqdDSAUJ9CrpAL83So0ASV1SvN8GCvJxKexjT4xbsk
RvjpXtHxe9xG+lDSfYSpkvJghvPcbCuzKjzZqex6p0ZjOX2OotFBqbTXRYVr1OX4LrD66FhNSTBt
p1qqfuL5HEQvFjyR4E5FYiPbmbkchbQo2Rg+K10WOS6clcqn/SltprVQRyzY6QnngNOHh0YcewCw
6XSW6LPn/mAXmlc30V9FW2kbS+/uS58GIDVqvk19eD8lNZ5m0koIe2FrClI+qSwhiSCEnQ5sps08
ABWrnuYU5rtZl6RvqVErKwfgjYe3mB+Vdh4BNFkYZwnX9Siy1LNdGx4tUfYG0Nx4Tm2z2wZx274o
VtN4Miq+h8nois04DeUR24FoW5jtmk/c+c4VtsW86QSVlCMVcT/8FsSSxHURMgS2Z2E74YJWSpt6
rAog7znZ3XrqReefOIw8gEJt63So1iyCzKeW5umSHe00zC0oJVBPuD7KhQlBKSZnBMDCsGPJvZ3m
pCwlOzUIiQCOMyMKDr0644gdsneuD3X+DFmiik/gKnC5s3o04m6J05WN4SmBJW2noGs/mkrSb4La
BgVU7JCOwFGZ4u2opeVKO8f5PmVsKnlc3OxWYNnTxRxSuYxklbHjKHK2Mw4SJDtqtL0+w4uLiZ8B
jbfU7dCqPh3F6lMca5re8KK57A4Bpr3vQhKxPWb0a7nA+YlnQpYgggurBphjp0NVtTRiqSob3gQl
E+1Q3ohXJ8qazyHbdptoWvYzrePuTx+kLXCDwHTWFEwvTVYY9LJrqI2evRd6pIc9e8fwSjod3o9S
2D+htRh8NjNjDTG7cP55chHrY4PCxD7zKilqHakKXzU9BH16686fe8lyk8p06I604tjaFE44fCqa
qM4IXse0P8hOE1VPZq3gOFVByMpXMr5L60/AzCtGBi/AodP115PJQgG0Nj09aCZw9jSjVjl9KJtq
pxem4Ta+8r1xgr1SpDcL/cKVpw0K2ogCDAUz/3ToGcuTQTjUeITO9qaPZB9GelAforrtVmZ56RsL
3RXeUJafLoDToRoKJ4CUoeX1+ai6cJowTWlNNEoSX3+9fnbOaVpMC+EaNhQRCGjPYqx2wJO9CgaL
/dT20pbOuOFXnFaoNGZSNr8MSjNNrjV3qTcNSTRu6bL1k31btN1rE2fmeNASNVxDSsSgpw+PSOkJ
vEARgBCXPKo+D9qmKkLbG+Rafy76rH8aYZN9uD73C6OQ4yDgiB6qsIhafFEzCkp6SDrHs4ZuhHOS
N8XX3jCnlQv4wtcUfQw0QpFl87EWtCOzCK1uljKbFyVLoB1N0+tgKMNeCU19ZUYi4FisG9egWDJi
ZISUF++kFeuz1fWy7aV223/sjdB/hF5HzdNKZVfW/e7TzSuIkA10YNpHoGToi5s3l4pKBdOyPdPy
U7dsUxr17HbNEP3SAr4V84DSxbu8WMCub7TAsRPHS7K82/l2122UwsoQ5JXX7K0ubIm3jjVIQUJa
bKm5ahiBFVhV6njNWE3boS3LDYp3azIDl0YRbgvw+Fg1tLBOz3dY1+PYgf54Rov3SYu43jYG5rm7
+eNQ70DuWnBkqUMs7spRCXMql0lw5FU0DnkxdK6s+WvNLRfmApmKXcB+4/5YhmYmesLIbCAJVQ5a
uukiK7lPuCHXMLGzKIZz+ibyS9mY4GxpkGrHg2JlWOoe9czu5u3EpTV/VJImBxdrR8nGSgrvsy39
2qWyqRpVprfXbGF2p6OtNy+omKvjK6aZMBYABup0Q3CO+7aQmZBi1+Ca+xLJiK64FR62zha7J4df
J10u3aU+YNWTbQ8FLAjZyqmrRIaRfawRMjm23C0RhrtmK7tONyDDhbrClH4vcOysnwoLSQVXCYL0
dR4jA68gqW/L2KUO5eO8VCEw81jWPkQaLZAiFBbw83TcRDXiH0OCv+hrFBttcVerhWrsdJSNhscR
TSvLlRWQ4i9DLUczmlXKZD5KeqRYXuSkRXUfYaTg04YyoCyVq5ND6W5u5snFDaMvXQmJ0qTeBvAF
9e9KixfPrxs3HqERDYeUSCki0gmxSIt6rYaJTX7mqWrW7tuGZossgDV94ygWBOY3GJ+r9VzFqyfQ
QJNksr2OMGNralmwbTPE6q+PcnajilFoH6IPT4RBy4CvkSRFpfHK9uyii48mpkhu1gf6Y6qN484f
0ubP6+OdHSeh7G9Q5wW+YRGXj4WjV07B7ype3EXFvlIRxg1r3bh5VqKrkVAWdAMA3VxcQAatITLy
FqpXB1a9Lay43NP3Jj0a5SjdG2q1ptVwvopkqkITAg62wtMuTvfv+VssS51ZN5qHy5N+xGXPCd0Q
RvinwNekwJU7bKOvr6OYwclLCOgGNVpoJwi67xICmxqnLROtJ1Css8zaGlZZ/dKHKSwPZs4lf6gM
aTT2WDuM5gqg8yYquBia5h94s7CnBYC/eBQh+gnnO8fxsmbspudydNIfiZUnf9bWkAR7K1G7r5ga
US9MkzEY0ZF00HDpHL/7VbZZI907KQZVrmamkrNlT9pQ+jT4Hh9D027UA2lpPW+jSLdo1azGtvyi
WVmAXF0XT8amTOou2hVgSvW2i4yife/4pvmXr/bWZ1pYtd6NJnQQXRmS4Le+oUC8v77wb6/xYvrQ
Famr0RVC0rfUW1YkZepMpEc8dANKt6Kq58XOYOhuPDnGd62fPuV2v51Q7/9RF33zRa/Ncu21WH58
ARMSOYIqQScnfjzdbnUI1wp5B8eT4iQ6DG2t1FSn1SDZTG2SrICtZy+TTbwFOihE6EW/9eJz+4PW
5k3dOJ4TwDIcSM1cemS/mmOmu7lUHfJcfQlsnprr63x2UdjAIXCBwENJ7s2zOdZWJhtJFB+HqOj+
HKQidVEzVj9dH+Us9BKj0DOhQD3iIl/Cu0Y1Y+uV5PGx6aXkYGWK/C4f52QPxLWWX53dESTuDARU
AGQAnLa8I5yhyZBZA3hJHdwkzPHLmATWxqclv+36cOV+OJ8YXa4C3OIFURFdWIwWhPlYBGUZHOuh
LzcgCFSa01J7VrLuZktC4A/42QDkTApUST3djdk4opKHh8UxHguKPFWd7fsU0ZjrX+p8PzALRBQB
J0AjyRpPR5EA6wo1r3ijaj/dEHeE90UcOIfro1xYNpEx8XhQxwauXgCPVWgVVjKECcuWaMG2LJzy
qz3TzuvGTR7K2+ujnV3iFE14A5mRhUYwFY3TORl+NJjZwLsrG8HsGhnKak4l/ajL/lGK++IADXNN
d/HCBHmjoGojSyPexsWQHXeFOSdtcoTmXt77Rkvpa2qllNPV+v2X6/O78M0cUT3hIRadiG/k8d+e
xdAaA10OSkSjiiZ4chCn/hDrWbG7fRSKryrvr1BxWa4iGEkotZKVHWdlhiaXSdIOdY5i5Vtdmoso
v6JbybECkz79VmEQKznCBdlR7Wx/T3+K+S0IjfjrrXNBG0aHJiWEyIGCF6NITpkEseGzYqUOlxhB
PDfoqzUjzPMrnVEMPgrNYshZLk/sbMmzWjR5fixSbT5kdHXtnCmZ9whOtfe6pI5uhX74Y1tl5hoN
5nzLa0KPgAuJjEQ0dJwuoz8oJaTjMDsWitUPr2qdmfEzvTHqeKxJJfMPk1p2383SN+Kbhd7fHBk0
VFSoGoJwiR/tt93YlGmjxENTHNPQHOxNUToY0WGye/sRo3pOUYighS+IgNHpOGk0+dZsB8XR79Fr
gWKfbYwM8TMnNa2bL0UhucD7xcuFbusyCtTirIC23RbHvJy7PeiIeSzitliJ+M5xUqHsQIsUUjfE
FfBsTmcUNbHWSVJaHPs4Ge7MRE/2oSX5B3KxaKcOpbnNMnip4OP2ZsR4atfbg/6cc+etXM/nbyhd
+xx16tqigrHcPRP6rOCUVnEssdo5DFVuutkQ5jtNqv2tklBHu/k4ot3FJwSNplV7ie9ngW6MZR2X
x6ruiy3kw5cc74v/j0mR0/JeC0WQszpsrqZ6amddeaQjJtjMmhNvcsenpVT1y102y83d9UldOIJ0
CcIrJn+A47hMVsgp5nqqrfLISdE2vE7aLqK6vXdSSI72DLIATzX4dn3Q8+sT+QjCH3IkyBeAeKdb
iGvbR2RRiBP5qrPxEcM0Niqhpb3yxS7sEJAtEGyauHBoWtItFGjDozHJ1bFoc/mvyMyL1ywx808N
Bn87tYxupqbSKUaLE08phCZ08xZhia3Wg6ENdnmErq49CEntfTqM9lY217DIs9IAI3GtAEdyexGw
LuLwuq7gfQbMDBRG2zVBWvUb0hC6kyo1QcckSjP5oznRuO30YXvPri3+vP4NL2wcwGSavKCicYEu
Yb2mU6t+nuPmyBVXaDuu61rdacrQZQ9OoZTVPdIG0mteyEaxks+/tS+fJF2COkOBlLdDRIBLBfUw
jGI4QZ1xTCt8NCzeJ6NERBXxgzJ4QP+ziu6dEmLUuxCB8/qv0hpn6yAPWdy8z62ZtjM3KczZ/Esx
m6J6xKHdmQ7tqFaN6OmR8/vrC7XchLQGsBX4RoJfIXKn083eDbQe9LOSHnsrb7b9nDwEkn/M9eAz
teNbcSIxGAQcQByRpp3prKpK0SnWHOfHsGgUHF/THg9W+dbshVGQbuaSElQmUqXFlJq0VNssb+sj
7oXmxjAk58BW+2g4ZbGBKdGuPDnLzS6Gg7FHgk1iQY1OrPBvb3Wpw9y07ak5RqVkHVqdJyZ1emVH
R1W/GewxPTTTYO/q2gw26lSFK7fI8rZiePrZiJGIjnjGl6I3fV8pydyU7THsfR+4lYaH2pf7/fVt
cj4K5/hN6YFbkSt5cXeYDfK/2hx0R1Rq7KeKZrHsbsyqYS1AfiuL/H56VFrdMYjA80KUVM1lmGA2
qZQ7XTccwW1w0VG1eLQPjTPLD+jNzvk+tef4i25IlfIS1ghOzFval5CPhRnQopVky11TAS2otPim
ZRB9iHtNng/0tcXjxu4HJGamHrUZWiydOHa7xLTnQ+Bn5vfEkrMPkQ9o4GZ1GOO0bAfOnxNasLT5
yNJHzWzM+MaYiMmCGpD2QtgSvoOLaoqW0Oo3Vvl4LBzpq9rr4SEsYnPlhJ+1K4lRbG5BJAQYimN+
ukG1KlDtLConINNeUXb1aLS6W0F6m7azlKP65IwjcJU0tg5qvcEY5MdU4/QfYiOwmz0+1zGCLDUo
nzuibSNtKTRpw42ZkfBeYCdzbCnsAqIskr2ysgfQuLk89o5NrJ0p1rOUdRTu3/bx//ox/lfwqyAJ
gGyfN//+b/7/R1FOdD6E7eJ///0UgWY1xV/tf4u/9n//2Olf+rdX/srft/WvX+3Tt3L5J0/+Iv/+
3+Nvv7XfTv5nl7dRO710v+rp9VfTpe3bIPyk4k/+v/7mP369/SsfpvLXv/74UXRcXfxrAV2zf/z9
W/c///UH+OZvR1r8+3//5vO3jL93/JZ+687+/K9vTctf1fR/QkinmvMGLxH4/PGP4df//I7yT5D9
t0TSAGgQXWR5Qbfhv/6w/ymoSKAccMs00CKyo6boxO+o/wSrBflAxk0ncOMP/PF/pn3ygf7zwf6R
o8ZcRHnb8O+yO/9zIZBWwv0BiSIAFyjyGV7dq6jhF4U1vYPb0W7xYmjcULcpoCgR8s/l1Lqlho11
BOHst/X5+wf5fWCx404HNhiaMBDunHDEWFx5chlMDi3J9Ts7nBO3N2OTvgs1v1NG6TZpAjFHhiL+
odCAlDFv0OkJ7dMKh6ghr98VPu29Sdub+9Ewo5UJ6eI6WcwINWG4qEJ+l6hTXPK/vVRR0AQdjg3d
O5vWdVeu7XDfyEb6EW/Q/qGN5GFvJKmi7tp6BOhTY3QVR1MPaYLWneFbhDLIbtAb09zOalUfpFn1
242pFGXhqrOleuVYF5Yb6Gb0s3QSLFv1rnPzdpo+Kv3UfE76avjZR6H0xZK01DXmyjHcaIz7576W
CuCkMZxe40xVP+odct5toFiPQTh+N5pYfsFNbdiq/dhB9PHlKnd97X+zd147khvbmn4V4VwPe2iC
7nLIJLOyTKu62ko3RFt67/n052NJe6uSWVOcGuAAM8ABBEHa2OpIMoIrlvlNPv1pL4r0umbu416s
SQOJOXUxsrdrZvnkJalKm6vwcLvbdDR73x7L/BD0054b0hpzN1vBwJcPBFWyFSWw2QojkUHNjFZ7
qy/Rp6E+aP1bzGGqo2YEe7DgR9jIxVoUo3BVV83lrWtc24fMO6ugvYUL7tez7KphfqgDzU/g1vTf
w8SvVB3XOijeSA/NeuP3Q0fSIjtWhx5RQxvpayonp7guf4aS8KLRohHzu9ZOzqi+1VsbRaHZjUbt
oOefLDx7+jp3xoXkR7tVmvshvpY7t2ofAjlxIvlPEX9Ohuu2dLPClVAKiEzZC1PVwwvItZLel4bE
SZajElWcvs9t8HtSzu8w/cUu8jbBXm9K3s3Gz6D7NC/JzRg/EJT8TLkOsGOtEPcyZ3c0fM0KPXUY
+cevppb9jjzGVdE/NElzeDlIPHZILl4uZf7aNKTM37r6YPyC5VurtLdlFCtH/tU3rEL2k7T4Gafl
DE5IiW/VKMng6IflEWBP9EFJ07dxUcm+HkTSIY8C46Zs8tHJA9lBf/YLU1B/ED+5rBs3o1NyyIei
eZe0cnwfoFWG3+1yM0lx5nWRprlKO8WuNSo/skrvTqmpDzd2OZh3hmjrdeqhHBo4QO+11KhO6RSP
7FIxH9WiinYSjcda4eJd0EdaJcjo6FubhhmQYrlKeqO71VtLO8CViH1i0Xy9VIvuikIbftnjRPg2
s8FB1lD7gsSAeipQFHDC0TbcITBqJ1YS5aCDuXIlUkRHkQfbRUahdwMCzdUUtPzJfZp7QjA4f3kz
N/Oyv759aLd496G0yA22yZSkPtKjDrOf2xwleTfpwtptQ9s4dtUsvNYai2NmzekNSf3kVEr/Gd72
vNNheebWAR6yir7Th6a5uimdxwLsRKqm/a1kgYMKbCm5QQFeP1p6sCdz9uxSXKsrf4b8c3sdFCKq
63bp+1u7bpDTELPi5Woq/xEx4tl7s8+tBWmLogzu6IqzPY+qstJZrQ709Tar5O5tbuXWgY6g9m4c
uvGGl6E5abRYrjk26W2kyJVXqygioyYxo2NXg/HsS8NXu6SFZp6rO2PDxxrp/ODCe+FWBAHM3y9I
KKGJWEqLOMtt2ASq19JzdXRDjsCztJWFNAa2Y2ZoIYzRaV+COtYOsEuDK70YR79QFuNoZONyRdcR
l75lkPFBnPdkWi+zIFp7j+UCxeaq53b+/kQQRqDVtOq2nDraREVTelE6ZdfG0hRHc47SU4L8xa3C
AHSnn7HuzNm7oXuCihrYJVIGWKybaroOZaU3o6K4gbBieeacVoeQscKrKiG+PBptAMpJgsAukaNs
MqBqsKuhnhJxk8vN5Mt5zLs3C8l/+QO/uHVpCCDKRLVMZke43nxcRigbSzYPy00+K0etapqrfpFp
RChmjUjK34qF/11r/AdEiycv/qLWeP+VVP63q5/Zz+Lr//jtf7XffxYt1cpvX4sfv33A3bH7Wvz2
4+tvbl9EX5+WJI9/7F8liSTe0GAGykbjF8Yi+D/O3V81iaSIN5SJTMBXvMx5USKZb7ANWEVEwcEx
TCbp+XdZIgn5DVEdEyryeT5y/TVVyeaqWEegOHODdmLOgFgLba3zDxIHnAk7ouhaRvAi81sTTEN2
wLKwLq6aQhnyj2BwqvJbmIqpCnAU0prhm6b0aolZjhlFexrdG+ywgef52ixZH5ph6QomOv89wOQx
o7KLzskYZTqFhWtR4A5JlTeaa2hzGX+XhtbqIr/Uc7AnTrvodnuFhpImoZODWEgheZOxqAayKba5
F2DXD+ufIAIzR9iM92EVri0IuJqbXxfaORa0g9Y7ZZeo04KiYF9DqezMCMpKhwQ3hQLYqihxA2pK
sbidnln1fYKolO0zmZPMdyD3LHnvd52H1TXi46uJ/hwBDrlDrsLNW9NqrZCM+Lop9KycvUXuxXQr
QdIwWq+G2wK8rzEwgxBOj6pI/QkRLjGcUsWOTctVhiQwLJQGpHlBS8KGpXkQxtwmH3KcmT8rA0Kb
wyFtkhgh5WbQ+9apAmWGUfr4cf0XxJkPZc5f22bGWRPkf9sc+X+w5QGu6aUw9PkrTlztY9Tx+64v
zmPN+t/+HWsY0b0Boa2CaF4JgI9djn/FGtN6QztyDSprK/Lv3oekaG8YSROboPMDi1BXFZi/ux9r
eGKgutpuAl8GsENJ8Ir2x2acgFAKoIsVQwJbCMgAckPnRxQ6QB/Hitx9THrsa5wGCvdbXLqA0+og
l482sHwnmcIw9ZZZHb7x3aNDYcnIrHeakX4M6q5+m01a/sDJW46tiSPXk5d6/9dX/LRPcn6pPv5A
lHnRpCQgWzj8bb5tJkgGrQSj+1gn3X2F/NE1hAU4J2lei50K4zwX+XspwveajzBA2ELCuwGxtFBf
uo+zNJduPzahF8pRstPQf+wx/xOt1mVw8mUssip7sJPbqfi41Lg/djmFOUDto2LUwsmj8R6WGxjm
tq19eeyr0em6IP2gZLP1dqmlu7TJbpoo0B1DCYuT0qeLtyyR/h4hi8aTFDs9JPOc+mbwkJp1dZMS
m6+SsNKojKPgGPW1frCRzNspJx4x39tnWQE06N4ws4WVdX585kBozZy30Sd84aIfZl9o92OEZh06
iZSqcWU7ca9cTwJgZi8YVA/Z4oZzKh/yTneKplqOWZs3btF/0MWADUEaxn9t6n9B+Pr/rSULePjJ
p/RMmpSXm5jE///fMUl5Q/eJTipTfY7keuH/OyapbygBqKJW2BdiDmdxiTyd9JmEgFQH8slZXCKE
kDbR5EXWhZnza+LSI6jx7GAxsoacCXPikSq91ZQG3UTpgfbxBzRaaukPKYJDEU9h1zg56KwTyo+m
4SxB8bUYUjqEdV7rflM0CYC4YKl+VHEQeVGn606pRvSkLLmGCWAp/BfYIqupeSoGuR79uKwKyc1N
u/XCccwXp80M417o0QKeXtbaFKuZWTUPVOLl+2SR/myGlj5ToY7lNwxj0tkpSq0dvYBE54HaYImc
ANpe7qhIU1ZeL+vRj9yoAPaOBUmAk0TQbP28y6r7WMPHvu7GoXbHtfW4EzcvghmIWArbtb39aLCy
CezQIHQsDzLlQybH+DSqSOPl+PMdnhyp/5PozCqrtCq8VoImdf759581WdfXVax8yAvRoopWNv6k
tXTZYIp5Ggg0/+X1njkX1FfIhwH1XYlc2+lrr+YFQ259/mDI1XwTFuXwx6RZEt1GxZh/pVyoiG4o
iX2ksozYZcUcc6fVqtodplJ4WtUF9P9EIb7jodr9DOTShhSCYqnpduaIIWU4l+K9wDk7c9VKzB97
c8aocdJIcj38enKnmEfEKrDyNXqX6zktD8tKy3DSflw6N6pMoDgiF8nvtO3s+iC0alYdOQjeSvbS
KwdDVNWNGpj1Q7qM01fJSPDClNpe+6rHRvNL5GlSu4mozNwRQ9DvmZhcXKcIL4OOAp0KSmp9iecb
RoOMFuBkTB+6sPgVLOUN0uK1u+A+JqVB/Ndu/Xfs/Q+GiU8O7kXsfejbNj4Pvut/8K/ga1jMsB7H
MeQaa2f3X8FXsd+s1ShlKdwe0pA1wv9rIKa8ITNBeZLbFhUCeqD/jr2CKRpFJ4GZkhbyN53TV6SE
j8DXf0Iv5TA8CljAVHrUVQqzo/MjEmhlJM+JvSROxRjB79FZMNywT5r+yyS6KnOGJcHHxS/rbGnu
ZRkYxENgWUlyhYC3Pd83CvodKULFzAvyw4jO6nCV5E1XOtncWSgjB438Li3t8lMUxhbCyFCwiKNw
TnWvjIzAeCciPQh8qcwluvRKwRBZ0KSFzdT6bQrGIUe2FU8zr67V/kGnJ6Y6Ntyde6to2u+2DNPr
Hgme5FqtJmVxidhkVtSohjjaIeACNxC9/kXpta5FQtlmXCGP3GpOOlXZnT6ibOCkcWxEzii6RnOK
vkhkx4jNqPVxo0gfoJKqLT9hqDJfVgfFOMlKsmTCN9qZVwWZoy4Uh3F3OO85Tq7Z7nZvVklukDRs
9AUBvpaKQeWdmQncrjBpHGJR07IhlX2Tp0qzx7ff4B3Xs7CCY8FMPP4ltnKUAUM9jlwniJlSsghH
HUIVCqMRivGbrOZq4yxdXEc3ZVHO2ffFbpUPQzW2X+ax5QjMcTuNzpMP6Zkbhy/g/A0wLaXNhuQY
pT7yjnxWTwdobSgtSRgW0GYY3BnQZqRSPWA+ISFOmGjjckSxOGo9K7Nb46CCfii9IjfDvZ/xqBz0
dCcYZz/6CwCGpMnNp3n+OwyjgOqbBTP0JpS0jUMZB6X6e1qkCJGkUYdqsgikACFh7rP0ZgoN7aes
ZPWB+S5dkDSt1OWrFg6t/Ykjb4nwSDUfMXlMrb5afiidhuaz6LQxej8Gyxx81wd40egVq92ov64J
S8eXLx7NRcIKcjHc55tcQU6sCLlpvYqcOLbKPxdIT+irRBqqyi9v3vntsy6EARu8XpSS1nb943F7
Mv1E6TngdAQ5Lw3VasOVBitT7kQ+MX8raHkxXNPz7HWGA4+r8smspHcYuCREmyQlt8a6KowoCB1L
RZ8rgkvoa0YZHJrEbq5e+YTgH6nc+VyQbqCRvr6BJ08Y0srL1DSjSA6MbKqgqQJevermYrCu57rT
1ZuuH6dpT275HJDIIxokYPAJAWsxiH2EWDxdlpQYQUPol6EjQlBpk9Km93mQ1DS+7KD9pMyMOzoS
Ue6s/7m5O54W59twtC6L5cvaPMD1jor2/GkXNR/nEtISy8rLUruKPuLzYlkVUipKKb6/vNp5O219
SLT/ViEMyAcYam6RRmaXqqAuTUzMFyntr5qmMo+Y1WpHKcjs+xYMipcD6b2OeMHuy0vT4uRRzr73
td7BToyRPaTkC9eKIEhrNa41zk8bTFURuqmN8fRD2xRLiiQP1GPbYQJgr7O0xcTlPQ2p2R1lkDLa
pmmFgWqAVXVnKJFbpqCj7k3ACcXdPGit4cpFn6m/1xNWnVyTOAgmEyTjpUSWoWyn8hiwwfk7fGya
zjdGZY4ipw/Gen6oOoYOjhoYkvFuCYZ4+aXFdaVj2N4a6aw4wwjF4SOKctLwE8jsEn4cxThYNhw9
K0nvxBirgmmxrNTvChuRBzdUw9JI3DHTQvMmlc2ZYdOojFaAFRJNzLdtWIrcm6ypbpBeXmIVf5Be
KWL1cyKVnTGcbBHmosK5zrSzjxHmcrGDfsmiTIfKjATdJG2Zli+9pYJADge9gESXVqEhEKXvI+jd
VYbG9k0Xylr0thmsIjkac5mLK/6M0F581EdKzNwxtVWTbxk6zMGtGoomO6T03wgd6K1LVvk2MhMr
yU+cXHMaD9WENvWhWwZUyR0smqW0dHpTDXQvq9V80u5zXHhn8avQjGJsruoqzyTkjbQCdW2vkARs
KDyhglmo1Ad4DpzCOJesn7aEMv5HgM8ppYehQ1p3JjQgqm+SXiGWG0dFXbuxNrVR59nKKLU/yWzM
7mDOS5T8tO0sK64lLSAncYo8qdVbaSqqdUiNtHZ5QAB4Gr1UdEmaOmJskV5SE6vIPgt1UUY6x0o5
Xqu9kduoiY4IzOth1Q2nqBgk6a0hzyG3D2jHqH0fFfFc3JO7VL/yBEruQ4ilPTbSfaUr6ZdWmGHE
nZ7JQ+YY6TTLd2SFsfowF7CnboZpbktf69UZpkhqxPq1he1BbBxi6LXTx7lqpqsQi4jUryCj8ruU
NDPduMqTUb+OzKL5EMu5YntlNxaWRHYU9sbyzSqkYCLDZMtKJ8msUqRHqPla0d22tQr//VgVsZJV
B0wKIgjtVqgrSPl3LeYFbbHcjIY1aBgt5Gl2GivulcnNzC7Gf+faQsrarD0zsUXyAY5b3n9aomKZ
URNuEjk6UaBKEUcXn4fJT1W0kITTyvDrTafTR63+jH+nkDF4DAcDFhWs2qV08GbQy9HpRQHw2OnH
DpxSiMzHeGi0WSQnbRoqye0qpLtDd5JSWb23jJk365RVvYhvyNcp8YnNjSpPBEpHB+zR90NNdRJS
eRyn5M8JdUTL1+uy7t9WKp2J22W2lPnOyPsxdpVYk+gVpOpYm1cjGNzpdi5NJToCbVTCO7DyYfzJ
zOIw7e+GJK+s1hvHCA0dl8MhphP6TF1gfcuaMGg/BnGXxqqz0DCZMDig8i0Gx5oCO/rYDiKOr4B3
VGN/jWSjYZyG1IQD6AMZ6BqY5PhFBI2D/4JZviuxngGzmbUakYKGDP4Lf8zjqHafe4RQYideJEX+
lJu93N8AgS2nk9QgWXAnBVH3IKZRiO8zygrZ3oV4Hq6poFbYK6MXhCrIOC7YD0GhR6lkBSaIJKl2
yyJtT21e1ofJrGWnmsw9Ic3L9UBHIxgEpILaDPXC85swAcWt9MNs+2kwRngvl+1VacqlgxnE/LAs
2h6v//wuXJ8PZhWNl9XFgXR4axIgBcYAtsGy/SotLZfTOPlTNCyu6EBiWb2lOGUeWAfJ0Pbof5ua
4HFpAGwIpqkEz9XE6/xR+5K8IlMXCrQ+aqNrPMJUfPKmLLiR5aj+LBvDfMqYxkNRbxrdDZN8zP2k
Ttr0YJSFstNOXxsW5/cy/oAol9KQROwQiOn5r1FCvLcs8BK/ojnUrpNeUU+6Ge8NQM+3l9QDfMSq
FEOvFMYear3nqwRSvyQ8YvMr5cKtVu633B7LjLzyiP1NU/h2LaQ9psG21HnkdzCbRoZs1eu/EFwJ
5qkqzS74VfOVDW4mClwCG1VOJp8afaQLGqdd4HYNzvWYw87dyQowjvnycupz+eiAanCFI/0BQQ3C
+/zRQYrWgaVFa+ITBRRkx2oKm7zHWY/Rw11NfRjmDpNOrd7JubZHHNYDpAA0AGGCrZOwTatK1cJZ
VWshrrQhBhsfRNPcHS21Vx4KomN0LFv07BZ1GQy3i3HFunr5uc9z2/WYM72lToFgJ6+cm01uK6mh
0Qs9Nn2U0eSrTFPr61Ado7dBQaK0U9Q+sxaNHfrpax8HCMHmHWdqt2gJZapPjm3fhmRazkRr8R7n
i9epyv399a7HibOMjusWlpX18jDOei0hBhqa0cGakuwmLKU6dmStq3Ym4OdlyeNiK4mcgQHUFXpd
m8prVmNABUUYHnGkt04J+oRuJGArwWwNXA0ko+EgKqXthIRnVgVJRFlC61sBo7HZOVgFJL+akPxM
z7p3paqOJ8OY+4M6yep7pu6pu7pnNTt7uMVsUBJAXEeKAoWGFXG0tSqxCgSDoPTFxxKelXzMk2Ek
sWdwkDmqkhu+jQNXELrKUvaLl2VVXrqgYM3RseUmeaV3Kq9+FUTh4WG6UIYSQ84/27AfgrAyyKr6
BOV5t0IwO/s09PXg6HMd77GULl75KgFCgQUtjysQUP75akkTKZ0KN+aIKeLQ+DHTWReX3NEVMzbZ
lpm3P3ojtvYEF85jEw+JJgoFKFGJu4jabLOsGOpyiuqgPY7pJL9PNHV8kIt2ZHjb95IDOtrYW/E8
Jj+uCJ6e/hMXICzYbS9BThVJgz/UHcNR8eBshyhLJ+axULvqM4f6iyqS4iHvwuk2JJ1793JI2kZE
tpGmF58TLTmC0xZAirsZ+Hoj6I5zSdEJmJ52UVy2HzKhDgyYWsUfpco8TEk67XxSG5bP+tyrszF1
919UiS0AKAgLKYyGaTgOfbgcY6tbQNTn9vdmGabTHIvcXcYudW2lir1s6FdutGEcU2aJBzO2JAcu
1XDoA5XZ8Mvv5CJ0coyQamQrYacRajbnvMT2zUi6Zj5K9TS42GRUR6ldviIkuBc5L94+KzHp1gAh
wIIGkXB+xvW4zvsSca1jFjeqOxWqfL1ELZjoRJf+6KSovUW8ynAkM+xa7/UPicbf2ppfFSu2nY9S
hEUjFpiadNXI8fShSx0tC7/avNsfLy/1+M38k1Cx06hTIPKHhiyYKgb76wt/0sES2OZBMR2VI2+A
OVemTI7cNeWxyK30VGdG65YquiOqVYdvJxukY9fCXbHkRn5fLbPhL1n9WeRq5YYUai4cl/wO74no
J0iovahzviNk26u/MY9s63S/uDc3k4ouz2sWspKDHkPtuc4kfAX/BCgrEQDCIP3drMz2IR9kAzUW
ex7lnV3ZLk9oZdoN9Gy9TmXC0PmbSgFqD5mpL/5YmsOpkKrinV4PX1MlGo50EDK3jUb7upDizn95
j86jLXfMurBJsgu1yoTnscmMdOSmUmOKZB8CSPEjk9IxP0RmI08usmiV7NTCGD7FjIs+vrzuebhd
110LqhXailEMR2MNjk+OhqKmJSpis+z3saUeabrjpFJO6jGLSna6HbPT/8V67DEfNsUVXb/z9aoZ
6bUyoJWuB2Z7g5TEeCclTHGaJfkWKZO8E16fezzg+UAuAetxd25CiQRkN+stNEYMgaIURkNUbV3U
6w64yoq2mxHsSfk8uyLtWuhZIEeJY+cPWHaaHStk7/6IOswBRXQVCfG08bQAlko+iT2d3/VE/vNt
/7WB7BvKyeDNVHKk8/UyAUpzqlReqEDTOIzm4WHkfzkMOBvtOC88t9TKB2IxUiEkAs+XgmtH+qwG
iw/kArO6eUYtq8Tv1EuDKZBedQn89VxEx0fzInrSj5CrJwezU8ZwFlas+Mk46betHlm3Rt1UTkG3
7uHlM3n5XGsjmE+PvJZO9NZaOh8NA0NTfdWctk3PjuzUkfWg/pi29R6u9fIzR2MAPUIKfcT0LnKN
zkYHCViD7GMOWXm66MWhCRMLLhTVPsgSQPp4rfqvfz4q6nXn2CLYFOf71hsRxHKrk32rjE009QNR
fpgEip8n8qJ872K7DKEIxyEnwm0DERR+7vlqqt2nQzTEqh+bUl//jthrPTvAv60Ek9im1epDFqnB
5NAFteYPANom7W+Qwhll9+kM45m3TDilo8nzAmTZdm70VAVgO/SKry5Sy3gun9wCgTC/phHg4ixm
eGJJslcVRuuBxYjnceSG8KMNtPH8uc0Fmok+smhtmLG3tgBOIbfdzRxj711rM46K/fw6N+y/FsUD
BTzyemsian6+KC+3R9tm0nwY118GrCx9ZS4EkjxWuyPL99w7XRMlji/zEnM7NpbaeOpxEdN8WSMZ
V4usP1E3kSNm6XIcJFTFNanSD68+uatqN5B5xHko2je3Ygx+INGXVuN2mqMD8v6529dLetVmte69
vNRl3GbLZAYKOiBd1tt8JLFGI1cyZsWP81x1o1jS3mIXNN7iAR89ZGq+Z1XwTNDhhK7Ky2gjIMWw
ST1zoxykMWE9tQy1g7J0072I8h8popBXLz/Z+pLObwgyQDI7EH6wrGFHn58RZkdjmuL65ld23H2R
+yLvHDkrkp2b/XIZOg907ZikQXIA5He+jL20+dQUoQJDOBKwrUtaTC7at9rnlx/nMr7QVwFRQ5JE
E8najmMtW5qkNhGKL2cWZ4JA5C+0gX+gu4UWYDA0Hv2twU/seq9Be3lEVqgO8GzUSMD6bA1SLdHF
ebhMik9doniDGCW/qLVfM2L+d1Fm7PUKn1uO1iQTSqTkMW7fBJSCwgGhYIMK0ND0A195lXmj3iiO
aof9qY5nc4/4u11xba/jdQ41dSXdkRGeb2Eg1UHJE3bMx+zIHWzlZ6+a1xOCZQ5z6D1/9e0XwGrc
63TGQL2Ai9oKtRVKjtm4bHdeLw3yqSYpPEp5iRR5nlnJnmfHM48GgBWRHZqPGBBsgeA6tWoZdSxW
9Wp0VCtbBm7e19fLEE6uXJWv85pYW8s8HIF5JejTZt6KuVs4DATDIDpvUjocCsMKzQc7C/TD3OfJ
Deu1d8HSBCe1NfQv/NOehO5zLxfdT0jGdK4gKW7adG1K7jQmUudhPje5NFQxG2PA66Qd+rMvf5AX
S4HBADK6gj8AZABlOj81kz0EACC0yhtbY/5jSHBjv6/qvk2uQYun969fzIbMxdgecQegEeeLaUDW
NCUW5ElVkdwEVlp4dsmItLPb6vXPRb9x7UXoHE7Uh86XmvDhEjXYTm9R0P10MjscZEcKUHt0StTZ
/nz1g3FT8/Fx+bDa1g4x7Y0AJBjfXshM3adMsj6ltb16oBd7XsHbq5yuCtcB6BnOBdX2Fg2IIEaf
1YHZeXnQddeo1JyoLVC4I79xsGtP3Kpa9mR6Nl6wfBC0c9Z2ON3ElXG2jS2xpTGhzkrceiu7uJd0
jokTGU13tYwMeINUUW5MtQ98IHBy4NKrm714EnHtRNgvvMvAIp/arIyWnRbvM+/CAF1JJm7B8CMw
bDbZTjsAxQzz4ZsWPvK4yGnUAmZXCHblysib2G8qgYHjy7t9sSx/HIqB5MfILKh0Ms6X7RIRakBF
Rg+4xAzYD1ShaBCsA7S1nOSuoeugdDsX9MV3uq654gzZCUoBeRvdw0maorQcPTFn6a9Y622/JWE4
lZXcvvYwr0vBgMLBYJ2gblMOnOTKSJ/jEfUPXXKyPNPcBM2SUzGb6U5euk07OEwkbvRvEb6Ekbcd
FsYLQvy1YYxeKyTxNjGbypXlYHz/+v2ibCOHWmtE8H3n+xWjzBjXugkroNWC46SmtT/FJrKChk1J
CkLtpunUPeH15w4JTs0YsdIDXS/k80U1ves1TOInT61V7WDrS+3UwHbeRVAhHCVFtCLr++K1UW+N
4yuubn1OCsZN/yIOUmwik55FEao7yKVY3hKHZk9R89p/9UtlnENM4CN4FBI6fz4VKZ6it2jqjhDV
f1iajGhKgiubO1Vx96EU8nQMKFC/vbzqM5/BIyAS5NnaaLuYQUZy1GiNMnqxPvzS+lK5RUjHos0m
5p3m0/MrgY9ETZ7myNapUuQFDW4EFNEaksOrxZAILXaLPwWT9J14sk2K+Qp4qH+W2sQTE1mQQEBj
8CxsFW4TMy0qpI6C1jVSrQMYFkT30hDCSkDefqe82MDoiOzr2oDUwUjStefYnG9jk1ixWfXL6HWd
PToyefHJDsPoPjOnCXhxng6lU8St/lBiDrk4hjXb9/KAhbOM8vpNrUqf1KwNr4Z4RnI+qBiFU9PK
e3Z/z8SJlQL+6GcGP2q77QFVpC1oN3pK1/1S8FP+MKBmvhMmLrJMXgXXKhgOkJsgDDap0GJkKf0b
drwdzPS6Igr7VhNot9YQaZ4yzcpOz2GNAE9Lu/XVMyCB57kWCRcWwGCrKoLrwHq1UP22Y7St9SL2
GQEoB8vqW5/wEbrtCPI/q6Y9Q69nAhTLU8aSkdF72GoS9WLBiyIG0VYbU3an1MogH1vDmu7MEk6U
Y5VZ/3und7rYcaZ79jVTYYKhWOdmW+gG4pPjNMicuEzL+tXQ3LppO1M9GHnWHIbU2psKPHPEYX6j
Erxe1xp10ebzggevxouB9m+F0TfkfIT9ftLy1D9Ai5g6Z8ga4c+AcX8MyTgcKkTmkIeQRf2znLG5
ceQIdyVnCLLOG+QJFTKA0uUhtCbr62tjG4eBYhEyFftx4WnZYrZFU3oYUDKiMK0wKlQ8KsZSceEm
a8FOLn65DWs+wRCRjhAmBlttcj42zajAuXlaKg8O+JXlD4gaBJmgi3haSXl1PCWpYFhprokrI4vN
16VU2ZINizWg5GOpMExpyU0/s25ZJNdih8rXL4fFAHU+PWgNzMPm+u0EU/VeTnqvreL0uDBh+yyH
4K0DNUwS9+WNu4xOUO1oLFAv8oCcsvMYCohutuD5z14U9e1PdUDHKEvN8fPLq1wm4aQuT5fZvMFW
jM1oxMvsDeChDq3ZRV+URk5qihtV/VVrrSndKVqpAGuWhv4zCFHtUIDB9cq01Y6yiIv3ddwG/Wtz
DlI4JHvWd01bnNbo+dNnlHlaSZbgK0EbwSOmKihxQHZmCk7v5VdwcWZXzxVQdqT6XFmkVudLhXW4
BGna6H4ZD/092DLhhTnwL3mui9qZ037auR6fWXDlvDKCxR/apB9+vmA0pkggolfoI2dU3OJYrH/S
LLg9qxvxXdSb0rSTClzcCeRvTNb4G904BFE3x5YCLuuKOVH9CSbk72ocGg+ylmq/QgEbxcnBh9Kc
kxmjXIe9LedX7WpH/vJLvshG1tVXFWUGUusgd3PMBHRiLUsH1Q+LqP4Dn+7xrUyP4IvcdgicpVMS
HtpeNiBrqPXOEb/IuVgaWQ6KM7qqfEibRN2Mxl4Exqz6jFZWbhOaJR42x/0pzGdh7xymi/uPxXT6
nah/sShdz/O9rTQz08VSob02ScUhBoT8wBv9lc9hfNCh111lo/L6b4XJAfEWXSXuXECb52v29iBR
MfBudX1M79JZakfMOlsT9tuizsnbl3fymcMEHBRZnMcJ6kUDHilpSRdjp/kUsfFBqPN0s9RWdSgV
rXqvVWPjy2Ga3Q0Q2JxMVsufLy9/ERY5KGBSoWIx2yBp23w8YbJgHV5lir8YaX4d9GZwWuyk29nG
DcyL10gKwWFdRdz4R+TVz98pSl8ih5oufGmSg8815vKnNhbBlzbPQuPQ9YGUQQBrs8jLFjTz3RLd
jD/pPpti55c887wojyNRxEB37W9tfogONqGtmJH5uOfon2pQZ6cha+udkvkyJK2AI6IDFBZyhe29
bSDW2RXUZX7WxL+ECsnIkW12FuR4fhtYIORfvYvcoZSL9CPJVrefCTqC4UBtInyShe8RdgwHXbL2
5jfrUThLhdk4UgK0BQh+5KKbsNdK3BhL1wpfzHrolnVZQdku2itb7dLjy89z8f5oNMDM5VmAOq7W
9ufHpSsaCjv4in48gtnGKBiIkFFYxb3Slu+CJB0OL6938Wisx6G0QYVzjTAs2qxnqnFnLh1zhykK
Psrg4w7A/xFfF02j7emqXcQ0FjN14IWP3VVg2OeLYTUjyjZJFH9Wi/k9PvPtxzxbgCdrS3RNccZA
vlyWnfTnmUXXFjIa7OR3qMtvAmneSw2MBp4QkGd1i7abfGOUpn4kvBoejsXzodOhxr78Wi8/e8TA
ZCjzFGqgdJGJOn/UTqpscyl4VCVtwnusAhsXVeDmgFZWjKyDJHtlvkzOoIjS7/GXRPQJ87WXf8Qz
e7t+EutcnokBENPz3yAXYyhJRsXe5pHu1fIwgHVYMkS5gr2J40Vw4XGZ21KvoeVxafZZ9ZIaNHBW
fDWw07txmsObJYHK9fIDPbOVJMt8FnQZTSaCm/tJmuzCQpOdMXgZCT+Kg8RNwZL6khyLm9DIxQ1E
jr2B/3Nv8XFoBUgYbMq2EDV6c0Ffi52c2Gm3/0/OzqRJTmTZwr8IM+ZhS46VWapRag0bTFMDAcEM
QfDr34fuRpVVVmn97qLtWqtNkUCEh/vx4+eUVXmCp5LDi2Wa5/3ne+PwQ335I4pCmOZyfPnBwkTi
+EcPglxVmNvWcIwNdtr9Nm/a/NZI7Wst8LfeJ7cBmS6UWCC59c//4sE4CZMmK1Vu39WFfW8PNZ2I
ykp20GOjjZPUczz6hdi//5Bvvk9andRbnAuC98tFpa190UKS36sQaZR2KLo4s41oZzLFdmWpN94n
cAliogzYmhDvLg4hxOXZnrqMfKZEoiluSlIaOpxu9JWRS3ebekF35fp7442yIstBJadQvMSr8GRa
VJuQtakUA8e0QzqY5D04MEjY3do6+6ZR8rtSBbzxQtmWrEVzlTvq8phnQbv4I1+ZEF6mG39yxV4F
YRb7QvaH97/dq+QbiTrSfoeaCVmJ6JKo0Zizi2VKYu4xCuj2hdPU22pO663TlN06w4cTVrg0uwTj
gitH462HXKni4CTUmQD/L3eN24W6ykcJuSnHIBdS4RD3Lgot+D9fg8bf2jXgDmvqRmaxCsa/OBXR
GA6+U0DZEk0Kr6lFIVCMk7y3MySMbWO4BnK+9WgY7uAXhGAH8+YXB6KAoZ2OmgCTrhvH11AoEjeR
R5gOv97/fG+uRHeO8oWLibT35ZMJo8VXokAQmgH+yv6ltBz9R8vIUB3Vdrp8eX+11++RUpjrhwto
ZW1cXrzL0tlOERGoG+rmveFGxS6nZETLOy9PZkk78v31Xj/dKjsBRIrQ3WpjdPEeB7gEyDpU7n7M
TO/olrAbMntpv/lhkj29v9Qb1/u6FjR39iJUtFdGNeg5UP+PaHjMAULXG18FZdnHaR507QHpBZHu
vYEJ1ju/s4tCbiB+Y0jddE5Nuw9wLUlv3v9FrwMPAqXUphDu1z5cdLFpG7q7bW0UYMJpknhtzI1Y
pD9m313kFvutVO5A0iFxBlNeWFfWfuNDUxPT5FzpKxCb1z//6xrxrKCx5mTy9mnBKANXSGifqswO
90wCt5sA6vGVlO51GPoTYWlyktR5kPBeLljmiwI2rKL92NfFftRT/iUJp+oGbNDcidboP0gnSWKV
TPWV+P4a5eKMAobDvYVMvepyv1w6CwYHr/kZPmfWmEnspXz8qYUEKDAi+75MznyWFeOpuVf5t+YM
6bidmvpQL7P66AbtvJPRYl/Zja/fP/AWyOVadSEadtlzn5j+dnK/Ji1y6+zs2f24K3RXnbO6Xu4a
L7yCXb61HLQ5eP8r+Z9y7+UrgMjHNQdZd2/QBXhubfQHNiJEVy22gmnZtaUblVfunddHGxxkLSth
mJJLXyIvfMywsRjY3DtFVvWx7GtmrFHGrveTFaXXSCcX8rUEfhggZM6rajzgBPXYyydcMARiTJEb
FdmmbuuGzRz7/Wg/zcOCoXg/DVtvKRhal6X8QfT8gmZGsJFYNu+82q+vPPua9L0oPvkxRDRYCfQj
gDHXk//X6cLOyZpHq7Npt8jhUA4YTm6Y/8quWYW9/qysw66mxF3VRC+Ta7O3p6nMQLfySmcfpRnk
Z7+05FlCJowRwP3xfsB647GgJ0CLXuFv538CGn89Vo+3XJq5sEtxAcDKnKL9Lsxq8+H9Vd7YODwN
V8JaTTNTeLFXm3BImwUwf19jXfBxmLNS4i2h1Hms2tGO31/sdQymbbSCSVgcwY66tNDTbaEpgBPw
wT7LvmdG5H1nEildboCDjX7HPTEbh7xDv+JKPHzjKUEjV5dIwi+lrv1yiwxWMKzZ2loSLePZQzYj
j9GIwy8As6hP7z/kG9uEtWjKUdaume7FdgwtIILZBc/ydCZPGcFyKxwkEZgCQUIRW9ArgwFvrrc2
gPmMHP7LW70P/TkcA5+btliSYynC8hSQrNyEbeFubZCf3f/j+ajbyQBXovXljCApbed3g3b3jhT+
LrJh0dZFEmyKtRDTiT9cu1HWj/PifHNfc7hJXBhdWUd1Xn48p9CZE7ahu2+7Jej2TTUEz0Y+txAy
EpQDzbAPLOTnOzeNjaYfs21Q9tFh0XSCzQpPDsjF10LOq/3ET4LhTsBlV6HXehn/YJ52HozrfUX5
d+ZX612Fv9q+RHD/Sl7/6vOy1EqA85mBBSW9vLsy0S05TVF3T+O1uUubcT5ky5ztMFdodhPzz1e2
06uww3pwzVaQEmFDeO0v37aXJwlCcY67H+yOOcNe0uaOF20N/pVg8OodEgWokaClAZkDGV7ATgUq
VUEzFfaBoyn2w+yKg46wfSSSf35/x756JPhlxB0+FM1Sj9D98pHm0Oj9FM73AUfJ9JlN452YUsiu
jHS+XoW/mpb4GmDQ7rxMMJE7sSF3997Bqg3crXL8VfBDS+Zy7sP//OoIi1ThjOj6zE5etngWp3SH
uR7CQ8J000/6S/4xqTTiWIWp/jN3dzWQXTm0rLS6Xl2cvjKwOq922vCQFy7tI7MbtogjObeJM5xL
00iu9Dxev0VqWAhlkCRWcbPLXTEVY1H4XRMeXF/PO3DP5ZwgBXF8f0f8QYn/jimMlK9zDevUHWgZ
80Avt8TkB1CB66HeKkNZfuxYXVl1N0w6j/42Eo2dTvE0Qjn7wAnhldoMdiQH+qSZc2I4wS9RIyxw
0Db6Pihj1VXlsCkLnGLidO51t7eg4n9rR0/+zpq0e1bNEt6jwuU8eEnhluTDpf4EhXY8J4VvP6t5
HPDUGavQ2jD4b+exEqn3U8xDM24Y+zU/zKE5f88UxoC4+VX6PAiwvG2AiQBNxc6OlhMYFvGvcJvB
jqtAJ07sM8D4mCqbsY3IZoTzzqynYbpNmsCZd3VZ+L8ip2fO2M7c7GPSleq7tBdMVKYAcOQ27V3k
jgg+7XDEyz29q/tJDftRBsa09702X7bQ2GS9D5CraOMUx6lg5ys7tR7Crul/qbGW1YEOb4iWb2Ih
nOXNi/rlpExUbtOZ0wg90cnVuNGdV0gU98usKLelK2bZnMZKoSogfJrRqFmNys8OFqZCjhMPIaYv
1daOilHeV32ZZru0S73kt+POo9iReKBtmZv4y90MzYxHTZjJ1uo3uWt0La/QHUEPSEfzdi8dFcko
NkOaF8Y+6jMx39TVMM+/ZdN6LfCbE02Eo1Hrz1MSOMUSB2HURYee9ry7vbIj2XAvNiT4BicNkgtW
zTSfLrIG2hqL1WRTiqOjqA+iwaNdQh0p4yx1l/1IbyJO6yVnKraqd90QJlfWv7xmyKFJAFelBaYs
yOrXaP1Xtjktfa0ZPha7xJ/r0xD035NpXN2xjHYf2PXw8crjXq5H8U/k4lJbR+FpM148r2cnGbTO
QJxSRzbJXkW27PbL3NlollY0CrdLJnN149qN7d0EfRsOOwS77POM6UN0CGbP9g6BK/JlPyWtmSBd
2plhjIY9qklpn4fFt7rPgiyGEz2bH2r8IJJn5BSZnnLQH23v9JyaJ3qrThsjpsU/Dc7CI15y/vR5
SAOr3tmtsoetHxTAFp5TzHhL9P6AKphUVnIvp7rGgDe1qyJWQUomRBuj6r720JEC9BqMjJ4ss3gf
G5s5/vsCOvuthTRwHa+X7g9zyid317VCVHcRYg/OQQ1mZh1tYRf/Wq4ovCo2W0qsmKghogcV2M1T
L6b0K19K+hsL4b4Pwurz6UPgGctOqXbInxXyXeaZ3zrnPwp8sN1/UmGky+2waBgkidMGNToLMoBx
WRVMHyMqAP98tvpePeQzurAHbUQ1BoLF7HzAeFnnv5wlqg7Us9BOCrowkbvzaIgZsRhpR2cb32OW
ErxGdJ3eFnkn7S84fLdzc1R5ljXHEE3bHAlRkVrQtZA1G+Jc+Yt3sqlNje3URW364Ghhzs8oDVq/
BtI66wxoZqXo4jQRzdHQLuUuiZAK3LgdKmVf3t+JlG4XR49OCX2oFRZApxek/2Lr91mubEJefUJZ
yWr7TQuWE+yZJebAZ0Zdp0Pscey7PbIb/sdyTuZ/o5Sw8NBUCVd7UcMUjvvOhlo2AO+MxyWo8h9m
WGV3ac1FvpOTi8KeY9mNu8s5EKkTozrE0C6qhNqOZZ7Z1T17XGHPLk00YBu9WAPfy6zrh8lIVfMI
z9qQey+USb0zTeXlm6qtnM5EiwyltdupC6wiHrCMqMeNmVXQOGuGTIsPhhR5vqtaGU4IvCKmF352
de8uX31jCb0vdlfWP8I+c5DjQ2+rvwnztEzRGjQd1OmIB3Z5F2m0En/nOokaApHfC303+GVtnfRY
jDvkw22xj7Iy6jpek+PkmwBiYP+N3l6w0WWTIPmWNdg4C+wVGkk883SCK2Tb5tt8meoltjKRJnsB
Dnjn2nXUI59YVclX35eTH1cu5KCbfAxqvRcpp/tDUqYNrDc247BJckeckr4zRu5P6fX6EQG0aIxt
c16CvZczM1J4IDGPnVLVUUfZXGwg043mja5QMzsbpPiPhiezEH/6blar0YLdaWOTdcEgPhV2YH9Z
OpmMCKl2nD4UZow267ayHKS5NZ3c0NukbApvG9ShZ2zobGS1v+kxzUGCEFpVuCqWablA2piaScV+
VufmvVmh/PQzQON+OQrt1BJrwG5U2AlakSgfSVy8fzAa7ouPIM/L1qgwnz95Ikx/dmVpPTVjOlk3
vH5Tb1tUL78MnJ/0iOITH1nAvG6NbeIt9sExhQhi5dcM3qMyhRta7+QeArtjvuXqdNpDjvaf/l7l
U2Td9wiv6O9NhLq7jC17xrikyMo8Zlxl/oiJWCA2tjmoLXRiGrPDVFbHtEY4aqsV5qt2nOSZx/A2
mll2XCKqW36qDJ18c41mcO7zwVr44EKZ2Z7pa3n08OGxP2IvrvNbrDUjcKNmqvOPidNLYR9UGeTB
TdSx+8e4ywenw3UzsnASXFxV6Y/oX3q/Xf4Qdoi7QHmNHRRSSx1Hohj6Q5VyzR3T1sKtcafdrscf
UDSL+B4s9G8+qyRxDZJzH+WHcxYawj1lSxYG+MMVzm1nBL066oax3w9Z1AbOeUkMaW3LQTQTbWmk
SBmMCedoZ9ejXf6igTZFZ/4uj2Q1ccZmZwZtcBh9nSK4mObZ7Oym1MiXTc0MRRQ7Rd833yardcpd
3/v2TzOhE/Bzapq832ZyGdJHY3S6f1yrZT6l8mdHH7Sy3XoTNVl+Hse50B86ZqdmAChul105WMYN
mIZB8jdN5NDx2EbRKGKNDureXMcYZhB4mX1hiKOsPwglx09thcb3v+RgToXcGHaNJ5TflIVhp2n9
Wn1arokKvLry4cUSaOl/w/MBrryoJIQ72pPR9ubJwAqvPOAdoZe4COjNzbHwesvaDGNnGM/X4vtl
eGdZsBFSGgTScd26KGhTDckgmxvvVJAuVo9htyCqvgEY6X46uCr4d143LQnCP5AOdsbYyfnQZJJo
5s6GtzxEM2JocVio5V9Pa5wx+7qahjFOPJRAD4uR9D+U6qcCgxmlzIBheyu8xfGstfEBHcepuAIu
/2mn/50prgP+awscDHatnC/p0C4VWTHTYD+FVp8yv+nUY3mDilvUbZFrL0iba7T0y6oOP7mV18pd
K4MmeAhd7VAJzHQ/bo0qzc21tLHcNq7pQCdPFFmC+a40tR2UDivp7NB9qa3PfTGIk1s3lvdcuYX7
OfQGa4itHJ3RG78ZZXiFXf5HR+vl463TUeD06+DG6xGYaICmmqTOdFKwopp9WZnmh9Gnkm6GrroX
2iyi3eCOIo+jdE4ymN79107jGrLViNeejFB/dent/IYPV8IplXr65I7TrzBR9rUx01eJA6gMFESb
OWhubYDNlzmzS8e1C3qtTsrXGoehuelFHaeioRkdz2yofhPmwrwLTDXX+5UE918FXehRIt6+drah
0YAIrEfur6zdHTP6oIlvngYwz080sYZdCw0dQVXBlTOnktz1/eNkraf05fcxof4jZxGsre5X2AOP
OjShUfkniB7ChH7R1PU2nCguzkHjiPAOgjbauVOahyfDBgrRcYfjy7LBl7JI7NgZuyh4LKZ+kXHR
l+X0UQg/FLBVPYTsZjXm9oYMtrzz+X8N/qH0qK48w1pbvHgEwK217v8f5P1KbWAs06DwnDk8pZjE
3jQkRPfg8NFt187B77FTxob/oLoGpLxeFRAWTBi3EEDa8PLcRs7YJvYI/NuUgfAOHd4O6lirYAof
0lKX2ccicobwNrSQgL6W46478eUT88XWcX3EhljdvtgnVeEYYEONPPeFGd2GOFnX+4HhpPQxpy36
YLStamLROm4fW6ji2/dZgRDl3k11giRahzjukY+X32khpq6Kddt55WGWdvllTm2mQBzRMHpAfVP9
2/OMDiqqSRNdmWt8tfP+0JnpWzJruHKcL0rGtO+z0TYr4xT4IyKSefpdeYP+zV3iPXAXpjttZeM9
Kpbeb+0tyRV474920Mt3iKgKrByqBe4T5BBfnjV7wq0Gpe3iPC0O1oFZlKrbcmh90BpSD7md8wIV
7NnJ3PYZU2K/5eb3+gck1r15kzSFDL46qVdjdB2Q4OL2uMhE/gjlmH/QQRLW+2Kh5NzUcx1g1Z1B
TjN2JTG607E7hvbwoCCt3yIB6c7x7GKGwDhLw7AkVoyN+8v1DJdKdNZI2aSD5Q87xNWz9EzHKrLP
o7ZVGOu+aIyvzUCpLG5cR61uiFyaZhZ7Fg5KTMok/VVHs9dbj8/2Z8jQh+jrXAbJSi0RwJiJ97ef
zkvsRHo4Wf2i7kDQ6wM4gDhH9MZj00p/NXNonZgqGr6/H7Qudw6XJEoUEB+AMmE5XcL1Ud3kaeKP
07nq6ATdlAm5SMwZt7A0mSawTccRvrl1rU45e8Orzfzs5rVZ7v/zz6Ajvs7rEQhCaAgvd9C8LMoK
y2w4F4HunJ3yg3kzImQ/bzw7k1achfmw89LC+DDNsoz1VNZXNvEfWOXvTcybgOVpArvAQ4T0eHFl
dVEGJJdn7RkTjDTE3zxCeLCfQtREl2HEBCRP5qm9pcTqfrjtENo4ALj1XTHMY7fE6GUHp7ZMUaNo
psHo92OXT922s1q/GOLBtPVwDCdzFHsGjvFYX8xq/p7wjaPTpOrwXLkJ2kNGUDanPko7pPnDrm38
vYf1xyHBg6Davf/GL3sMPC5d+PVBuVxX9aWXb1zhsLWkRlCfjdD/OZuhMW1FVnzO2qFxr7QYX/XE
17XADyAY8H3p+12sJcQQlpjc1OdJGT9nJs/cOCklHjxTq/NDM4KNxnnnBDW+aoP8pJIs2y65HL+C
yE03kOKunr3LhJtAb9JdYev/ETa4lN3QAJqq06I7G1Bf880wTGmM5HE7bEwPCHNj9/lybRb2z/D8
yx226k6RlbC/CR6X6TbhxDfndhjPSNqFVEVe2TjHqbb76aiKAV1Nt27llJ9700iNZ83UYHPf4nax
LXQ5lF+WDIDqSwTQcZ9nkZHuqqjszlR2dgA02lnjLxTj1bwPsIZODgL0fogXPw3ybVUUwv864XfC
neVUufLuGHEp1CNjX1y61LXDF8Otc0PsW1SG6s00EaoBbtw5vGOIqE2vbL5XwBLvH6IVSs/wlVYe
58WOaFRiuFU61WfHd4Y7nXlmCu+kb8qjRYcyRAussNJt5/XtginS0PxkumMO95YQSjNUxyY9MRxh
bnMIHznSWX72T9mktT7Oi2WIbaNt52bykvEqN3ttvV18Q4ZOKDPWORdacxcl01BBAMhU3Z2DgB18
39fc7B/yDHTYspDfPbeF5d2ZS+clB8MuvezemNyi34w4mCKbjmVP8Pn9c/zG4YLTAloMjYfO86tx
QLszdVjAhiB0Os159ic4lCM+E5ZV349tmD0oFSUP5Pj2Ted5rYhNlM2alco6f047SJNXUsg3jhby
CnjJwidd2XsXn3bOZKLUWDrnHiAZvGfBgz6wquXgtvT7F5M29JUVXzHqYN2svFl6pUSXVcDxZSyr
x6m0EsMczo6a0m6jMMabN84gc3PLx5RNFXeusvsnS/Af7cIamHVrgBnBuSlKx7vyRV6/AB6fH4Em
A1NCr36NCvC4Nxu/O3t94Oc35UITbGum7uT/CFKVN9sejxHj5v1tsL7Vv/YlaQKEI1jD64lCb/Fy
/IqZ8ZmI6dMiwMJk2lh6XD4aqwsQaUXetVfe+Bur0YoJaKFTZ5O4XOSbDEZWhIZgHQywlmq3lIu5
bDQSeydMfcW/7z/aRd+TR7OYEIBhTk+XQ/fnAPxVyRXan7ymWNzdMiwd2CG9EdqShnOlEnj9TGwd
SDAUIkyvv5LVaSJvDhI8R3e4oS/qw2T1fvZZjTS1jwg+JskV8OWyml97PFQeTMivpTwzmGsJ/ddj
aXPKxsQTPmY4rmeJTY2lWUGJOCYhxR6RTx2UkU7pjbRIxBgrtvU4baMxKX8YK+VlR6cnK+JEsbOm
nXSXfmm3CJ0tNFFdXG62vhBtI+JwwrbMOrz/TS6cGdYOFQ391awdbwiG/i6VVPQEhh24i//YR758
oC0VCcBEF7l6wJIPS+3LbxgZYJ+UCPRqmqoun2TTqC+Na4v+Suq27ra/9v76W/gJ5POMWKy98Yvk
cdSmV9WVmz1VadBbceqm/iYrZ+ub6rLgOZvnANQxKq+wQS6OOauuMx38jxO3uhhexLlKDCQKapoe
Q1Ulv5Ixkx8TI1yWH0bV9vW2RG9CX5FVeOOtsyaGfFCVOQgQNl7umUrCrgGiNx813ya6aWa42OfG
rasQs9CktJGRcGThH5I+lUgaRbNfNl8NbvplqyOVdjvQeSQurkSDixpifRPwx1aBPfg+sBMuMudm
cRMc5fr50cQqeghK7W/YHDfKFq6HZopbnZLZJRKBglfOMYMI1V3LMNdP/NcWIPohW8q9vHp3/6ml
Xr6YIhhwmdGJ9Yh1fZoj+o+Pw6FrjMX44mBg87AMlap2eTd1E1LJus8+JRBC5KliJMEsTg76Q1YM
udyTyB8Qjq71sP80qV/+QAIF8C4dZMgi/NCXP7CruyQozMGHdtBaCxJkI+NjKV3ZrNHYRJnSuHU7
jcA5WHuUVbE1LoG1ER3K7I9mqKJp30EGoPEEmcrliqucsnq2Kyftz4maq5sF8WL1bwcrxM3j1gD+
h8CnZL+XIlVJ3I1o84P5VQkSpxvL7YZnOctsoJWvmzzclk1jhMPWTg3raEntqf1s6UjeJ1HVFHsj
SkURj0046cew7XwQEWNAm6qbyIV2okw941QnuddtRvRWPqIZnjtIsw/JiGKl1GK4o0tvu49NYac0
oUtDKP+h6me0RyvdAoDhmNeMR3vOkdrD0MB44leVXwCe6O0rPmi58UqVkyabhZansZ3vYOu78iGp
K7+/hoFdnjI20zqjTi2M1TCQ/GW50hg15Dh3sB5Vq6ZbXO0koIPW1aYSjSU3lStKe1uURa72KTF8
a88KKdk0W9tqDKxe4QOsO+PlzmE2js4Lmd0qgng52DXUyk3H2m2fhiW5V/2cHSPgZ1zTetCOKin+
Dd0qOVpTUl+JNm8uDDgJMMYRJ5683LKGchsbvZ7uaY7c7Ei/TMZBBbOOfy0fRKiNL4zo8y87ZqCP
V66XC2iET7AaB/8RcVld7C9Z+llTshdmnT01Ksiibd9OIgJEhia7YcKm2PhDUjof88kKNovZ5E+K
ifTPZSTklcDy+h3AMOTH2DAaoVxdUvYNuqWdqI3xaQzY6bhp2bFVSn0rJ90dTLfNv+MMmm3KwTf+
ef8VXFxqvAGgkD8kNgB0SM72y7dfYtrZSVkbj6GFexn+IlOmb3PRCXcLd1AzDDpMFo5fdXQ1mP55
qpdbjmfFgIFpTAcC9Goa/HdqYuYQ87qoL5/U2q0BsXbacq1eNLaiYDMr7bHG9VTGSzSjUZFFbrU8
z7NHuTXoyBHZNjdmoW6VMdFZoBhSyaNNuJv/neEyafFbM6yo8CNMUCFXmDZlhyG1o3ozRyopb+dm
zNo4zApbx34zz1h4Lp1Fp7qounOt0lpiAsYp3A0TvRoZCltvpGnOTDzS5YeSlltps7UDNFcRs8zc
Yg9kW097cBVD4O7TFmP/kcSsfvAdvXxLiIDJo1e3rX+YYXxUOyjXS8REhCn6Qx/kLq7Vg48PQuaP
ZvBzGZhi2GAz2CQnVG9KgsOAfMkBfFP4D0mYyttK0H09aBl5q4WBYeOtvfDChlM3tH2wbUBMx20w
IVu1kb3tQw+gd9U+w2QX/UOVhIM8oy4u0KmFZExLtfamxKo2WSVzWsLoRhf7gGn5J4ZEgjoOsqT7
XMBsoAjtxTJ/9XzpfVvr+RDe2dg/wLup/MOYT1LQ6+wwNcbSCY0E6KXqGMrKUP8oV3fHIp8FZCrf
6YxbpUjx4rBROtv5gt4v11Q1weXAeKN3xa9O0VpF1Ki2YcGkunXbb6FKA/9hHVpaHmA8G9YNrECv
zzY6CtJdT0bkbMjinKU9tqoyPwgisGj3i1o65MblyPW2BJojPdeNM3ztfEvVt4yBloAcsAF/M3MW
PlRKqn/sWs9hjPTDVG0xZm+irS1hPuAqaJfbpUyjI6QkiqSNKWlFbqIsg7jA2Fh4yto80QdP4T2L
LTRNYRUu4jNlZRlttbFyefzSqdqNvaSwHQ7Q9kzxpXZ6ER2apWn0hj4txLquDvuIyRUvSzYdJnSo
8XhuF5U32plL8ya0qulHW8q02CJzUDeaoDmFn3oKT+d2TOUYMF6WGW2M9usUyGNbCltsCAjT2Qow
wnsekJiBMKAB7pC3wABe37MRSvm9t0lz7pLZrtWN4UWLF3uGIZpDMBqDhHeoCnkGZRi8j0yhpNPt
0poers1zZv9cFl1wuFTDFLuyZYh9fV/jqIzd1STLHZ71zUEGyrU+GlBqlnTv51l/A+upGuz9mtSQ
UcnA/DQbDQLHhoX8LoM0iVfvRQitQ97JWuJWtvMyINzNIor+cXJrUT7Yy6hR8CykkVwhwL8Okky3
0DgnCafPCKT3MlBB9IUK4ufDE8wXewsLLtyJJjNvtVlnn+pxXLXOXPe/XsgcurWuZ4R1hVDd9c74
q3ADoYbCwQDXU1HSbZGyzD+GIqx/RkEPUl1znq0zcHZyX+HLfY2M+PpC8jxmWak4aDKC9lzk2jI0
ewQPHO+RzbxYVjyGyJ/L2OeAMvm5+o5niZbTHdRBBrq2PVLl2X+/nBG6tSBErpqpEG4uXoDfy0X4
c54/VbNJatSVaXHf05y6cWWbPDuT6R49R2PsOCzB4xwxvmIMuXGlAr0ov7gfOZQoJq/Mde7mS621
WXRzGVm1fCo9aRV45A65Tg+cL3wfUris5o1ndX5wJR94a9VV0A6pJqDs/xHm/vr2pQTAdculeQow
IHysUWj9PSTVcoRgX6IbSLPlSm31RjLqg+zA9mYWluLWWdGRv1acGubGWqeqn/ograqjUc3FvIPz
hZl9W9fB1hqzMLzTrfqnSg1xoLncw4wlm/vQMczz8H5S8nr3+SbdGbAfNt8q2/DyxzQZnMfGspon
1dXlt35o2lupE2+j6KmfC7o42MKkRAU1G+OVU/fGUScnYfYfWIGxr1f5UMAtXc5t/eSg4Hw3jY65
nZU3fp8Bl2NdetS2YhBP7z/v68+NBC7wEwoHbHVUOV8+b2m1CFPqRjxNI2TMJhfcgoaqZRHPebOn
XwTN8P0V/zzHRe7lrMqxzMQSXl4dcOV3ZAt97T4W+QLHtcLaADTDD7PpmHKzWoxAe+V+QePI2Q+t
WxnE7ySLhs9EAwONkrBd7+MhrdvT6JaOuAOj4FJOEnt55pfDoCe4yCWLjVo70S8dyBGebqGR/9tY
idROH495Ry63ff/BXm0dJAZgRxCkkVpevbVfvkrmTGrIDJN4loEol23Ue+3RgPd4sJrJPAYR5mJx
AEQEd7AKrvk7XiAUbNYV0yNqkVHQ5Lu0oyjEoByJTv2z62Vq3xsmW4ZMiSHbst1U3VQcEQNz7h1o
iScDS6rn95/9EqNf11+hMv5Jf5yBm3Wf/XWI0dK3oCx35hOnRTkbQ5RRTQo9eb9RKc8fwa3cuF3M
oD+I1q8+jk1WljHuM8EnWAaS9qH0/nn/J706TsQulCpXNGKdonIvdzY999YoGScWRV4+OcwuHBFv
XBK43a53RCsouZ2W7poSw6vzhLwdR9eKVt0uG/zz5XtYYJMnIOHuU5sYSXjGkBxhp1bCKK/bqDgq
2Ko/33/OC1SXN4//yfp66T+u0noXKF1mkBOMc6qfxtmQH/vWqJ+C3BKHrCS7fn+p168UrB/+PSIX
XMz0T14+HNKyMIlVlD43WdN9rpX9VeWhf64o72U8JmOx841G/NcinSx2VSiis0hgBrh4uWhHkw+q
W5s85b2TnqnZwg0G6zVpXuLd+W0QnNuKtC/mZE9XANDXr5aVmdinuwsgxu5+ufRiz/VclGP2XIPN
HJm3ghBrTV16n3QMql25B2no8Ne9CIwoWrFdoVjRQ1737svlajYzNVQePJF+tN0j7AnVkm0thVSM
Wkq3/20GTO1/XBivzRg/sBBmm0nBRezXI7Ks8XrJZnE/DBbDG3Zj/Arbtsj3fZ7LBxVGMtk7kEG6
eDFEDssXlCk7tWHRO2WMOuQQxj2KiT3t+ixpt0PgTTm6TMxm3PwfZWe2G7eVRdEvIsB5eCVrklSS
XJIly34hbMXmfDleTl/fi+qXFMtQIY20ESRAWCQv73DO3msPg1ZK0PGeJt+1xPXyh8wi24tTVmZq
42O3tL/9jswv8yCHViS0ZJz6tSqS4qVO8zhHCpfYS6m8j+ZtJNX6XWNCyDalnTZRMKWt0fs2s/RD
20jcLWysVRRFsWh+u605Ff4k26q7t7pW+Z4idJYPqCDb17gplTdXyPY9nzUj3WK/mr/YVhGaQdTH
VndUDWk9mWMxv6Ma5vAJak7zs57ScoDThyjRRNdD6edTFN8Phg7be4AEmt52RVo+yVCT3Y0Q7Wxt
SjoTASEuyNoimk/Cl10xq4HpuUOxVe1xjg4kdquB4mJNfa1HTfH2MmqrP0PqZnwVOV7Vfe6qQ/ws
OLkrvxswseUXVNzphm1lOe4sLy3VOzi19jFKjVzxKex2f/g/+nU2mcO7Z/eDsTU7mQifok3/ogxT
rX8rm0rcNi3rwi1OLcPdQkaT6WaKNfndYE0vt9i4gAJQwGt7NM8IvP0K2TUbZ/65vdFlY6EVJoyu
tB+mPAJXrKr0ub64nJbGnauWU3M0qV0kL1abFvUm5LQ3Bi1R0flhHNmr+XEseiewzNI6NKUoNET2
eBd8WcrU3FuE+sj7eqJ2EtiQ1PpXx6qz8BZkVK/321kPkzkLOG951Y9CR5DjW3UkXiUutmwzRb3c
95MbG88jHFQT+0zeoC9hKxr77E8nw491jwMqfK153CRl6b5RvPfs97pBJrsBMdK91JHppUGnp056
B+5UlJup0ybzWLiYAG8Q4yc/JbnX9q6MEoWjfG/Ivtz01ZC+RyxT3yK0ez+KXBSNr6iV2KHE8qyH
NIncexI9HLElPyV03ih/l9WG0t3kkKNcYVNzGP+xn+CsSrCQSesfJv+uPUlrGB+kgkJ0g9SYpoFk
cpN+YXd0xZLS0N5yvG/ql6ybiaH2ncS2n9yQoj+Cs4KKUwOj7cBhkFmEmkA21NJPu7ietm2W1Mmj
2ZDzt/M6Aolfyn40vc4H5hwPPj91UlNIzbSQAitWBKzDfshLP2xRRx0qwuU7vpusGLeOA2nWRyBi
WPdp3HRvjRjk+6J8+4cES00JBl7teGx7r/0hAGElR0HGXnkzTqIC/jDZtm8m6ejcZG1hFTcqwOae
3ZhI3iwp2uKfsHE7k5KA1O1Al6n+XmNpDQ9ZJT1BZgE7781QTcg6CH+smxuk2LlFcQP03glJfmUH
mdEM3XvYTn1223eQZZ9TaeXaQdQT5Cr6WUq2r7OxsHyiZLFTMB4xQbisFgcgVyPtxbKBDl3EfQbH
KElILkAm328WwOHI3OBE8Ubt3dC8UWKZRreOEwqTJ6hDcHXTQg+p4OWJtunCxnxw5tGZ0k1aWkmy
Y7tqUyg08+oNu3Ay+NIKMZb6mAKMGbCWSbqGkurxTrCBsF46ok7kfR9STgsKzRUNwkpblr4Z6fbr
ENY4wUKzae4lT1Vam3pC/n9nVLE2E5lHkQJasJYWu9Gyqm3a6rQRMhMjcoDQPbWfPBt5RI4rIjbt
YKwzuFNamSmtL/D7bfkP6PXexgj7OyMx4vecVuLF0LRWHnqPF/QQdpMz4qNQZ0DaSQkvVzhW+7Pq
Ubk+4H9xevZSTa4Hk1EZ8e3UqQoMnbjLR2eDC6zU9wousiU1YWz+lIOXKr6Tl8pvBbd+j5PBs2ri
2ULnGgBnLVNmS+Q6DvJoNoCLjX2d8OVUVYdgpq+f3SiOx5uWlIGbuIYxsMkgkwAEt6rW/hNlXvJI
sUtR8CHyNWpCbWg/STSAW5z9mRXkCSNpa9Vm8VtzGiIQ4yGsusACzaju06QZjs6UFN5/3mXh3li2
j2x2kDqsZXqR7aAS0uLmuQA0VrFeSW875prrK7baK1vTjvtNkkfNtWSUyyMEG1Yk5RTlaTJeNIW8
RlV4cB10WayFLO1eUxb7Troo6eexi5lxu27Qg6SfhjfYyvXgD3MWXYMoX26g2Trri5AOox8dAuN8
E1RTiM2HUiufZ0whv2qui/opHvCoxaUS4K1Sb/7rphZXNad9KheLxngtrTGNweRpTsYTaoDo2MZW
Wm1UE6boaE3tEzD1DIdzKYcr273L++SyyGdsSm14f9cpxHPTFnobDcbTEHts3eY43rGkuA9ZPhcP
tl0+//e75CxESRgQ1eWhG43rJAy9NZ4QQ7Y/xim1fDWNZDAiHpoCacFrrWs1/6/VFHr4cPHBb9Ox
gXS1quWVFbKltI/zZ0tyHPEjr4YcUhb9IybdDgf9VCl+R3cN82DrXkP2XI5nVGwox9BoUWq4kJ8k
hSqonPXukxwqrFRIWdFpEykfNIYVtxuZmcmhnSkuBhV2pG/DEGJ/+fyp/+UnIIUEC8GhcEFqrM5m
SAaasZeZeO7GTPGnIYOzOGjCcPyo9ipa5LPwI3Vw3oSneD0UAau/glS4HGZMhbT1gB2oIGXXpycq
uWqf1U77zDHH2NNUHDpoTZp5a0Zkq7d6I14+v+WLC5JzTdmWl26ygDGnrr5ftU0VNN36s0Ycxn09
YFMcEtO6pbNT32IRuYboXUvj2M4tUkVYZ0vJDszP6sTtlLBdMWGGz1YpmpoOkt2xUHkIR3ypKFFJ
oHRivwyz63w1bYneXTeG8lFBUHiNnnJZBFl+CvfNJMJ3jU/h/N4dC7NjnfbhsynkACLHFA+uW1cg
CQReHC0XyU7XhLIZIjX8ni/B34nWGD/iSWpPlTvDlPj8XfzlB1mUcBdhGe+CbvPqRDkZtIFc5rev
GpiEo0or5LvMgQ4GiYVhClBWm2xqlEyUx/QZLH2kcSDJPL4GS6/UX11fXWOVXXwRsJGsBVD78a7o
wJ4/oiz0vLrR4pwOjNqMPrEH7s+uzYcfZjxbRyaLt8lqjQOeffUmS0qruvJI1sMTGiGCWVrvy1DB
RLd6Rd6kh1Yu8+ak1EkV3+JrafIvTiXc9oDZC3AtwEJsgZ+/h3XdhIvyVeDbw/9IX2UNyRWRSIo0
d90vGZSNf7qOU/O+5Z/qe11lDdjaY9HInTEUdXNl2l/XJJn/YFuhGQPCSIV+PQGpskGyplDIR8bi
/QoJSrmvypnohVT3Bm9rzanyPYfzYAat3U7xzef3fVHaX4SaaBug4vA3i7jj/G2j2GsabNbRqRT1
+HPUFfy4YiYt1Gjz7DtWrG7vmZFyIo0yxdeSyZdK9rPvsgG/Vru6mCf4LQv4EtImuuml1H3+W0jY
NFu0DvlJK5LpdiHmbTlFpYcQstSdseR9+tLzohAmSVvsQ3fOXvtmDo3DlWeyXOffVR4uT5EWZPqy
LGGmW60JaaIZcqBYfJp6Vdw001Q8mM3ocA5EovTeALT76Zhj+2wIV/lNgTLCdGxdmaQvh4VNXQsl
MXMmxbm1ns3LsPqneW+dJFFVZWALmZaYI0z1pVE7c9rEphQyMPEq2T7ZTlLffv4QLj8IFkMcnrAU
8AQg6j1/FxK8aTrW6niCwVGcMnKid7MjvUAPRbnPjUG54RFd21cvD/b8waOg/EjKRMpISW81GRIa
ZPRVEclT283S8+1QkCA35JZyQ2Un3X9+hxfzDIGcPFs2PyqQE8gq53eYoBpo6kLTTq6ay8iHKkGt
omjDPwlBB7uIsKwrp4b1xMpKCzqGZZCr0X64oPAXY0uSOpIuc569w9jP4t6Ox2R6QHbR3zCOs1c6
2daWGq7DFzbnsXvlpf7tlpnV2egsjEgweOe3THSjVjZqrZ5m2FfhjppXPz1EEux5KBJNu8lp4eVX
2uMXA5m7RsDP0wPioXPkO79mgr6kaLNJPRH6kYBn6eb2QGlFmoHq9o5xpIpUvFERDIvALMP4n89f
8l+e+bKWMKVTbGFjvbpju6v5ZkRjnFjTys7Hc9d8qxacb9ZBGjqweqV7EVOlwjLgBCFOtysT7MWQ
NvD40LgDw8lXjNb6/PZpNlTqpOj6aab/023MpFLMm0wD3dZ4YZRcGWJre8+ym+NMxsSlc9uLp+78
cm0s4E+pnncSKei/TV33Fj6DrjSHI1KErtzLNgP5UYRxZ2CJtJFlllY2Kr8QkxgGFeu+Nw5SoDOL
Ei+BTev1eW74vRkjXgpqs2qLu66d1MoBFWrFO3plqRWUqcUpqXKk61d6G2+xdYO08QkmAZEUcFRF
jdu3MSXxpKp6AByjm1ib0Vo2/Z1ndo9JP6bdldaAZnCvZ7MJz4I99RJRu/T61lTJtk+6km6Sfcqn
kZJTX55SKFQmvh7gXKUM2c7HSe7cyaQqt+3YDXuzssVP6cbTGwSZfo92VL32oy7WFnwyi3JjGY3k
pa17XrGp91YMuuakCYrd+0SJGu9I+kAhtSB3hbLngVdUGcFPeNuq0wtlHzGLJU+pVolryIeLSZ4f
AwoPPTAHAgL3VlMg2re4mcdyPum6iHMgKXG4SaZx6gNHq6wtXufBT7PQ2Hz+Uf7tstidl4QA9jzu
es+BScoB+lJqJwfainWj2A2Jb+TXUrWu66pXji2yqF1bd92VRtVfPkbWM2aBZUXjxLn8+3+1QMcG
Iye6PvWEGC37YzfuvIkbRScQHetgfeUu12bO5VtEvcgFOd+ys1+vZtSNhDfPvXoK8Yx8j9AIyUBy
LhMU+vJ4g1JgTu+Q7w+bWFaOvq2jgYaFJtLmRkNjfHQbZ+q/AMmx33o9M3S/Vmbb8ceoUTeN3aXT
dqjoRjxLBNpxAKImcTYAjepDgqW598usEt7GHJIc80jTL9p3beoSH1ynV1yzP334hP/1sSFTZkgj
T10Qaajw18EBeppF9WBU3Z0YYFLeR2FLZXzuUzD7GDOS8EuVmZQ16Y8XRRDms/1e4dAajoCA4wdP
mWFZiYGa2k6SfqzeqqOXK3uMRiirS+Tbw11l5P2PVCeHZ5tMirILp8wQV04B693wx12w7SNimrkD
L9dqgGRpXs46InRMonnWfu28WntMc7umO0NnKfWzMJ2TW4rH/WMjWilOBvU26WuUneNXzOPiiqtk
tXyxUrMzx3z0IYSlw7p8Sf8asGy8vbimw3nMeLZNhv13zuZAzbTW2NgO/T/V52MqX/XEFsNmmHAC
+qkyF8aVRfzy9XJ4X85iWD44qzBnnP+Q1mq8ebTs9JiG5ljLQJRDO7yVFsrLgN5SBrNwchpaBklL
Z9oXbW87m1lo3XFCOd7dDW7TWTG6Rog/GutIyabLV6SnNVpQGoXq/jaTaATNhXLn6FTNlMOciUoR
2CEq5yubgtX8Q4qe7uLTQdTNMYPlcvVUY2hzQxeF+pGSlmy/qaWW3NCLHbQNJekqlQF+iNDazQ2O
jZfPp74PhvLZd8K1l0wbpGt8L/yA8wep9h4gSdmadzDozBE5PyJSIr3jBA88/MJiKL6mhJzH/BbY
YDjn2izvkyAPh6Zt/TrTu5HmehoCfe3s6A1vN67Vto9ca5eg/WUJt7rsrpAqylwdYB/qU3ThKjWt
vFDu0InV33VXlk8oNaEkZIXXNUclTNSly6RPBeGGTUYvL+mK1o/lONaB5gnjsRtd2M+5TKfoCHyo
uXVjmG9beJBRFxg9QlFaUozCt6KVk9gVOUGnsC05K3RZX0e7SNOq8QVrR/La9ehoNx3cvnfFQW9y
LFszxmbSlu67m5ALfFsUTf9PEdKz8NnptBxwGJjFvvQ4de1tR6nu8tIC2dkVOqf0DMv0AZgafggn
TFEn+4D4EvdYUaXHwdxSUd7ZuTV5d5SalHo/1I52k1VemXCDZj9tr7xhXuD5C6bIxVpK7+iD/7M6
UBcDxU5dzvER5k01bGiEyIOp0t7ZgxGfD102at8+v+Llx4kijQtSPF68lxfjmb6nw0qbxse6TEz5
j9cP+g+w626/J7oyqsgYmjUWiDoUuuNTQncC2ElgHHHhphZtR1uABItBC8901zU1us2yRJv2c1Ra
48ZMS92GyOUlr5NSDcmDFbmlc5BIiYwrs91Hkuf5s8ODiHSFbRtT10UQQKFOFiRgJT7qTdWlN0OX
ikoDPQHT2vfaKr2J9SFMbr1alh668LSM9SJoGmfcDQQbYFrvs/DI2t/p29LtyrSFL6mr36yk9h4t
qtzwvk09R+Yw6OhFH2BQT1/rCtrMtvFMAssNZvlbiK7ZczYnmtjzyaj41y27mbPN2GYj6ZBKCq4x
0JJQxxLQmvnHsuq4HfU5L4U2+/m7XZ2emKqwXVCo5QRBo4mp83y6kOQi11HneXcOkvPfletYyEsT
qHeaGX5RFd6W39MeoTQTC+/a61htoD8ujtEM7wutF97M6uKeM0UzYGb3buB4xkLcpQNeAvJ9xS8n
LtPohYNU7gAj87SfFIqs5KWFIGD/stwhIUECAFMf2Iqu/YT80nWNLzRnejQQ6PfarZZmU/pCARCR
ip+7eS/HILYq5ZWPdAbTZIVF9BDWsZpsYFC6BDnOOL12+CAy7zXSYu/RDWejZVQzyTWUCkAbsZPz
ygd4s2V2aMem/jVqI6KJK2esj2d+PkqXlhCfGy4/+hfrxzJbKV9jpVp3o6yKErIBUETvQbNquUXI
Urc7g/P83ipSke1jSyneTIW5ko6xa9VzBXkKIf/vuont5Fald5b4gmBg5bvX1FgBUkpfYkfKkk2n
OOKYbFLk6UM61o1bd8q2pOvJDkTgPMOgV+QstpabmvUe5X9UbPDhefYPq+A4/6zVo1veu1kStRun
TVveoOVOcDrHNDFvGgOP6DMtTmF8yWA+98cOqy3ijnicq2DQksnamugvOAIUla4hQ3FnsW+EGg7P
8DJ5rPwu59QUYCMePCdLnwSaSUQJoz01FXyEqg6/lSktLBYs6grE97qZmb7ZoQHnouXLUV7QjlLY
68SYwnOucUyEJpocSGHeBLBQKFXzJ0kyF6ZhxUHp9fNP6+MsvH6PDm0JDLuERiBrPv+2kly14KZI
7S6vlm6qnTXuTzapUf4+t7rI3zU3FbHfaeG8BQs9JdspXsytvcMHsJGOFkeN34RTq9+zvc60x+ZD
j502nfESgeFfIHQFwLwfZWL1znMUZyy1ljrUBqv6HPdvVZs78Xsd981W4E8Kva1Xt6YXeF3K6u9G
8/jsUaBKcEggIKhitp5Xjih/mV34TSRC2mjpXeAF508A95Cbu4U33dkoIVuMRJ78YiimIe/55nT1
zmx6LAReL5P2Pu3UORmu/IDLnZhBXuvSRqcMZF14J2j5jDS6e+1O2pTZ77NOje4bU3bAA/JQpZCQ
FlCxwCnPze7zt7/s5M9fPhswnBPLdgxW35oQEeclxXhZpkdIlUOGrV8Rp1HPSaxTrcq5MpOuffbM
pJS1QRVgYzMZb+siWGepjUFUqnunRUXfcAByIyM6hMRYEwZuDKJ8kzU5CMFgDFUWwJBSLCZCRdF2
hdrpbrvJ5dQOd/WUjnuXgC/TV+co7U+iErl+w3Adihy+r+iiK4/p8gUxKhbCPK1w8h3WgABVy9w0
TnrlDi+kq+2BGao4MOfKLZ5KvA0sBlb/qknmyysX/sv7wdXCo4Lcx59rywG9oXJUujQ5unEqRwSV
VAxeVBmB50YxNFr9tUbw5bdA7x0WEbsovJZM6+ffAtoiWcdpkh671CtJSlWBkW96ttDhF3bTbvLo
qqFWId1s41+SAKH29PmAXL611YBcAGagDBYeEMW78+tzwnJSiAveXS1FejuGy1GfaVU9Sdom93oe
zv2VvcVHAeL8kgRWLPwEaEh82+ucArrDeVWokcNpV3NgS400HE4Y9Jr2TlHLpn7Loy5pg2xs0KLG
UOkQ1ggrdr9o0VR8tyMtCiFV9zC1n/GiAnfV1amwr7VI/7K9teCnoxSibQ0bY13DVZXBqTy7iY61
F7J39Celz+b3fujkgzLBP/GbIsH9ki1N+yyPq8cl9WkhMHeh9hiLqhPRDgeR0h3tDnOAb+tFrDx4
IrcRGkyY6A7KaFi/lFBTmmQjeQdiFzlFH12pLlx+S5aJHgj3Ad02AArLkP/XYV7IuppbutrHctS0
2zRK0Qf1ahIrhyTOkVD7isGquMWjKaprfvKPmObVu7ZY5zj1LioD/GrnFy8MK80IF3fuhnyovpCb
2b9ZLko/4SP2R3DsVEPEFDJ3qkv8TxeGNkcX+tL8qZXpxnI4UfUoVKbnCa51wwouRfFzNtECvqT0
VedX4hQkEkcl8crvdT0ZB8vO+iiEuxovx/kugq619VzKNsE4FwJpsePU7bYdPGU81hoWkPemVqqk
eYyHuG2bbaz0qYj8qcpKOk1DbwvnOBp0f7/2xB7cAIurzF1bANDzmbgX0TSpYa0PmFT85FOVnGYw
J9pBRH37x2Co0ZjvzCpf+FOff7oXVRq+naXKv1gZkIWvJ0kndSqEfTW1DntWhyBzdVI4Gl0pvkUR
LM4AiRREqJ1WIWK6TUpH/ExLzVTkzec/4y/jC93Q0kCjxUOvY9VqyOBNLzWB6OgyYxYbxWs5Hbjx
rKKobs1hP7e2u8kaCwr0f74wBjjGNCIPpGFroRSgTI4jEbkXKAtkxjae9Iamj0t+gtKgKCyK9Igl
5trZ6IMntBrTbMDppzEzmMZFlp0TF+xk+3C+WzTdjhM0aW83uwnkae6Xudv/VscqDf0ebrx3G5ru
fN90QnTbsB1MBTW7CVN5SFL3Lk0nd9uz03OWsp4W7mYPLjuufq+A+q2C5vwWZhkYsLYtpvaezavm
HkLKEdNd7E2pfddPVt/9zCdSBx4UB/LV01yb2c9+rKmaKPUADMYKAWoPW7oLEPY3rZmFot/ApbpG
vf1YqM6fygLmZVPLOoaTWV8Ng6Vl4BhC9ZBSlyn2Z3r4zcboMjE91SBqXvli2SaA5PC+cjYov8M6
791xg/13bhFG054QeyFS5R8EtABrPx8qf/l1TEEGhU2b9gcminUhsUdtEIcuHuBczrj0wFkM8Y2p
JZwzvDlznX2kle39EEs7fNGrsWCTTV5IUsMjwmb41cP9a2zAWyXmz36qmsT8z4OZ+i/bHUxauMT4
js4nys6hujviXD321pDeqm6K0aJpqLFEN2bHQNmT00wurYnAWjRX9omXe4DlSGkjxNMX4MVaCzJM
3Zz1YOyJomjdP0TRIOB0muSA5ECiTrKrxLyyzbqseJO4SUmXTbi75CasDTS6k1Z6GurF0Rpx2N/J
PEzsgxcO7r5JxAlPyfwng5zmww6evtrNgKC5HrzypMINrK5MYGtV8Mcjp5bHRhmX5WWVGamqW+l5
2x3TuVemJED/rPYbym3uCDfGGjXziwXV7FGCxlUCMPVWfpJz3ROtQ48RP4Y/YL2NSW5QkS8+1+XQ
mzbUg7BTXtpcMcMTs5AS37TAwqrDgoCOv8xI0uxr22b74k0yCaMUByO8eKPYxZ6Popwsg8Kok/YY
CTdLf6SGEYsnZMEuqHk6s7cmsuQSYjnzJURVIIXYGfJkeCXqPdsltkJqB0uXBmpEoSQu4DhTAAqY
U53vIe588YzWXjypNOvgUORz+CPMeifya/zz+aasCvclcTjd+LU2Md3T9wydvSZyfAvgOurEzDdA
9c3h1iqzBC9gHI4LqCB1NaXbdOQ/FYdQhoULF0G3oh82oUr9xlQy1drS0i2B4IQxx9tZb4nrsSwh
i4fIyg2PTrNn/giHVFNuu1G32yclH+1lb2ZjcsAN5CJn1fTk0FlNQvczQ5xxIxmXta8NZtf5lUrf
eavNtFVubHim4SEeNXiBVq6ztQNr6hDK3tFW+2lntNs/koarqPIJb8epkNuZi1KuHdxc+WaDhgcR
EBsNqOTPZ7GLlRbO03KMY+eMnMJat2UswOMWcTLRUbGFJn/FVo/jLcTfeUtikgIfLWbXsQgwrs2e
FzsNLszUTuPAobzMJHE+rLq4oh/iIoKe5kVw3RreeOx4KB1wWqtWfhDIkLS3Sa1VzqEB0F0GExPK
L2sQ9vc5rzPymtQx86bvaqKqxIDSHNBn2x+SUsibzCbW4DYyNfJp/Q7m9a+YheRaHuJa8chHjuCY
BtuHlJ1u4UqioI/ZbBS6SI+eQhlkr6WTszEmC5eG0YRH+jbQ2V0SbShm5UO+LyilxIGZaobvZJlD
MAZA9StliMtZkN/EHg5zNdMOULPVpA8MQ+2avCiOjPxuIvjFNFM0x2XjHNsI01FAQAurNSEixq6N
6uaXcELvO+Yw4jgVoxzk6+cD7HL6YB+39Knp/y14ldVRIeoc9jIIR49sJWbVr+VUbLoawgvoc3q3
sr0GsfjwoJ7tGj5AgAs+GzkU/YvVupyzbcgzWRI+kLlVDC24JreI5A81Qw9IzmJACTPBw1maeRP3
wSQHHsPGhbOGoqKIlLr/ouHFEHdsuSOgqIQEeICbTQoXg++W0VzEVz6G5Z2c/WKXRjNdSSyTmDLZ
fJ9/CwBH6dnJwTo6I3Q3mZXOs5t3U+PreC2fsa9jfCvQFz+KPnau9EMvj1M08RYJF8IebL2sV6uL
EyREYopnHBk0rshulFarXjtTLUnVGdyIqJLOMWJa/aLCf6JvraRNrdAfp4ZYGwdnHU5OzqQ4G+m9
qX5MHsivuHOn8r7Kh6w5LdifaY+pMQevQSKWHjTgkU9D3Y8UnGGHG3HgKp6cM3A7WTI9q6piuu+Z
1mS/zUwkpD3pSZ8FWmFMcaDTU/+a4Nca/Qm+nLMNTQcLInFDnXcn1LHUifjqWw8XEaLzBEGPqddW
umGuUbTNpKoi+q7LsjkOaYxKwc/RJhoyiIh8OI2Ght/38+F/US9jdmBm0IBqOPQe4MudP166gJRm
a1Xcjk1fWoiKOr4CbXbUPapo+YRXlXgta8lX4uh1N1my2OHwKw9qRWoVk3a3n8xGuzW12H1KxQB5
3SZQzCdP7tohZL0UUKLif8sBhP0aG9rVjByDiU5xkDe3WOetg5vnyT8lxe7DhGlpW+lq+Zhn/xHL
xRS4yFcsOozQVrn+6pqUEMohbJXhNq/BFiRj1QehqosAi/9w0NiY+Inh9FeG/DLl/Ptzo+OAkA5R
JvszqsXOqj5VpRUGbLeWB2HOxVfLASXoxzQPOr9VqehfGQHrCfDjasxFJMJTFUYefz4AnM5T6Oip
8lAR0EgdTCSqL8FWVZtJG2MGqAe46j/u/JdrLhUS9A2MOnJDzq8Z6f1Q16THHBDgW98AMzXzpnKj
TDyYqNOIvVKa/GvRsdu6cuG/PVpWQ45qKE4WWdj5hcEveGTea/JQdm2zcQarnHd4vpPWR1HhXKtW
XDxairG0VoEloYrDdLL6thobIZLg3HtTmGO8GTM73XpsA3ZkgP9qKrb6n3/LH2WHs4HD9XBccEHE
UEso6vndycIbMI3O9qGBnJ2Tu1RPkUS6vCjuv2AmM4fAkbM9P9rJVN02mVLZx5zwkupLXTScuetZ
i36QmqIn8LkUBbRaZyAeSbEBKhvdTq3vrparP2tmtHGrT9CeNvZQpl9FilFty4LneYfEFfoJihi0
y0zADDiKxrOHg5fkRfziTTMMrZ3oQuzaWwacGb4nUWFpP2PawkwesLa7eQhqVXb5e0MJCr97HVl4
kIvUqmPAlSWlPCGSsAtqWch3HaZccqcCcMt3RMA40beMI6+8adFkbWoy06Ibouj6OjDMyWI+Z5bV
jwN74a1w0W4FTW2gktQHpy9rxA+GxiFIxBjIxRQJtMpO3zdfndTLyt+fv6y/jA3Kgx7lI489prpO
k1U0k+MQOICbqYy0+asepxo6skL9PYzNLB/yKdOvfOgXY5+29sKNoIbDfsZaQ/C9pGevZ+XJTdZo
+QMKUq3ZoVVUfyhJl5Tbz29vvWUgYOX/bQwDWDfbhtUXXpRlRw1hQu1DTKdBXYHSIYj8ceOGhJsi
xay2ooVu5XtKcc3W8pcbRWy0ID1hj3DOXm1XrGRwwwIPNB/5GKLC0NXbSKuMe3PW+/fPb3P5T62+
uMWb6SK7Zn8CNvL8i8sJl+O81tgH1pHBr/UyJZKEZLP0yrv7y3VcVM207tByorFd3ZLmtdCdy8Q9
RAATzG+92g/WbdGYqrw2Q16sstBMoG1g0yO0gKlkNUMmiU7ABbE9ByTk4SO92OFJjVxIGoWoZsJr
c3pn3tDnV3oyq/HyoeBkaFINgnPMYX51WY1ju2z60ThVqRdt84xkT9uoCTJtDKM6YJzPhc9hxvmj
iNg8fP4S1zvyj4tTFV2koziTCGQ9f4smNMCsbUP9pHnwtPCCe1lYB607983NBP7VeG77dNiPTmUQ
waVY4t7Dl5sTMmypd1E8u9M2srrBoo5OhOJ92vbDY5YJV998/kNXc8bH7/RoI3EgRSJI3er8d2oR
YT6EvmunZnLUV12EaRpk7SgDJutcbBq3SZ4/v+Lla6HCTStoWaQXTtXqipTiVJQPjX4iqmyOHqWY
2pdYV/JpMzq91mEZU7XvEITj6MZwWvP186uvzuDcL2ZR+oP8uRTZ1xWzqeuNinaAfpILAL0dNevd
Ca0+UATMOYUozw2OVW/X5jTtW8Wer4yLy8dNTZf6MsfoBWL1EZ39ry4Sd2kiGZ+NU1QRR9OXFdGY
VqG/eLCAtaByzW6+MmuuZq6PG+YP0EWc3aHfrAYiWEjpETpvnkJiesYgc8z+RSlT6g9mUutfPn+6
qy/9/xejC4vviofMue58NBHhp+ptJaxTN1EmfhidTvkDIQLAsW2o4z35cjF7sO6/2zRAY7safzmY
4Nz1PfJIU6VgrJ1oWWS/FAVVREA9x7k1oVT+xzPDxz2i7F0ATZq3QKjO71EHQDF0yOBOtI3Y3aaj
opzsPlQf4Woi14sxeG3KVo5X+o+X/jrG7GLcX5T+Nlvr1fKnx4nd6GVonqpo9shKMEH3N1I6VWAl
xrgRomj/aUHL/I+yM1mOFMmi6BdhxjxsIQaFZoWUg2qDpXJwZnBwxq/vQ/YmFZGmsFz1oqrLBQH4
8/fuPRffuUYq7eKILZYv8/XjX/jvfwYpXSv0i++5cfITazX4o0nz7KfB0gzwZ1a+cwE9gxgTlXZj
qMS9drO5+T4nqX+PainGa5pe8iCctnzWHwEtBrujwWvqMlp+/yOQka5qScHAj9D18mDMMH72gDME
MhyRAtEcUGg9LvnkVlhdcvAswTgu6wclKa6wJsv5wmbzlxcbPhz7NUNiWKKnTny7tasib3P7SZY5
yrA2TXZwt81t5gX5rYqb9sJ3+/y1hgJHFQS/nFUZx7y/AUmGiYf03fhxkdgNCNopmy96gci9okfR
XviGnH80qUR4v2zo89QlpztpEOeJ1phN/mRMTdU/qDZbrP3UjcPGcrWEEEw/HbxNlUj56hId9DXQ
B9hWF44i598WZkOcRvh40+Y786Eruoxa7cz1U9135Rt/Tx9l42i1UV6X/rKPY2He5DHhPh8/8Gc/
LN9pnvaVnknLCOP5+xttsCkNYgTsgJBiqnaMZUPs1KBBVdPtGubeFy7zfD34EQhoV305+tbTBmsN
x39GIxo/1fmUxAdl9dWL3aA2A4wkOrXN7Wn5t8EVanaW5IauPRC+oKeFdQX5HxqTHzx1jmr6Qx04
6V4WHqnBjVNN415fXDu/cFtPG8m/F12N05xlebLO/DWJy9ykqEtxLAxTEPBDnFn7FSaTv7xM3WRn
m7ajRL02ZVDc0UDATTwHxM2umO5yOkglW7kdRjfRLrxYZ8869CJiIDhEIZpFanJSngTJ7DRYyoKn
0lP9p7wlMAu8kw9hiCO9/TDInNMqA87iqRrKisO3l15wmf3lCcDFjnJLx0PMhOLkLxiMUtbWPIvj
QALXtSlS8zWuYWv6qhV5lBuFuDQ1Xf+Lfxw51t+CQSIPOJEslOmnOuUpJg8A1EfwBE590W5qqygP
ReP7vM0Tgd+5vzT2JknJZo5oEzBr+vgVO/uW2ZhTgDpw1sHSxuT2/StWGAO6ethaxwTRT7Ybc6/Y
d00ukr3DDOnC+3V+rSTgrte56ngchu3vFxsslVbxKPNjpmnq0KDBflkcaf2HT+9rACVuB1gTwTrY
Ibg8H1/n+d65/qawQ6nDkBDZp2tbNQReD07oMQOD8xnqr70n8ks/qFFrX93EqaHXoVxQsYZEZ6zS
XxOcqgsv+19evBUHTLcMW/iK0DwpCCuXNB847N6T1ZEv2jIbVuo5nYTmPDAQgA4AM53qJcVFv0bG
Tlp8ZWtVPoWGHLOKjKbEvG1Hc1kuPPa/z9Dvn0KYHugL8EP87s6fPAaVqs1q8POAKo6tfUvstiM3
8Pe8ISxafSbgnPzhmPxoofc3vtulMiJAp9smqMvElU9UC3SvbIyzCFZHBm+unsovRJv51jWWHs2m
Oz4Dxc0YCex6L5h+0YgeHhVQ+eVIQmAzRsymZLNNcC+8Xfjl1/7q6bWBiQkIVqU1SRrH+6cuy/LF
8NTAG+b6WkvYnuVFLnheOkmewiWfCuj/hg24AcbMTTGbGDi8Nr/19OFSIMXZPmq7a/sQ5aBrA2w4
7Xn3bDuei1f6CS2Xw6S4sMRn4Rqtt+30UQxh6fvotoTbZs8f34S/LMymRocKKxxnkdOGgwsav475
BD0FTmsQ04KL4yujgHzYQwknbS1fhpdEJNpy4bU7/7xQkenMmhj7kmJ/2qTiQ0CCbjGJo1KOUYLE
N2SEYloaJLNO2YVG+3lluoZugG6lzcEhTz894fkNKqUBnPixLwrxE3lOl+/VkFnqYdTGwNnO0IHW
HBgXRWOJHLV+hqWmNRvLyKW16XSpXXiv/vbV4biybme/1QynBwdNCGXLwU2O6Vh5nxp28/u+1vFl
GRaUU6jnMmR6OB3K0o7xy2jDhPQuUfuPf/3fYLGTV+A3FGM11tIgO9UEo88F16RE8DRqfdUc7FRb
/JBUBpNcIHyLy7ZM6wGYXpq38BMHz/kqnA7eYWMXWX811VoVf4qtWcWhZhckE6O2TpBTS+/BJDnr
EZNUUoYFbSwZxfNUPc9EKjgRyeyOugfKNadhb5fibhFJ8dPrKTxodlfWbRuAdt2J3MrSZ19P+yRC
vuFDanSgZzFByKFKQz+O3WvDaIut06OE3CWNls5RLJFc7J1aafu+8IGmOzHQfey6ehxs4N7U6ffM
SCSt856gnTybrSzqBp578kW6jixKx+iScBVVIt0JxkwPqW+rR3Tiw3yrcM2Nm77WEnmtG4tufbOc
wp6vO2Wb83YimIvsjMSvEQmmcnkg+NP6rwkqA+tOnqWfPv7xfp/qTn888NfsHBDcMBycVMFDXxeO
Kd34SdnV/GOuRrnsE19zXbRpfWpHNcENmEdm/IJh2fll/2aylQmi0oOy2OWdaoewHaS6t+GzinDw
6/47GEqZRnlcd82FguL3zOXkz111AAZnfs4L/MnvP7dpNWHpEIH2lCxVOWwwbWI2qkU866ztJMnN
YA6FfBCq0/29hrqqJZln5CTTlfFghw1gVA5V7WgNMtSmXre3PNo9o6UuE+EyWsbbEus8B1ahN9+M
McufvVLP7C2QT33aGArw2BYvcvngNGS6bzXULizclXjaYIaakqd8yG3+BzLLoZDcr7BJhlluFQqG
S+//WtGc3gwMwJwRUVuue//7m6HTkCHgKIifGGVb+jc2OtJGQvyNiWBENTf214rhGHHB41zp9/iA
g+sg1bX6Gj+UPjpRPJCVWtP1uXSGPS90kW0QkoVQj08zJ4H3f5irPLt2Z6s65kzQ2werTZbXDNdK
eo/k2LnC1tNd2IfPV6QbS9uNwp4BLOaE9ysmk6WaOg/KI64qUyfHh7nrXHpDG4puZsRUXxLX/m1B
QEB87phO0ote//kf/T5EU0wT4q45lu7oX7EDksky94yZGzRPxl7v4qa7+vhdPd9maaWjp2Uf/1vn
uRBaGSxG3xxBiXdOaBON3hXWYkR9WWWR1ZfwFluGWxeWPT83Ud+sYye6fiDMT8uKEsOH76RedRwD
GXv3KQTmOsqCSf4gmQhPMiP4JYCevE5+FxKSXWRhZt/2Fzb7v9xw3nhOb4xgwOMFJ8/U4A2p2VLB
HCGBkU7ToXnje5i8ujam61rWzYVy+i/r4XllVAPak9nb6dlFTWLUgDm1x5qcoH1Zx/8FFQovzEnd
nrDC5Pjxj/uXzZxLYxTLYwNs8Cw1s4I7NM6zJY8xkQTGLpsTLDU+QPKYItmady31RrKlxjHMm4F+
MpvSUBfpEZ+Uyi8clf927fh7+Dz+1jv9Rmj88XDrkFAIixjao4jjcS/Mpbm1csNa8HPWD0TnIgr+
+Op/T7fff8pWpx81JG8xcK1TKAcTKxuSQY8YM7VJyIwT3XmjQTYFV0vj0UvP2r71CWYQLK0TJoTa
ED/pgw4psAqpd0cVmZn0QWXrlWaBdTc8jOlAK0NA4DlHbGnZpOuKSq8ivV+QR/R8RhIcX731ag11
PuySVsdXOPpgp1Fh1p3zGEzepbzzv7zDq3KCgTsyYl6ntaT9484GdqZZk6uKo2z74kVPCneHmxlX
QGaN102z5Af2vcPHN/cvB0PGIavFhFLRxex2smmWeKurNl68ow3Z88jPiZrBnKz/5Niae1frsi9M
lNUuCXrutBBucy0NQzOjGCVTSXihMf/zu8WUyCShhz1rxWeud+mPuzAHKvU6KJBHkRo5Ccwz4cQl
6VsTElPfvG1yWHYXKofzR3ptJ2O1YYCBtPrUaAPIYcyzIfeOBe4VDcY6CFduwvwpzeB2YO5spwul
1fnphBUt4hHXht+KyH1/kSOpKQjfWDGPl+U1SZUdFcuSumErq2H78U+Mr4L/2rsXCHYzCKN1/+Oz
xXW+Xy12ckmRlwR8pb2l/5bYCtYHXny0xW+0Ybqp2wncrQPUSpWaBPaNOVhqkfTC/sSbXQRfIcpp
nR7yRsn5BvKoRpBC3GXFlVO7hf6T961zwd5kg7+pc8R035QZE/3pxAvKtIxY3/YKt7u4nnSSCBGM
KuotiOrTQZ+gL7wIZQn7fiUx52HjYGHjRhhZb32jQYUl4noym5k6f6B9V2wQWGnzNQEd5p0pys7p
I6BNOgB+2+lNTpRzYH7SOKOxETTJ9MIZd1jIQbSJ4HRKK94RjEMcNPbOPg+1LPa+eIM13K8FfX7V
ok3ZOeOUqI3M6PxuRt7HAvgPyshQaPqUzNFIbKH+CfOn0sOckjOOmrFdnnxNBt62cILhLbHJt9z4
Tq0/lGrUn43JMWY3dCp7iA9ZVjfxrZsIH81sajhPpR93FUDAwvjiVHk3owg34sesnjAzlvjl201t
KfMn9ahjfa54DeubWjjEtWKpk28LoSHf2p722b7Xje6G91kDKANDYgnzvJ7Tl7Zm4GoRrf6VYEj5
lNpCzhFzpPhY5jSk4KvmeVQOtOk2tSy6G6iqdRalcvKOLgz/z7EYh5fcy+PvQx4YRUj3vSoPgynE
1wZ13k9ak0a8BWMtxTO++sWKypxzQFgAc7AiQntUcV9ZQzzeZ/pYv4HA4RQ1GxntX2kFCQEABfEj
gD1Mgrhm+oXNJg06XcGar7q3BcOIf5MYSSaJrPPJISJCLEh2HBKFfecvsQqe0CGQCaDppXvjm/P4
iXZnne3wZVc3lGl+ELUumR3sCglYljmd5ZO7VEptsSkJFWaZ25BrT23uHT1Sx7xQh3Lzn+N59be+
Mcf8notKNss8+P12QUV/jci5NEN71PvxefaxzG2WhdT6bRvn8mcTg8Sk3NPHJapjry8+9UwPTRIT
aij49tAZ3gtR3fHbaHO8fcacOw03vp5rMvKaPk72SUlwLQ2ZeWg3saznJWqwfNoKd4GjeMyZtn1r
FeMQtOSGXm4zciLX10uQCJymypg2PeN20vWmxOAsFjSAsNNVoBhlugQ47pqD8XWoiD14NRppmw8C
cHX/bHH7v9LBqYc3O/EI1AwJIjDrQyKK8VYfjLb+T4zIdJ8YxS6wqsaW5ESCxjvve9+JbPzVJant
3ndgMJddCepgDhvXV9e1ngZTuLo3LH4igKVO3gUPjR23zk0uWn3CwDLguJtbsrejcR45NW1iYkPu
IR465TX/YrFVJG1MbgRgkfZkQa20cp+pFa78mBPn59LJE5ID9UYdikWO1JpKzUtYoH7UQ0eUi7eZ
F1t6R1B6oub3zTt/o5V6N0SqleNDuyyLceD4o+3dIXOCPRZUNGlKuIS4pP2cDrsqUEQkmrKYYRAD
txAHd0GF9jLYTdDec71x/SnLsonTZNGCxzOk6T5ijxDG1i5V+VNppMhc2CrPCgZ2bWQcq6iBsTtD
8PffdYt2SUMc9YywxnSeYvijOVaRGCDcgLPh2l7waO3jIs4vCRrOti8GVeh9wYZRbiP4Xf/5H3s0
IjThDxzwjm5RaT/yWrwoWhbpxiQJrLtQ/p1tzg6Mc46JTP/W89tpbKJuE8OET8WHVTHUu7pZyreE
o40M49lxjqZq5wsF7nm1zUDCYeTOleGeR0Tx/uoWOkvww0xSZQA9b+GD6vfpVFc/sIgY90bbTde6
21l7Y3GGOQJHFctwGuyvH+/apycrhtxIVuhd8lWnNX4mp2bKWWIdKp/N2arN0GqYghl9nb5pdZHt
Wj3jKLUQXzeRlzICcWzL/p9HUpgZiBSid43JLDiz1ZU14k/CxIpnjLky3umZOf3Uip4pRd6y8V4T
RWpeOE+eN1Id8IIUpFwxB1rOO+/vPVF0gLb4Shw7K63DwiHxJfOkuJOdpDYgRLC5H4kW9zdzV3Rv
TY0xmHb3jKrMptn7r3Uh79dKXOesQzGK2+79HwM3jY6hWU1Hf4SYOWeGigAcKEgOjvKeAqVdspv/
5b1iBsj5Dq0QqoJTnS+KaW8pems+Ok2BFVomzlVp5ePnWdXxJY/+6cdjfcAY8NMOWWGSmPTfX5yb
+VosfFE/905rik1gqQCEpCSTM/AydZv0bfvIALL8+fFz7fOf/bMWZVnbwCfAUJ8qH8vm+2WTsQEO
15rNs49fLH6Iq4rniRex+7JYidg3YqjFpqw4b91ZZAl9+Xj10xu8rr7mUfBiI39j5vt+daq7eGgg
MD7TBAIUX1a19wSFbDi43UBSzceLnX65iO2jxYV0lIocSrx1UuR7S55ZLv6nZ3NU+kSWU5CE6BYJ
GmWOZr7ZokmSC0uejdMY5XMsJzMQJyys/NMeKCrLsUYCLV9KzYL7HK58LosYpMrLKMtkKa5QR47G
51qfqNWp55dgg2DGequFyeiz9YUxR2CzPAA6CX6zUEyZn+3Q2pq3jhW7bLCW0LooKaHFccIegh0Y
LGj8oLsK8cyGpM/hEEOEDgtQdO7zx7f0/KHl8uDecHRalcenjoY+i9OR04x6UWIqj6ta8bblhPCS
q2mOtKlzb6Y0T359vOiZrJMFmSGttnX6PdAp1mf6j+2u7IXfLH5VvxA/DiepbAFdRb2Xihvh9J5z
SAjz3pBRWeLRnlvHu/aNhuynTmutPdjtocEH3M/NngPtdBXM1DlX5qyp6fjx37lu9+9frRWQyqeK
+hZK4mm7PnWQxOSyM5/ntmrAJdMtUXsLm9iFz+L5S8Q6AbeVUzjNxlMerqFqQcfZMp8H2WXzrlq8
Hw6aszQyBp0xx79fFJ9DrodDLK/v6Rtb5o3dAVl71iqN6KpcVMnBIzRrvrDz/O2i/lzn5IyMiD0r
Rp2EDU4D0sesghIhBJQyxxvmPkjJPr6svy0H4Fq3EBXizTkdz5Hd5DWTv1jPKfNvirYmvXGctPiu
J3l1qTt6/lzQ+kZbvn55WfJUgJBmlfKS1OSsEefj66g1sRsO9DU//esl0ddfbTjr+4kb4WRDkVKH
9MoU+UVM0iAUtlcLGyfTtijNWvPt48XOtpGVyLJifxjt6hQpJ99WF0Kp4RPD+GLVed9ukrIK3jj6
gSX3e3u+RSeWvjhp1vxasGONF16As6/QujgSROzEzH3Zsd9/D5ALWEtOR+KFcxPBgQGWaguHnx+E
WSyKeK+avDoYsbsc/v2iYQxQAyOHWz2v79fFEYMnEZvpS6LamGEOwT/byuvFy0KO8ksNzpfuRK+7
aWg70v3n7QwJA40UNGNQ71DdnqzuEXWnWY3ET5XRLrXGHPfaVGnf7E42hz7pLnXlzl6RdT2Kax5a
5L0Aj95fLerOOCkRFr7AV/a162Q0ymY39XGBfgYyRrD5+OaevSWwxVbx1YqwIl7jlPdluhA5Kb4I
Am2FKumdlPaPYGkuJXGdIaYZx696u7W0xCVpnRaVtp0U7LTl/OKnNEj+IxncArsrfUHYXTv0d25B
L+3K7N0g3lqMruiyjq6Ucl85wXxdeKlThIU7dstVnDoKKqvTQEIheLcbE869c7tcS1cW7YvvJ81V
reutQcaY1pdRPixErQK54Vwfqoozvdpj0QcmQEadS+59m31L0g5Mw8d39uyHBKrKjuFR068yidNp
SUst5yngAy+Lq3noMSbvq0H85F66/SUax/lSOPtpqJJdhMcflvf7Z2ZcTIEVL2lfwGurlyTJAzMa
0+5IwJ/T7z6+rPNa6zelHlsS8Secjn4DJf4oC1DcphwezfalX81o+3jqiitvtAMrAnWi2l+BrrJu
Vbgszj6x+uYZzf9C53yZaHcYcVcCe6iWJak2eudpT7NeSjPyZDchGxiETfagLZbvmfCZRZAmaf5y
qNeumB7MzU5T8IHgRiedfJA4bMoLipaz7+uaeQENZ7VMUCifIlV4xds8dcv+xfC6AbQfiSlA7Zv+
cTLb+stses3WJhp7n9F3vvC4nJXN66+Hj5g3kR75WY1uBKUUMZmML01CNw+qYMPonLxZu4/aVJfd
vkzEcimF4eyTvr6NjA+xDvGCIpV6/+D00meTxLP8Ykijn/YaM01UKU1G5ALl2nhfkTCzK7r8n7cS
1mWACFmBagA7zskD27aOSFOrHV5Mi2DxkF9Vv06s5eDj0HkdOCGTjeyal3oqZ6/JWh3i/2Jgq3tU
cCfFzpBMbaagG71UPV1Ncr0QcoTBoBXlLh69otl+/KacneqZWnrIRyDlsXnwWT+5StRG6NqqOfk0
o1a/SSXDaCMZs1t6fXdpW+9dOzUeVtzpPa0656rnku9lO3b/9mSxdUG6Yvdi0oXgmZ7Z+x8ZVkri
OA1DcK+krNh5M8fUXWDCQSg6cmYjF+Jt/W915e81beZKBDVRpiAGeL8mZMIS8HGsEYTlZwozDNpW
lFltcj+X/X8f3+eTn5W1EAAQWeIiJf999ny/licdWRB1G0Bh1rvv41TG2x4iOhk53qw//utahFly
I1czAiueHm5LUWi+8Mbk2o8d2L/D5AAVB7TcblTjo+j6eLWTbwJXhg2U0gevNe8JUsX3V7aSFF1Q
6fGhKQL7qgjm7lHPZrkhcsjfmGbZXUid+Mt6bFrIkuk8/D77vV+v0vgYZ3biHuDQDaGPf/1q0Gug
NUq2wT4j+/tSXfD3FZnuc65CrOKcXKFhYu1e+sU5VNL5nPrSeGTj7q5xno5R64zD/uMbuj7qf5wV
1xtKbxNFMoCB1dtxslyuRA/cjCSPHFXIBm6RHWqOXm+tPjfCWNfmq7RUCxqqoNjHgVXuPl7+9Ivw
e30+7txefDN02E6KydIF3Kapwj8Qx5u8Jr4sbkQ16a+0FMpXf9AUk8XAzCPLqfzb0tbnfYzA9Lpc
bP3Cn3Ky0/3/L2EKSz/KXYGaJwdMx2K4PNHLPlTgmjdOv8zfoWp4uxY24gMtvxyVFoThqxzM68+P
78L5+4oRF3I6G0+AFOoUrLYwnugo59yDhjH8Gu0fQeNJmT57tbzkL15/z9Pfm12VX11ff3b/5DNU
4ubheMRSTWU3u7FP6w1bHum3BHrs3Rm9/8eXdrKf/r6r+OS4r2gHOSysl/5HbQSDrXXy2eBxNmbb
opWZdTc+yaWR0entpp2ZDkfc1fbCsueXyfSXcD76D6u+7NS3gyQH8Ek82QcvTZKvDK3K0F36aTdZ
nR7BzjQuHBrOLxMsA5UtRgpqWzrN7y8zWBh5aWK0DkNhE3E9puYmsBN1jOMqdkLJafBR603GTB/f
3fMHh2U50jMb4ErRzr9fVlSxvn51bT6HQ7o3hHQOfkc9SPih+/TxUn+7QtQ+Po0ldi/39PXggBt3
gyrtwyxb/VfH5PJLnNEYIu/eXaaQFt1yRwhpPf3rnaUpwjEbMiXF2Jp59P4SAS7KmECA4OCip7qT
JuygqNIC51aVs3GrIYWNWt9NL+zWZ8/PuipHs1XShunt9Go91ENd2Q8+dijbexSegpRkYpP6ZtuQ
pMIyt/0LK579lLAgdB5W1uX7w4f//XVOpBPH/mQ6h8ybTaJTqjK5Smc9DpOi0S8VI9Q7/OfefwdA
Jf7xc55Ufsx0TGJgOiiarjUeSwdjyKFpXWAwGJDGIJzaIA9CJOGtc4+8t9HfgFd1OK8sTx30aphi
4O+pA5xgMEdAH6gt3DYyF3qnMPQ5QIddlZXztnZBUGwt9EyPIls1zZY+6y9s3lMXmbCINRzQYmTm
Kpy6f9StMi63yxCX8ovZueN8O5Za6z8ONYTbrZcEjXNlz7JqN7Mdx+ZXhP3pENk+z+X1YtZesbOG
Xq83Q9ssw2fkf6b1zOZmkL5SEgoR6qiIyrDKi/hTjSiMhNCK+J9tbRjic1UbmtiYZdrfN1ZVcTLj
Yu/JOCiTGzmO8qhl08QUOHULb5sOtnwuKL6+eWbpPSs7XsjHswLtamyF9cskEeVNd4ZOi3DzVTWi
dS3NwqYAQhkq8twP/Jk2aqqmz+UWomzaX4u+Sx7HpTTde98tITO02OAfvFQXR2ws+WtFsQguhdsX
egQGXGexo5LIIuexjiAV+uUnw6gQYI/5aH+FHNrStjSMRW7FHCtr7/cVE/Zy0r630i7M7ahJx9gs
FpiBkP9ffwMX3IfdWbZBiNataG5Sbw7iIkxya7jzhgDhRAYy0L3zY2biEY1SjWQoNzHduyQbua0L
0P/nXrYi3pdDnty1BDK3oe434/dcOMTPInvpoaQI7XvmGUS4oP8qXkWRQV5CRdBK/UkrGhjLTlEW
xSPHQlt7yy25XHel8IO3McjLbDclpiw3w6AhMB1lMwXXWtPpt3QHUSp08ywRo6lpAozjYPV4qDwy
ZsLSbAp7Z7g1u2urG/XeSRCePWDDRw04yAElOronke9H8MVTlPoi1b83xpA1d7oH2X8rmey4v7og
FUnkEI3VP9SlspatsErnFxRUYHd8M9pbrwNKy5xFdYbzEDsTWjnfXep854EG20BoifvPetFOsxHZ
yrJvlccIuQ/prcuRvJZ50n6WMliebDKXlm/MFOq52pZxX75BisjUqznH2rdmVLw9Eh8N0uUmnuuC
BB61wLEhdZcusqjbvlZkMyW6eJaJ5VWbXJuH4sabq5pI+dzV55wvdprrkUKx0oV0m3PtmbcROWdh
1sP1iLkFcnvStd73XJmaR3d/8NodYVFqDkI27+RLnmm0xnOEeus4SznfdUK+5VWhRmBjBH+h2cPA
9qzcYbGuJiiojwg0De/a7bRGRnU6Fz9bmUqbiUkjtS2JrHLgb+sK9QXO4aiuyU8ur7xcJRDCZqf2
b0Rdj/KqWgwc8GyGYxM2UK/nm6KXdveDjlja/Rg0u2kek7xhGBMRgTA0V75yaieyy749VEQ70EGb
h3EO4TgDxNeCUYeWpjSnuaUzYBcP+TgVeKota/4ByDaYNkXKJxsy5ZxqyPghRm+5s2b3yFjY9jeg
84wvbTtWj6mjuf5OtP5Uh7NZOymRcXnGi9Et/XPlEsgKFbMO2jBpul7cdWsuE0AgBU/RQP5uMlSn
1YEYRvfuGMgiWXaHOg0OGaiBTxUcamiPnuBfCKyxC3vPFWjRah6VHSjv4rq1CeDD4OCaN6W2piGU
lSoQBzF+yrdF3E/ZZlZS/xyUi9ZuRpKWYI+lU08b0UvLg2+1pEgqYtTosiwLTGYCI017L0kMsG+l
FO5/VTn5DyBimJB2dt+jvSnsIdt6A/fhrR2zSTDB6MUQTUM9gYCFVwnL3Z1iK2zpZ4ld47S9IHKy
TaEhImwiF4/j/0+NMfivsRDB24Q88cVtLelE6/m2RuUUTD+GPuPrYwG/vMmUSI6LW8OSH4KRD0eR
JMFnTRus4mAmeib3cJ2WQ8ZjyrQtruMvkygkOmi/T/+bck+/8yQmlI22NP1dYua+iJJl7oet32vT
IQi6+muhIUAOx9lsPLTVmsIfF1i/Ws3svKh2Oym3cdnQhOonL/1B6EhFL7X26mCN2iz4CEGn1xJw
BPayWxBpBXtikeGbqHbQjAg7CT/S0qn8IUmI0gRKY85PJiErCVoxpy8egiSfPqODLJ6yNE6XnRa4
sn6wM6nZT5atMTYMKZjj7jBBWP+l5jUGq7VymT8V0+LczGokgVbT5uq/JlbTq55IJ99hrw7MHZza
9jZZx3kk8yr7vptz1wjH3sUNN6wtqL00FvfWqxD2hh5Sl5eCLvBP6HyGPEyLNwLSkh2/ig0Ln4O3
4RdRD/OhjCwCp4qdrAWn5Fg1FQKuGJj3lTVwc8McQvQdYC3bZsOxy7vBGd1PY9zoWEylE1wzHBfO
xu3srDy0sRy7g8XJT22JWez1bVsHGklNWY88scg6eWulQ4Hx302TbpPWxChGTsecMnRT5Yx3Dokr
DyOnXrnJ9KrTaaqWq2jOctPbIhDBtPPryrVubfyIP7I2RsmYAPYmW2AsVRaCq+iOfml7qGD9tMi2
HPz7n71fNq/Kgv+1pXerrjjR6gx8QPO7YZw4+VOZxk2PyFwvhtDQ8h5/Q8CPtcfy0B9RwpE1Rfln
PMx141FjkVP8GuSmtzxUhe2jQs0I4gsNzixVOHWUMOw4VQ0ClhQfLbRzQ3l8hgLju2en1QiEf1R3
SvPbb5rQx/zW0sfup1HSTwqXmmSAZ70s8CoNbeV/sZxOdpExlsPPTDOm/NCTjFhdmUYTixv+DSuI
Gq1LvLAzk/7BZ26e3fhJN/7wBoFXMnGloz4btcqbrehaneZrUVrGFf7VNbxpmeFeprahzH26+Oro
JH2WcoGcCTedFfs+uYdxG9M/MZv7uW/QjSdtbmShoga2fkKUUOneX8w438jGHbZB3SH1oWocfg7s
J2pX+xOo8VFMqDydfHQBbgpPfA3sDgUgAw4z2/A8D0HkCNf2QxMLYHKY6nLO9pruz17Y9rpMb3pj
rmxaqFZcXRX5mGyRrTvxvvA663OayKXeKkKESFrrZ+qyIFjmZxDQk9ynE2XklpBVl6YTdRpIOW1y
vKsyCPKjlmqjtROoIf2oWTz/MRMGuokKafxdE1i1uO4MiYTamg07v+pz4f9MggqvHHD9wd2VU5XV
UZkksWR/9c12kzc9v3pQJ5W6xjuFe83B3ZF8kciEWvySPa6hCoHjxp0p8FDoo+24KkBGULE3rlHe
xbCh471sYnID0zpOs0MOGoMXccQDEtJ1BONczSmiMZOwtvro2o4xXic89IiYKxm/eEuitaGpCaMH
Rh3UP4hAyjGQOJSCjsducz2aYKH7seAFyPMYVl6B44N4TZqt2Gv1vth2gcBf0aEcXhA7L5R0hYS4
HtoERhMq6vU89Bs3nQZ9faizkt6+ENvK9hMdL3rtGY94mPIOT1qJPVUPFGis2Unym3xaJn8zLV3+
4NZm3d6Upak2HUitkmibWvH+ds0yqRdH9UG3YfDFX+AtTvmpKonhfNEbIx4jTGeKF8DEnrgb2/9R
dmbNcSJZFP5FRLAvr1B7SZZsWZLtF8J22+xrApnw6+dD82KVHKpwzzhiYrqjKSDJ5d5zvqM1hCpb
IjWOnOxHowhV0w7qzsTZUxxNZ66CUDTQD5jA03aXDFMvkxCdPQKQFfzILtszAcqDmInFc+P3qqfK
4U/JxpjKvNkR2eEFW9GN2seC8rr1zU/5N4ctRqU4wrzpapsWfJ52P7S2wdaAmavd+H3LZbvRrJpb
YLiCbUpVap+6ZpGf/T4oEQl041CAkQXKqPUD87fP5hTAkzbUzQ3dJbM42vaEGt4IGt5cY8h5/ADj
0QsiZACtvLVFxXaGImOu3bOzZuvlJF3tPRA5o33FTm3F3xbZ9R8GCPLDXhOg065YE/9WUaC7RA2K
AjKn34vihVNQhxmHxD6iHT4tE2IsE7FsFI+avdOr+fdqlt2/X8R4KYhcHnth9AcUyMGh4r14fcqW
oFA6kvesIz0KL7+x8GNam4oNPHDqXMlsTd4lbddI+848xSnTUNjKyTwUjtabO8Kt4PK67EkeUYUk
6TZhCvdCarnZf/QZeAuukaQ3eo9obgO6w/1sB6Nd34DGN35SXKt35pzO6a3nFLy8gd6nthmnEUiV
0Dhsfmq9PDPPppKVArIAJX072+XEwxBFHpV6U9/5cmJSDDUC49S3osXqEDaLb/+m3RLbR6NK/Ufw
4PF803TKeXYHcB1hzRLyGzcah8DAjbVsN9iLVnL68hGb8I12ZKtnvQ8/uJADMStNiYtqgJ3k7wlr
bIdT5hF+dwTppA87SkPLeXalWe8MogGNbTq7xeMc+GP62GoxrGuOhEAS7RFPNavDEF/pN7wpXADH
wReE7oHmBmWSi1FDPU1IsHnpSQtq+5MU1nJTVJlJc3wpFSXqxPuJSrLfp2r8/P7geVuhwTWDAolq
FEodRCevx07CyZ6gsyY/BYN78r0q/gXMf5W9yeyahflN+QmMLb6nVWWGGMG+VFYRZ6R0PCDuUWU0
/uaBbw+o7By1fYVpIC6vPNO/VOG5HpVL2mKofNGDvr41mvUtfYDYObptkB3MbMnvtUUSsV327vxk
9kQyeQyUs5mNBI1OsccecJxa+6Tj4//1/mN+84JR1JBpwUuGk4/a66IjwLbQDIYaNR3xkNOhb0cT
BwOpaahIESZWzPrfxGj+yNM49q7UGv92aZgYvF+oEA5689ePwWiThoah7h6tZN3XcXzZsVXodwE9
EraqcT1+8XhMZ6/Qpt37d/23V0ALAFoySTyIRV8Cc/4olFs2yo/Km90j7RCIeXVneSFTQ7xSCLQx
oi5CuLGkvGKExgBkO4TTCBJ3YNX8APO4VFdm578MQYCQ/GflNdJOvBjtluW1UwI/5jgvk9i3sg66
jaY0/TSqss2opOXqmkHtL49/ZVACwEJrTVH7oi0rAqD9RSOdI0xwcwOMIdlLB1AwfpL0ZBqz2oue
NClrsatP7z/9vyxFKOMQdPJtWzbz9esXLwxFPoGiSxEMg78r4yT/TtV1Im890I4jMaVrXsZS/ftw
o/dO83399Pjo1ufx5ys3qzhZ62dkmkBT+F6WgZXuJhPDmjQ92WwopySRjaULEvG8BNc0Mn973GvX
ib8M4L2Xl581tQwe8NFjUGD8q+GvnX01y/tODl4dibSPfyZZIw41u/jqykL8tu0IKgppB7IYVHuo
gV7feo3lr6TAQV91pNIQ5h2TUsRBnajVQMg6D3M035EyOTG52eTewpQu/7l3wpeMwYCWNYbx4HLO
a8bJCgTRG0cwhSZ63S45Ihi6Kbx6uaKhefttr8An8g6gtwKiNS+picKT0CIX5pWRmu60s2oYxqyQ
PoWzKrXL7maqSiw7Pdls3i7oirz7GFBnT3cox/0bORnTtbbcm/xAciEDMi1x167KGib91y/ABX9r
EEPpH9O2c/ZmzyY+tNn1790yWM4KTVNO4LJa7r2yG8rzqJNUcLZrLBbnCrTFBpY1FYvCyPqtVgkk
9P/4QdLgZ1Ay/TMfopm/aFMGvmAJ9sf8VLYT9Vg3x3rNWWBjJJ75a7Gb7QSqrL9y0TcfBBelZYjf
B4UG6tWL6X8RtqD/UBQnpzK0NOzdxPzQe0V3TpOkXI6izIyRGsqcp4dExy34r9MBl6f1A3PMINWU
cIzXr8TRO5M11ya4SuJ7HWrE46Gg6UZ5qTS6Q46vEskIxgXcdu708P4Df3vveL9fNuOQQlDvXmyM
efPSXOhCH+OkJ4XGbGElmbDQokQk8oQRsjn27iC7qNNH/ff7134bGeHRHWY6WPFxSJ8uZwOLY9Hc
VnN21AkpfCTeu6/3ujEoTl45rWoEjUF7o+oOfYlIqyF+kiYJJ5t2nCqLQgJRzht7aKY6iRaSGsvv
hq9a80yMVKLvi6q3Du5YqC/v/+g36+O6Wqy6KXp2qy3o4gNqa6lR+7Nbtky4eClSfJnJXtmZTv/f
pAL7Wgjk280nl3N4Ppxe+HOpnDImRWu2c9tjmQC6tyms/ib+p9gNtSHyK83zN6vhemt0klbSxMr9
vLg1vSF8TjWIeRMbyWQxotrCKmm5BEEaKsu20p/0z1k2T1e2HG/nSZ4oSiKarghFmfEvVoWVtsDM
OBnHPqgmdaKqam4Hq55uM7ZeX7uUY2sPdB+TdFBWcZg3mvjVNxMFZ3QNyRXpz5snjuMPhRg8E6r+
QBIvnkI7axRahs46GmBqnnHAyjvbSqzgWAX2VP+bg1MHQ4e0mcGEvRG16uWdE84hnbpBhkNxC60j
udy9ccgYeP5RM5ErENfRYzCfsZ2WV9DCbwayzywLshkLJ/4kfsHraWdF6WY1h9zj4qrSDE2+nVur
pjfVmNOd23q37383bx8rl0OuYJBNzBHucp+bEAysqKlNxx7j96Yd5vweE2O+V7K8tr96M465M1rp
yFZRSSDiuthPOjY+92ypp6OZ6fm+ss14mwMci6qEUifRPOaHykiGf36Tq8aRXv76PDGqrj/qj00d
MhBvQJI8HYOxlv4mrd1yiqZSp9ND49IuD8nSdb/yrlLl8f0n+2YKR6/O7AnecNWQsrd5feWWao0H
QHE5Ih+Ln+0lMT9SrjWdrRVPujjNmUdUG9lcQDvgQcF3eP/yb5/2i4aL4zGoXBCDF8vXWFW9xunE
PhKCGGCy1700LO2yOQ2yMLeFqH51BoS59y/6djShc1ypMOyeHbZxFzNGpgotn1lLj03WFqfScCYr
IvfO6yON+lJ8eP9qbz4V0s6x6MDfXi1nb2yZMkhpCBhef267VlZQG1o6WEmS0j90a/mLyi5P+J8v
ifl3VeehnUU3ezGcspqcJ7+Uwxl5nkGnU5b03sqcDQLKdpWc2qQbrtzl+sxe1cgCqkVQdnAnrLby
y60h0SR1zEAazzpR58Y+HUDhHtuBhuGv9+/tTaAoxSLEUkx4+Em44OUur6f17+Y5zn+oPE17zDTh
1lFG6Tb7LxHKffAdoeYgWijMAfHAWPNVZ/xWt/RT8nu6tDL72dSedEMSx71riuy3L9tb535OZ5xJ
ybm3Xn9O8B9gtSWjfm4ripOhiQk6NNERfPSJRTtUYr5ShHnz+aKyR+G0cvMNhDmX7CoiEoHkqoDm
bamUdxLeYn8gye23Mox0n8SuMX7MO0s/5JPM9++/iDdfUeCtZY9VAfoi9F///h9zFhJsZ6gIPTsT
bzm5Y1hZFhJlR8VudUOmWXpln/12gK23iqCWAheirsvT9jJY5NTFdXO2/Ka3nzSv0ctdVWJguTKS
3z5STtYWWUn02jCvXyIDsEnRl3W19lyyo8nmLfi3aWVNj8Vz5cy+OmqIrnpYz1o1/XRju/n6/nO9
vD5REiu0ABscYjKUy+sQ++O5Tlmi9yyF6Rm+bvXVKkybTEcHLLy5Ujvivsm/431e9rY2lcnm/Wtf
Tscv116rC6x/q73w4gRVqE4jgIRrN6yuYdYDkqQFQkfRa5cvg6zqJ5X26vn9i15+M+tFGcEcKpES
c4y4WHH52HN/LvvsnMV89mGGpumTLTuSoAZFuGdOfz25MkFeUhpYZ1dQAGGt2BhYeC+Rq8gdTVJW
lvxMjGq6BfUTHwE8D/eWlw0bV7nlASZ+G42ENhtRPyBW8/BUXXnaf3nTay0BITyhmIzsi8kiR9fS
CbpVZ7zr1nNAn+5OA0B89icbgZoT5+oUeJrcOFBYrnxNLwvrn/P1+gA4iCAEZbODbeVi3RcoeAxg
Zfk5pZtIvgEdYEzmCc2ssCbd57Ev0XPRe+sJ4l3aZTniWNTiqEg0GueDnAjM6s15R05lvkOxb21A
MbmHFrH2mVZC/n0S6VUM90sp9eJH4/zno2Boslu5PGuPNQdOt6+XUy+D/IOrwONuNIlsNYSkBxEp
G2rAzQQe5hGyllLd53mS/BajtYYc5AUo254F5XNtduIXsi75aKksKQ9abrpaaLosFjcBisXsK46W
Uu3ioMnim8pKSLmfaDbfoLepkqe0s9NfKtOLYOvVrnwChj1Nu3g2+8NMOxfFd5tov9M2VgbkCStO
Zzo1edvd0aAYb3Aj9ksdUr2r840Q4yg+z/Toi53quhbkJ+wG3dxjLrAN3oTuVN+rpjO2zKpa+q1b
ull8aMxg7BiVSGEigmmt+1FBN3lsBicRoTYbYzJsK0s4+sG26uZXCuj4zkiX8VutDLcmycycHhPa
T1CPlkz9HqTRaqg5+6I7Fq7FSTFgyptC2x6ys9bFjr0dS0/umtih0rSQwrQzrdSPT0HQk5eqSoOw
B4Q1U/m5QfSS3/XGoMuDBRriAx6dVZbgjcAopLMM4HcbOj0ReCxP22Z9V1S3fVnERxvmoAqD3O3G
j7PbKSMyGjra7AaRwwEYEyLZdB7x7oCwqQdsMr2Sj3KIq/oO+0/SRE29EPio+5N7njGwxpEzjhSF
g2wZjkUrmiGcG1hJA+muUwgXyf+G+ZV4WdPsVLHJ6XiOm4SY2q8AOG09zOUATMvxUvVjBH4+hhnS
sV++hE7xYSosUu6H0jQ/BePcJx9qYjvn25Z5Ajf21FVeVCwKnUo1D9bZzWGihsDzerHN6BF8w5sp
Psp0KdYwY28W+yXJvDSih58CORqtYOdJoHt7I7YZIsjuZwBNvih2tP8hn4GkNc2IZGZf33XW0lcH
WXV6smVnQ1KcUXfDf9OcdD91vXXy7URPvry3vbgtbhY/to29NjmdcRvEnUVdZnT9p2V0lvYYTEhd
HM+R48dsKS3jhipi+dNT6aiHACfonOzzqRWMNQ6ED35CCOWvsVNJe26HYEATOFrVN+QdfvIb1UNa
fHRk5anfDp2+YlvjFozhkbVufLCSriVDeixqBApUp/aSkwenVGXN96OVV9nWtrpkOM6BSuBTJQsq
0YpvoN2AvxViE8eKKDfRMEselT1RZkd1oBuf+HA16yFWJfINb0qB4peWtH/SjpXlJplWxVOR1bYZ
LmM5DI8IocxnP2XauxcyH7aiKXXjc5aOaM1iA07xZvaYWb7kcyw5ShPC5AYkKyz2f4bLQyKx2Nb7
yCuW6uPK3nusyiQtNmOqO4+U4lTxCC5YLx9r21MiLKl8imOTZOA2p0Qrew3KdCMN3DJo4aZNIZeg
/s50Lb7TJ1y+1Uau/6cTKJARAY705tsgCnC7ei/8PRzgwNgUVtxN+9iQ8Yg0gVjYjXJQX2NYmPgH
7WBI+pMhqMWEQJX0T8C61/KgGpwbqVcY18jrApVPBkxcn7ue0OHInhLyfRdhGVHu6fh68XeOd0p0
lLY7vV+qrxqdFISgpBnyfThTN0R8D317Qw81Hrd6RypWpCuX2ps5pOmJTD1WE4uF4TsO3zYJUeC7
QwhdLDgbo6367dJIz9nFdes0yI5lobZNvsRfRDbLPqKwKRraVkHzZcK02kXAafsvc9Dy0cacZ5+t
LAm+5iMoqVvPTIKNnsLwO2l9HO+Dxtb0aErEWB2oGAE9CkuKuKd2MbNij8KU3U3VEgijopx0ASSf
ENU/GWk926eG5NP0aALePXbOMjYfW1rYrRnCrUuNDVLK7Dawi3E+jSzsJ41qu7EBglm721UP/xSU
6DE3bNUAicXCkBozcmN9TSvoOPs2QA2958SWexsfcYoepWqNCHENAU8nnNF0AJEOprp5CCqWt2c7
K836vh2FJ04EqyETyluzrXDtzr12aNI2+RULx8AYzLw92duhMmy1AVqK/HhGCklgJn14/0uQmMEz
CbXZEulzVXnkp4PL2CDDdcmTTxDQH5Gz+/KQpTbJUMi0B/RT+Ujt524ehrj5IHJ3kmdKXwsa6gpl
BnKsJqvF8FXqaZsdJSCDm9IPiuKmmnp1qkCQ6p+mQNknzksQ/YgO08bN7A6twW566o6WAeB9w/ne
rI7tNA15JIkpDTYO55YHRebZow3e0T70zeylzzFbUnm/ism+MoE0PwYr1W4X7K/lKZ3xUX9xqHLI
bQoxUIfVr1XGxgdQV3xGvWV0p9EHjteRHpdt9dxJjO8cHTSgoGbX3KyOmCMed1I3q9JtIOe5ojUd
NEA4TwX+x2xp92psl5YvWdnFcLOAu/M+LEMt+1+jm3q/0rJpmh1VMHs46PDj/gMoix4YNIeLyiC2
c1rBBg3gZrPqKBA1cbLYL07V9z+olMp24/ql/Sto+ClRMMPe26ERN+yNchPH+NmmrlHfBAuYZHT3
iLLLZ9h+bX4kS9JIf8djbNrQJOP6WZVY3g5JBoYg8stqOgDCtP2jpWXOU2lQmxy31axTE6ACnJ49
Z1bOtq97zTrMmtfZ2N1tszyTdS+/Z15GYHzuaLp2TjvAAmd79MokIizL9m7iydf3QCs4hDU14N5H
XenBfqatA3hLJ5JoB+ujqX8kzBNJVDcdcV+eB5UhUmhK3H3Jemrs1tfpQgyKgywUA1D8xkYmh9eC
qtcHZqgk2+hJ0mzTiYSE4xpzVIBkTgXkgtbQ9BZXuV89aVaOKrPVRjveVbXFgt91YM5Q1ZhyY2a1
me69BUzhjj3ihCARzGEeTgbIw9t6RisdaTLpx62RlMm4cYfBeVaBnJOo5Uc2sEQ7L9/KJih/dHO3
GrmDCeHikJXezrfTiW2M38Ts0IIO1a6lBY9mMnvih5c3mVawp9bH317jIRVrhhxr4qRn1A+n1PTz
295eDHMI3WrJb4u6LZ3j7PnZpoyrzNlqi7LgW1q1O4eG9IQT1W1rxVu2wDPqN69wbZSnmpd9I527
ZK+bSnVXUEIlCwFZ5LjJan/yP1CPEeld5dVgGmdYifuKxHa2dHS0gr02CK9GOtkkM9K5jrBJ3Dlt
UAAYClFyevd4eYr2ts+omHyigpQ/gU9b6oMKegCm7DDMbiPBy33RmgmNO9DGsjKjiZZ5e4D5SsRX
n5WOtsWLhnq/c5CpTbWjpkgCPVB4Y5GV1WHZpZr8aWZNIkOvbSx7y+BGpOab1Uxhklp2xIRTud+K
wi76LSEKsmCmorS3UaYH8KLLCKJPBk0kUSctcZtZrnA/eC3+syDUkQu354bYbJj8GrrgKGVfRpq5
lhuorUsb/LQu/aC+RWne9hReY63Lo4bNcXUjAc7njNlSQ2SB1HrdcVPk/0g0xeiwebQ7zVs1v8BT
creqZkTUvfis+topNkYD0GabeS4ZHpYiBc1dcm3+KRcofBtsKfLY6UWP2g6MR3CbxOWCad1iJTDv
20CKj4uejMUN9oqgx1oggj6pcRIB5bhZKiP95mpO2h/jMZiZt6iMmJ80fygAt1rr3hMXqki2AiBM
CofLLzUvDBqwkvSCltTasaKOUGZzeiKbQZR1sqkTWYKbB2N1mxLG9gMhfkt7fQi8dK8V5XTIrEC1
8LKLoggHZDj6jVykZkVo/bN+Y1CcqnZVxn4tIoUs/syliU8dunlpTlnXu3LPIOoc7Eu50qNYBFZx
N5di0faOMCoqhm3aRSYgteDDNGZsl+w0rY2nalk1o+Vcp8UpjXswAKoYhdgisG0PblJm+hYwFgc8
A1UwqRIF4suN0zQ6nWZaQVqchU4XdA0zWRfU0aTlHnixeijkD19jQxKWg++obRIEpb7BXOa0oYNp
bT6yHzGHw7KaqZcucHtQgZoXo4Cll0jS0kq8W4+MJIJmGA+cwij82zpI7GXLU8abnJLoN4VDu7if
K9dk97n6UJKzmCvR4TZy8TaNg8L2U1YqY7Jqkq0s/SX9DOU13gXs8pN6M8qgf/Jic8pPnd1kn41s
9uZtOeOLHcIhx/Iemu2YN1uV1QBQp37sy4OYOv7/tS7snyk0aRWbnR5ZP+La0YFMrgrU71XmOl/j
ZUbnGZuL5m/RhrJzJk2kVcCSh2WAnM26YURpwRzRhBlhIsWNylxP3Gqu2dz6pqrMQyIIieNLxs9J
fDlIXBnKVOm8t2ouomnq4y+uj/wndPGfbWDkODxJ1CVd1EpVe6cEUJy3BYU8fZtHe+AeLFOJLTuQ
mKeP4Np9IsW7RR/ryqk4saT7W0jnS70BJRb86plBihgVhDv0P4eiyb924G7VU1U2WPL0GH9hLTPr
Jz6Qbr71BGrWvTTq5BucjGk+6UQXzQTYNMXwUcT9cKrs3mg2qawseSgG09wZLQQO1MJpl52qxktI
T5mLpc730xKkziYhXpCFzMpGtBBUAzX/M2koU3+SnL++d0ti/G4ziDph6RP4uLdG3q1iIau2gXL0
ZVOPFsEGYWtlXZeG7SKwAbE/RwZpCnx+YYLc+6NhqkLfIQgtl1NNhXnYeUvTqg2HGkdGaEGax7nq
EI2irXCDeVt1BTOp7iz2s0cEu9rOU2y0WwPhubHprMyMRhry1TNw+iXYVUTpug8m2mXx2GlD526y
hWCfTbI4qb2bvcz3QjtzFj+Cam4s32LhKvWBRVgOG2buyjlOFKc5+To6CrMO+rdiwsw9Ez3OUhYn
e+Dn4xVhFkuiJKdWvCeW2BWwk9F2hws6k9QOCcGsavCciSHZJLrLsOWgozchG0Fb3o5FLz7iExH5
3nVr09mvPoOTdBFchUZZYdtx8sXo9osBBhPVB/EltwUfz/c+Y6LYWEGc+7u8m/IZE0GXFdk2ttJK
fQjcbvCeWGgN7xFkPNv9EEFR/92IHZHfdxiFjRtfUHONSKPulluMTwb673le/aleF/xgZmUdqxuV
tgRvs5sM9W5Gqt0LXDHbctS6bKfyRH8WSDb1qB9TBNQxWfCoXWeZ/HKTfNA5x7nakIS2kcVafaXK
+Lamazk2pE76BD7/w1+rkH/Uk3tjKRhjen82QEdNd7lrJEyWfommHz9lu+896hGfKkbuP8aKUGRF
5QDO10EWjX7p0k/vWrnw86Ipz1aj1zvg9ExEmoYHNPSyfNgLgOHTCVaQa10r767t59eFQjq4EA+Q
BNDkC4yL6uYAp7lMTK6MKoQtHCftUqPu1Zr0xJNEx5HlVT8SVWDgMCE4hG5vutFIkeU/Y0qqK83r
NwoFmn8WTUBkcygjaeNedEqEpxxpO1pxrnzkFyz3y3KiZFg2VEHa9rFDfzyc56KnaYXz41vupZQE
kK9gozNwYbxfbX9TdGby4L/szNlzOeAHXg8HTc1lGphDcpNNTvlklkt+FAaQBWaxEvNP0YKXHDyM
FXDjt+9f+k2h30IjhUqTziTkPf+S3trxgY42KpSTR/7qF3Ps451mWzg/bGs6Y768Flf/5lYZ+ED2
0KOQi4FV66KbQY5WstTWXJxk2jVRKqVz54DHv134jQyBtRYlh2c+xvTaG19bFq/GH1deWSxrdh8e
30sei3I5GPd2UJ6EQtG+LWa/zz9azjgrHJgvMoYxIc1vRhMT+amqCVWb2eHsvBpiyqz3+IPceZyD
bV9MdfCca0pf9gWzk71z3DJPCQ8jmPBY+rDswJ2bpO+9/6ouGyQ0jnlJHnsE2jLIS17+/h+zRq2q
CtlJkT+KRCxbGzdrFdqpYJrHmcV632LzvaEq06KoaQtFPgGJWEzyrgiujJqL+evll9A/X90j6F34
Na8H7Ho6Jh1B5Y8WcMJik8Lw28tsSfdGu/Rfgmm2trBKr+lcX6aIP14hl0WOAQ6N+DK+Fu9SGCGG
fpky5ZWPRZ21dyAqCqz4emUde9kseRiv5vwwTaeuDW3WzH3vo3rxSYmjktti9wRYRZbMlbdy8QWt
P4qCOXRx5lOwL5f9uTwODKknzBltVadDiGt43HjCGvHhCXAwYdqNHvtCDD7Jpq3nvqNwnJsYectG
++yrLv+vY57/WWH4qUMrRUMZmWU67oUs5RWF0GWfnt/qrehxHiAVNNN90e/9MYLYgjhi6dL5gY+k
q9kUgtYixAwbZkhgmJAhnU4YdshADYLWOA9qEWGH5W970qovvBsxn+e2aZ7G3DD/NSZm/W0khyIS
ZWr2DXttNr/6bUjzrDFQD2x5xRmZdvDJFE6mh13dVkeHJ3pNHvf2zXFFa12DmY1c/np9xdoOxFRr
o3oosxiXVjGm8U3A+QbMAFW0LGyVVf4jFerlDXB79qoSQ4x2mQo8FlNlTp5SDxk10E+e689fClxc
z8Zc5Bs+evv3+8PzYr59uR6CQt43zXOXdf/1Pa5pVwPvUT3Yi4MPvxYNItxyfjRbT+tghGts+eJA
3HMYbK+opf92aZQOa3cQohj46teXdhXsC7aI8wN4d3EYfc1ZsVTOz6bVxa4YHfuoT4n/WNX28Pj+
Ta839XqeWJmfNnHE9GRWfc/FlSsDpbvgyizrxUfwAl1P7BC1VS0xrSsysb9ci9Y8djOA8jYSy4u1
O2m7YK7seXkoRkN8MZQ/nFcQ1ggjAnDvlRbxX0YsF0NdS9sBLtIl745O3lQgOp4fSOwiImBgG2wQ
+DmOCIz1EVJH0UFTe/9h/vWa2AoC1FIefy6+EjlMWqA4ez4wefyEqCXbyBd2oO2aorehIw2iHa5s
j//2TB3oX8jaLWBI7sUzNagcWSCGuU2omw+t2dzVorCeynn+8f69vV3H+Cr+uNA6hP+Yc3Bgrprg
ZX5gel4d/Dmhwz3Unn6svMeY2KMDtkrn5/sXffNAUYqw80c1iV9jVdi9vqjTlYtfZp767PQZB+8g
lRRT4iJwul3WoNKBGYRp88pbfHGa/flNQNFCWLdO/cYqh7oUNoiuXYzS89pHFMEW2LsF3PlWBSW7
h6zNq/umgwh/TMzcPHQprY+dv3SGfqxNcwz2SWqJ7rQYz57b9s9Junj3dleLHd7z5aaTZtQNTlR6
E/be2PXSMaqUO+v7ubMKjZO8A+ibunEAbIbApPQhsWN1GOKk6yM3FbUbJm0OjwX1jXVvJSktD0I+
+6cpg4ZBYPssv+RBasX/UcRIlu91rtr/mmn2b5Q5YXonBjMVOKVNv7jy0C5PCRzNOKjgJELKxQyK
eOz1q7LbyYtnxNqPPUcFzDtJjpnLHGYV740eUxeyAocGSk7d4gfNPMrepSM9SDsOZap+romJ/Lex
w7RG6cVdsek2+vE3IaBtmwrPj4dHo5aBjbiiIX82rjXCUzjBFJtK9PLKx/hm17VeEynQemJCC4Q0
5fVDSCi8d7JppkdZG6MMMw7aY5SDyKgpFy3S3npGMf0XEM7sR50v9NskkFKBzJhsAn+NpenRKpGZ
Wl15FpezxPq7HHTtfERM9QgPX/8u1eKusGLZPnrDVN0myxgfEBYly7qgUVL45wePRzVgFSVQDnPf
xWJGjcAl5JNqjO2k1o84Hv2fdmLJZEOLRIIS8HxZXRl9l5MT94eMb5UCcSYEaGC+vj9hDQgUvG58
1CpawX1Qd0/I8fSdEKX82TMjNucSroy8It5f57xXEwUCu/VAzNXdl1Cg15etABjSb7O1zxakU7E3
B9e7s0ZffDW8HHhaxaTPdFV7zTlf8ubaS305eL++PAMb1SQVPGTX3qWmsI+BHVA99z5DV6L94Si/
VF+XPJmdjdO73vAoLFLA/Eo6DLkmfvQNS3MO85zCQDLtofheJVYW7KXNLLunnSse/DmH2lKYwhDb
xZ7Iih1madcbmi1mThxGX7sc8ke/P9hxpzTJ2QHrmtoTRJ0huibaFUCOURhy3KiW+gbYAz149OdV
i77EdY+tJzHyrWZPabEvGkYCIv+xG7cyiU2C7stMG26VSgN5R1ch+MUxzm9/yXye7YeZYI72owP4
gOtO/YxBONThvve3bqwH/n//OIgZv+i0XDSwiPvYQLx+tZk+ep2/JMFnSBRwKTzwM5/JxKvOrZm1
7pYojOYa5/XNICaeF+kxw4ljK6eKi6UcwUADvIJiqKqzDrVDntp3w1yX9DwTN1nJPnRGPhmJ0cS7
92/2r1fmW6W+QZnLvPQAAwVZqFdP9SOrnuRLoSqpD+Z459WGDv15JtCgjK+rGNeJ4M/x6+D5QKcO
qgS5N0z9i4nCKwQLMavf2hIBSdwLw3kGguEFp47sCW9HWU5OJJQuxDLmmn4miERrohEMSnoiNMrN
ToHfUDvVp2z4XtGdvra5unwuFLxe7NhMLpbFr71Y0+I01xuLoLrHsXB7O0RQ034HCtk323i21Xfl
zPFDBwdA27z/Pi6n65frYrpfnQ2c3i/tKWk/IV5RdfKkOXGLHqeB19BP/sdsSpvt+5d6Uyn5/7UQ
pbNoYUC/zGuepYHOwNC0x1614jyIof0+xSTraZlpRK3RZda28qvAiQRJ8/mRs4F7HBxPBFf265dz
6fo7Vv+zZWIJYs2+GP2FTQef8OT4cZ6Ubx0WshO/lKKq6aVKqDf2KgaK6mRczJsqY6n8x0WLtcrk
/l9ygzCumhevejH8ovUwgD6pWNdz/BRAf6Ymls85rWsMunTirjz5tze8XpGJm+WYSs1lOTExmXs0
wFdPwJ/Gk138j7Pz2HEbadfwFRFgDlsqS91u292WbG8I27+HOWde/XmqVxYliOgDzGbswZRY8Qtv
MIp1n/b9pzSB++5WGq+z7JtjDivSrHePV118zdXJ42tBYCoqrEcYyfMCcwiEBtmLJj6XfiLv5LqX
n/Kk9QAENJEBTqvvNk2kGS84IlYbauPZwmLfbvB3npBOiE0yCAj/+naNg9GzwX/GZ78b+5Ok5NbO
ALi+iVtdWnom780ze1skR0SBqD1cj1VbtEs8JUzOw1Rk2y4w0h+1pfeuBLtsB/Fu+kHpFcf6JomX
ctDb+0NI25tQJYVyB1yd66HbspdoQzvx2Z5M0P6VE73KQVtuStAxx6l2yosn0Y95vLbznImdTPkW
dI2FvY6gTV4POgwpbZua4jgKWrBpQTAhBBwqaC2swjCKBxeIlbJEb7jzpSKxp0mOngNR5qzKKSlo
TFVhnp7B/JnHpp2aN3bWRDSLkwIpj2Z+bybJ//g2QkzHYWKp1uB/Ozu0UeN4U6tN2RmkxZFGn6+t
eqorG7X3ULt6PK13jgzlGSSrKa0J4YL5lp04rKjmpufc87qfqTc4G0VHywb35OKAhrd6KqhL/cAt
S3mGwL20qveHB3T0ztamjny9qky+j1yOyaq2QzqchrayMxcqCVXctM2tr+UIXz5QPLqFAQnrusR/
w1y4I+8tMmUNRK1l6HZA769/QxMOVKu9ODt7cAnP/Bf1OraQTm0GGWVTJxp9d5Dy+oO1MbGfES0i
yDWxf2eLXY9apKFT9UWYnafR9PemM8jmBqnrepcXtemvhrwpV3LmwNgpSbAeL/q9s0Tq9G7ABURn
vq3JWKOYw5qdrRG81qoHbgvSpB7+ekhPJZt8Qpd3YU/fJNLUIen7WBxdihCCUXL9vUEHxNwKtehS
SOrYUlquYIqGfRNsGgNBHFCLCUBCX5E+DR2Rwo4A2jhaFawyUEZylCzkOLcBgvg9sKNJGxFFgY18
/XtUI8CMtwnCy+j5GlDHvO+8XchR4W7RCxCZAXnQsHHiIrQ28tBExbrCVbddhVTD7IUFuTkG3KJo
qotARRX9lNnkjHLo2Z2q+cSJUfNnBNHwFPS4vu7aaEArpallPFIyYFDGqjXVKDpkFtiQx5vi7m+g
GiyT9GDsMV8gbcQpnaZ9eKlqY1r38Dz2UhEmv+K4+9XLk/Ut1FIUUDMvmFZ+GQcL9/vNKWQK6Gjx
bHMm6IDO3rO8L/rcQOnwksm+teG8lBG9Ya9ad03j/FBo2T8hoRYuhKQ3pQ1IXfSSRMyARCxtydkF
lGNBOtVRJZ3R4IvXOc708iosSOMS1Qm/pfpgIXNcjgIQ0zzpQA72zRjjHurL/UvPxlyoJd9bBNrj
olTPL+LFud6VAwkJTBrLv2gDUiFukEGqGMZ8klEaiWRXS0fryffiap+Pdr7m3E4Lu+AmrGA+RG9C
tInID+fJt2IIGq45IQlshv4bKB7nLNS5nhJLT76Zkm6i5hOWyZ9hivvz4w14cysxNOa0JseSFIgu
5/W3g97FCtpgByhDne9RQ6pZiZJiUhmOR6Mr7N3j8e7sONJRelbURG0a3+L3/FP61aZQ6UB4hBci
rP61lZOGVEyVV2ZoyOvJ8PTPgc9ueDzonY9kb+tAEMkOqW2I+f9n0NiOUbTu1ejiIPr7AvOba6VU
TKTNayyrpSV21r1vxAIJSQDmlmdG/P0/w42kBiassphmtW+jLSpNK5WqA7zQAJ1N0wcRrKmJs3C5
Gvxfr+JwmJK85aLTjinazasuFT2s9MGOL5mGv5ucBUirtZMMdyam3vJ4Qu99oWOJQBQEg0KEeP2F
eltzpcIaOHcWFusDxerXQhmRAp8iC8ydEZPUysGXx4PeOSWqiq4GvQHUCGiCXw86BaakyV0qnaVW
cgrXd6L4ovWZtfYTo1sTrWvdKgP7ebIi01o4oXdeUmJRqrAmYBGK0/OGHgIPshoZpnf2cwz7XBXK
TQXvqVIDZJ4VDwSqiXtigvQ6Srle1qwKTEQpw8K/duMm6XeP5+JmsSmR05Mnv2URRIR+PRcBgeNY
gPs/IwYuH8zRAPUZ1p1sr5MG4MHCct+cHzEa+4oEROzruYdEpap+XLdycLal0Nl4XSrvSi8+thlq
MYhxj87r469bGm/2MntqOTQDtMlz68fh38ny6sC1yq5P0fM1f4eJ36j/jy9EM41MEnwMkclsb2FS
VKDbowfnsCx++VILN6mx4rcauBofmIXfP/6BordngAejvD/vtNEUjiLKjdFZburwK2jQ9JhafrWV
PLrmKwJCOzo8HvF2w5A+KhTGhKkonrOzez40/Z4yXBGdTbnFbsLpFDCJMqWPrkjlpdm8uR5gi5M4
Mp1weRV5XgO0kXVUqLlGZzvirpOA+nvHrLOaYj1U6TitbcvTDkoA2Hr7+CtvNw4Di+Y7NQmuirk4
ijKqsVGbRngOBlBlq7FwEmkt6WGsbMDk19+gmcHvezzmzbUkPpZ2IkbrHBDgutdHEQoDCqJeG5+b
psm/eSHkGKDDjvPJkgb7zZuS8X+eVqUYFiRBvGQ/dRtRU+WiY0uhFf4RscNsXfMmDHUp1uIzwY33
M61spLTTQPN3UuoZv9EDDBHXKAcVOndA7l6P9bCBRFB++D7iZ5iIdovAHrzELJD0cKVMYWZFZxpT
U7epIiP2N3LcjzTpJOvt8YzfxGvim4lXRQSJzth8e0G2HmunkGLYLjLaw0421L+rkbqtzXu5DR1K
Bi6QveJnlvlg3mFtxOfHv+DOPiN3fg/YhZ7pvMCYhsFkxxM1J5QIWvVLMRXBLvZpDa1wRvC38pQk
ykeDVFHO5AmiMc65umm7KTQ1Bkkz4vNUtlW9Ln2H+rVpF/mrBEFtD6XW+QPZpml3Uav5Da+BFyzg
mO4ca5rZ1BKBCqEiOw9TE1wlJANrhDMwTVtyC8VKnrtK6v7IlJWdDc2I3r7AMc0XTrWo3V9FNny6
zZ3M2wuQkC7K9QmD7kkAV3nJOdWjqN5EWaeOe/CT6cKq3vk+Wq5kJpQj0F+Y7yuzBWGfpn52dsJa
+240NkxAOOqrGu7QG9PhvwwwkBdenttkCGQd+5j0DzsdSk+zx65UBgx8vCg9Y9E7+L9iTy+SHdKh
LQUoSfNfCSUrfS3zrLe/5VZHf0FB362Cmdu1BxTWm2kjlX20lBTdeTAQzIE1QT+U3GgebSEPrvio
gqVnRSuDYFPALnJpi9jdCfnvaliI0O+MhiAwWtZMPySJedM114E6tAUrCqOtLb8APEfVkpqnFf/P
gNEXLtzZ94Yj+SeSAQ0OG3J2Z9MTq3K5AlEHxa2DTa6RY62od9X/SXiU/Xh8WdzZvswfexccD6IP
c2cqpW5xj8GDAiKGoU27wMNJ6OhFWfzt8Th3P0oTJmqoQhClzTYS0g15xNWQn8ciLn4oDjQnZOnp
kudKt3AD33nzEFOgfoPTM8Jn882BwigaPshPnE17ajGQUsruBEVM2ScT5k5ZbSpvKFxH22TS2gVZ
uTtXL+8M8rkkrvR35v2sDJC6FmhjdpbLFDMD3azY/7Fn7WoIra9tEy3ZZ9+5FbjtxC4h+qU5Pwu1
hxFwqJZY+dmSffWr45vJuiYLQ4csiZ8Dryj9Df0ooJyPV/Ped6LhB9aE9J4bSaz2P0mk0pRNOGpl
cUZRoVzhkBBuCi3O19pYA9JHXXr3wfFYT7DoKu0FcNr8y/V4yQh7qRwT5azTGj5hDlADbtHpvMPz
hZhawxRd6hfebFhGEWedEhRFG8SsroeUdJsyOw4UZx8l1W2QjPVLHDQ4EaRDDZj68ffdRko0BGna
gIpEmx6JwNkrkmhNDsxbUc+RMtavVlb2n+0eHts2TYEgIRlYGOW+UxTYsomUYIhVWgfQAkuyWDfb
SfQluQqogBE/ELpdf7RG2xG5BEU7Y24m76GfDhdsjyAd2F2G+aCxw6wsWrJzvEEgEytR5YF2QTtU
iIXNPj5L+nz0Y1094yOVXKKgQzAQjdjP7VirMKuGofwtDxpudHIzXbKiitaDb2FVhj0iPtslWgVj
FQx/Hy/JzRbnR1GUoUWLMSGVktmPyuO4luXW0M5SloS/uzpMPFwtekeFf+z56b4KK8Afj8e83XOM
ieYdelKgy1A2up7+hmQ9ygdTOxeZbf2KsOb7VKK2AH8sUDePh7q598XnCd4AcH0hrCR+yj8nGKLi
JB5Q/dwNvd6skFvJknXVS0vqY/d2lKjdciUSHOrzaqpvt7Jejr6BMVpSPNHW13/6HW4hta/U/zOw
/UjcVtOWnoB7i4fUKFgoAA04Cc8m0pTGIY/5ReemlWPTbY0O7mFYo8tCf936PrQO0j6PJ/Te2gkl
OaIz7v4bGG7VlLQx/Eo7Q0PQnyTf0std0g/oY+SdvaRDebt6dEz4MKIELidGu169HE9dKY0j7VyF
mip9slDK0DZNVcvmn8dfdfOWkjUBzmAFadUg6jk7BTBTAcxMBmbFmoxAsd6IfNyJPflrwF22zWwU
zte9BssDCVsrWdikt5uH0bkXEe0XkdDcP5iqYZEFrWmci1BBH14qkPvqy3KPhlC19qFgSq5jjuX2
8Tffbp7rUdXryU3iMkwSVWJUeexeAxRfDjl8KHgZqvFfBE964XG7N8dEsVy3hOkOGn3X41WoHPS4
F5pnNNuTTWKrwYZSYuiWpl8/I0xSriIPwWYsYNr/x5fyrRQHUGzlsRPb7J9LIOp8/HTayTyjX4UD
Z6LL4SrIprra5A7ibsHo44bz8ckVnS1qdYS3NyX2brCwWawS81wmsb6HheZt9BYryzWQQhN8bGyW
vx+PeG8T0WSUiQjp7nFurj9SGoEoxlh0nZvCtC9dNajpdgix31lFvgp5WklzmrpNjdLwEg/o/tAM
C2pSYf+Lv/9nfge+qDRQuTqDxg8wS/IqvAsruodVpdQHHJqYeTD6S26z4na7SkkhOFBuEcUmNI6x
374eNh5HO4swVrwg6SHvDaR+BmBu+V+bllrjJglMYKDC1hqxEh9FNvOj+xkQIXVoQeezIXfOv7rt
GhnisVRc2tBXEWSqm4sSKu2GP/NWBare35Rq1E5WWgULI9/Mt+A/WGByaW0w4XPogpYPRo0QX3mJ
/ChDoUHRN2Xf5TutD0M0WAr/GKZJtfBo35ltkE1gg5BiBGo7bzeURWFDuqurS1DB2alyv3xCErDa
If9kb3BzUjaY2hcbbEHLr3rfSAtn+DZ0pHsuuoPCRlkXy3692kXmG06G0tnFRIGjRfFBcv6aoHKn
F1kbJ31nESxhm2oaUk3oEmbZXsLv3DzEuI0u3Nc3byA/hRWHxyQgBMZc5bQYYp0FiOsLjCmMT/1J
w2xyDH9FSm8sVJzUmydQjEVzAVgZdT1gi9ef7VcRUmW1Xl2gWRbOyiesfR17q1U2mN7VT9XYSv6G
YNZDaykKMsybhO5cickP5acghBqpD1JU4zSYULrn7oNagnOSj3NtJFmftcCQvC2yiiZi0kXUTCun
zafQRZ+1RU8L5r61CvJ4ek1qKKMfvLH4NEouvLZgjIQ/9vWnTQkCFA3mABcV2dT1lAsDNtOp1iHm
bYemLT4R1xULVNibR48xbZibyM5wiLg7rscEEgkQ0/KbC26jFt8q7NQHeknThByebBcfrw2LAQVS
X3AWwJTPLimwRU7lGV1zQatFvxQ1zUcuf2nrW7J0pGAI2KVry2ijRFOWrgJba1EXwS75w1PNF9MG
Fc0Ah07z9Wd3SHjkg1y0F3BNwQu/9EebhP6u04d0I7eVuvcadQnMdfPeI1huAOrgfkba2pjjfAY/
gjs26O0lKVHqXuWcaTAkBgIz7Sjrx95K7Z2m4uznUnP6/vh732lu12+DqPaQa/EP9mXGfJ3VooZy
3iUXqtPBtz6W0709VK21KjM/gy5c1uMWG2E0sZo06J8Gxal+Bg3iVVKF9tehrZUW3lwn5f/rUXp/
ifCr2rbIuOyRMPZdrfgc5FtZUp19BK9vF7ZAvRciiNv7li8gYQE8zhXPpXe9ZPEodxWOKsnFiMfo
RwM366lByk11dWQyNlKiJGulpbEAJzhwy0lTD4+n8M5JgflCT4WSBEDyOevDabw69+U8vRS2Fnwu
UVX7FEhYqGJWiIaRX1gLNaW5mztoQ+Szgc2yYMgMq/Mla5M4waxeyS400aunWrXiPXYYHUqX09Th
FqfnL47jB2+laqWt63WjLK0yZJu+xNBWPyUIL72OUzW06MTp0I0nqzxTqp/WYO+ddWKYzRrAovSF
HmbcunmdtPFqMCZvX2lq+qrBEFtZ44QeaarxvoVpqT/FcUAm9XhaVRHmznamaP+R/sJGpkc2O4qD
5CDbWqjpxQGHjF8NFrNYCJhVnrmNUfc/wUo56O7HCOrQp9P8DSbacXEQHH5ti22L3azSrgh/11Mh
fXemQK+2ENN0wx0Kah4CKDOGbsIxOwLXQTfKUgPzuVCTTFo9/pK548n7grFM1FEEXobO5vUOLenx
VDmW4IQ9YVVtdDVCpLFA7GSlUjTej5aTj2vI48YnehmReF8U64B8rffmYwn+pe71/pcm0zxb41Cd
IHqaTuZWlaVkhYrLf49/7Ow0CYFlHXQyplxw2oC8zFIAIOCAS0vdOwKaKLc07pU11YIcBVQNilZd
WusOxa0dyiSIwXZNuHk8/OwwvQ9PrQMaMlYkMJ9nUxV5SQ3o30GxU4uzXZ5hhRMrKRUP2w6I1YMP
ihRQJaWpzblFPojCHjHi9dIUk2dVmTQlxxGZIRMMV6+aXzFftmUhnGzVf1KUkmEdJtEi9XkWnL4P
LbhbPLP0IUm45kOPsZc3foKqfyp/QtYiDVcaEIxvEsJj0SrTu/98ORgXJniODXkflrSH5A6kogIy
/HrY1LNNGq8jPXxZHjVX6+N8Z49Z9DXI+wwNKJiMO7Oy2GxGo9qf4rSDJ1fQcvhjVqhtP17uu7+G
gwE0BHSxKc/r1YaKsZTAiB+bWgqwQhlSb9O1ifamSwiBu3gPqkJjy5nO9Gcj7vS+qKMV7tJT9EKp
u1m4W2dP8fvk0CCnQkThlVBktv3Mom87OZXTY5P2f0Oz7jZTVqHClXsaVSNaTK6los0pBypyWY+n
Qlxn/1x3YmgI6YI7SQVORLHX65Lg7ydXiNYdpYDSrhko+ehyO/zWeV2+PR7qXYp+PhZNAhQyqC0D
7Z59JrJUWdu1cY7vQJAeNC2Bdp8ldfgFhlyev9VDlf/wZUsKthBWQbeuikbxv0sNBeCTTkFCXQMB
zA0XgHL5tzc761urBbGylVG5GF8f/9h780LwS+Gd+Ig3VlxY/+TMSTk1XRjXxbEflfGtLv1zNFbt
s+aZ3sI9fXckQl5CCJvcbR7yonhc2lLmF0dfktXtZPoWgrgkcZu08Pt4+/iz7uw0rhy+ioMPAWiO
UnIgaA6ephRHTOgBFCNu1w8HnD78T71UKahod1r6ihyBjkzJlNr9wka/860YMlDYp6Btm7eFfTma
KKTFxbEp0+ilDVLzcz3V/Q9F7rX9R7+UgRTiW14wgBBzgKGUV51ej1l3JJJH/7jBWVTKJONAOJE8
S5IZPFPG/9aq/lKpeZYRgtkEJsqhcmDA0Byek9jKrJMtD9FQpIXt8Clt2c+uSNkXpvLmHqe+C5OP
uhnXqVCTuN6gjR2aoSpX7XGyEmUzNJKK/ns17WRplFZNVdX7wS8vj+f05pUWrF86YDZ0OIzc5h0S
k6TaKkyjOFYqwPCV3STlJkeZ9U0ecHpE1iy3PudFZaAi7fnIhsVV0vzv8U+489nAz2BykSUKS7TZ
O1IjsxmocHwOtF4sJLL7Akt7dZpOkd1j4JJTinKTNusWdtPtopoUkizYKApx8A0xQc7iyOjRAjvm
uNsHrtJJ8RetQWT+8dfdPkzsHQI26swUnAWx6HpVpbAAGoWx9zFwMK351kNNQOYL8Ep+riZHGdwx
jEJUup1QkQ6xrWbNtke9zHdtO8nyZl+0uPl+ffyjblddWEwJNDpwZAe1gevfVIFd7NRe6o5JSwWP
WmWJtbgeDwdumUxzPWeI/3qR129wsikOWoP5yOMfcDv5/AABbRH0UMea5+hSiyZvayT9UZF97X/a
KGmtKyX69OETRSkYIJ4oHQmwtwgS/73yzb4a68Lqjh3ilz8SLTlTzLE3AC2LJ9hz/V6Iuy5GImLD
Xj2KdFwBlhODgG2hAjFb8bBokIM11eE4sms/Y+9XFCsWQ25dpRSalOAs+7fQajRkCZvBJEBUvHKb
YUY2rhHjoLQ5sF3DT0YoBQAIyVfINJLBWGlGHxHaxXVtrVMFmuUKTVS0GWFye/gT4OitE3bV+INa
VgVRLo4ASw1po5waRc48LDgHu0vdYPKSF9iwQfEa20D26AeMgLWtrmnffMfM+F+hQla8IipcoadK
iVN/081cal84UPY+C8dY+ang/OD8nTqlJqmTNHhDbdj15pMgmiku1a3KdDuFWjzZZAAZFjXOhk0m
5c0FLY7i7BWtUxxLI9d+wVSpIWmmWTmqLveDkq3RCjCNVVFiVUhft012xVA02YWYU/qboWLt7IXX
JnKZTEvuwoREXrFLh/+CfHCe9AwLNZe919horFuTs+tAENkr31C6J2cI1crFoaT6pkdj/BZ3VPHx
MPccLAm6Gki1h0zlsMux9n2TYHExX9gr6O6EYD5GMXhNBZdJHTwVxJkeDX/jKAxKStCUPtC2xBTg
oOMz9SupjR6N/8rSpGekvbvXCMXY8gd93u6zh626tyaDLFS3syZ/eilgA5SuplZW/1mFEiK5VHjC
Vw9punjlm14Sb/SyKO2DUjb4W5ZRigteHfYBZi1GmFb/MUlID5d0tbJVG9kU9jBfsH96SdLmC9HN
PAvlOeTWEGh04g1Yg8asTjIh0WsSW1ZHW+vlc2Bjae+GHiqpbpSCIFORsB9XUpTqzTMIkkH1Vijs
iA1WtPJLYjg+1iVe0w4YlFKF3aYNX3+IggkVHtckhUFQ2tGKaekiFnHv7FiKXwthmJYYOMrZ8xrb
oU8FI6yPFoJiaxP72c5N1ShHRL9tQbBaw1dk+nKcsqr0U41tJpwkVTk2cWX/BP83LUHgbiInptGx
eep5gCDAOLN3r0MMJ21Us0KZHif4yNORoRylHt0qXxkXHrt5LV+sGcQzHjphQQfuYJYUwCCOiK6z
+sjxZqF4f4YexUfQk3TYu8+pgux8ZZMkW0mefg2GMth6CWCohb1z55uRhACMwcVPjjJPVR0Sxbbz
amwF69Hc4QDRPadVHW4SLVcWhropANC8YCSLvglxONSJ67tfBQlNyNHrx7RSyy9JnOF50PkjN0OS
B6Wy6oqg+P74VbuJZKCikFcwyYDbqQfMn5sis5q+VMujrgTGlzxK8wNwcOlZzdPpryT5SOcDyl3a
1yLHutrXpi48/gRKVmDc56i0qMvUzGlG/YQjD6VdRODNn1CKOrRwTRh+eMLX/tYIjbpaEdyOv/sI
fZn1ODVSKLxN5IU392beTYTJLDD3wP5ICubE+ClpaqIqyzjVdGkOEwnLtkl0aa2orbRSh24JdS+O
7ezzKfZT+KbGRG1vXt2bOhOQQhXop6ozjA3vQf8nStRK2U64OuZ0GOroix+gOvWcpTECTh9ccrCN
zDqHREST8I+ud5k+1sGg4Kpz8gwOcYuQGmIDVX+qDAPxdSR208+6k0vy9vGwdybZFhqQ6OaQ5CMA
cj2sUQ6a3bW2esIZw1mlih1W54RA8U8S+Jl8jkz0DB+PeBMyCnkLgHnwGkRLcg7nHAMMdSXHU05W
OKpnuzCyrTIp6g6VEe0PNpYOBj7Y/iDsrKs7ndJesQDDvrPOcK9oOsPc5P6ec3/8vgY3pWrKqYJ6
8D0dWu1VquA54M4n7eN0kA+J6ZfPhSzYzI+//ebWAkDG+qI9Ck2GGtvsXKttk/KHjnKKx2asXSxS
pze1chAC91F0Xeg/3l7VjAacCcUDxgNoOgsfaUj2Odx05cRhFdK8EqIOcNFVNyDGXWfca3uIYNnf
El38V+w11f4wqEP04em+/hWzb9Y7kPRIeCinsvL8i5GbXJmFNWl41HjD9ANZYn1VpL5fwUjL/Hzh
vbo348g9gHpHug708GwOxhTp/WxgxofWo4OEvD+WMyrIQdoYVriwvLc7C2lMoILA+0USPEdh+6mZ
ymZpqqdA7mPt1Mo2DiZ56h+wOzRDDCb05o8nxVP4nHh5my2s9+1RpkZnqEB0WGxasuLg/ZOjaFEw
5viQmidp8nCF8pFKH9djG44vVmGFaxoXxoIcwN0RBW4FZoEgV8wuD9voWyenVnrSsrTYJBig164s
Z8qXwqnMTSep6sdXk/yeEhMvspAhF+/mP5+ot4gqoC9rnUoF/qc29Vq6SUEvyxgmNeXCYHdWE0I5
XAZCPIo2c7VzU5IN3O4t9RTDanwZtNh8RYV+OqrdVLqxnPXIERpxuM4Lz1pI/W52rWgugeslrsGj
8KaA03cI3VfphFZZ7uv1Vo4Hmcg4noocniYKhgv79mYdqXSzY7kQENcFqTErvsp4UBHayCVfGhfC
Rik8IAwUn0Kg4ocE9aOPziy4Rq5Bmrwwxmnmz8Yzqwi9O2zIToYRSdui5GQWTtisAnqZGyWPlUss
BeE3Jem0Lx+8gBmZSEKDKSE8m/XZBnI6yegMdaxOTdSoX2Rz0l5iYIqrCJuLwn081k0Qx1igiwxu
XpBGYLSvN2uQcrM7oV6dWh3fJMNv4mPFa46jTgdoQSEXdNWoXKri3llLcPbsHwrG4Iy02ah+CAUn
8wf1VKeN4a/qPpTeqtJwXjvsFTYIO7ULm+f2mQFNg94LvRKuAjjwsyt2CkLblADsnCRPT77iCeFV
f0w5shS2rJlR5nPNUI/OniHUflJwRwcEgrzAoS4V5ouKh7dHRyMFQp6ELIXW+/zX4DnF0Qrs8VSp
ubWVU+GE6o9/CNuW7tvbghyEZhoy1JK5dwUY/XqB8yZtg8pSppNPDSE9qJNJct7JXrlT+4zKLsrn
dr8eNKQhSiRrqjd5IpzBRCbXxxHoUVRE3x5vuZsri1+EOggsVaF9Cafx+hcVegIOG8uuUzE0PhpD
plInKy8kRTrhEIaEIDrddrjygyxsdhmZt/32+Afc7nkuSm4t2pagZm4w22Nqjz7NsuGk49ABWB5I
zIouRmLupzJU9W2Iy3T/E2qYtlhMmGXlPHoQ5Giwk6m9d++062/nwmoM8gX/pUWSdjolFktgneK2
BqjvSrg1Ig+T9rkf/xraLG43vj/lERJ+Sey8KhHy5866MIwGQws+zVIWbvT5ZmFJhD6FkKcEl4Eu
5ux1HsQQqMj2L34zOnr9NGQSiSM4r6a29nYuobIoa2mgU5offFPZTB4F3sSdSqvMD1ITNODmuDOm
peM72zLMFluGAIkbg6DhBonpTZmD5peDSSeFvNHtKWHX+wA4R7WuTBQIu9EYnw0FT9dt0Y1q+sGk
U4xPcfM9iyccv5Feq+mmKsyL+lTaWrFLWQaTxwCc8Z8us/ydWnRDsnXGJI5TN1H6rDgg3SWPCDh7
wwrhGy9ZuM/EGfknDXz/QWQnyAPwHKoc6+t9lCWx5AVSpD0lmNHtG4guoxvgM7b0PIgFvx4HahKd
EgwBuEVuHt2kcUazTsDiWImEsyGOeEPsIv1gWaskw8N606VZbq6ycGpSF3QLOKxyqMFJPj6xs/uS
z+VniN4FFYc7ZugtjexSyyX7KTawu3JTiR/tViViCBCDYVYuDHe73RiO3gXwS1qM0ESvZ9dJDJio
g2k/tbo6bO14VPKDLnmYxuZBvCqTcFhbkmKu5RrxpYWVvTc2tFv6mxRzUGMTT+c/0WPYlmkxdIn9
JJHpI0dE6Yo+lNerByDPvrSPyPscNwjH7BVWJxpOj2d6djeKmQZXgOI6bQSCunnbGC5Y1I0kpE9S
jeScDsdkzY1lbCcJ14JqHKV9HYRL4cCdb4ZEgwQ6fU6ehrlSgsKFb8Ry4zyRjkflOtEi3DhpJI1r
Uw+jk1/3mCGB//6iVb2iLhzue19MtotTDUhKKpM3sUiHthbFpieOabGxOifZj5GnPZuycqmzoNtQ
Qbe3j2f5nYF0da6gVap0PgkihFznnJuKK5A/TNM4Psuxr0XrMdJr+zdQQuUtN3SEuX2jc4QIX9eZ
b5kcj/73oSroUNKHCT+ndmK84teaJF9BrunDKjH80bDccbAy/9KYrVcV7iRPSrty5GLcYZgyLTEX
5ydSdKa5EYT4zTu9T1xQ/2zTqrOl3G4U7QljvXwzOpESrTSncp5bORylhfM4XyIKMbRaSG8gQDFZ
86airKaTmlESO/m4P26UOsKeXcn7oxl1E3bKkfK17YylMsjN1ceHETEB9dBx0wHWcv2FQzAlhS6B
bWutSPFdtVBq643erdLKKytCGOetSUGX0ZTyBppdSR8ga7eqBQtrAVM8Px58tKAxi74qO4YDev1L
cmfAGZE6//OIDSGu3Y40TesiV/rO3ErS2O+K0urr/ZjhcfYTtWEHQ7vH+/W9Mf7vfhXEMwSwidrI
FAQB5PonIHCSYQtdyk8O2qL+mkUufCRXATu7UVta0trzp/gUjbLsH6jbKt+qHrof3V6thrPW57jD
aStk+PvoU+VxBZT0v3JrWiG/5ngeOv3h0O4zr1SzF4zdzGHFgGb9VvhBYG4SRcODl/pRoH1JvX4y
dsPQDd+NQmmHg+W1sryK6qrtdr6R5t3G1wMtWDWq7L/UhPjBFuR0wx8kDtoYtjaBNEdrrVPlkgZd
aq8xEcwal/xB0nGhRS2Rn1MPbwUZZ1O4NBTjeC2Bx8e4swNwXG/0vk+UL4Coh0PlO/7womi1iuwp
lGV93ePlaP2I+ml6kwOQaq4SpDB0Hq/HzYGAk8c9/Z5CUY21Zo8EbqFWgFRr8IQ4tqxsDbUrX/xS
kz7V2CiujTQt8z3B5FJVdJa2cfq4q8QW1KGRweQXG/WfQ69Nfp/WRuE82Vo5rXIprg91JmD12TiY
X2IMEz/YQWFEAj4qF+ICFvIns62fOSiLoGzlPLWZYa899KW/tI3Rr4k4MSd+PKk30S+DoeGNTQ4f
h4Dk/JqJB9pjdVUEz+DcJmUfGyHoNUDbsuZOtDZHanJybq/LaGyEO6aFy7bVjHK8Do0gOIlTnCyc
/NsJ5xeBdKKNLOZgTgGqPZv2N+Sx58yujN8j1vbfSNFptdfC4UtprKX2ws21LqaAaw+uNk1DqJ/X
K0y0N4QQCf3n3NCak8qwW1qa4dHsB2Ph3b0ZCok2yGTwEYXYLtnK9VBt0HnkWab6VIFh/NSq4fBJ
KqsQB1UoL49Xdn6Vo15GKY6+AWkwzbh5tNyNld8CaDJPiROW0qapS2fTNZ5huqPJ8XalonEOSO+i
oqwHww8nG63Pj3+BmLer+5OQSigKU3Hl6JhzfsTQV21RVkn7LAeWma8ThPaTJ78c0/HX44He1Rzn
I6HY5qC7J2qCxmwFSx/mX4xNPekQ6PZVPWnW09Dj8LEuUk/7POaI17jlqBQBSRzyHyu/V1Npy7tL
DdyFnm1Kb0oL4vsZMyWF3CJpe3wc9RyDcDsy6NFjJms654Z8HU8tAC1nz3e0zloIRG+2PjOGgiuK
bhT9QDbPvkOpqpbSLMxNqiPNsa0t5QWdI+XoIYD6X1tJSxidO+PxuAnyCjcNTdTZdlS6WqkUHFOe
227KV4nupb94qdTRjbX0c1rk5sIVfrP9qURDexCQJHjjBL7X27+WIqMjHG2e7QkRzDr8P87Oc0du
I23bR0SAOfxlp8kjjQJb+kPItsycM4/+vWoW34dpNtGEjF0Iu5aB6ipWeMIdTJ+3xkzmX6Si3dfb
m+LquRBj8VyA6ONs0zm9HAscjBMjN9Y+y1WtPivxKB0dO/YflaBSj01njP+q4ThtfMCrQWlHQ0MA
6sO1zZiLJGqwAnvAgRmVSWsWrC/0Ak11SE5KV4KvA+Jj7fqkSH7enurVQROjErWhjkJpieb05VT9
qVDx+27l51KZQRRKRjT9AGUY3t8e5urrgZwiJmK3CBMjLujLYUp6ZDreGMqzVds42Kq5nj0Sv5qf
1cFSDrfHutqZjCU2JKeZWVHDuxwL6t0oRxgTP4+Rnj9wBtQjfjDzgxGh1IQnUF5+vz3g2uREzRCr
EFBkJGaXA5ZyRB0s7vHFRoJLdtm9KMvPAK3ukV8ZtvbJOz744sYipecl4IlngUBELk46JFtIgJOR
vMx+oNv7uKY8vB+duKPdq8D3natKc1CLNurvRWkmZwBAqBoHCFYYbuFgFIJqsINBSTC2bxpIpXKX
mVCqZOjng0udzZJ+YkRgNVBhsID6uxkztuJUW2n/k8DNz/Jj2pX4M/dpl30fksF+q0eNGFHOJvD+
WHFHpQcoVsJV4vY6v2tNXc5cNQSGX/BGWO1lYO+jtgGeIVCezcSUG4ccorZnPKpI16ZDoIV29Ghg
RfRKrS3AGzMI9E+xVmJBH+vE/nRIm6x7gIhdqvdJNNqUmmLDGt0sSxpo6GiDOZhhqGryvRjQi8sP
NV304SlL0apodhNSwzVs6kgtureiYfl+EAkr0d5v2lHauO0Wl8E7lYfwhYiCQ8ONp15uqR7tMBRK
69IzU0U6T0XWvyCbivs7QKRD6DfJXWn42cb6Lov+/xuVO4CKJqwvGp6Xo45qghJgaBQeLZv0fiRA
vutxrn4UOgFPspbP3xMKofiQycbDGKTZLpow1L79kVdmLh4V6CqgjsicFndvO2ZyIUOB9GoQdS6y
lOgjDnb6Q+vK8UXTpnbPc+Rv9DxFIP5hY4mJkyzzX8p21LeXgAlFT0lqK63x+sKsDwM9bChQxXQf
huq3cOrmewODTDfPpn7j0hdXw+XADAgdEi4UZBnmfbniDp7YndIUg8fiDvdtowX33F7SYSzlX1lp
NxvX8PU8RXVOdFFUGinOso8C9p1bKR97zxmAt1omTJdqssd9YYXaPtDS+HOD4fHnwem2ynTLZIEl
JjZhcI4vFQLKkpczhQigpGPUTl7pO/1Dh4M4NUHdoUmXKt9kX06OZZpkMG8qwsxYsqd9A0nqbpTU
rbxlcV3/75cQJCEFQTWGqv/lLwnHucqKoR09f5zU3y0Bx52h1bHXVJWx8XmX0eX7WEKVgKQTmVFC
icuxkj6SzNRoJs/pR4ecPJpnuI49qoi7ZLbs0E1LUI40zfLIcSOjnP/qegVTibanwXEfFk74jSjL
yXadH1evWonu4j4qR016SLIh+2kYaCq6sarkussnbYPd0PnGt9sncm29UO2hQy8K24DiL+dg21NF
QcAYPdaUzt5UgjnBlnUqT6hi1RvxyPWBsIQIPomHaPxQ2L0cLOyrYm6haXqWFfmIvdR+cpizGQ/L
3mqxyqlUe9gicIhDdnkISXN4UAhR3lEIi0NoBH0KJrRTvAw3wZ2qSf2eVDGYXHmS7cewDpVTXqGZ
2SbqHFAXScaNbGdl0gAtqGCLFUasbvGip8jWmajbqt5AcnGIVbN4yrJJdodSNv+NoqJ/u/1Fr+9Y
2pvkCai+8EGvGEiqX1dziHaIJ7W2fzCtJNs1DHowldo5SkEZ7O0Quffbg65O8h0dAPDPpGFw+WVJ
FRBKBgLhlZBTT36upPdZl7UvxtyWh5zttHH2rrctAAjRsmTnYiZw9ZC0jpTOEHa9gD7TGdZR27ha
0Cmfp7E3lD/LmDnnbFjRIhXbVuAbF5ObZ63Ok0bzrLxWQlgZDqWwAamB2uXep05etKSRgT7E1QFr
A+tTFknWH3vEOFQjiI6QVAQnwCm6/BH0KktUgzTTA/ehRK6OivtpAo65M4JCntyuyZBwMDYlHK4e
FYa14VRRnheCIMsUIpOQODXgiHj5DM/AJC+mA4pJ4j6OJcOzEL96tBp1Otn4Lt794Z5yxKiU1kE5
Eg4vcyZOtCSF2mx4qFHHPzG3ix+cybc+66WaH4YIO6L/MB7oHfT5qLBTL7hcYXsa7YlH3PD0WM+5
ti3aP+A94ujF7ovwVGOnujHDq6PKDAlKCMipH4JsXIRDyOlA/+CseqMkDd/ysoCPilfAUVJqGj9h
3n+rgaFtUclXRkXlQPAgcSWh+iLO8ofCZZLNQwoMWPKmyPrmhIG/KxSl22ciwRdmQ78zuW22oMpX
B5YrmLyNrjWuE9zH4u8/DEqZPsW2UJU8+BDZr7I1eQe1qvzW95b17fZ3vN6yYihqpKJkx0W4uIvs
RNbJmgbJ881IfiyHsDxpY6ifaw0HqUHXSW7aniQOqb8tXP/q0LSGQboJ1Z4lSb/oy04ZozA4a2gP
Tm9p1OhvjpHhJZtCwqkQlJGMo+JkUF7yAebPxkV1dQuLKvg7bpTLSrw2l4s8VbHg1dbhWY/L4l87
n7qHcbSqz5BeZYPgy97yNVkdELwqJEJRAl8qTOqjIw1OqYbnMQyy0O1V1D9g6/xAzDJ3JTk1Ng7M
yi4SUpaMRAEZNsciWknbWsvmQHO8qYyChriJYGIndbi/uZnOFbSxnmvDYU+CfuQ7qHBZqOxNbBsn
zfJpfWrJwajoX7qy6st3aj2k1Z8+oZglUmujvsfpvEYxpKWNR6c/09xEf1i568ZeP7YtIqI7A+0T
Y282ZXV/+6SszI8hSYwIxQQOVr3cL2VilgSwUXAujQ7OvBb20pc6LcYRBFL1z+2xVrYKKpTQFfCs
oxa1pH+ENLw1CzmEc5045Z4mYvIK0iw5tVMbH8FY//4Pw7GOlE11Es5lr0SC3G9MXNvnqptjlCHj
Vn9Q47o9BooxS/Dg4MD8lxGFnSzQDOpEi8OHcGJXK3EanlO1SNpdHWRR/9DEuaXu6zmPE7xeErx1
bg+69gWp04p0h9Xltbz8gn2oS3NCy9GT4lSSnyvcNfMdfl9Te4T5a2w9yStPB5fbO+oIhYMrbAKQ
zybMnCw8Y55LF5H+iJQfa6eTTnM8VuUzikvPCY4kG7yS61mqnAqeZc7+u5nZ5SyVrI7InrPobNcq
XgNgXI1dUY+81Mq0dQxXx+LuBsdL2e+q9K0WSoLnUBWdgzxU7wEpa0fg6N0z4hXFxolfHwo+g8xg
CBMsbrO6tfVJK2umhZp2sR8LWT1gq2B+dmS/+fO7jDXkqv5/g4mn68MDLA+lLVWyHZ7LeBgqt7D6
qXUD1YylOzvOtwr61xuF0egeCm8Egpsln72WlM6RNKZWOr0+7brARvAnw8kby3K7eJkRD3nMuS6+
/ulxeIdRcssIwM4Vr06pglC0bKMzFdvoTkk75wyiESZQKBVbDukrX4+CB5kWzHmqO8vHoTQh8A2h
Gp07pvXNKTWgJ74lZBiKVP/TdIc3gVowlyc3i6jlX368Sp3GrB7m8Dxlmv6EkZT0nLaDuhumZiuT
W5sW6B+LNEPY7CxVsVGwSVEOksLzHI4ZZ61pdMyxu6EJdjwMVrhxgV0/C0JxC/4FgrNI0y03Ssy+
7FQzic81+gufzKH4NoSmBNejU75GQ9e93d4g1wHa5XCLGH8yi9BAyyA858MMgghEYcbjMwzOT7sx
q1cngEP0tRlKuFwJP+hwe/SNyS4zGinCVc9pgvhs9lFPPUDtXZ/o6ZM01DPuBnq2sW3WxuPa5IXn
5FO8FX//4cznvg8Jkvfv7NT28Jg4sfQlsK0et8HJ+FVT+t+qvq0OCG0HQp5omCwJgEWrFjnPR3Tu
J8f/Io9q/lyYQblr7Tm9B2zd/RlTCU0vyODw0ug7oUACivxygo7eaVUPJO+sU1DW3AYeuvzcTWE1
HPJOzec7p6tk63GIxjne0Z/bkkxemy9aO0KgGTA5wNDL8XvJagOfPv3ZLvWB5mVJ/DRZlZflcvEP
q7HVOVg7nChMCUyywrBLwmOaSpEWNn50Tsu6f0uHjlqHBirw3gzmfEtodnUw/KFYY6rYUL4vJ0ef
tId8JYfnQvKb7rVu++peLcqpfBkBJW4U6a9LyECaYUBBs+PRoCS22Kt4HCgD0Nb4nNGX8uk5o8e3
G8fIAIzkzK2L/kn60wbMs1PDoeGfZkPkdqqSPI0kYhuB8crzJWhZ0M/AWV8rSuV5nvZ9WnJwlMI0
XrXAGWmyhb5zHHx2NoohXRjdUVoDBnX7irg2R2EdBEsaaJsqFE/FV/lwZv02i7S0a5NznKt+vK/8
dvqmm369M5vE0V2de58/lYnychMVpZcPVU7s0BrOyzR3/XOrlltAffGhL0qo/CTQsxxcIgjRYLj8
SVqZWTCm/PicZ0Y27fqYMpirc7BPt+e+cpowBbVo8ZB7UypYjBOMKCQYIA3Pql6OJOgywvHz3KTo
oUywqLuqsT7fHnHlOeBWJPGgK6Qj37aI2dWE5x29+OycBpn/OE20SjFknRF+8NX5n6hypLfGVxqI
XLa1YV64MlkBIuRy5iyLJv3loiZmmCfjjBan1ufnqpHbaaeYUYW1n5QjoWVu3s0rXxHpQMrQQv+K
Ht+iS9/LPQ1SAL1nNc664VBUEEldRDjMdmMLr8wMCTJKAoigkvAtk/QxVQLQiWV2LhNdDtwENOJe
ryMBczQq3ETNZovvv3Z5QMCmxASGBCzgkvjXxZpRI/KVnevIV4+1RT94amb1N9XF4KHV8+iO4lu7
o5OsGzvRlwN+OcfHWJGmb7d31MrNYVPjJ34iqwYwsDi+faUG88S3PYe16kiUSuN4F6HLB3Kgsc6R
bOGZqCXy4faoyyUHDgvlkJuTXFeGzbo4OWiNdxbV0smreqW8Hwq9foijjruzHPrfVuIEf6q4LgZE
SYIeG3cUgdBiwLnueYuYKX01zX4c46C9L4a5Hl36Ld2TMjrRH0b2YkAyedE/EXngUsEDYFqQ4fej
ehpi2/ldiAjDb2SEpGbfJPNWZ098pI8XnhiMvh7RHwVosK5iuT/cwSmVwRqDO9nz5ySN9xRSs+ZN
cqwg3GtVns4bt9Da1xOuTCLNo2O8DLn9vCCkspXZC9PGVo4YJWbpEwIZ2nerc+x9kGhju7+9YcT3
Wc6Qt5aiDxJaPO2L71f1oeKMOc4nEPpmNzRpa9SykT8OPSnirphJ4dHhy35QtplPXeSgb337ByzP
iVhiRAwoP4vAifjicokroyzLvowVD/aHkblqp2pvmUEzTgoc/a9e6uJPve6kX26PurwD/zcqeSl0
EtFMWZzOYO6Mfm4nxZOrSsndMifXcnFO0TeWd+WL6mgGiCyUeOaKkTRlMBiiMpK92Rr05mS0Td3v
O+TTo1MUq/LXXh3MP3WYYG6ieSE0MClboItxuaJSm+EW7RSql6kYLRyxQaQN72LyE8UPnU+Fz6Us
V0g/bq/oFayEYVlPEAe4abOm2qKuoM2Il2vdoHlxMxefQlnP9jICTzmystXA/wxBiOuw9vpJDw/1
OMDzU2tzI3pcObA0x9/L/YKqs9xNsdYoXVJ1OnVhK613jW3693JIQ8s1UnOLe70MGsSMgV/bNALB
0eLic7nQ+BeNFUa1mpf40+w8yIpU7Uvou62T1Gj3GQ61m0aziqfKsbaKjCsbmAuCEwO8A3T2Ujgo
KjOnpFGte/2kddkeBH6sH5w22FIyW9nAvN3QDN/V4nEhuJxjnqoV2YumAxYyageHgzg84Unr6+dh
muMf9Mcq5+72TlpdVkFto3XNTb/E09eJRC888pnaMATTqQlKUJgttBrd9TVNempnJ1X2/aj753SY
tyAsKxcimlYCk0wljvbC4j6CgJTTdRh5XxAF/VUC26pPY56pyRFd/+FhlIZ8um96Z3gz2oBkIDYQ
3vnzVxzFUDIOqo5cicuEC+pM2YMMVTzYFHHyOEnQbFzU4ErnNYPurzzlqo1W4u1lX504tTq0GdBV
g8d1+aWjAL4M0qSqV9ahmrxI/pjtGxkb24OW9oO1C6JoFgFwXhh7g39Z8ERC5Xz7R6xtNxof//9H
qJc/QlKRM5uVUvUqWWlfQVRlPzLKIwczNxp8ETJtY9Irrw+3BPGLEG0gZFy8A5WFDl6A7ZanSiAx
eJXTHt25Sf0atzQJD1MaTP9ko2P6G+/C2rg8J0TH1OxB+S+C/nZKW1vpE80Li7r5FSKO7D+HmSxJ
xwgcZnb0p9j+qQoO15+vL488ubwG8o8IcbG+QwNUvdQ1jxJzc4Aq6xx90I2pq5pzdJiNcct+aG2i
FrtYZPTvhgSXAyKZToeubnTPLpTmKXGG/rmwihjWSpXYGCTneQjYnrLVlu/b6sCoOAAwFGqqy9At
wYE4t+pC86ShUI4RzpPuMCT1syMPsILLyC/wEZ3UMP0PXxaQAkJQ1C4QH1kco0wfe0UPas0zC615
GadufOuznn6PWlUogdCUHRGORZt3i86x9vQBgxEZJLcXgNLLlVaqsIiGSAacogHp3ONuZ7cnedSb
AZhyXQ7/ZZ5COQKsHxmOvDg5RpsGA2gf3TO7MPWSUpo/wdy0fTdX55KzWofaoQhpQ51u7+DVaXIx
UyKms30lEjGrSViA0+R1sENYr8o003+KIidHriGljLO7PdzaNkIVgTCKlxz8prg1P2YAuT6NRp3p
nhzpL5Jk420NXPjIEjfHVJvn10KTph+3x1ybIlkshSck6wjLF2MqgVT7XU8k5chj/U2Tqlk+gk9L
jxTimi0W//pgwJMcMkbBEricIJqAuO72FtumkqzfuEap6W4eepCi+iS34/H21MRPX6QbIr8BGkbp
Afzf4nQEPibhitmYHsRV/1EtuyLbF2PxXNX1WSrj9KRwK9oPSP+qbub75cbwK1+TmwhkPS8cZfCl
0jH4IQyMrML0mmkczZPU+2aADqI+eHU+zvUdSh8Q1/Qsmrbs2Vcmzp7F7RggHoJLyyaRHw+WCX+d
kQ19ENK/2t6P1ah129L/lyDDjN0gUKlwDWOBJ8VYRLr85ydW6NFSxQQASTay2FYxWveFnsmWV8D/
PPWZgkuhNNLbCB1jRi6Wq+JIG3VLlGHlSadTJYQniSzo7SyGVWwafah7Wl41aHJ0qAwt6V2lcv6V
4qBT3dIctI2vvLbWAr0lLn58CZYcukmbZT5zZHmdNARdt0vHOPyr7OIs3Mt950tHLZ8a6eToc4HT
cm2pX2v+yZZIxNq8qWQLoKAAJi4fglFVJ3lCLsmL66x253YwXakaw9o1Yv8NP+Rwi468trk/DriI
nbDJaaV08k1P7qQiPrRgRt6i0ZH7Ox+0yd5G0jR3lTiQqsPtQ71yhZDA0ygEZQi61lkUFGu1Gcc0
r/jCeViWWGU36NZ1QB12etB2G+RPEaEsbhDAs7SUwXsKgsjivtLUEb1q3Te8IKl138VeOtLd3O7H
jbrE2qRIsACOIYgJfGRxUyF+jOwLTG4Pp89qRngB7cPP4VjiAhSN2lR7f76GAruBopYQ8F/uFl1O
4dzMmuEVE0q0D1FoW83OL00an3GV2xt6cysplii1QIbgWQNAtVhESw9imave8MwcrhDPJ6gmdWjl
L3mWWd8Mp5Nfs6nO39AVHDduodWhQdtD26LgcyUaY+Yp9YHB1L2RNxckuyY393qi5/G9CuCoflCR
2IJSHk7RPxL//w8VGt6tEoG5I9LKH/hLi0P04T3HY6Jvkra1PC1Eljrs+/in3Ff6bqqsegPvfX0e
AVNhvsH24bkhJLwcSsWEY9AjRfV8OaiHnVQ05T+o0ZjTMU01ozvYcgRXWq5yurG3N9P11aNS+2GF
IeLx2C4/ry2NXTuQSHh5bgZ7ROGCbI+4mK5+EfYQd7PRhv2/t4e8Pi4MiR4Rp1IolixLl4qWVcFg
9GB0q6x7CiQ9ynYVOexOlqJwq7t8fQeAwMZ9HclXUCVXAZLszNDi08j01L6I/lasSWmOQepUWwJL
a+uIzAXqJwKvRqB7+QVHtVXMABl3z7DnOj8miRXN+3iyJONkaoW1T0x/3BJBWdk1wF0ohgLhFJrQ
4vx82KB2Z5mNkdSOR8dVq45NVdCUiqvYFEidxn8s7d7+De+32ipVXr+aZMGUW0iHhX3MUuWKRZzo
6YIZ9YvCcHZomQfHiO5mdLSbQPuVNfa8nwZljnaSHHb6HvXVZKsGsbLgH3/DsjVVqQ2C2EEQnXND
Tl6Dpo3iQ1Jiobq3OzTMdYJ9/4+vQpH8g20XhXe8Jxbf2B7stutRHzvz5MzhIzZAvbarIifRXBNf
crT44rJ24ylrv/tx221c+9e3oRgdqQ0dOQcKEGJBPnztaCJzLqhwnFXfUL5OFAL8HeGE+bVudTA3
Yx5/IkQtkOHPtI2LeOXEclqJkCj+k0qZi+tJqxozTXVT8kaqMY+6BN86SyzpSwse6HT7clj7rMIU
iwgBvv+VaEwK8XLOxyQ4o85Su+ieBJ+c2J/23Zx+UUfH+Hp7uJUjZIqGgpDlgEO7tJUGByPjM5VI
XpqHOLWi+DNOh4zFjw46Huhj4NYTWLTAGs2NXu7KxSRY6wyLmCK58SIEa7oAlUbTD8/U2SfzmPRD
YJ1aKzL+w4JS/EWikiyY8or4HR+2Ta+VcVGFRnRWcLw98ciMqFJC1UrtuW9OkSFRYr+9pmufkCeF
XhjdVSF4czlinfWRE49adG4hLQ7HCIBAfnKm2gjvYBFY9X2GOvDn22OufUd6QwTw9HNJWxaHI0t8
FOl1kMJqi1zDMMvjLpMwvDCK1vlsdkZ9aPRsy1947VhQ+6U6xurSl18MKs3QS9TKDs4hLNjRjbkN
79VIyz43NZTF2xNcHQtLd5J9AHbU2S8XNaY+J4EqAjWfDtUnOZHLnY+WjLMvukHON/bM2t4k7OLr
wfkANb+oD+UWeokWkkLnRG2zX7KSFMGpTaMq3//5pECJEKOzerAPFg9YE851oyWZ46WR1R9xALP8
nda2gXZvTHNjff3z0dgatAowsyVsXuxLzUA2QZFkh3LQICPW2Qg3Xr2V8+jQxFr4z+3R1taQZJYG
O1MDECL+/sO5G/3SClMiDc+gvf+CLhMQIEBRdXK4Pc7as8BD/A644tpcym4I+paddKnv0fUwsjsn
sKJnGiX286wAY0UCzc57kFBIDf4KyPDqjeHXQgGqI6StVG2ReV8sqiz3NsSYSvKS2bEzV9KwroNg
XzwWTQ8xfXSqI0scnbA7SZpDljf5t9vzXzv5QmyPfSp0R65qBkGYlH7MDR52pf/sw2t7TshZnnJj
Tmk+mHSF6kzbOI0rHUzMIIBJIioB1QNpocuvq+cKzqt+5HhKMNXJc1HUvttg5KmdMHLR8Q/M/Syw
XeTVVPWRfln24huYRJ9zZCB+314ARZzGyzSXEhmoYvIH0kHKgJe/JaDs2pdO4XtZin2KW7Pcd5Dm
Sx9BBqV9kHsnOAVK0mKxOhknCUxwtiMtVQ4+XbNpl1pVsq+MfIt3s/YMYNbEacPlDWzW4hIJGtWY
6QH6UKqKTN+PTVoN92UiR1C8p6C7kzCEvb+9FKtDcsSxjmYn0BK8XAn0ebtALXTLG9sZYTVJq9pn
ft5gHzR91AjNwsz4fnvIdw7KYvWB7bxD74CvkktdjlkikpFnQ2fiel7aihfKDsbF7AxJOVJkrhsX
joWquUUsZfUuDPsAJVBN/pHMo//Zd2QUepMizO+dyh/zsyZ1GLrc/oUrFwQ/SxDbyOGJARavVGQV
jq8ZgU8fp4wr15myztlN5NFe26tSPLilamQHQ0tt45NRNtpWFr/yUYT4FiUYRAYICBf7YJynxG7w
Mz9PY2M8U37v9mZt5zs9JnVQTGPagkMuJgz5k2q/iFXZAGjdLm8ERHMaEAwoKU5JWH3RY7OS3USS
lbvKAfF6TCty7DvfEkLJcETM+Xh7vcWN92FDiOFptyOxi6wjYjNLADXeVHZATOc/IwRVYEWndv6w
64WzBw1jDFduj3Y9Wa480XEXSETRC73cfpViCS+eQn0uiyjfTV0aHiw9zI6OFEd3hp0U9w63wh7W
VL2RDS3vQCb6Xhwh9NEYGjWfy6HNbmqCLpzVZ7MN4sd6rCLqMqG5a2NHs1yQHNm+LFv1ua1k7c6c
7NbFfaLZqtIsthe/QtSl+A/gGfhMy9svD+VY7+Jef/Ix2HhtOiQr/Ih4z0+KaadiGrbF7F48OPBE
qdIKrKkAQqlwEC6n3Tsk18XU8spmyfy7quMfg3DtTUbysSxt9V08x/bd7a98tafEAQLnSqwEUA/l
98sxo9aWAjDc8fNQSNFj0I3mX05n/owcJ9uomV4tpwBwiIlBnmJplw2lSfN1uR7k5HlOihjjZcUv
q72WD5OJ0E3Q/YQU2m4d2LXZaYI3QnQrHjHx9x9Cpa7sm5p2T/Kcxm1+PwedhAXQAMYM+7bg65+v
pOCFwUyH3QAs8HKsPrSbJozN5Hn0kZ2yA0X5pYHT+EvLo34rNFubF3QfxH4p0vDtFmezYPQs0JWE
s1miPlQbNHJsubsHQhpvZJNrn41YHc06bh+Bdryclh72vAF+lnLplGLbd/JzNMTxyYgxWznEgdJu
+TlfHwNuG24cxqR6qCxtgzUtJtJs+GgRZdrvRhTb323fbny88uKW01/MyBsArdpSu7q+dtihHEEA
/5S/Ad6IpfiwWyY5pSZqW3xBpw9/5UaiH/q0AZaMm157LKfJ+mlKjhLtsliff9JrGL+rOF4fbu+j
RdzLLcCvAHNDi46KEECyy1/RpYbRT3PEgnfy+Elm5Y2w+icJxl6+r+2idkmdZm2PAU6wQyh1S/D5
6nsDmqMsL6p+2KVf9VFmCxa1nQ7Tq96mRf+IwqreHgCzxZWBZKycBtz4veHbG7HE0stPJNf0JlGj
Y1QAKe+g6g+L37ZRpdegNF6tJKps080rKfmiaRUCSbuqLvuiJ8gK8WtpKRK+KcKn7bHwDWgZppSZ
ym7y7fgfjCaL1u37YnAMF9ilNTxYmZFOT5YfqbpLvaT76/bXWsbI/O73BAmmLUgWYFKLCtZglchE
91X3EuEgui+mqcM2IewLl9hLs3dFg2+i1Uj+Y+go0pcoKZxT7KhluxswTJF3sl6EX1u/DTZ20TJ6
hLOtULuljUOABirQXmxmyuuOX0h9/9JHU4dvZ56m4S5tJfM1KKO2PfR6W39DyCxsJtcesf1sS1Nv
CKZrO96B8irHz4kBR3MnR6oTvypjLCkbN+bVThdVRzgtQK3AqEOmvdzpUdHphdzGyYs8jaW9CzUV
scvOiF+yBiPpfREPjX50/M7Gvt326+ZkIhi2hVi5um1MYhwsJJG+ALNPWn35I2yjGBAqqNsXMwOS
00Gh/MuIK7k52E5OMbRI+n2uW7N3e9tcT53CGUqgNNrAIFy5ObRGV9e9ZLYvIK+641j5/b05xaPp
toj4W5G6K4ws3ktTaX8uTavfuNNXRqdFAnUGjCzBzZLAWfjmMHay070EjoxsbTvI3dGwjEE9UVKT
g18w1dtPJIYlrbE+HYVyFrq6G4W1q4vmHToKOlYgEqyrHlwRUITnBWhfVMn0j7YUkkEo9vSP3Sj+
rlKl+sftJV8ZT7hbgT5AEQi42+JA1BaFXqpf8WtDKh+441Tr0c7Jk/KTkqXFbxNZoOR0e8jry4EX
ms4XZ5AIklku4o/JjgvU5Lv8NSDMtd2p8KdAcgkqJQ2Nt87HTtvUwppjV2a6fMhGyeyOhL51Wbgd
uK7vhgot80lLOi3CVFWvQnncuCjET7hIKmiXU+UABwiCGFy/2Csf7t2pGEJHrYboVW2mLHsZmykA
PlV3/vcE0bItWPj1zkO6iFXmYWH/UW68HI3hY2McqvLVsfIJp2lpCPmTPjosri9Va/9A4FhzkX4w
H6YqkrcECt496BezpbVE5saxg9G2bErWcVbHsE9DEFNR/Jr0o6btIJ0X0afR9Cvgj6M+dd9DAB35
3uqSuHwJ+0RP3YrL/UdTJ5OPlJ1hf+dCq4NdN/tOgEUa6dgxlTMykGaaDGDBdkmrrBxjbHUNq1DH
k52oBe0GIycKnUEVuI1caPpLzj5/RmEz/pw5sNTdLoryz9BTVedUGUNX760xmsd9UyFjcPALLc0C
MAANrpnQommcN770JS4iNf4cBlb7l4//xfzV1GJQykHgsHNm9CW4R6pE/ZpKlv8dMy1HezDncYoP
Vmr56W+wKU35mFC4177lkQzxy9HSWtsboR74e2hLffWQtXo60HkUiQ9Yh6o8wgA3xocS3qf1oGVN
/jJqTRntjNGam3sJJ2Dtvo/jqX5lC4F8HPuZguFQOCkQHyloLNiichlKx9vnbWV3ka6iYklTHXDp
VVgs43gZ5nH0arTt8DDVxfhVxcHvyaeOyenTm+q3lFTGhJCpEmVss3SrEnz9C6DMgLMhheMXgNa7
3N9UzztON1EMOqXdWy2l4dcwzNp9bcnQSJsU67VIkvUXPSr9I9DcLXjV9ficYjAVqBywi5wlpzut
rRnxc9WnKAjs8RgXDhg2B9GsdKfaiaBEOfVs6ufY7qrnDkGmdO/QU002Xvb3ivflOSPh4o7ldwha
wrKHmhrmNBeOGr1G+TxbLr6kkfzFrrXmaRj6xnYVNcueeJetc4796wMiHekZem9gv808/qaXxmUZ
f1V8Gjo/jBQx9cc4bSRjy73i+k2wSdaE0jNRJw3IxXXUVOiyIM5QvSo4Kz1MagyzNcx4mlyJepqE
oJpc/H17jy7ZgQRmNi1PWhKUtGGQLceMMnyJHKfPX/tmVoaDJA/518hu8vpQ9ILBm4YGxuJuojRR
/G0OHS3bqbk0PA9KXGF6KWlBYvy4/ZveH/yLzyXCRNaAsrNg6C9rPcacI+IwZMqnuqhT56X0w679
NJHEq0+BHDfDvm9Cx3TTXHfCz5MxGtKzlZQTllJy0Qs8cRymXxHcK4ad3Pb4jaiV1CaHvp7y5Dum
F0N5arNpcL6OZTcFhwJx9ZcaGajxDcXTbDyWvhbIG0HOu37jYlK0DVCK413jj+WDr1VdYne5rn3C
Hn2+l6dg/tvuilz7Yql+cNLayom9qKo4l044RM6DgwJBeq+3XetpZlWk+xAjwydTT3Xdq9OwerIG
yhUnDOk66UnJkz775hhRNL1lFuXOXZ1bmZf6atRvlGiWJGyB+4KBwYGiNMQLuSRFhOaQx1aWdq9y
g7odZFGtQDRWLorgrR8aK3KzWXLCuywyBiza065yWyB4X+ZAD7RDQguDf3s023IjZbu6a/gtyF5j
wAjSRjhPXN51URj3XZ714/+Rdp69bSPh2v5FBNjLV0qyZDuO4lQmX4hU9t756881Pi9wLIoQ4X0X
i11gs8BohlOecpdznhWWckIdL3g/R1Xx4EOt2CV5mn2vfC2CaGv14+d5sKON0OXq9PIDGBsANmXZ
60um9+NCHSxnPOsdlowuDiz6n8ysI2M3KMAV5DbcwptflwjouoliGYg8YBoIAF3OWQvpNusYIp1l
iPG/5KF/mOYgvhN+JG5MWu64o50graZYfvGhIdF9onSyBeO9zpXFr6DkLUqFNKecxcqPo1ppLUnJ
GfIVurpdVentXspH9UGClhTseilXxnu5R466QHcqf9RGO45mt68ybRRSInAOR2nW4ifDbHt9Lw0N
XG/FSanZD0YDT8yYlC2z1+uLj19NHRUuLBkzF+AiGFZgfYBymSilNiU2oana/+L9yOZD0anze7+d
f1v8yAR4bG0dpEZC+Cse8mepMKU3woE5UaCP0Tgi6gYShxLr5WfUIz3oykQsYKlbd2Fs/9HRx/gs
YyD8Pkmb0nlrLZ3xXtTEIbzA31zWdOZIkLlaezpzndco+jfzh7Kx9aMdqcGnsJsNdx4dzofV1YZ3
+26/ym8FiF+wW0EhU1V72dGv4ntK9jVl7N48z03ffu39pInQFw8U6+DTs/6gNem/CIbm19ujXh9N
Mi3qvLQOGB0a2eUCY945OmVjWGcbvlTvAr9L7nrLnL9nbRM/dVX07/Z4V1kM5QMiesHXE2r8S6Bs
Y/V1M0ihcZ5nwCBZpY6fu7budsKT/s3X3uVQi6nNZlJLdhEbZzPP8NSzwxq/Fxk4yD6swuEOEcDo
mDhZehi1MT6jBbDF+LwOrrCepUxI3R6AHgHMomQRFKhXx3T4ziMiism9npVlc6r9ek7czqnqEwrP
QG/M2M5+5+1QGMQM+ATcp22lv+/pHP3S5j5+rvCi6nYYr0Z3eRJOW92T632nCQQfqukkwDjWiB3y
at9JUP9HglD1XEoDQury2O1lsx4+I1mCfpkqzenRp5NbvLXLgIOVkNkTolHU45Y9FNPRxjomQj/j
eCzvfNsqd02oW88FldYThYbg/vbGeyFpX0QZSA6gSAuqDGt20Ye8nKfTRKNewl05T9yryjEhrNBc
P0lNxS1lwC4PYSsjKW3L5nivdAPA2zZoHIkXGRrIrofBL+3iyPD7IzbRypksahzeaXMnYWY16fLf
Uo3s6Wi1eXvqFHnyQYwVVeJW9mgV2c5X5XhfqFrqHMAMDcaxaxX8t9Qo6RXqSLqduGqWT4LHYs3B
vlElI3k2OkM/oinQITwlS8MnCoJ1/gP8qvpV12aJm0Fwkdw+Kof7sO0n/6EGcOZlaLs8R13T+e8G
0uTCrTEKR7o6H1rj7+1VvT7O6A4AuaI8SOMBAM/lohpNU3RFrVjnln5ZuPczw5cOOXRzup5d52/x
q140k5cfkViGMghVaOGxdDkeuCAJwoBsnJUOV9edVuhEfwmtCbeWDfloVVYzH5Up6jKX9L8vDlrP
dX0PAE46hZGltj+GAqw6Ymsz9AbR+913AHMUN3Iwq0MCJFEo6zUZcdvthVr75QS3Ap6BNRsPy2Kl
shLOUDAk7dkPQPlZVaaGe3Vu9LNFxdT4HOidtAMELqn/sqRLDgntK/uDUrV55Zo5ytuHCJTJsS4p
FgCp7Yo+cWXgE91PySmKHfS9PP3EigfzVnv5OnoUZG7cHREJwfJ3qb4eJFFnVvh6nDkSyI1FRejK
uaU9NEVRurUjOft8rH44PWr9vCFvbrWSlbK5LFDVkNevbiesl+w8Gbr2PPFyPiuOH/4ogMEi5Bzp
x3nq6q910/dbfHmxjRbbDEQTEAIwoQRBy7dYalNpRmG4ODcjpht75N78vVXa2qkcG38/2nXT3nM9
ZqcsKPA3u71Vrp9kUghaAjyOFJzt5eCFXhiRbaT1OYNPf5Ir2F072faJWylDenkgJz9vD7jyAkC3
5ZEy0CAFcrvYmsg4FWY2xf25gKfY70e/GBWhwx5gKxAOu7AvA1KFLPlye9iVRabuIWiLuIvAsRM/
69XD0ybVPNthN5xtEqXU4wdg2mlZeP/th6Apmz81dRfjKZ+NvPhk+VO7cXetjg9fR2WCNDiWYW5X
SzlhWNGdbfwkEoAgWC532gT8dnJqP2XHmbC8pQlNjmMhGfJW52dt2QVEhS9MK5PX93L+2oD/Zaok
/TnGY6UChhhH9p1u9/6zliPxh86oRPV7lKKNwsbK/hJBJlUELiPoCovPTaPL6cvJYd4zcCx1iGA1
hhis/FL9iNt08J2tEGPl8oM3BKRA9Ex5hpcCKrmZaBW7dziPthWND/mo5f+441Ntn1hm0jyi+Z/8
SUQL8aikjv97qK1e2tfV2Ps7VepN/VEb1EQ6Snkt4ZQamElJfcwyMxd51Q5kqm7HiJ73kXm4vUdf
ooLLm0AwnigEUQkngV3W6QY1VotiyudzrETDswrhUduXaIvRy9f88t0YJPGHMKA8vZtRkg4PkkmA
u5/7vq0fmzCMCpqhiMG5BQ4uYOywN63cyaEnvEPZqnROJXyFxh2sutQec6VQE6/szGTYFelo/ZPn
VvkGzZ7zF1GHdo5aMSBIOswBftG3J3q9KaDIIBAifCIFZmmRaI2ppZSaJaGioMnxqeZR+hKQfT5l
0E73nIp+Ixy7bntSxuLwCZsAQXA1F93zVsF+25Hr/qzYVZLObpePMa1gs2p6V7O7rLvnGtQT/M3s
Wf8RdtHwyFkKnYOBwm68V3MDh1MjqrRvaO920bNizuavt66JcJbiPqT4J7CeiwMqZaj4j40+n1Un
VDS3wxQV/ysneujJj+9QZcbU7/aI11cCIwotJzJdsBzLSlg9ls48SMN8bvU6dgc9VR+CUfrs2yUX
VCF38u+cm+h4e9DrT0+hRKi28LpSil6yrAu7z+wa+ue5UItpn+eJ7iYjzB47lU/DaNWfbw93HTJe
Dre4fnCkwRPQH+RzP6H9Ds+m/YEws5fFk7rxwFxHLgIOS92FxJasfhmcJrY+Kmldyucym5o7qx98
647ak5H+ahph5ZKoDeoKQNvQhSzmxE520ZiMzhu5oWQ5FBJQWRLaB1iCLlPsLsocawp942wpUz27
9OpVcICBfGhwW9s4VivfUkTiXO1A87hyxeK/elP10K6KHAmLc9On8xFIxYTqo5HizVs35j05T6bc
3f6cayPygFoAA9hAJAGXI4Z+reOZPCpnpZKggFpJeHRGfUx3QdYF+3lotqKVlf0jSlNCaw0IEEiA
ywHroFEa4FrqOe/ncT7omdHbH+RUd/DmUVVf38hTxcV3+QAQBgqem9B7Eep8l8Nh76Y6fe0o5yLi
gskkhF6OOCfW6kYV/DoaEWhCuhsEIiLDWcBTpLCcAQ0l6nloi26nNDqNoNQY7jJsondkVfI98kfx
Hq9V6shv/oScEBIqYXmE1vfiE/aBpo0VpdlzklbJQ4ia0r3mgzzpIGfuETPahI2KuSzXFAYGzFqC
GDbr4hNGFcVFHAtV/JZzfTeG8XgsnKZ7l6dB+E7xY2fn4Fj8jM+J+oQkv7OL6m46IAC2adWwcuEK
JR+qNIBbILqIK+TVeSHJrnINK7szT3L6aa6V5E9O9H/SuXYHN1cyfd4rkmpLG+d0bRNTnUbrUdTd
ruqM3VBOkRCTO9P11Y7OYPeRK4kbyNR8a+MZWx3LgJqBmDN12mXOTAFKT+BoymejqPofVSzVn/A4
BBDdK0aw8YCtjiVwFOS6YNOWBe8ClYZQHZlXqWXjn94PsM8lp+31n0VnYz5/e+OufT0hFYpdnixI
dIt9pMS6M9dUUs8I5DgnVPFRjYvz5s5p5Pk7zX44kfUcfbk96NoUQYiAB3rZwsvCVVHqXdfVs3KO
UIx/xpBCfsjUCuNDGi90UP/DYKKLgXYBBdPl/mwbu5x8Gh3nIpnj8lFGd/Kg2RKqwpGUGhvLuXKV
U5kBH4e3EDirq8RzsDtEj2KuctOInX2C+JNMou2oP6pqkPYd6uNvtKcSb6NBvMkVQPjBJ1xcPXOY
hXohpdrZkuxqD1FBy2Eu2/FeKE+4Sq1Zd2xpZQO3vvIJgZFRueKBpLWwbIhNVt0N3axz/0Sl+p1n
O1V+UktpTjxyuv5W+BTAIiwFaQEBlAXqIH7MqyvGJjtw5smkvhrV6f2Q93/LBoZHm1IhZ38m2pab
0MqpYEAh+8+RIIBdnArLzssxoqZ1NrVS7n73Qn7uRA3S6I7saZ/yt4pV6b5F0X7eEFZfG5rYw8LP
F4A/K3s51yg1YuQ2Yu0sWVL5AfRWlhwtbcrsI6C15AcZ0gDDNhv+S9xjopaDNCNFEyrui0U2g6TN
Q+7w8yyZyb5urKw7KNHsP82BXZ3lLi3qjYLe2h4S5m5Cy1bImSymGmDlJGuNpp4pG0sfIux+rH1V
9HFyl5hzlmws7EpPzrTEkRRoDZAay0bYqJTQxmAqf0CcK3iwQycz91bWUjbIpfmBAC2665UE1bI2
ax8kzQqi92EpBQ/UU5SPt++ka7Ac7lgEXuTxgocAGeHyK9taGiQwo9MPUWDyrYu+1XQ3ysfoY1HP
4yOvSnvfxFOJpL45wFA3RmTyyrH+A26SmjWWM8UOgv2WFvx1BEWNmcKGkGvizC1bS0oNGM4y2vqD
DxckcSO/JKwArPUOBBD1YHWQPiVgq9xowjN+4917uRsvQxo2H9msoPxw6paOOqDYkhDbrpZNX/5F
HxoEfmgY79C4sY6hkmQf8zrvD60a6a7ZBfXDYMT9xkVzffhsFRI7PSfBKr+SH6Y0jo1xbo8fCGji
bjdGYOBGyiPP6FLEjmurcCCbSla3LGKunw32I8VZ4Ey0uGAfXG6HvGzTPnbK4cPka/3f2XbaezhB
jfQF+D5PsKEHVvDmlwqEKdUrgnIMHK4qlvqU4ZPUhvY5C5RjWCeq6jZtXEBhy+yP2Vz5P29v+evD
LtJI3MpQy+MNeDmdr+7wcI6GFmFnCzeDtvjb971BfdT0vw34in+6PdT16cJWGIAP8ZOwh2UrXy6n
ngU8tnlSv8dca77v9DG/76rCSg7OkPkPeuoP5z7s5EPYJlq9q9C7/GJobVggk65EXqhNxe8oUYp2
Y4df5UEwLsCeanRtwbgAXLv8WWrtVy2Ql/p91qnVX2jEI1wnehnF6fb8r3aT8Icij0RJRajoL8nM
rRPluuJ303tYHfZw1POQE6O3pOhGE+R/g9k07/7/RlwsuB+brT6hGvu+g6nR7CRbT09+0DbvIvAw
xyhSj7fHW24m4VNBBwiAAaBydvHirarMRoLUFGVPZa4n9zzL2lOh+WclTN5MDXwZCsVhRFr4B2XM
y4+WVtmUB2WWPUWWT49Lx+MYiF9aeIBosS23W/OngoDctEsURFtuT3N5HYmxaZ1AtKfADdZTuRy7
a4xRHTo7fRpHelJRWpnQADPbDcxOKVHFsrW/OeLT32+PKt6eV/ewYLe+UBS402lpAxm8HNVqlFZW
R9n/1uEYkf3S87L3QLv5p2qqZOcpxjYu+4jroGF+UNCrcnbVHGxpGixm/vIbRFmfcE/ol1xVu+ll
9f48S9/Q0vbDfZU7MplIBUD8z0A1swRyZVY+0J2gLg+3p798h/53bCi2nB+63LSwLuev0GZWe1Tv
vXjs+4PdBfGulH3jrgh9yTlZRmL9qwje3jd6Xh/lvA3jw2zW0sbPWF2BV79ise/6phmavsEBcdKK
ZjilWjmCbo20uX42o2j8O8x6jDxHXOtbXpZifsvvTyOLrS6aZ1esqNTP8NVKNOkbhC+cw8tJ156b
kmyCZx/bwNurvYg4XhYbWB2pGTwFWFFiGV49C0ZkyFUdDKEHkLiWP8pqrkruqGA3uycCCR71prWT
v8SswzEv82brIllclf87PDGHkI5F/3PJv7NmoySurQLPrzFDdMosPs95Xn1PHDD6RFm5uRHzrh0u
aBm8AjQLdQ7a5Xw1aXKCobAC/DIGe9jPFPcPINpibd9ypdGP1SVr3PexPcW7toBwtaOaLFUbsfDa
J8ZXiJ6dQBDxFF3+irkqO6WYy8CzcOA+DZrj77WpMfaVCWj79gdeH0oAlsixSWvEn7/6wJKRMv5s
BJ4yDsnXWhVKOaoD+0dpe2srb1sbjLeP2BpyHQXHxYWpKbDjzRaDXXw8xycKjXp6V6ZVibu7Ehnq
23Lgl82DcTuQat5y0pfFKvKWD3NjV/63sKoVUC6JFk53g9QE8wEq7mC97ZF9GQ6UOvn2C4FsKY6m
Nu0YFEJlyajQtxwsNdknZWl/mMIhcAN/ervwL6V/gihh/IFi4ZLtR3EtSHu5lL7pxGlu6ViI56V9
kH929DDdMpJZORc2Gbcj5AaY3rJRpNeId0oYJX4DORLumOf8oAA2u+/m8tRMvfM51yLrTkukIXHt
AqvxjXO5snMIFbmIRP7DvxbfsqQDBoCqCbxWmeJT003tYxcCxYCHxDN/+0gsM1HxJRmMWjjtBWB8
S6cpg5oMOWYn8cIWdf7eCiTrT1jmdbTn/68O2RDX0W5OZCqa3TzLxa6yBcguB5vT76umfLNdnfhB
oEQhp4m2GXCRy0PqB2M2pqnC1iqV4QizghpSFiLWWo5t96CwBlvwkLXvzbemvAkBwLpa7yyJpLoJ
jczT1f5fYGVztqfI6mi7hrvvZM1SdPah7Bx8X7NPtbY1/NrnFrJ7onZGSeAlg3h1KwVqpitp5GPJ
ZMTaj9QeENMOZ/1nzsX/5/bXXh2K6irMfFnoX4o/fzWUaQVdozl17HVRKPk7GQ2f3EWmdSjdUU6r
jbRu5T0l5KcHrfB408daZJK6OsZjC0XBS+dOqz8WpZHJH8zYLIcv1HEtZzc7fZ/99hWlOdYGJZjn
27NdeVBt3nEeVFFqpTN9OdsS4LMfpHbslYE+AYpA6Pgfuab+2dIao7/LzDHcAjivLrAAsoleCEXs
RbyKAh4fOJFiT8/NadyZo2GlRGx0785+PCo/bk9wbTRRJDMp8wpA+mI0vx1rbYyqBOew0c8ozVfB
bJ2zzM7UX9Ew6G9/Y5D9IXWWwW8JOZbL9Uy7DPyQbMVeoWNX5g7ckvm+bYr5VFlFuIUyWZ/c/422
CDp9FR61EkSxp7XIcjxP1Vz7j0CmjT92G25pH6wN9uKZJSiZlPoWUzMAwOu9hLdwXiZ++3GM09je
zR3mtM8qhG5j49ZdOxkCRgwVmDvnChNGoa+QpnqKPFXS+sw1SiRz1Bz0kptpFOGOwWA7hQaEtG/+
IA48tP/hZNAaZMsIDB5OGpdfsqRrXwSllXhNU1s/G2uyjko8JIdCarTnCHDq1jOzur7IXApFPywD
lmoWrW52kQpo2huUWp73ToJ2gKsinjTsMrnabIGuDkdtHw0S8PA8oZfz68uwb0t0qT0z1GC6NrUy
J7tGtrJdaw/1hu2QWKxFjkLnQWT+MGwpKi0Cvclvm7xN49RzusGuHuUpmrXHAWrHRvS6cp05MMXo
bEJH4uMtrlPNcoK+rrTM87PRTO+USDfi0Y2GerozKmmeHwor1bcUT1YHRRgW2UcVkYVl4DVooVX1
woiyG/0c+bMRzI4rdePQ7Nsi0cw7BXHcLavJlc+HkysdTmTQKMovE5MAIUNDreTEk4w6RDVGoQCq
1+TcfhlBkM3h3ty+SFdnyVsFWQ1kP7i2y/0yqfUYzE2ReEY1Dd+dfDxNgaqVu7JSspYS99BuJXvi
7VluGtplUDX5ogB1Fm+TAhg9nhCo8easyD/qM7ctJd7Z7HZGxS37RMccVLssd1b29lcZdWEUWRFr
52lc9nRnGGk25gqpR2k7q+6MEiEZK2ky7SmdcZHfhaOqRZ0blL5s72op6+2vtxd77euCTxDpgyM0
+sWfvwpCEI3rkTMxM0/NkuKP3TvSk9lrpr+DoD4e3z4W0kAkDCICASF5OZYjIdsb+TXemkFlvIuU
PP9CauT7biy3P28PtXYNCEkLWnV0OwgnL4eS9JZQBOF7L/cDZdxnU2sFBzhdW9YCa8sHwAskFcGx
xpVzOU5Rm+qgt1buBaFt/KJ3bWMq2eXIduR44d6e0+pYAiVOTUTI4yzeCcSvTIy5ncyzGyM9ob5T
fMDZ2bJQjNC22HWrY3F7gtGm4XKVLwcdmnvQRlOvSnC/uk+SoTm2OVfEUYFc/vn2xNaOn0qcRizs
sA2XlVS0AEKnMHAnTfrYxPlDNlwb1sg5GRAdcbtx/Fvr2nh/e9DVGQJLAXNJvI8u1uWXg40wF13K
xq+TRn+Xtmn3ZzLqftobLXjk/e3B1q40arUIVZGnQctZfjoB2lJkdn6c5ql1rHMtm9xIqUFwyLMa
YP+dw5m/uz3o2gxJ0ulbITUraCGXM3TQXJYiHQdWW66LyB0d4K2FNtmPZWBtwRtWxxJ8bkQlqAno
i7Eo/5mqP/uZ5xgDbWgTbtihMAZspRQt3GoIrq3miwogUwPpujzckW5Ftpma6DlSCM/uEB5KM6DA
dX1Qsjq0H8iJ39iHE4k5NHXAo/9vyMVusQFYl1iy5V7WoE7yLkq1/geOVXW1syu5+zhUNI1uf73V
SQodKC5lujVLwEhctX0zpG3hmTK+XDDPx/e+FCmx2+Pnfj8pcf7pPwxIosQlJkST9EUTypibuVSc
rPBCK8yOA5/TNc1I3nVZ3TzyPM0b19nqBF+Nt9gygxFkqR7khTdUPHvMkI9I6VH/S+yd/0yV0t6o
bYpDtnzlKdtTbQQZA8JxcVdPDdslaOrCs+Sszva1Oarw4gq72ggN184CEYIQHUdmh39fnrty7Jwu
oICD33BXfU8VTTo1QVY8t5PzNvzky64U6FsCCEx2eO8uR5pbwXLJ+8LDFzBWDyk4jZ9VGm6GgGuf
SugHCqk97L6uutBBHsf41xRebNXBc1ZU/qd4broTLLuPeVVrG0HR1nCLDzWA4gUyGhdebQsHvj7L
HbfIFamg/q8G5d60mv+QcsKEAmIgdj/fbhGaEDc7c6fquVcDRND3Vmxpd6af1dUno1aTLZ23tZ1I
TQLVNKjrwn3l8ruFUl4lQTgUiNMb1odY6iIE7arS2HjiVhJbQnOCSxqE3CTLPG8Y+8RvJiP3OiTw
/UdbDeXumJZmdSzJXN61Bi4Wu9oPCxkiULkl4rz2FV+PvnjzZKsR4YpNaDRr8nNQJEFzl2VK4bgJ
cgXy3ilxYLp9ha2tq1hQATYVzcHFFZbXJgJEsZJ7Y5fFw1GVlKG6y3t5Czm4Pg6ZH9w91EqXjcCq
zSjokyp4iMNK5W8nUobyg0P5543SLC8HXCizoHwshFGXvraxNU7FHHWchCrKpGOY1Q/6iMxSmlvv
w6Lw8//w6LD5RShLGkSL9XJj1uXsS2SBhaePfl+56eAX+ylI51NdtZ25Cw1nC+q1ukcBP8AjADNI
u+5yxLzSkrJqpMKTpKF+sIu52eXgtP7NtAWPnNbmGbuw9H5Ueflub5a1qNN4NfLiyNdtPmhDmpTe
3MT2QRqH6ZRKTeYmTR4eZwwrvzmlL+3/w6BAQAXsndr28p5BVKcMsBQvPDTQ0CHCXtB2ywGCckwo
s5e5xrudPehbT9LqhrUwFsdZBeSLsUhwy2Qo6ZQHXDg2vZOj1CWWfRCYt42nb3VNX42z+JrOLFOR
iE2ClqE6wGyNfmMfqAjVKZryhwiN8qckaNt3txd17cFFlpz3yST8BMJ3uYci1MpA8In8Yc6k8Rij
NSffVdpYau9QSzWmjWt1dTgNmUxRuSdlWQQuZA1NN9ZO4qGBokq/cLHqkie5M0qzd0W3OP5+e3pr
Hw9FL5n+C4wMYFKX02v1kbc3bHNIQzWFOkVJCQir2jG3HGLXbmz6A4KRRdEVhcDLgUylMgrMq1PP
SoroV1uowXwqoBDmdyUkKWh5htadbs9tdUiR+elIFVAeXMxtVidNnpw287DkysKzY4Bt/9cXSts8
BC1GErsUFbV6I75YwsBerlVmCBYDkuy1lSg99MqSI0vCEHAOjJ/NDGr3jmgqU/4qel/M+0xPU/XY
9cidntMhVSzUQOtWM9DA04ewc60C7taxrpowejcR7H25vSprO4y8FPC1MCSmCH75IZrWDLoK8V9P
L4P5Uw6nsXenOJ3ug8xxPt0ea+3I0hcCSsRXoF6y2M1kv20eaVLqdXAx670chuXwSW312HdlKvE7
J4l/2PacmRvjru1qsGgcISZ4DbBAUqElCuHQ9nWXOl8hMbdStFPwWd1C/a3tMRECISUsqKbLElc+
1q0Ul1PmNShf+Xs18qd/GC3LyPr6+Q+jUabj7SVdm5rQfKGmgUDSVcHbSgvQw1PEppaydnwO27lO
j3Vh58Pu9kBr+0QcHs0UANkrzAgvmDEnOVlpm6Ra6PZKHXUnW5665q4Jp8HeeDFXFxLZSI4qKBUw
lJfbMit77OBNEG55O47HCKmuR3vGls2N2siydnE4jv5/WUp8wUXznVLW0nioTgCWyaqUe0qM99lh
Lny6ITqQ87+3V3J1arh5iYCOPbmsrSVZiTZwS/JrSm1E+6cLcV+NEEcddmo7huY+Bk+3ZZ4nIoxl
QioWU4jsC1bI4uhliVYkE3Jq3mhhH2LIcd65vjk3e2u2J9i59P/eAbfzT1mclB+oq5a/bs967eyT
hlCMJVklU118UFyVuN3pGHgyZvKR67eyUsK9bQOYTCVwK7kxK4QzI8v8envgteUGYczEAeRyzS1i
r3iKeSZJ/j27kOQDwTq61GbfOuaeZnDzpQHBNm8ECatzJeDCa1Io4yxjdrkstd5qpcxrc2uI7xIH
tuqDJJVd/VOK5xDJw7rFYcpFYi7ZCnLXx+YmEFg2boTFOldpaQwCC+rNGhWBwIgz6xFHEoHOsdP8
+2iHjeb2Gki6jW7Y2gVBU4GeP0Twa86IbE6NOUkNFfcYyUlcwJNmfLRNLr6P8GbicKtEvQZgAdEF
pwrgE8d2yakqG+SW7SSm7l4PyldjDO/1QaXqLndj8C606uRHHffhQyxb9Vc1yXFrMdTsk9JNxvPt
HXa95LyfVM9YdDr/PDCXd5USjYU1Axr0JL+p8AeXrEe7zeIQVhD6lm4JpgTEvjM2H26Pe72zGfdF
1JnnBrbCIqDpQV9EvWWHnmb15VFNdT8+cHCNdpdG3Sw+dZlsxKMruFQxJhwWGoOCM7K4R+R5RGgK
IUcy7Tax3N6a05NKUXT44khaXbu0lkzrYYycJr2b/OQPaULjBK4aj+UWa/D6SuOnkADg7E3T4IoP
aVlw3Y3Oiry4IrOZIa78LYdojh6yCpeagz+aY3uUsKsnQ5Aye2e0iW4db3+ClU3Ij0D6ALYGJdtr
SXVKA7mR0dC3YiJYRLSL9neudYZbJo15sCJsBXDXBLTGJp68yBz4j2mA1DhZSrOp8XMdDQjdTaHC
gm4loGFxRl912Ep1bhEUHUNvHm0TgQq9VLI7annIDN6e9+pAAv4u2qaUBReXajHJ4JaUIPSqEJot
QsNJNNylVlpv4Wo2Blo+G7Vam0YVVwykOdUpokiBjjKKEuXGh1w7S6B2ULITUHculMuVs2tZThJ7
jLwmQePNpdIly0cdba7hrjIh3qNSKFdbrq8iWbx8lNk1cEIh0MCxQ1nzctCKVq2UB2rkBeiBhI9Q
iMdfjpIG78ciH9MjqIpwdLVh7o/5VJnJxjdc3btMhIBAkBrNpQitGhmdolUV7o59V3y1tHB414dt
YNyNAfUhN21CFLODIjbnQ0y1VneVsR/MHOaBrfzNS7mt9rd31fUTwnoQEWmi88jf4qJ9tX1bXY59
3yljLx6M/GsqzzW9FjzpDmbGObo91trGQoQdFVOKTFxpi6MSNqXSKHOceC2UoPEJdRYVqfC6Hp2t
4s/6SMKsQriTXgMtIzQg27BhVoFuTvsS5Gz7D2OIcqursrZ8xMrU74AW8M9FbSJO1aaypARwj5q+
l8ew+C717e9pnqxgY+usTUnIFhPDchCohFx+qNRHiC7D59njZwzpAZXWDp1x+gLNBvJs7Y5H5A9T
Fh4cYCGL5yYzwcHnaLJ7URha00enGNLoJ3pSUexiylhG7xM77H04gXLVHXupDc7tYPpbojprD/zr
X7F44GWtx5ohq2KvbRv51NspAoEZgfO+HWr9wUgN9RFkRddvpFxrw4rLQRgOgStcAjZimrhGV4ax
Z4VDnuyDINDvkcuRP4Ozwo1u7pCTeAd5dd6SdV/bSEiqgzkSejlXPYOoG3CJr9TYi8DHPwKmJH5R
LYyjhN68uQUpXx2NOvpLCQI47iJidcIJmvowxh66YemhmkbnkxOVEyW8Mfp0+9CvbSdudzBbAp9P
f+ly3xZ9XulGmcTwpkKEHTEKKFsXEmgc74ImMNRdY2mAcMskSSM3gIa6k5VQtz/e/hVrE0YkRCQk
pCTg9i9/Ra103dxDiPNsHxGknTxGSvlcZNFguVpfYHp7e7i1pw3JZnrXL1Ty5SujQhFrh5QntKTQ
87c35K9DhwtCjGjiFzDd8cZw67P7v+HE3fHqEg8qfVLmLMPe1tSS+oCXnOU8l/MMvILkNtp6xdYO
yUtJSaDGRcxzOVzWtLZaK0XgmZjbpO8yVfYbpB/xuYmOdexIPyy/GoxDKNVmeXd7YVdnSokCQAfv
x1XpjGdwGqFFAdc3zOEjJkjCUUUq072do/l4e6zVjwgrGf6fYCdcFWanAextzVhhpQw7zM6Mx6rs
ZBeYfrgPrdF6cwNb0C1ksNtwc1E3Wdzwkh5NqL1JgTfrej7uw8wMnL00d8HGBb+2hgTvlNMpTPCe
LC54a2jB20td7DVtFZ3jus5E0UVKsmrXqmqnbkxrbRkpvYAsBIELYGtx9Jysz/yuIlwf6T9h0jTr
xk9pKrSDbQ/x13nUNt+O1Qm+ABptnmQi88v9qSUUQ01AIl6eBf1d2odOuZOSokUeFHGe/e1dsjoY
jWXRVePBXBLZsBEICoQXQy9UtTo7oHtYTK6KxEiLcB3iUbdHW11MIFQYtwlfoyVa02zwra8jK/QG
WhRPWCqUTwqIzT0onNjYRXJErPj2ESk/gmwSGvRkvZeLqcDOmeKO/AZJ3hzNnfafUfvJc151w0EZ
+nBjOdcm+Gq45ctUm6bUFUg7ewWmVft8HknjkKg4kB9H/2aqCX//y/QEF84Aon3VoOxGePYYFfH5
kFP8AxDuyZhM7O/yzpxcvzT6/3BV0x6kakywKMwoL5ezMv2oUmgseL2ZK9OulKrpc5O0vnMk0tfu
b09uLdnhCBiCFI+wx7JyoKIMNQxULLxUqeSDSs3vVAKzfzRD2ZFcW2sKhLVlx52x6Pl5e+i170jx
EyIxlHfi1sW2wZwulXH/Sryp1b6n0ijHrhk0yaOujHiaBnL67fZ4a28StU4WlhuGWutivCTJGiOX
RugZlln9pbTa5vusSPJDbxbaiXDWOTl+rc6H28OunX5KXvwlpHavONOIpcBsszqAlN2o3o8Dhahd
bUJiyuNSyjbOxupgpBnCo/l/ODuz5jh1bg3/IqqYh1toutvGU+LEGW6o7J1sZhAz4tefh5ybGHe5
K991UlYLSUtLa70DHPi9fNvgNFmfqGkJSm3qv8KA5oRYzjSGnWOOy/F/mBlYVF4CgGaAEL/eqKWa
1UNulVjWJFAlED6tPrhKScOot9L/JaH4jb8DMgO6f89wrJakWicExL4uytiuZwcXnx+2SOsnNIYs
f5C4GPj6lOjXGM8XNymCO4AvNt2tfUd0WRwn50nMgzRvu29m47oPJLLrac3QTD1XFNadK/tlN+IG
nuTMU8fjVPC42kOtCpJhTygpFaphVSO9cb9oZp9iZrHezZUoruTeu0Px/6M55BSbQhug7N3VW+QK
yBNrqO5tdcZ3NkGRWfclDjxxKLSkC3rIWrdraxvjlZ36dmDYdWwairMcNWhMrzdPm8ZlVphLdZ/H
qbxN8ubzyML2kGxi7ZwVC2mHKJe/azYzWyqT9NGBjbCg6DG9HrSCsxpbdVLfJ64rARuWhtcfy8xc
uEes2MD9b+6bK7fjpYkC0EOaCrkNoL+7iU5tEus5R+WeaK8djbL3zqqB7VaC9dpTL+0yQHz+2qC7
OPB7omjFwCbnUUW6uBs0SScJbUjU9600+nDKVs0Mk2Rc73PwJtd43CZf7Y+CGXVeGiqGSQ+Zo4nZ
wS4O9G0WA2axvDDRQNRswukxdOBKXa69+PdHg4E8kNq0FqhFcRZ3s2oNLS6nqvfCNEaxJZam+REv
8snfTL4eB3dortzEF8cjP9yEnC3epbvx5lzXlFk4Xpg3wjn2NTuz5iUYAhtaAijkV4bbL9rv6W15
xlZboCa1250aEdRNFd0LS1e03zNlaEMx2NmJQvU1lv+FJQMfx7xwQyFN3Bdwtd6CjtmZ2CVUjXVo
En0Ian34S24LG4PWLG3NrYwJ0nHfU7XaOY+NevHCBQNzPzEbOzRTLBV0ra6OtoKaVwNP/oQIj34l
iL6dHyNvNxNiFdz2e9FN3AorPbYnL5xywzva2jzi4Zdc4yldG2W38fXEA6UxDl5IHNMiOnz2MbVx
Gnj/mn27C7e5bPuPNyYghm3b/PF0L2bNELXReSFKsJvZ4mxSI0FOwLWGMcyG3vPfH+/SrDZUE3WQ
rYG3l5aBU9d2JpZ5Yb86+TFbeT9TTtSP749yaVYbotiiYYX5wH4UNVZFN1SJG3ara58LqHyp3+m1
Q4ffkOTyoF/+dl5YAAHiB/2mbW53e5yL6qzxuAxacVwnt7kfbNnew7rOD+/P680hJjfBDAP9G0IV
W363Wkmh2YNRYIbVrnobqDZ36NLVeQji6JoSzhtHtM3xi3DLbYZCCcpou/2n2EJReh1PoT5p888l
fdmT5Y3KGlSa7nw3q3F4Iv5nodG7aeoPjRU/DnZv/0qqfsSNCOlV88pe3V922y+CjwF2jG+MqPtu
9mItsRuI5+LopX11Uxl9fbuQpR1ouKApb6/arUTj+0r54NIn/3PQbav9eUCypOkEijRH1Gy746B1
8SFWIBRMOZ7df7+69Ap4wyNasqmXvx7K6vi6SspQZtpkqN5gfIov9yBr6s95fU1v6NLELC68zQOG
dupea3KMi1ExxhLrjz6D0M3bxLWpfbq9fQSm316TQXxzJFm87SG4SdXTgdnro09YjsihqosjdOjs
QUUpDG4Sqi85eg/HKnf+ErykbZsFGBEzQ3aRK3YLRH+sGyiIeDJ1bgFptjrypPMSouRRH9qErOz9
dds9c7ehoC5ApSEF2+BSu5Oip6ae1N4Uh2btJO7nCbZudbaKtOluzJJGclBiPaKPmKVbGP9M7YwX
2fu/4MJa8iTbAKrsH1qZu0Rb1QYjcfJRCfV4tn7GnZ1rh6UyxFNsZU1zJQhdWElKd0xTBQ4L5G1X
QlCTFT7SoJJJFM0CpKbOsNwZnA1vn4/z7CFW1q3iCqjy7TfmYPDyJIEB2gzN7fVy1mWBKpG7IQzm
ygn0ah0OYtbH4woZ54k9Ox6GpEsRLxHJlenuR96kWX6fkq1PCYd/l6cNsY1TFMiaqMLcYT1trhLf
M8/oH2CJwefD97L3AluvuigvUkQT/25lt4Y7b77tdQhXEvTF63l3uZM4MVahkVq5bhdgQtn+i6uJ
EU40cq/E1+1v/Zlq/x4L2DEu7bRLeJW+HisDwUEZI52ipJ/0NOwmxEqQEpbtTWlk+nDw2iLPP7p2
Mt8MeZ04d6QMXnJ6f8L7IM+PAD8FSo4AyFN1n6caqVIWhZfPEbyK5hx7evLBy6X7MRe99wEoynC0
Kt37+P6g+y3NSPDseb9tm2vj6bye+cCvWR0BeCltQYj+gh1O+ejoQa4aQiXX1uFHTRhJ/67ATw3u
9ajbr/ojRLlFaugoNc/R3OVr8aKtTmkdZuCV1hfThk0c8KyeP70/032k2MYEtIJSwtaX5qH6ekxV
aaxJ70sZ1Uq/uiHqRtN0wBut0Hw36+drBgoXPixgGbK930ZjvPZfDzcJqqj17MkIDzb7NFlD8rkw
ubcnqaciGGWeXUuR3u4fQNc0LxBOtMnG9sFY0VSvddNsjbSVSOFb2gA+rO0H7UZNVMU+T1wHDwNi
BFe6GntoxbaaJGTgO3n0gMzaowvwTOisOJNzNCSa8tnt4nH0sypztEO31k+62zoQ2oAiPsV9bOfH
zky1z7GCZswNUMXhmiXl26hF5kbk0JBWp/C6Jy14kzk09ZQuUZuPyTfoyMlt0ai/xrlRnjlUziOq
x/lHrqtrNa23QWRLGbceJ8oxm0XM6xVf87HqW6Wdo3ipl6OeGckhATn9AkZNu6vTNP8w002/N+O1
f1Q0G0Wx9zf4xYkD6EVcj1CGmsXr8eMJmLLlsAzUtaZnNOa9DuncCfUMFDXsNUiTrHxpjbb8BXqx
eXl/8Aubj8YgTQoydJD1e4GtFLnMMV6YfJmuSogBTXHfeYsOy1xOw2G2hh4jQLW78rS/OCqPuE0e
aMPY7+6IBVUkBCacOUqbNAul6cjIwZDgoKuF6CizD/WJmHnNA2yPC9w2PHrdm7a1uV1Rb0remppa
A06KACHQ7Jcb6Q7cVtYEmp16T1W8ZOHULMnRKqxHZcv8NKzoTv/DBwetwJXFO5aH0evVpvlG1ET7
PlLSePrhoamVpmpKrZ+m4sc4zdqPg5J6x/cH3VLH1/ckEwfGvb1DNued3aCIvgyrNrgLF35nnxSk
P4SPHGf88/1hLi0raSWNX4QP+Ly7ZYUJvwlPl6hy90tH9HIkEnSqoopg0TMnCYy+0B4lHsPiSh5w
4Y7YyonuFs9QDN4fYVOWS1xkFbvYEeIYV0P8NLfdp7qv6is799JhZRwb9R7KteAYXy8fT0R11Ptp
iQQOKp/6VsrPelO4ZyUp9fnoOHJ8TPTO4+0FSflKwL4wS+56SHIo4REq96sYr3hcUrOVkY4ku88B
miN9ypvu1lg17Zq/+IWoSHWWgACXgpqVs7vqjbR01yTrZaR1k84bRBiH1Bz0G57YgJiy6qeuusZ/
9pJ/Mo1c/PvXG+l3ERxhcYTv0Dx9/ZVtHvHrpDlrZE6xjI/klDDY/Ey0cRIscvTSu3rKRvXgAKW9
pmByYYXR8gV6Q29ss8faZVajkUN/LBauY1xqFB8ruXS9M1eZgZd2qS10OcbT6qCorZ9nU32N4frb
NWl3VgmLUD95VeNyuv/wo1nEc9kprLLnToxUe5ZySAy4yfe1nq11MCuybNKgpQ9TB0iqJepNvWq5
OFCAsHWEbvO0Dc1Nff67WpdZGxVZ2RxGfXbU6crVdSGuuDqHjt4sLPA3GcS6qS1mhr5EajfLr64Z
m4GjtvlfdtS3uE0HGKaSwbkjD9xth8kqB0tLKxlRWsidUFvVKjQNVAVgh1R5fVqsUb3yeruw/aGg
bPbxtA95mG+75I9MF1Fjkee6XCOPshDGjN00Pay5oz7U6Fo/DoOW1LghOEZ7U6T2/CPrVHxE3j8E
F447PVKkSoCBUIHY9xFMWP7KYOUqP2GCv6QWY/YpxhSwRStwKsu/rBpt35jISd4L6gu3vN0VkUM6
BF9cqVFpN/JeGCO+0XKTwrypk6q6Bve6cFPwXtt0UX6PtrcOw5QhK2Ok3CLXSOZT7prLxwwV4xfV
GNXz4i6TP3qFvPJ6ubSmSBGSYoNTpBm8C2ncmEujVaka5XhmBH3nmbe9kKmvCb0KAdshUQjU+YPi
ZuIxNtrkyiV8ac6I+mzeV7+L17vh09lJgQ5rWkQR0vm3Glfnjs5QelsKTWsCMuy0Odhy89p4fx9t
f3cfUEg1ODwUI94Wel1FT5Oim7TIFsYcZyhHrOX40HFToz8Qu8pgBrpwsvi/94e9FEdR0eL2IDBw
U+4O7WKodaYrHMxUKYwDqjfGsyvVLtAU2GMImudht9BdNMqlvELyuZTn0Xrj0NJgpGC/7+JaKt2O
fO7XaKJ8lQXjdnR66gKd5nwqvWLM/XyCjP5tQNUpvaNbD4SygFGPvmGs/bUB2XaGaQTS8sGjCs2j
XfXJrE0O0CTWKK07/DQLXMigOqW+VMV8kHM3+LM6dScUMb2bMUeIJW5M1e+N9BpS6NKDDyDgJqy4
1aOBzL0OamjvJ7lr8UtqZWp/yNEWP5ZiUYK+T7JzJhfj4Ch2A85l7Kiir5lsbr2BMoo2J5zI97fH
hdMATpCHNjAGJB73KNeUGzB3Z501QovsbFGZC4k263xAc1I86IUKK7+u0/bKIbywKwG9EOV+owbf
gsJTu6nprstIekqvQmJu5BQUVHaSsLHd2kJFvMfQ0I0XcchNjarhlXlfiOrUIOnx0IxGVmj/2jcU
KncjIoxRKlXzKOK19TsXxqpbOdrf56qbcwntbgTZMITcnUCzWbqJ1h93GOa+kexzqG6cSOHPBLx7
vcfK1O9lXlRIShhGe3p/gS+eQjAFHEOSONpauytUqRuzV1SNFdamLJhMaT1oWlE0vou1/O2iNO0B
6oN4tCqTJ/ZCbd232gYu2vu/49IH35xVee+BIgPT9XrTl2rTala/bXpTw2WvltkhEVLHoD5Trkz5
QjpEKYdiyiY8Tlakvx7KwIlmhIelRjy29A+tXfahnmnah/cndOEaezXKLp4kbQcsY2CUwS61L8NS
xl9rR3ePWueiBqmN7rNTx+UNqK7uYGDK8eX94fcHF94xW5Q/+Fs2ikD9epJkgpm1uKuMii727l2n
bL8W7ZJ/UWWV5dwkulf76DibV/KT/awxuMLwh84IzwrsNvbNn4qeT6ej9xkB3FxBwoPU8Xwja+Wp
qAYxHqSdCQqton1uB3fqDmVB9esKHWe/lbbfsKWfUDx4Tb+JWZ42954sNCeSbj5BrKBnah60Lgfl
URa985cgL3JPupkuMkWgBqjk79+apYdENaxBJ0rI+D9XVd4GVR9Xkb168weJsyvUPfeavPw+W/g9
KFVevjXLbO/jcuKOuTDr2o0K8EeBJ1wJnmwYnOfGLLoHlECdPvzbDQXZGp1hMNwsL8n+6w3Vip6l
S4UbyRiStzoO44d0UbvIGpU+O3RK3zzjH1CvV26Ct/uYYX/TQym54Q66G7YYrcYyy9SNkly3bjRj
xFabHNT7MKajfqhq6QQydpZr4WgfI/i+G9hqawtvfgh7EE1jlDZq9R57SNgjMjdO6nmHyjYxy3n/
s17YrAxEewAwPr4E+3es2Y3xkCAwHlUOBRjk2sdjG1v6TQXR+UpIuDgU4AiCAvYgb2Sm+qY1M2/O
3chax/S+7ywdRlwrgllPmiub5dJQ3Gc8jOkeuhA7X2+WHlqZA9PSi8RotfeaWs5HYFDWl3lyrlm8
XTgJzGXr/274CBo8r4fiUeghrl950agk02O3Ohw/ZL+jOU7Sp14s3s37C3ZpZ6A6Alad6vKGAnk9
3qI1qMo5nRblWTFANViLf2M9na58wEvbHhglTV8KUBsC9/UoMIWAmZDVRa7TYCkuq74HaeIM1o2A
PhyfDCuuT5ORudfgGdvK/PkM2Tb+Jv634U1+l+leD+zEPXjUsTAioQ/a6mOgKG9NvM7OvaVocQAA
UT9VtirvRqy6lSC2qquo2X3y9/snYJQEUw3toDeQl6Zm73iJrUfz2Jpw00ynOXRlUx67apnQmbJL
QZaQZ6W/6iX9pffX99KXdzaxRQqkwK73dOSZcNCaZmJETtrjE7iI7jzVHJBMSbtnmSmu3+MEfOXx
d2lTbZF1mzT8//15AXujUM5KtchAqP6Q0bb7Jxua9tv7U3uT6/Fl8fyitGxtqFmSvteLq9aNmwLU
16O69vLbmiZNaA89jmrKoIf02B2gbYp4aBNc2MtBrs2hz7xr0s0XPjBuiCafmD2GHtUWO/6o2egW
Qmlr5WnRYpmTmYT4Z/dmgGRKpQXVYizFEE70rxI9gGPHGQne/wgXdhcW4dSFaX5b9huSV2ZM42T3
qhmNc5LcZ5WrfUqawTmmCGQNgVyX6pfh1MrBdcdrVekLoYqawlbcJypuC/F65twnTS+L1oyyDIrC
GYG80Qp6WD1fjX6xRBq2w6zqyZVQciEWI0DDmoONYVh3h/6Jk9ZTZ5SRogVhsDC21v4jzAoX6rVh
n9//theCB+8Y3jIb1XQrvr+eIAIOiZiF0CPFyOvmOHT6bB+mLhGmBcAWQcwg5UFhPc6mUmfPLU7Q
N/UsPPH3pwnFEhaXT81C778z1hUd2ZGn443slZ4/ZGYZuo4w1ytb6cJ6ItHBSmJ7irT9/ji5ctbd
3syMaMi85L+GglTnr1bbh0nvzv6YTtcozBeOzkYnoORJO44J7DbQ6qLI1Oi1EU2zuv4o54I2YL9+
yCbhnkAXz3dr7lVXynGXJsl5UbnGt4H3eCdTn0ZcgVMjKnsMtd15MsEbgYnVrNEMeRhfA4FfHI8G
LzuIBzj1j9d7CB03stcJcdYsN7ODE5sL9K+uDpD+LE8kMOPN+3v2QjyguAFBmeGoJHvb7/kjHBXc
BPm4Cjsq40lHSIeasbd8S1PpjiGu09qSnOPeo9mL3H2qLMcZrc5rIM8LgZmqP/gqDx7vJp22Lfwf
PwL5k0akQ2lHbmu6QgRapaXi81yNDilGl7XqnZXn06SHg5fX+SeAI2gHBr3eyNEv46W4lv6+/Sg8
mzAd43FD5feNoObi4eshm9aOairsZZg0/Xhb5NYUJIZZfCjQffrg9oX34hr1/3D9MzbwbhpKVETe
klfGFVISmyuay3VaAu4SdCaTsSmcQFEbMd3N7pBNAeU3LfF7sO6/3t8Qb+Mlmx35HW4m+t7ohr1e
i1UfGi1TYjPC27wx/bWu5tNUrXbut6pRXglVbyPmNtimbgkQFjzF9mP+XPhc5yY0ayty6kyGbp7W
x6JNnbMx988kIPGLh5/TY22k9Wkdp7y+EsEuDs83ptwJ5weC7uvhszETFnZOZsR48g5EGp20yoo/
zqmGuoSMxUM6Aoc9zE4pFt/seQFfSbcufm1kkbevQKTeo1s8tMocZ3W4jq2q+iTV8mOvz81NtizX
DvqlkaCzkvkAXSF73x30bm3y1k5dM1La9Ix3RPxvkpnq0ZyW9C8reuBDNsQEkpfYnbCyuxDGddvW
KBhZQFW8Xjyh84R21xHUQLU8VemIO+QBf2LvK3hONYlWVH9f/n4Lb65AXH6YQL4xI8uMIi+t1rai
Yp2NqCv75aOatqOftjhJvT/U28x1a/iB6KZnshndbf/+xwYuZGGMzeRZkZKguhbALAe6ndhG/eX9
cd5eC0htUtGhLs6t/uZOX7HGEKZonYj3cnrU3OUDKtBT6hexavhNvF4rZF3aLdTOkDkg/FHh2R3M
RHAXtiPjxeYkF7/vDV5Dw1zXZ3uqxZUN8/ZeZ3LQkLciAJfQvnOqtMJpeeY4UeOW9gv0+LmLPHxc
qp/SXczuhz6jlO538dCYV26/S5+VAIPk49ZIp9T/evncYZwttYjtqFNpmfuupbiBaCwrUKoyL3yt
Kf75+3UkVSK+0irljGw3zx/7pTNa3W0S146QRhLD2S2NsvPNoUwep67y5hC61LVa2aWvC7CG7UPa
DZxpt5RTO7nGJBWbjF+0T+1UT+fUae1HS4zlec0StQ9KN6uv1QUv3aHEM/Jhg6zijUUNcbNAfJEd
5HSmCAZQkTxYu6K8yzORHzRrkDKcUb95Xkb1L60muLapiICNxCeE1I3L9PVX1hs8wbI0c6M6VsYg
XUslzKo0O86timMfbohXttGF0wJ9wkUHYdPhfZP4j7ra9JrKeBR1rRsAeu4dOlDV99lwtSvV3Qs7
lt2zaRJuX/ZNdddZeMSaraQyZwsjxBUPIcYYSshaahPsIucasejieFQeSc9QN6Ml9fpT5lMZ205M
AbIephYmtOI9rHYl/llV2T9UxXQNFn7pU1JLRgvNgJED1e31eJkz4cutSBuAZV0f+mXgNs4Bfi6G
VK7B+9+0GknvNoHFLbeHTofK9uvB8roSfeklXoRsunUcqkz5VLk5dq91K4+51XWBqRgFUdaR00FD
aTTxndjSvlCUNa7Apt4eF37K1vHbtKBov+wCg52RY9MH8biuENSFfJR+qaWlTeGaDeWNrUnjxTTb
pDmi0lD/eD8o7ZWVtzQXUhcofCwpwJgau1tM79xEx+jWi8pVV6HY1nXvz47X/+jVbCr9xaymG9Or
xlCJG2X0rcbBu9DyBrM8SHNyv9S4Cz06invtHBOmdvsPTTeSYZ4m29miZ7V/DyWtEEXTKahgajoA
ocYqCiOgPDYMQVokleHbVayWh0lK50Nn8dD3h04udA9HjPjQsZq7+mAp3vgZK2PLCMcUHEDgGSPv
KqNsrO5gawhPxSiIWOGKGJYRLIuJBTACWMsB3olcX7Y+z1kTpaIEsxXnhgzQQdWXIchzD6mcoDL1
UhuDBdmqZPTntdLyNZj6KYsf8lWtiy90u7rpR6LqbXasbXKEM/yVPO19kdtW/KKMejfoflwZzoIg
TanIBN8ft+vmX1OzfeSzLadZsVF6reb5k2l2SXa/4Dc9HlMMp9VvlBYa+Siyps5uDGEq3ldrTh33
HKuSJqLfcwVok++1U9yfGriB2F3pa+JVt6IrJ2Sx88RObmxVmDjWTG6sPVluC+K1EOMkgjRLFnv1
LXhZAo1ClS+0FsX6a8xUWY6+Zq65uJGdDnfLk26Xnfpkbqs76YrJfEwTLAQiXJzN7KSbfekiTK2j
9+VDda7OrfDU8qaGcbp8BpqxVEGtlV0c6p60TeQDO1mcM5dSb2hguSF99CUs66h0feyGmDloVUD7
J2nxhEn0/sM8avr6E8ki3bhXZgvDaGjAJX5eniWr7kFZoNb5k0s/8mm07XT9aSldkR1dTFLS+2HE
qeG4FIo6fHCSulxPhY0i9AEq/8am0ipIBBHotilZboC/rl7QleXifsUDsll+0dZeNDTebV6Gt6WN
5vC/WDLUjTjMwywzK5zhW5tB02JH2/uasbZl6btpnaSVDzrLGPVgoce2aTI3cLY+6yNCenhCx8rQ
3HulFPEBp7IhG/zSaBIlRxsJLa271a5prynNMsxnHdIQ/20ts0ZkAR0hO83u43VwuvtMgYKGhaot
jVI7ZG2treeFfhamzx14UOUhMbaGe2AMhZ2kgZgru/0im0Urb/PFNuNjbZQA/sJ1VPLkbC3Ib7Qh
uXSHngplVneYfU22czrDEV5B1h2qjkNa+XUfC/u29hzIxCtNkuYGyf3ee9JEZuR2oI1Y9j5McZL0
P5N4LbIANZG818LUrsa+DzDjBvRjeq1doO8cKwQmb575xAF9iRSJZ61J6dcdRmvV6tDK12UNawVE
qr+Miuf8UNA/2vCJWnPfTTJv/FgrBs/f6EbVS9EryxgOQqC04/HOpcBddaJ4oSbjKgi2x4M4ri3N
PT0w9NTWHxxanOshnnpTvxstu7VupOvwlDqUDQCSky7jqv0eVzQJbuvKdtfnuZzaJQ0U2Y+an89r
kfwUWTcC61G1OPPIZ/NWXdVAV1S7P0G/r0E9KU6DX866rmpMrHLHRJxztXXGG6hheXm/qL0un3pL
9v0M2jWJvWjpEmv1qyZ3zJ9Fo2NW7qv5POV+ZnjKBkedHDX+GZuVIn8YohHdC1qji7jtEFIsPiZZ
goIMVJwEdS+qTiZ1dwTH/NZbTe8p7tRRvU1hVK5Rrti9rt+kjXRi4fcNzYODngxoehwrywYvgVxy
ZX9PjVZJ/s3GqbNACNG6DFN9zMdTIYTaHvVx0pNbFrcT/wqkJrp73H0Vqfq2WaicBVSX0vmfMamL
9Qg1zM1LXxutaTonM4IUXDPuoP1LfV9NEh95SVV+VOKO/2S4WVycO12iqFdQrUseRd+O04OWtsp0
o4q+Wl7YII4dGPPSjoHdmb04Tba2tOdUn9T0LAexbfe6W6Z/ZIN+yBp1Q0LryZ5KLb8ZhmbGOVdm
YiJICYWGkJ50mfZjAsDQ3+RuW4/HZVDj5UctuFACFzASaq52426im0bSbdLYs3D7/mX1GhNh4bg1
YW6oSWqq36GFCuu2TqWUw7FckLf6iuoU8g+zy6WgHbl2qvHkCdsTPfZeQDrDFMLF4ARizfMmyON5
FmfuwLb9hDBG038FKafKJrRHdJS/L5Ltw2Wx9LXDIwf8knjUtQyLjcIFgvbg2Cm1Tej3iJbT911q
L0C81G5uKnXMlBvGduzndZZz9jlNONU3Ki/U5SwUPQNiblmNzPzS9LK7abDjgZdp75Y/LFux52ik
D7JJ9A6FtF7oABTlV1mK2dbxr+XMnCsLqELDpVn02qloLTnOvqSmbZ9GID/DR2rMZnMgY2+oTXbC
ErbwganxWvFagIJPkrp2Hda5C/DAr6yqcXE6bTLsmQRZ9H2b40QeFpOrGIMPYjnJDhWUayWoFdfu
R39YSEP9EWGR5pzKseOyaIHvBqytjgRHlZn2OcG7ZPU37xUv8mq1ScMCnbP0m2U3nrw17KUz53Ax
Kme+Bfjuet/GflKyj8nk6SNyq/3YGeeuc2LPX/oBRpFftrbQ24PKOcUsHmeKz6MKYvhuXM1YOU1r
nWVpCGI4cwTKlHa2/ij6WZT/9V2r8gsbKt3eE0Y07frS5KlZ5IHgxbwG0qzwmgsWc2BNcU3zlsd1
8Ax5xPmE7tI/hrJOrRlwTy7xc4xswRHjlXYAXtYv6amGl6g/JJlMm4jeGQTXA5yPGGUgbfsiJQjK
n0SlegmHpioP6BpAypT6ilJ1va5l+5S3CkslZ7wSA+A1quUrwrP+K9Mie3a6Lp24uTFguh3HqSc/
S5YxKhYZ/9tmPV14BZ++NpSpo4gA92Prm5W7bvYgRO0Wp7J3u/o01gUJuIoGBjxnVIOOEDsxEhxF
rFMPxfLV47eOWv0wd7HlMBpw55Ns+ljzxTRMPzN3RE3adZPse2fEyUtnSBVYY+JM2jGrxvLZMJLY
elzKdc5DQCAjqjrFoDbeCbKLWRxH6bTj3VJUXXLWlBHkZptxjd5WZT0/L4YRL09t6yret7gutMyH
M2x/NCkgKx8V1Cvnf9sKOw6t0SYjIO2Ln+RqsZyLMVlapKrV+LOAAFcEpSnM535ojCcsl1fT92rd
ayNUC4uD3IhAN2qjoswhnGXID5U22GTCaHGS2mFJuQQykVpzItom1lno/WJiQ2v0z4IuQMalwGf6
1TVm2wWOhp7twbXjMTk0pkif44kNGWiOUj1nTSt+Fq47xCfdGxv5fa0co/wpV3RFA+kUNrs5FZq6
HBAcxSMonelcfifBHL0PStE288ugo2kHcjdZqvOKbA7inJWSV3fkSYJKdl+QzHRc5i35etw6H7je
MvV2pjlpHjxXmqOPgLCrHjO261r5RpI7/8Vgt3iceTwPTwnYFXFqc7LlYJZNXIAJmMzxSe9oId6N
mpjnr6ZC28oXzTjXIYYXiXcuGpoGJFFrkpzy0U4M69BWus32sYzFCQczdbDqklgCeRph8G6aRjU7
aWai2BnpnWc3/jhZ6seyKJdfuVpX08Hil3wqDMUbQq4wU/dtd5rk4xpLzeMVZZIm4PO+Si87rIgb
iMAq27Y4FHJCUZ/2cpUe8lbD6VpxE0ecG/jl3jeuz8oKc24p5UQzbVljf1XVTjnMDYQwetVuVZ8K
w+3jh7QrjORL4XROHc5C7Y1TPptqE8jUsrojqjXZfN/LbqSjJOq++UHVZCxDxSm44hKDcPatzddG
v9kwgBkkhXnxzokxG80Xw5zsE37RHdCfypBj5VfFUqShN9vZ/MTLwpkP5IxuDlSz1dYbXUAc5bWI
SHMRR2rj5gnH2sidWyIIUFff6tzODvKiHY8JUP7pYM9eJfii+kDvW1+q+ICDz+wEUO3S9rRC1Bp8
002K6kvTqcZ0rFRDrAdnXEZ5KNwmxl8Hoxv1ZsGrzg71skMxNBcFdESjsBL5aZ07R8VHr2xkUDdo
j6scIVKs5My7Si7Dp5UqKkAKENreDLS314Zq9JXcTsossuLF0donZTK4aucAf0ZNpzBv048oJ1e9
dYZSMw9x2/buwpM4TRwSWGjnd+06aehxEYrQGzQX8Ssbiv/j6LyW48axMPxErGIOtwwdlGVZsuwb
lu2RGcEIkCCefr/em62tmhm71SKBc/7ozRgG3eN4DAUB+E/szoP/p+Y3KnJFuwDP2+ZIdrjK569a
kwGZqaNV+HaUqE/zVimWIE381meMSJ53b7G8z8P3Gn115rKHrHHr3bs6lZLL3eR6Fa1v8dENaWOv
yRsZi8E7RePHr4BZ1k71vBFjOahjivGmOEdf8BZ7S9aFRxX/pqXObjNLwbngSO0N6eVT51090/uv
gn0LoGR1kvl6DBalZLMzeGFKcMgR59MyrjJttEXAaRknWuSWPnScjdO4PavOQSbk1BplQ9+Wrrzv
Rv/gPMAilrbgk21+ON5Sp+OtSviim67ysnqc/E8Qj6Q5jU0svawS0zBnM9E6U9GaCQ2XF9eRT01u
Vw/pEIvwoEBQcM0ZgU92XQc7TH1Xxv+Sba1+DjUB5mnk1+E/e0mqP6GJjMj2ligqL1kmh39UHo+B
dVMm2H2wRcwcSWsVU+JXfepOVfC5Qwj/q/UmtqymF+TIwmQTvzp641mdGo6BHNH4yPYztUN5Na2t
aJsdURC7Xt8EKD5BVHLpN0z7tNH7TuqRtfAn0NY+px0ks05nEi6+hwvLSdq4OmwL3fWRhUIu6rts
xz2K53ZX3ZRbllwtztJIvQ67WJKsBMV4sDbi9tJNKGctZv+oyGJnyLRSbz1u0eL+UapsdBfRpMKo
wckalpM628cliVISHevnQdvHkoZEH5rzxg7yHHb1TXJeBno7Ya6nKJu5QD7Qr4X7VvvKfGIEZu/b
y9mADsyaSO2KmJDvym3HMdsjv/vLejbiEraWY7no27v3sNHp4WTO3DQUsG0JTuLkWJ2X2DMd8Qh2
sr1Yvt+pvDkOKt0H5FIPO2k0j9gm+ilLOCCJSazW6Z+7tqFdlBRSTUQrWeNZCs7oHLVUu2YRbQNc
lpo817SvWItTSycwpyYZSHFdw8X9ZzUUO2fOSoxKxlPWL9lGquw3n0/mFGi9qrqQ9qFNXjcHkXod
oEWUdo0S36fB1Xsa64nboV4Z6PMqbJy/wrP1lqvRcdq8BXjks1RtyNWMkOpFeZp+riG06t+jK4cO
W29nWykLLWr3QPV7zkQpq5NhOXlEagUKSqBuwEKncTwUhFeFG7mwHZaROJLhj31kyZZxpSv23lB+
wJMPQeoFxnM5nY2nycqz0VfuLdLAUq9ElSWr5BfcrjEDTmxqdgLHa1XJd3yb4Fw6C+p8lOF/kXWz
qAr3aDK3i2Y6QQ7eG9v56Oo1vm22wZ+paZ1fuov3PFkOYnXscmif1AbYwmlSxt/n6lia0+KFXLg1
ip85ndHdgIGMxvskHtXpsVIEE2s52MGF12zwOChnR6Trvmovbb3Zj/LBNUfFn72LgnCmCZe/R1Jd
inCp3nPHVGPPt8M1ka7acUp8cMLH0zscITNoRMfFTVAf7mk5dxs+1MrZ5jSaWrciQHAUIneG2H4K
m1XaXM42cZRIphM3q8I2+c/3xgYvGwffZ+PWQZOGZUTmYrRs4yvzjyQg26NPND1CWpBTl2lgf0W8
WCIQOPhYM2/uDLLi9eSWysNi6Jmmec+iptf+c1ii6OUbcdwT7n4QLkfYQZkHzdD8YWJwcd7Myvpv
H9cuKHS/hG8Dl7LIRlVP7Nd2XP+zWznKAvjp+CXcUY25UGxtqaxxpmWGtpX1DeFyJZ7rSOr1abS9
+S7awuataZdYpWPttI+KS3o4mRiZ710vZz7koCJnhF1Q5VRUgygp9txlm7V66gOGew/m0WeOv3SA
iVFGxDs+PAzhYZnybJkxEwAS9Qk5Wz+efHCn4wR+yNIyUvWa0hxquNfHrawzn4BqmVUBHt6C4WJp
73tw5qawYVSS7/ZmSnDNcO9ZFAl+PnariYuZvEt2/kmKrnCV3b6GjeXbV5c3Zs8wxg7qb2/ZKKPH
fvHVgzMD8V9LhQfhUjaGWtKEWWDKKdld3ibPtMAupDQhshjcGVSYLVlm87FG7OiT6z8esOlOqgcy
HtBah4F7rvRK+8SxqZp/RUZ+dWUW0XYWC8vo1PZIyMggTOGanIG6psukSYjL4ibApyNrn3/aq32b
6DfaD/FoWWaQ+eb7vMEupVr2xW4RATbLFHZnwtfbFhoEzVGG5dFOMjbyrUkh2Ov1LGY1sH4lyx58
RkEbbadoBQ/KeqlakQKHSvl3anQAoWCxe2ZtFUciH+KADM3UxEMT8wDYo3ODg/8/NCnz3bDTdK+x
cfcP5GvNlE1TyF81SIo3HusWdP08VMp6kyC8bjovYmlgoLYxGrPNWA5mrLEM//nuxAU3kP4i0rlJ
WIEHurV575H2WMXOVqQz467udUrkPJ8HZBcfFZpLkW0Vdu7ZDUZzKgO1fCxd0sn04Elr8559T5A9
AqFTcNMDGXrjWkeFH4noWdAwwwtc79I+dWHPacdxPxVR0lhdBrVwfHNnK/60Kytu7+LKKOfFnWfB
fOMyvBW4k9cl5VaZvccbajtTOXgYc40QZH1r8Gys+b7WSEY7wUt5csxGwDmvtNqzpGb3vWJCKV9m
W1ZzoabA+cadm1R5Kezhc91VMKfmFtty39A56heDP7P6JLvnfetBS5t0opP4TxfR0UFjDocABmo1
AUc0Ff+wmmrXy1Toz1caHo3KKl+of/zurS+lkmFKO+aBf+RdstwMY2v61F58DRcxV80tNwoO4ZS0
fdUWstuSqmiHfYyzPlr7v6NnprWYSDzh/jXH9jTKwPvj3xafdDWsD2eWAVFBFPfj3RCza+dHXLtl
vk+b+tmIMfwdwgf+K51m/F0lFomAZWktTmob39UFlwtTVbsKwLBVEMjy0NHxVFBKuI55Bx7Az8xW
l05Bdzz327qITLZH8MrvNjp4mf3hw5+jsSPxpL4l29Zb8CFYdpwsnozyGV/DSGV8NjGeqm7YwA3X
mOurJKRjSEff1LpQnNCPt7fynQCscsli3GaiKKEyzCkE6HmbdXRLSQj294XeIp03nTDz5XC1ekPH
MtS5v0jzMq/ccEU8jMrcN4DCR8Gaxa+rIcAhycRmQQW5NPJVfO2b32YhSQhLJsvZ27MJiGQoFtqD
ZJoolGRpoPuaVY1IZL7negibzEjfPAl1k3sJZl/NL7VNZqCCtYnyaJnjvO03QndCAhhPYAludfLt
Vf91uNPDojpEdd2ICevyQUOOQMytZOLsZQ360fpjfVL+wDc4kFs7puPc1G9qDMHUeXaHz9HRmllp
D/cuE4Q8TqlU4/Bi5maec1LE23eodrvJYLnNV7mxGOVV3y9BNnVN/KbHeY7Os5nLX8lo9Xe7tUj1
UIV+fW2Ceg0Z7539vQ126WYtygoNtSSHI8dXRN+3bOr22pk5Sk5xSSR0FsAcWWx2sr4Da9llGkDd
3s0+GvHUXcyyZ5u91veokLol60O3nPKOi+aObXgmcSBaPJmLlZaZbDkQnGTzMtU31C0ZbTwE4JpA
qNsIldtVt1qS2VTvK0FNcxHAOzGPMYm1eVdZ8o15etzSzaNBM93rzsXwjeX8n1fGWIQ7dzSP/OCm
fgwCq97vmmNj1XdFUP2OyWGy0mUDhM5uRcCPVGS3nN2UdP+cjhgEPW40VWvt3KtPsxxWmR4instM
gU0cpwrz3Iet8XjasHI/yzq03v3KLn/TVLDGzD0dWPVhEoy6wK9dikN4tO8WrxopvnTq4N5jJt0y
zz+Gd7NU5T/NCXykLNHds4+P1EvB/UeVaoJWnayyHetnqy1S1buEFTBDRm3awqKPDX7PG7WbinKI
+0wo6ybQ61zgp25KyDjaQh7EfN9wERa+NA2j3jEFYRqqiXSeMamiJsdCrtY89mLIRFZj3g/dLjvM
iBUMIsXyNG/5vgTsAvZSH95doGbLyTa1ghBN/ja8RPR24bjVkjYxYsTEf61OBjRJpdCf0Tbt1ekI
EmvLwYu28mpVy+A+WYhH+1MVAvZyXTfRA8HYuwuEI5pPR5FhyODrjgK0gD2RRof52E6O3ztYu0Kb
m3LaHN6NaD5m5s5DNz+8icfvFNW1nNPRDPVXPMeG+HJHNvyxVVT7uQVdyn8v3D2+NGw08UkFNQia
dhrvnPh1X5+tHnLhvEzDtD1J3KRR6g47ICC8x8aevDDJFjiH5jhjmm0b9jfO6BO6r3K/lI5UM3OI
63xvdVSbM9g1g+wq6r3LI7Jr9HODIZg3pxfAtrcH/RtOp4Ws/H5fHC4JOsx7XniK5kACE7PvaRWG
+3Ru5OoWovZneRonRY35oeKpS0EQEvsS+n3wgzOVh5Naio6nr9+rI/VCFVhc8Awl2NKX437qFglC
uVvySC0QqyaVsHzg9FWrW1IEZZxkux02c+a2NfNjwrLcp+WQELo3gkz/cHlby1wvLl0Xo1aUh/Ho
8b9z5XR3ol2TNzNavM5I3kAft8HcDFy+bn8fUDhMNQOyhaKuDte5tM5yGKa6oPztiYRQWk/3yuR2
ZNV3Eek7P2Rdo2J24oU9AXVJ0hdtuMuJsR7JBTo3mwDubtsaK4NZCD4w57ZbRnxBZ3KlXP9zmCtN
uM3sxY8ENDK4286+PMBfjNUZ0tARd3EUlN2jJY61+o7LbLYuiE248h3jbxD/k3P8TBo1w4kJIhfu
g7lp5Q+eiNVNl0ASnNEyOYDNl+7eZkMcbhB+nvDaoqmniOM+arb4VO0lJJcVeN+SpazdQuvB4t/u
wsYmGroaGdBt3KiPN4Hd8bQDwIgPXsNadGmZ7O7x2A9OK9527vyPsnLF8UZ8IF85kVixKDyyHv74
i7eKEx+LUlBKEUrveZU4+n522pHzY4msW513t16LeGO6v4yD4EqcDFEpqb/44S89epIYacFLdxlJ
XPcu9j4N9puPfMHkxyH8tVjjcOFQJjfm4BiU5tVuhDioKNzgjVLjLHVwHgCunHQeIHQejgnkIfUZ
WSVlT5r/7UC+DUs5sU/B1YVRjz77CEEKjqVk0y+TlvxC9Ry7Ery0Dca3dq0tkZnNm9t7ytYS7zTR
8ZC8mC3crJMMx20qSFEU430dU56Xei4U6iUwg71BNXuNzMbB38eHuulxvd6+pP1+SEwQft+JqtdP
Dk9YxSwDmRe8mWClrqNA+rjMbeE3LMYMkzQ7PXZ6Ov4Oh+De2rh2Lkvslh87uBPWo03DhcG8x1E6
q2XZ8rKrlj9qg/Yr4Ma6XwaBUF3Q4NYn+RYeA35jWfdPWxAe4lpZSmXAQVs22/UrC/XCmdY9c998
lGFcZkm4LH/6XS1XTrTgk7Jgn42S1s9fBs+d9eTsPsvuigOANyb+TTns9BHtwY+OlA6ix/rpvdri
JuURmVNPKA6u3O/G4dwsVf/hSO2HJ3vqJVBBrX9Fvk4S7qq+VP/1ntM9hTa97Kg3xlCl/jwb604l
TTxm6HLAQttlIbhGbkHyZZSEqsBN3lyqOUjoUNQAV2VZRX9nz6/8E7d/4n8bo2NyTzXTms5FW3VE
L9pdmAZbE7oX2sjMGdLcuwfvAtfzR/HNRYp6At+Ih9Rq6u2v75JuviKN4LzxW1ks8dRup30YpT55
TeKa51aQG1QHRIQUMP5DYQc1kWzYx4I8ZiuByIna4Hc71MAAsbodL1V1lH+gsaffcXs8IzRPhryL
KIpI1ZIMXJ4u9rp0tQYUZtbsRsVSScDRlaZzlZtdbmcalf0lC6UtJKW03FFpTUurnfPoJGPK6br0
DJKsFlKbzea19VkWKJxQr1u5r9e1weHL0pR0vxgQxBNKV5sVLFyCy8Iz6bGNKQ9t5lR18anvm/of
aV0hUDfb3E+PPCWH9Sw+/o4VboVsL6fmK6r5pQSBqeUrftMoRT7X1ZBvanhqAx31J7q7Fu9zPuLh
a590B9hsS5DpSNbHD5JzK9YDcwOAAse2HjqRLMnngQLIe2q9YfuszaIGkEahrUvZq75FmLMkO8cK
6pXUBNYe5WK2ePtj6cIXLqiJz15povI021GzPM5Wv4fQfXXwVcej/R+S2GpNcePb9reDqQj7jtfs
7dvR21gnRbzFXxQw8uaUuu2KYdBrfQ72COZ1YQh7QFLV3aGxcsg7qVBz+PyuLHgMvRYy6MbpG48g
C+AkdOecbGmve9aElI4UO8PvnGNKGuWXnGq1ocVxuWwszn/n4uBjAtKcAdlyD7ZkezgWPTv8dXOC
fJwLujo3bUw5PFuLrJnRh2A91U5Q7RkCoSEZsh4JSJeXkUOnQp9oRvjFhHyqsGT76yNkZyeVHD67
NjvHdDNVr2tu6m6yMqd1ph9hj4gm3RtfkS8ymzZON1WViBsSD3TUI+giYbjxuQxiq47WdEHrjxhs
D7vmrlqcRKd6moIvS27D+nRYG8Odb0iJRIpC81BHLOlfysjkmK3+oiV9ZxXymT1GtJofg+yttDza
Sd31xhzu6bYZAH7ZPEXhDuKecuv6ZSEPbq800RFVd9Vk5gLaAeVHItsEyZGvGgZHCyDl1uqE4qVF
XcQifcxQGROVq8tdONYmvER4/mQug6U6rn3V+XXR8MMEp0378QbpEwx1Gg5t8Fjrtn+dar38YKEp
Wbgte/hWlU5w5a6Rdp4YNbOJmuEG1aveui7CVCLFaT22Rdksw7cDGvdPq4/kyZ+8aWeOWZp/kpES
wBkGdswqBaEP0G029xIdHrMX8rbn1j62L9tqui3ViOe8VMyJuG/HVl5ngEYSWOC6bpOpQy206N0v
lnaB8NBzxfcxEl2bL7MD9datVe+kqLjsKHNiqX/2tdBX7ntzT6WoDbfp11Wfczq9Vsbm/0Gd7Fiq
LSfO+7g/iGHea774qLSRs4XOuAcp9MeRFDL2lzu37fcPn5T4IBvLctRFsx/9nYaZG+9IHO19Erkt
FWBqnNsXt9q77X6joPFfMyCjTHHlk03rQoB51Ck7y8fhjuFpxeWDmoC2nvg0MFHfgq6altXEmtcI
yKQr+1SahGHc1c30HsSt+OI8RADSVX39Ysd2XdyuepPHyovLrxhJ4CmOS4jW1gl61CJzuXyUpGBA
xjIYx6Ttl0Gfd2LgLOAmJ6TQrREQ8dL0PheaPrgjtL/sitoG3LGIMar9tKHZf0iM5n4Bre7XjLRj
0xRIPKCNrXGT/beudYafvgChyHbfEd61s3vZP0RjJWC1XDVNR97Ubg2Jhr6ygPuR/Xnl50RyKoNA
pKBNwwB/z2NcBEvdTHkfzj78gteyNGhDCvZ5Zo0YnmSi7P1aAhZBklLXOs9H+22FLu8KWVdt/9aX
HX6mlo/L7CD4ESknggCh9tT2L7IpZccvgrTLO7poRpkFpvPBFy1UCg9rxaqUc/9VztkQO8e2HewW
kgUxuOB9odXblw7RPbv/QWJNJl3iclLZ9oPK+0jK/3TXVSUfOqaCFJgfua5i+fkTRmPt5lDEQZ0l
veXZWW+X0e8g0IQxaIjrXFczZvuxS+pTRPX5Q+/vy1++VevLno5pKmaWUPviDVEEdYaEEnaqrBhC
KXtaFArDdlz/ILFmY0dA7j7SJG++r7xOY9aU1nZ/MIvrwhla+w+55vvDQd5Wfd4tO/62YzbxU7fv
1XIJlWGaDYTs3IwXpe0x7ZJWmHliIxhLoiIFyZrLkUFhJKaJBaGMPkxwANtId/OSiz+VU/my9n7V
XA8EHWEW+dsuSK2KPEVhYRO4p8aabC4ARX9pPhtydWHN+8Q+H2EIx7c4/fpkiAuas84p15EnFHV+
kJZ2tEMXLEmynf1S6/KyuwuKJ9lSeR1MMQNJ18atd2UJwsqmeNuDjLNytzCyA/+dTN96T+SGIhBx
3Klxcns1gKuAsSpKq0DbE7P4oOsfddPE1i/DAlWdR0CxPuMJHTeHsrdp2K9ckMGWo1EFz9NIj6Kc
mlsU2T7ZVNFJRWCe2b4H4X7ZyfsRWdi5hisblVzFMz1xnYyhsH8niFq/2kC6PR+hXIOzwxIS3f5L
7ub24HV8g0ttVbZYZcx/OVec1Aht7G9NFe4IlLFAtalvwa3oaBWfbYm27JHY3Ko+efugf3SdXJps
b9rQO/nsZtA0tCCrs1KL5ghIos65rhb39blrSNx9oDVvsk7sXxFdttBZ0ZkZCxSzBcSzL3hYLCuf
922596Si1GEoOQfiuOPrtaz5v60PQ3WOG1n6TCBNZzhwLH95CDW/vEzMzfYqBWpOcKFg8dJkucns
LWjd4RSUpq2eTe/JJA+V56tTyB0R/XOjKfrAElvqk4bDjO7aJF7/eLzX4B/CBZGbQsqxUhvAlpw8
UaFWMcsgMoan5dGZ7Pa+dVb/1Fnb/phMtUO4AFfC00iTwTsSyTUsTI+lAVFgvHqPCHyhyazF816n
yDdVtsxkl95R++p/D5Y5eRb+fHQ5XL+gJXILhjdMgJ64r5B/bGDLtQ0/FpfWRSUzsEqoR9cuIihH
dhq//ThUJc27aMewuxh+4icsoR1BbiGCmLPVudMDfiCkLvOGQ+KmE2lnrm2culzqYRXmqDz3KvV3
6TPrmoDFOPJW7OaWTzQHykRfwCQlpQRFIwo1IxS1+kdCZHKcIzxHR94mZvmLKhYtcA22LaE2fHPa
8WIXTlOXd8ThyqnYPN28H2vIs3ZjM78dR8XeDql6k49XtbQzuTXNT20B+6Yh9zBC1/JXL9boAaJa
vyJFOf7DExXhMwDmBqFB5Ep6Sd2J8WFrfHQvw775hWqC9kNNDjDMzk2Y24huj3SC2fmGTkb91RvK
SRaDNnrxwls191ATUXbD9Kd7Ven4bq3H5PsIZfxEM0z/tSaKbWqtfXnXzl3w0rjb9jwujvq0Jy9h
6Ei2/XnmwwH0T0H/o50Z6o0MlE7ltPhfwvCmItsi662rAnEvZmMzd2HDy/3E1o+zsKESuUtEENFj
uxgRmr+OAniftps4XwbiU8ZsP0fbM9f0UF5uFdrZHPu6uAHHRaPC+dTpYTobJxq+Jt17V1kG4XVV
9vC+OqtzX/mrBY3qsxIFw1TnyQjVF6zuIwJKVbBH769IT/+rh63i++DDDC3JRFbvMFmQzISSRZTm
0tfJb/x3RHy0N/5pms92NMlndHDh++2FPnculJ6l+di78ZvL4FXyHA/xQzUBgLv+4adE+UIwB3P/
EyFv8gT3e0qS/nXoYxd6k7s2GxP/1G7Hel+R9TDY6hcKhS+hdqQIw3E/IlFM+acUnXqhflindfxe
LgRnZs2EEmd/byaL9Yq0T5XJeNrGHKVc+B7fOrCKIFq9bGDXfAzqMEIjPsnlvzA0bnjqnD56NGs/
X/c1XCug32VGCR+PiEea7QnfOk83mAFq73hQ68mM26iKuu0OwmwmJ8rCuAs+pWusV4MB9GOJMYXU
Y7U8j9ZQ/bejF2e0IsXhdyh8+4diofhlLZb/fbCE8wybPb7Yay/u5sra19yuO+9UcVc8OOMmigQg
+h5WnylZHa74NyKzRGgz6jqN/SksFMoh+Hc3eTpkcFMabbIAZ+1/OR3aqLRPnPauhy8+x2ikIcxI
W/8IhyP+Lbn171zo0n+JQHEUPTnwJDNafgVmzZwzn1BK6EdSK4f3ypFM8fE83wOVYVsXlZne3FLa
vwOcJwVjAOTtNoPXJcb9aS0+UlHTuYVaF/895l25dPvWQGdsAJlN91Zxb784kccfZS2R+6dJbqYL
HVTo/YLjjjO3hz10hxWpe9I4J8i16COpjHhgRKY0mLMrenE6v//B5RxB3ZXunW0R+okI4ihHOuka
+6z3uL+3B5TZCIesAXrFEfqP51v1qw7x5fRNaz1FQ6e/mXZxdeqts3vaJrf5ZW2l97PZl1ljuFiO
K8OatWEd8cs3sgPET02cD6Jhx2++lrr0+POrsgEamTf3F4CA/IYhaUKtcoQ8c3rs+XNaCPIXFOCU
CDBjV8nVEb4FFplgYOIYIbTmiCtsA9vO+1aN+GOmQTTFPs7eI2LK6V4ij7x3EXCkMhrMsyY3rM6Q
5zlWHuwDQsi45qjr2SMLoMLxJZm6A0YfBPG9rNbmtYP0RlpqWxq4uRqrX+ooB4XfCgmRNNb4X63W
Kl+RxsVpKIOEpSFoaKVw2vqYUQz6wWPCGPk0WRJbUoj/6y+8CgpEz4/N+zgkePoTHF4Yx8KbE+uu
siz3D+OVoGELtai8mskvb8SKcev5wlDi+K+etBv3jm0MpMgklqW+RjHvdgrGZn949byGyMZxtP8s
N8Twl26udvF3U36kzhL/Yfer6w9hs/DF5VKwt5ggi5XVfUcJGfSIU7rBEQU6E2qf57WfDMvUEDok
EZlpwZajzdAFIz/c3rl32D2648quIRHy3Vo58fwANpCgNGPLmnDaUlMbf1vmo5fvVlijt8tg8Btz
aqK5jF4kjevuYyUQRxdBUMVXPDHmP+KxG5HVh1D1pWYXGF8GwdBwQhektX2qF0fE5mm0wjmaTit7
Rlud1wisrknjeZs2zHjJdDRv84wud+Pekyb+OUA9hEXQNKP8rjxxk3v03nQcuBYCdMvr2VtQdTS4
6AxNouMB91AglI2RMUhTzriGLaQU9kM/omKkeQ5Khu12tFt3ndB4Qy7NmUZqp6vc28PaeRpgmuKL
K1ZZ8n1C5sx/OeRcwNTdzM4mr25JZccPsZrNOiNFa6RK4w0tr8cAXypqs+x4jY+VKjJ2ZvsUxc1e
fVdWxMUcK2Inn5DFLApMY/XsjnJQLATvodOr4brhtIsgRZi773wkAwkrrd73zK/ckvzzHmFm0aD6
6x5qP5Jlzs/drDYsmhvrT34jNTL8cNe/FYZb+/uxcFL+WiNbaPYD2rrZe6q1EvZPArJdkmcMk2v3
GirpLE8TjK57xUo9umcSNBaU8v4COcOT0E0Yo3QvmqdwgtNDFLnaXuFD3UTnfiwH+S8Mh26FqUGB
/IaroRx+jJ5y4KF31wUh8fTMvLo1k9M8aYELFuCcjhk3azAilWejQw3LxpLG1eHZlmTwFahP8yom
7ujeRrlRGvwesdecLNdrvM9aNpH1CON58OtdVms9nkoorvg7zhYMBvZQj+TdmjFpX3qkwxE6yMEr
L7gpozIlXf4wV3Fg0Htek2YtYfsjj/3CWPyldcq3FVcXK1aHPrIGrMwfTqC5Y/NKWk/QPtPmwYFs
YhtJxRBOARgQDWbL8mzVG1BIWllzVyWZhLcIgjM/YBJdHDvqUCrjTFb9FSu7gj2OFqj0NNzHqiLY
iQ06+LT7WDm//TYsMYnsEs9KgbN4KqE8MUPdooPKJVHnsWIIKiY+oevkvVx9efYOOja9K2d7zJSt
mgWsaHAnz/s12RaPSLR2lmvRQR2xe6cW3q15IzurZH7FZxPoh3IDuU056awxL/l1Rgr13w0MyTxr
mNBjAMmXzkdrj978EqAY+h9H57Uct65E0S9iFRMYXmc4UbKSJVnyC8uSj5nAAAaA4NffNfftVJ2y
bM2QQPfuvVfXj7mXMBdXiBTjPzyfbXENE34MaaUS6/YuQEMprsMcGX3Cw2jyPxC5zfhvVL2YLp2P
YHvA5VvmPLOFVaclXkx7D2nBSU9xgnBxLuJ+Y4VIl+d55sUYQvepCYPwN6nTsD6A0TfmqcbP5Bwn
FEEyrR0x7J2NEyQy0shMsMuOphw1sFDbwSn8IeIh9aHuZG5TGj/zasmzf0xQvItf1Iyz6ph/O2vg
XkWqqsUcuV58BghjFVfOnXVaPK5z5Tojg+0GyjrXR9Thb6foWY2kt+uW8S4MdTowdJ3mOsxUHDp2
Ri2ZrffTWRk/MGWiKf8ZbeREMN96gf7hNLaLT0IyE3oza8vGNoIN/P/beBhfwTqS+7oz2IT0zZZs
6z1LApX6JG1cm0vRe4HglCPV2kOmEzXhhnSY64PlQ1nsORdwbH/2qme84Ad9WN/1+eDiEw4KlwnA
IUEVVo9zXNf178GrC15Ven1/k1kfE5XNjxRArT8fl9rrh+HSETNqx5PkI7HDezSj13+6ZFd8i0jL
a//UJ2KS0ZufB+SbdyXLGaLMq5akoqMqlEyu3VB0/zQnSbp3pK7ToyhmTYAZb767nfI1aMw9iHKi
sBsdlX6KyZKSbIVL8xwb7dEQBU277o0E68ObMQX+9NVDXvdIKwqGDNGx6tkh8rik/di0exRRp76P
ReOEn/HWswuUJUdLd+wGwUKH3cBRXLrE1YngXVQUpvl9G0cemoRkpV54dchey0PAeclBi68xvbMM
APoL1oWFAbbyu/6H8oemucbcswxzDMOOfoeNwKQ8TJvxjlGHMnuWwcqmRfIxwVj8Cpym6M9olKnj
n7Vnh8B7G9lJb7/LOOjLX10DySvAj0qCdt4xd9wm3Ezsrup2emoi3EH1jEdoZUNDeRAafcGnjTTT
fJ2CFKHqYNjmNNx3s0fgBkZSE0/7CUZq9dwlDKq7nUzWHtMxI0G5s85YpX9GoIFTgTjvlFUJPBBm
9jEc69D4B4D9UaAfE7F024WE9dB9kY9g4MFvETjPw4Dqee8lmKnLbHAK+rXWrEv+QnB7ZuGAQbXI
d2SFMTj3Prux73i+goaR0VaIgrBo7qynkQr2r9giNV/DOQdG4ehoYWISq3T4ubllOn6UDraCkHOt
SYcrA6HZQZJkQNaPpD/CnD6n4XMqszIxjDspeFS0X4ukaU406wMxCCla+S0BiZVPEdCL9h+uSVX+
C8xtpyfL7MGT43DHzGap0ypXEdxSggwnGcIgc/yiFcixlS7eyTjI+rJgU+0fI/wI5bP0yF0dtzqM
u4ux9UwhtEGAkpeg6gUtc0yqkIhnsgmXETJWuz+6m7mTQO3NFD7aTEOrj3KYnZrs+JxafSqF6xV9
VmtmBWdinAzl89vWtjt3aaLuoNrR+892UjbP2PTFpPGo8u5dW/xc19pHKKVUJw780S9pkn/jUl+M
s5MLjupM4QqLkyzKh3j4ctcm3+zZFkW8vIsOnkW3K33ATrsCagmMF2Y6CPmJLhoBylck9Furv0Zx
ptpC6+PA6FV9tiNiO+lI11t/YbnQHWEL7h/vNcBiw83khFU/Zl2I/exh8G3C1Mt6bnFygYPhhgkH
46AleU1+5PLnYNWI50yrEuUwYtQz08+j9OubcYwRacBA3V39i+evY33KqZeWcx9T7tdUgHXjfG5I
HThbq8pNf4VLD8BhjzyZz+tuicNa/qXELzDugp+laxHMY/N7G8yxgtKB2PrCCGgJ9jXebQouZqjd
U4EBy74XeMBgVjhc11mfOFH4zf2i3JMhYwZqNa8QtHUJEKDaBUrk6lilla8eiF061SGZ7RD+zWM3
1tM+dNvQHGvoXTUlCf7llX9gEY1/EK9YGhxCvqr3nhOiCO1I3pHFtUL6+LyLyoEnsCRMNBxXz4Dl
pk4PLKHOu0ncauZieHNivWK6F0tVt8d5nOPy35xznOEYLVZpXolfJ/bEGQ/XnAZoLQCOUx96twwZ
wUbMgvQlvjcE3Zfduty42SA1tcQyal6QqNM2foV7b+p7zDakumt98weM8VK156pfXDwo7NqA1jBP
TWBfwznV4W1UEQ13xIppqZy4tvVKDUmO6zdskXE8KUEO7Tynq+xnnuTBWX+CmGCCdxzshDBjhSZl
dOqoesqMraq+Z4+OwWF8apKChpev2ohTK5YINyVGJj8gVzatOQb53hYE7UzuS3HP577Zh2Utg+EY
zlqnX2RSObEyN5lndqMUlW9fB7bffuIGCz+H0Fu5xQbMRdV9vQjEwAM2U8gMwl+88s7zO4cAGM95
PeIfmdGgMhYXye1+Lkd/+kX1OalfviGOzc5gripzLykfijOFWDxmdiE8Li88792UZJaqilStjrlA
HfooPSevbkPWIjkpp1kK3KN5vbGYSnYww5MhXaejaiY7//SDdjYGc6kpu5Dhw4B7k509eI2m80RK
rJ7BFm1L/+jFvNkdMv+08QgPY12uP/HgO+XTRvtsfzc4VJw/AtLc+tUULGy89Bys1YbT1PXSP3ys
vT3ZMcIPRXhyrYvMbYd5xW6nElpqlwUI2zf8MqJOFGs69HlT4xSPOMOwsnKCnZhnBACeQ6UdtYOB
ETop00dc2tzeXLiRut9AGE/jAbkx7jv8DZOOgiyEG9HW51AHQ/3GboUeZzluB7H+TbditN9IAu78
zeAu8l8WEqzxv3JpjP+fu6pJNzuGoqH0f0ic1GY65G6nu5Nyq4n3ezKpjhMuqcLMIvPWHqLEPlbj
QLpFunMlTxK9HyyDT6b9zLS9Ck+rLrrkuS/gotyBOFXzS9MNiXgYlZN3LyMj1vpD9Vi7jqXZ0uHB
ZRoX7QInrNnBQ39f/RGI//lFYJ/mHuEW9TLNEu1q75Yhqxk9RkDh24b+H724lpoV+knQ3X4CM+77
VdskGG8WSsvCrpErhIFnH+iwvcsLd5O/hJAifSHTRn6fNrnxu8wbOJHPaV5H3lmhcIWHuOcEupt5
LtQJ+FOA02dwgQgnJfspMruSOb/aSrnmBhnY6EEEWIaVQ8mqMHjCl7OF58gD+VTxoQTLMp/GJMU3
w9jbbCR5hI2rq+YBi6KMEEHcXhhLKX+DQx2i7CzFVjmHluGNmLlzcZOpjO0dJfavXiTO+AUvppXL
3hCehM5vlbOGd4PxutXJNuZY/+/UVuLI+H1rcpikgTdR2x1uzcD5zwSUIwO7JaN8PWGjNNWDUERv
WHO9BeWxkFMhznOIdFWCoaC3uE7rRsiLnHq/3OypEUHsH3xrrqUp9toBS4AplH8hid2Fx25z2pni
o92AAPQk2JIf1GCd96RJzdnxQBwfuITPybr8mGsVdcdSrYsYcJKkbvSHUr2EK0YKmJZsaqOOPhOP
DPNqXFfOJw2EWHmiMS+t+zDE2j5lWC8L6N0VQQ5d36drWXX05l0zB58OWlX4rBoOrEu5MuK46/AC
ExLkztKQShrPy6YuSkq0xLro6uvCpLSGWbRxmAFmUWjc4GJUedz4g+mzLiM7niaQV9PriIHkdr71
QRy9t5bu/T/ACcnwtkSdJMyV+2tM/K5jhPpOoMaFZBLhpX3XfRqMR0X73H9iGbA5PjxoJdW3GVw9
PGN8dCjkiCjyGuO+8PWzYyEZM0fzyi3Dbinb56RdbhYWT3mU/2OykJjUkTROvEt7lavovuwl5vqx
wNZx3OZaLycL5qU6hEAvBIyGEf/FfVPEpIDTcF3bn30YDunj0GxMH8288LuahOrNy1jqtpgPU/Lx
DtQ+grP31NbITFeJNt4cBJ99mu6btUjDUxEn4+d0gwGQ8UwtVhIdeOZPsszQHK9ofQyc6OWgulBP
s0TwPh5IAv7Ok7BCm6fHG6j5feYO9fsGncBQsWGebSjsIxyd+NZygoR4JQbnU8I2nV8ZTc3dGzNj
5qO7fplK8wMngtlufzESam9Skid+N6NoV17a2fHRK8eiiQ827T1E6HwOWBWCnZVMi+7cgEy78mf7
wL3ZM5RyZvId2C37ZtIlw/YypCeoGzG1+IcDbAQ1ulb1kKehcvYEQufxz2qnbTjj2+6rfVFFABAS
yh2cRlVhAIKye2YRItkhCkgGLSpN1vFHWAYyfVuHPsXVGw6JG+44vkpF/+HD6tkhja2CLEyi+Ccn
pEyzigxc8rZ1JO2JWlY5x9qh8mo2KY2in4mT9yp2CJiJwuu2rHdzmYQPhedTeVyaULG7OVK9b4cn
PDhLKV5orAJ2V7OVNQ5f69QNzGUdJQBqFFtE6KK1aYzOVFfBEUie6z/LtqvmZ2FRwN9m2Aneh5sw
BD3mgErkHVlieK7a1X2S76JS5BFohXhIHswyN+21qaaeiGhRhWx1OZU2NCxTHAPI+zUWXVvitO1v
G0uZjft1S2svOlnPv/t0GfgwSs+7miR1qkcScQOt4NhTymQdoZDu5OiBAfEOcyIhvwzoEkYAJncl
nIIWF0ZJyKMZY9pWYgX5uB2YAKOhJnj46cOcKgrHA0wnnT6i7LbVmdOGiRR6n+Mnn/1A1fthR+Wj
GvLp4fsniIgiRgrYC98Wx1Iu74ixY+0Cx4i4zEgodvkn03rVF034NMxq7ilV76uiQ8+MWcLkv8gc
p9K8j7u62D5nUBiA4dgR1eNXwPSd82gFYbfoQ6rwmGIMLGvPPwALwjXXujqZnjamUuj/mFZSLGjO
AvcytgVmc8gUsjr71Ty35Y8b9mY8yHGzOJkm2rDusUEUcKvLcqvLKgoJQoFdtui5x6OEdzNakuKK
SEXv9zCYlLgCjnsxL//ohElL7pn63JxXXVTL9edoPJBgRzaye90dXb91/9smlaqAVX5j6TtHP1yb
hYVBS88num3MIDLyurl9lkPpti8AXpLIXOItCAd5JXUy1w8EdOpjT/Pd/IeKrhMEogYT3kwMFZiI
7y2vnokW2tdhNt8rATHuy2IzL+gSSXxy+776Wxb4UXfbKpYgRnV1J6fdbRxfwdFZ0u1XyEvxN9cg
m9ggBF5sR0sZ3DXhOpp/lPfeUxF2FQPNpUy9TCzElQhAKf9xndCojtLJy+biJH53bKUtA5Ka6/Ss
vZutA+Oyjn97SKo9pBEDUgbnEMZKQ2C5/jlCHOweSm7h5kuT63Q9uvK01IhO/hSYN87ZOAl2btRH
9n3UlgpjR6vkyWOPNHezpfrL9jAN5BNJLG6j3nujN9H4hPrWEYS9YHszeSDctKXCvOSvZMzxXWOb
P05c8aAx4mKKn7l43C8pSxzghH6CqxFx2Z9wO9OYa9BgPs9oT0e7XxqfBHxJBixH7KkYrQet3fyM
mV33n/Y7GPgxNqlXjDsBRgcwqP7H1Cas2ZA9vrOzWAbVXOukCzzo52nrH7ppqpf7CiejehasRAt+
YcCdw19FGy7+Y54gZtw57Dgd7ypMB1BiZNT64y8kzFBc4GPJ6zCpFbk96tIU7w2Y11Oal4B0+WWd
5lLLPJ8xpRZ9FHzh1OtGdz/WgOEueHLi+lgGG9mtyHNT52GqpEbsbi0dz46Rb7K9l41ozQ+MREAh
zP9p8XC2y6cQqyjECTmn2zVtnWj+dLgtk5lyEVETVaUr+TvYf+MtWN7gbWksKIzqGCloVfAE8q48
Ny5a60btMFdVhwibtvF64Itb05aIBK4Jxnu9bNNmL8Ktwf4Fjg2FFJtu3ulfAYJpiPssQb73mskJ
7yijIveuwIu33DnEoUJ8ok3fLL9CIZRzdVNc+sjvYvVxwaWTHs8+Gr7446QKHBwLFIS5zE1D6nRI
++YR0+naUXEFcXPwxEjBQF1jOFUSs0UwXoDINHjeo5RzqvL4yXQ1GJTrdg2HQyK7NTrKOoW14wNB
JERYE3AdMnwi8x+a5tVkCV04gdLa2J+rU9coqL4JgC0VWCUffGW2/hbSiJ5YRa71QbZFYQ4TI8j6
yeQmDTKXG718sNLewgim/l2R13kosCaSyPOwPx8iKeyLqvFY3wcOQK67lSOSmVYz+ldJlokSmaID
qXyLiUw9I9KR5oTY5AYn5ZOcxniOYv40Bk1+kRx5RJMWXPKP3D3VtEs4yJLzzf4S7sBNDB5PQkJw
LFyiiIBTXJn5EfNsE3wb+BIFydGQdT8OzlY7EurSasJ0DCqtVICKQ4m5ZNyn9NgCTWyg6mVByVSP
1hzY3suCgsKl3edkNCFQ2n09urOGZOE4KfV17/3jPJWYkxQhura7FhVm1vBEkKxcMg81bDtMqy1C
ZE2//UpW6w/Tfk1U/wnTkyBxFS9tctt1ODspDykKBmkxgq4Dxsah1FeWMEq+9NwHnXLaRBdHkNz7
0unP2+pK+wzEgzQVvfVk32yJxRgyTVeH9rHvm+CfCoL+PzKhrjilIikegpwS81BXC1WV29Gj0CrT
EmIPn9iwTCqsmj8ENlZ9LCi2LnFRQZCec0cCoNiqgH8bVIWbZt1Gc3PM8bC8YIuvCW+RIr4HIdiT
Hsez7R35PYIXol7dH8/zm+pc8+W0RzmOAk0BQqPdxRQpzpUfvh5rJ96qn4NY/x/pohy75i4LYTOQ
BziCaFp5cdGVIoYVpvwOZKRfY064b8cPE3tfqTkeH+beVW/8RlP4WbTNtHyJEgkIUXtuurNX6bG/
lHJkMKr6ocgPDJHhoxTpRC7Bs4ThmYr0zWGANoEFvaza5dnH0m7PDtI0KBNPNsU9j1b3xTpkGR23
scpfFqTAIBtCqutDizFK8xQQvUQuEGWSgUPFWl2wYQQ3yzi5bvfHNrMo9jzcVEUVraE6+KxjaL6a
TgKVQtjKJ0lAuhN+7Weuw5hwl6T4KkmcKamjM2jiAgBHUlMWkiYYeJHsgU1j/bBnEqPabNVo5L+d
KhzWi69Ahjy5bpHbGyWKBatYuQcZA21QHgXmpjC07mp3YgK3S8nd1YelqRwcaGDhxEPhTvN/6HWO
+LtANv0YJ6+qfzIGxgkSM21+YD4IODbZjH9hVsYtXyjXOmdUzuQv0pO8pg7ELlIZYTkcwjiOn/GI
z/UxmgxwFvKfHuxl8MAtAAGWSe/lCMYOUAthany05DUeA1KuyIC5qoAPNJtDik/Mg7/XjPrVG9nR
8ZQjeltKrAa8BpDCwX3I4ebUlz4VGIzzoNjEVaW8/ozhveSxcHXX7+eV+coVxVBLKqoBTJ/uPWyO
AxdNRsxzHoARWPPg487U+x4EmIdtKol/Gtqx4TjywPxzgKneSAS9pUfFm+oe0yZv81M5Je6lHaQK
75EsyVdOzQ37QmtVvjZIPjD/6Bb8PRDW5GQZMCLvC+mRAHdYYfhDdbF6dFmQLPesA+v+Gh4cZrKa
JeIRKh6LI5ivOywtaRnc7ryq8yIUEcwgWdPFDXuMdTrFZyoBBqPaNC6WM8ZH7LYy2/jCaYCZd6vK
ac1gGW14LRk8B+nJzmp76GIxPM25CeUpug3EI4Y28Slahwlia0o2oLrrWdkVBseOL6o5MwYpaJLp
tbyDciYRj9dkQHbx3r3BEbM6EC4ssQKQNGl/myXy6vtmIr57omprZxawRvlfy4TtLl+8ZDjNpoZ2
FxA8+CjxhTMopWd+j+B60PpRPrEjI+KecM4rUOH5j5ZEaU5UmluXFbXgKESWJxJeNJHPK0btHN4V
cAzdw4bQZf+AQmGm/2VV3xGldvO2lAAHh9xlLSqx3KTAI6GSO5c/GbevTN4GbppYcWTgD+EEr569
xbaMM72y8gq8RH2Zr9biYy6K9l1O6XbuJ28pPqS75WAVfQBJ+liNthtJWuDUzRYTAaSYfM8Ldn6g
0wcIuwvTJIVL5IgNl5mR4zhghRKP9w0X9sg2JRKnDWFprq8Ne/06Lx8V+NoVSlC/NlkAMCw9MPeH
2jsaH3wOT8jVJY45njW7Kx8SW8VrFrdWs1Cm1EvlvbCKRDd/V6UUE4Q8GYD4AJvxgl+YqFiBcPBp
jfqLP8agpuauTz8Vk5f0gCSHCl7JwV/OQzsTE0/yYrkSRBPJd2LBPnxwxtvyHujEmK0pvnGmKct6
qfgoEUbaBF409ozqr99ELJ7mFhWW+YMyj/Twa/cqYc79mxbyf+SSBwl+wBcbx+TUTU2bqcrgKSYh
ZIv7ECsock5tQH74LSadiw9UHu5J1Vp5Mk26iqPtR2l/Vj4LQxmkpslwVXBNS1xCfq5OydgKkrYD
su6u3rDUogXDf22QJJlonAdTrvixEuASBVb6+ohfh24zNqt8jhiJD1k1+81wXEt/AYgiG+7OIknN
8mMd6uE68KyTNYs359QOt2V6S6fc51zVTnKoA7Hcb2rz8IFvvNl3EmcpieleLZc6IIqfFf7SEACw
FbbQPPcYge7Y/TVgNJzj6X4lhE4HtTnjfVcoMnSdpmB7HR1uxpOvaWR2sRW1+N3OJK52DYL/X67Y
4imZSOCfiI7Vz45xQjgIt2ERuvO4jjiamME7OzgezKaMt4rfcXRLrPCs0LmTMoS2okiaZtZT5dMI
oIA/r3Xxa2KZnMnIVXjyNzr7EuwwBm4PUI3mYo96FOM3RbmDyyUFFvI09kNMvTMRo6NHIHvYJ1Y7
v6PJmVeCjB4t3FKDdCN2P3+tVhPYuuEaMCRF7HBjg5x+gGVPr+yxJfBt7eMZCIgXYLWCYmx+Ryir
1aOs3WIhsuwAN+TIbMf5qR9Hn9A7uaP6VLoRdeziaOIILPbqmCNsrBoZ14kYwZoCkiZu11ansQ+G
5Yei0l3OqjHFl645hFFW3fW1sNoEh8Vu4JwqpncqQxCipoGm7aq9ZCPMGXC4Rq0v6+U1LSoRHdvA
mOVoaqO+y5RC+9YUzy9d7QgA1QvmPIg7UQBZBxutIUu8hb8kJn95aBobNLu1rHmIQ8nFv6OTNx9p
McRdJrsuqDOgD5pZ1+Anp27rKwKBQ3XfFla+zSAnMEl2XfMbo2Eh7wZYuO+eD0fnDnxR8MycX76D
2NmY5vnFdE0SvZAwx4iD+W2zhjBlvm6BfMCelvzHRLWILyHYN3PFZNerhzQS3WWZBjylACPSN4LX
QNW1JFaN8aoe7EPYFkTsq4YRXKl1HRwYKiwHfIWWfJhaJJIOS6CGG7Yrx9wLyCj9L9K6teYY0s/r
Yz0IJg+5D4/7OLCwIN8DoUivTY6RJSOn2Jhzo4PoAiBxPoEwnAkfmDLFuW0oTh7IVrbuoeqtQ6p7
YJcFYThM6T5221MVlGzOmbHa0flttuHsaWI3OgIm2968vPadH2XPsOqGQB/JJEIK4AXOwWWbufpk
/uryyNpBp/GDjOrceWE0xfQoWcU4X91IBdNlVYUcjxVGcGdXO2n6e1U5KApJxQd8d/WJY0XTWrhn
0pF0v2nHQORVNYlg6O6ssfggbF4n3B4Thgm3gdqcTUvs5T0WclsjEAU2Zm64xV3XZkMOWRvoeDEv
n56f0m7s8qmc3zQ7wdB+vXnMltmJqxd5Mwvv5i511GMzskPqNEuWFV6IhDr2NNduDCZMK4w7m2ro
Z6cJ7WK/4bOjcWTf1Xi/6KTrvieIB49mpuu+z0eQsVhQ8ekjxIRgwnfzVEfdPQo/YDE4d1rhmnA5
/I0lAZn121Y/N2Esv3N+x59TTbNDxp8PEtFS61fwoPOI4Cg35r+xBboP85zxwCDwgwdDFyOFF0PT
ZVW8JcM5sni2ONaa1LuOcRpf18kG7yKp2gfWFwPW8bC0vZeuD5ErjH1IpYiY609L+QT/hYD59APT
JDPzYsXASSh98frMK50u/rMZtmVc2T6YlKdqoieny0Qbzgb4dYSIHaiIYFE4buqZaMbeD2G77mJw
OG/MbvmCa9vlnAulXucj1aVMskboALBx79Qfk4jMGxhzNMQB5Ns7Xom8uWe1nTN9RkXMsjxXl+MR
zUK6DwCYxY8uYNzApLKqv61bdPflKMf6v8kP3JEdLcjSFPoJtFOWPDC0oh4GXqm1nZlwmXBTH4Zo
HFGWlu/tjHW/fptZmtC8zfOmfiRMf9s/iQiFesIPZf7NUPvqvfQ27zfV1NBdYVSPLV4I03wNwmme
2sltMOhFPmQ527gpxnVvtuaHL1yyRHQ0KCdz6o7jc1oKho0x3/a91XX1vQS563y5RGUJLMajjY88
Fjm9DO2XzDw/JhfEiDA8rxNSwAXajQ6fmcPF7ku7UYlw+La9WO+kW/rJc0xuPshw9K/N1evb+a/2
Unc4LSaV/R0LIyWjnEownuwMvrOdStSqEe/s5GbGj1CXdrNwNvVTDmGbPuG/9Vf+ys79r2+qNLz6
IvHdD/Ksy0s/y9xcp6rVMZEIz5vgveLNfaI3kfnrQD4h32t86+thBA/7smIH7Bk5LNMlrdHcf/YA
etm1ESzi1HQTPHDqe4hLxBNqnBGf2NQi8SOBvFvtdILfk61iLF04NynOS5J3ddocJzfBFJYyntmH
cKIPQMdZyblUoRM8jYYtg/e59WesV6pZ1j1TMGTF1qTrc2kLlnpRus96b4NKfDbr6PXFvi+81uza
IW/xZwu4d3hUVEnSh6IAJOKYB/+FPZLBDxfn1S+Ie7V7yhlMxFCE/PlFGC6pLCp7f2O5yFDPfwVw
NEZ9KcoMbFo+7EPL94y5Zqo8pJVt6kVW1YyZ70uFsOeLdgk/4lktwVdC9XmZWJCADMiWmuY7CG0w
7Sl0emIGvBHYIfI5vSI1eLT1WzvcVzMrJzNicTmc1Z6ual+6zLN2UPPGzy70Sub1/SgESeJYfaVN
ByRi3MKxYiI1Y/4H57v9dfKADgIsdPh3a0lr/CjMYhlyJU3ODKCnpVHT4tOq0Qr3OzZ6UK5B4sU1
oEfp0LV2GjodGM6YZ0mGcnpk1wqCDYPbIt6LxlhIphN7HkfM5yOkpIY9I7RZ/Q06iBnqjB0iRxRb
cEx4Ffw9Rk9DNO3ZXdspFBzPf6NijyDxBx1ksaaBzBKUYtn5XEv/PIupHDru2H+zMKBgaQUtBUdx
jk63c3U+P5H6XLi9uSBLwJGJeTXYTL5BvkNrSCttLK2DCx+M3DNOZ2HFevYojtcdOgxpTwW36XnC
vopXUMJQ2SkcQ0EGE3L5LJsNpmiDcsWqlbCN6h/VFoPOiEkqYOsVuv/YJgbuN3tRDFzKtC9ys8uJ
JwYgD8wD51nhmckp2Gp1DdLUJVYpHB9acLOE/4LURdZwgkAeK9s4X9jrcXmJMa0fl3XgkMtBeQ2o
v3J8x2kBIDau2UWGFupP+2a4acYeYYdbXAR+aJYGq/8++KX7c2p13x0YSOO/bpbW55vQev2LUNK+
CYKAAiQXo5qd3wYLG3hQTshOQN5rwcBFgphqu332jZJfW+SX0EQZ0rAsrw1JteXznKPcNVGEgo62
uvOCpH0pTYwLSRoMt/xqOvq2MFXPfGmR3ZdQPBQ5uKpyjm4ZDewHtzezbduUw5NqB78g4FkhOGB1
m8t9YFNAvGyM3eTeoz17XbpIPXF1SgCFghOdPGPHYvsI1/V76xo882vZb7+WNsIEyJvZlvtYR8lj
5WkKBTrthWCk71i5WzwfkyikzR7eTk7I7piTfEn27HRuPTqEGgUc7//wrid/+wNDoI4JbOKeLhgY
ApcXuvx3649B1m/u+jOOGwHODbMVZRyfNzVbgfZpO9Z8hP3ikHOz5JRdNmo8Kj9eYe3C6012N7vl
ibUzXUrGdiTcXqOGVPua9/kC3y5RVysZB+9KuBbkZcsEf6sh9/Jp/MZgggcB+6wbn7mS7PLkWxKm
hWESEfw9xkOUvHu2RTiX1LAvaJz8J07W2wKbauLFdOZliA9bH8P6mKDubQc/yeVzVXjln2G5kQdJ
3DnHjmun3I/DxNMFDSd/iLyWPDHVA8NCPghuY5unFNNxka79fq1urUjbdVRJ0o/64tDrYEL0qyuF
mYLdYW+4S5m2E4S5RbFtOl60hzUkmzEa/OdsTvEfm4BGn0l+4l/yqN1+ac7BZZ9OMv5YV2csGTpV
1RvhYPMhW+EnxMDC5TEBluTu+8DA3tMut9auopX9mU5ejoAbLbCDGGHT9Ac1lnWECGyI5Koaca3j
qf+VWlSta86H942NEI4IMDla/K0p42uMjbU6yh46AiaAeTl0Sx4/RsI6y2ESbXnvtytHcrDmdQmr
QwyPeuqSb1vxuhwJZKTOjh1KfnsAHsmAUTOmQIdm+ss6gog+dBtWhk6LWE2QCTECWWUY5f31ytjD
0ReuYjpXy/Q/js5jSVIciqJfRARWgm2S3pR33Rui2uGdQAj4+jk5247p6apMkJ6599zkuaw9sBgT
Av9sO8MubuO2HQ1UKpXbfrUxnuvysNjGP+M4s74jxk8RNfhcPvBZsrceiIQ8sfriN8AFlOp9Q5oT
PdYwd5e2YN69DSNv4U8Y9b96Ccu0fsOKx6FmBNSP2R0jNf4UBkC1c/UyKwGk0MHc+ixQR8l9OADr
xwrEzEQ9VQpp7IZEJd7eZu2BTrBlTsNLGuThL9tViL69VvX/zITygIiQ1owEf46APX+vDmQUf1M7
nQof7nQA1Gg8Vi2iN0bUHkp+FB2NezCwvfVXhQdAYUYmYWGGTIRyiXyZJD+ire6YJSBimEaSYG1K
3S8ZLMzo9wtdZHAEl8pKk40a/GE22Vw5fRbOR/bNmK7aSS3HgmAEakNZZoR3RXiyg8zrv3MlVLgL
M6cCstyL7FfHwfSNZYLIrnZso4wOO2NsNzcjjlXFfPJPFHViTeI66+XYnlfleeGJQXCH3zZCVsvH
rwKl/evERVT/JZ5noasdB7e5R0KpeysDxq2mpegiHf2UDoKxLUPZNMBkxkrm4HZNdvVqZMfxvZiD
2F/N2NEWTAA4Ois1FPGaM3PQVebg+fcS881O2kd64HTNfF0AnEeg412y5flw29ogG4LZOvUvAS6L
XuDskWR95JTuGJlTZjQnvSr1XtoFf484iqV7zGcGIhtZWeF3lEC1oirDY7Bp0FyXTyYtBxJZyqT8
JRm5Rkctx/DdUqFZ0BsK7DRe3ep//eLjEauhR/LFWKB5SYmmq9/B6QvVIRr69g3Zogo2mrIXbEUj
a7JyUjXL95GEwzcDuxsxgRcNy9GZPbjWKaE6yyHCWN3tgrax6+0oR++BnY8eOQqYu4Yb/FplfzGO
ysdfKWtW+6+FXt3llhgqeDsYvw/Gm8VTapi4fna5Ye1ceHZnTm0Z1hjCQae1VcwwK6++NfvOcdg2
GX5jaoolxY67cXD9WVeaG14uVNLyz6RHEID8KlZ1zZvViwCzDAHr5KTog8sQIsEkVClPis3oBx3R
UlCdBvcxTO5lYEcAwAqQMxMo4byyLJCAGLPErN0y4FxIQ+p519lVoqB2u6VnHjlasvpvwKJbHX0G
twR/aKb6GyhCafOKv71dXpxCLC8LElZGVfMU8oK3Anohz2puoMKvhfu6Mn3PuMajKXuH7RzNn9lQ
TO3VdkbXvWVEgXPcFYUPTAG/QHLRaPmIN6qxw+2kwJ6E+7j8fwFVqEcmCQXEo64o1bYjyptSNWDD
smHWngyPoVbLcuyrVl243rlq8NuZ6Q8jMeKNAvRHiA6WBIGZblz1ni5FI2+mDKJga2t+4s9KF63/
havUkc8StiufNpJkxq6QshAPkYylHznEW0rrDjbdjl1RYu+N1umBajyXcWVcFu08frrd1Ch5h280
4QxC4RyheUwWw/AOaA8QybSap/4dtxQgjDRUiX5gJdAGu1YzY/+hV96Riu8Mju8eTUOVP8MbY0Pi
C119IJrsxWbsF/OYDQbCUbNOKxJReK7y6FVBN19Y6vbuRzt067S1AkUM5Ia9N55uk9hO8Y9lweyd
FJ6L8WkgAK/7aD3BY8IshbFHgCKbh/6PYa+LnkjWyDFWZ5DQRDVae2IyDXIdmpKGeAVg9D7WGdZH
3YWOlLarRunjP5NOocJ3D1gXzlekGMmP0BWZ/QLbcAL/RZd7Bkqj5INGgTJcK9a1B2YfTYMKH/HC
CWsJEJ/VYSr5CxhnwDYH4bNrnfLJEsUbBSNCecD8lbKnuC4wsryFUjX+GyYwD5wgczgsfAghrXgA
YIFhEEuyDeschsBbjhZCHCj37SPSiCp8Y/lHJpeDrjLfdmJxn0ydZ8sxAH5wNSZ13pKoxIBo4RbY
lbrJz0FjM3tjZ5GCV8lriqVo5NGPZ2+qrnN/d5QIze7subbYpZ9H/De4erGL4DWYFug8yApH67Si
icxwMdqwCR+9ISU50lsHszywRkKqScJ37v0sHba2P3inimCH0BPJB51KwBWuKzScP0mOR3gpGSmQ
5VZJNdWE1i9MLChyJa6IjfS5m88uQ67+1rRs73GGJeOtj6wIRaANhE/iSIuwpyrW9zgQwEpnEfvg
EbHUzfOi/g2RU/NNDyuT74hf81vLgYlm6bolm5R8bf7hc1Mh87LKZYc0z3OWneY2zZ5RYa/pdgR/
MMQazCv0EtYHN6a9isUc31Jexb1b3I+jADdX3Fu1uw0Kv69fkqUbnL2/1vSp44x2FXyKWRfyv2z5
GIR1EO7LqGFQEIQZm4hmmsF5JHUfbX2WSjx1eW7a7cR9bH0EjHTF1zha7ymOG8wUrXXwJVeF3/AJ
bwiGcMMbCS/rxOjGa7nWFQYjl5I16qziofXnFZPxWOasJ1XPRi1c5HwdXWKqKdNAmRPCEdW6W7Ev
hO2trWz1vvSqu+PcVsd+KpgWWzcFIt1/gpxf+gfN264O4cIb99G6lFeb0YE3B3QumspDMQbRjywL
5d8QCTEFwRpNf8pa1IQ9DLoDSQDQ/VWNoiZ8k+ydBjlOM3/Q16LpWPLJufoNUikSvkxGMdJj1Tom
TDBxXhNXkp2cLgAuhEICG+mak75wyLFgfEuEC8vrnXGwPEaITkGd9ix1d/WSp3ksUBYWh8ruc6I+
6/53FVV2S59tdQgnrch4x5Rird0FiPyvfcRaf8tk3TYMFTvXgFjF7Y3Ouawep6UP2CBBSrE/IOJA
pYNWTQs4ydpdr/NaAOt1vKjTx1oMXb9fbIbuiHN6t4pJfXWsY4l3mwbdK2B0uQKFZ0w0o81EUOJy
2iaswZ4D6kiIorCPhwHxqs55DherWT79/9Nmin7Osdq6xL7dkNjPJyohP7u5btt90ZnWw8F1RAAU
YdAA2lM3G7bYtDpcORDU9p5ozN6ShIRsyNJd5n09RCo/1Tmad0goTsTEk5eGKZ8wcj4k7JfqB4cK
Yb0EgZiC3ZhI957zkU9Fe3SDzH9K9OR3P4KcGGnCQ5ZBH9jmyo+EEDFobBX7TlzZIVA2wPLEFeSu
NRraJdeFcSCpqHzRC8rtKEtF9+wvTnXyRZVbYG69Yd07DMe6JzGtw98I3SsrjGUJnfoytOmy1e6d
hc10ad1OFsP6C9Na1htWi8HhaQLPT/ANhounyg27fO9QcNyTTNrC/+oRzWM+n3Pr2/Fs/G1sevx6
hxpPe3k8AZ+ojqwf1pfVTftoPrjYkXwKbCz6Ll+H8djMe6tlXZA0oQ+p64RSMxUWe1iYetg+VVns
OU6sJxSMnRO3I1briHS/UtS7UPhyipuMlQLqauXRmepG/1yGsLwEM0KtOGL2Hh2E9kQPPQm2j6CU
lFS48VILxQ2OHUCeaKadGW2/4CIwDbhiViIr2IGVfabIIrSvjZhL6zNDg3hRupJzLODlLHuSBAlC
7S10A1SUVMKAjdbxc8UUVO+R4oFIHjWIIvTD7TMHnP1KREiyPqteUuCx22wbaqUZz1nV3RnMQVBb
gBCq8YvgOkQdDjoiFLFN8p6ghPvJMtEt+A5nBhiIo1zv2NZh/ej0fvvdNnd6yNrDTO6jaPGuhTVw
+Y+rO8NVKlr7UnfOon/Vdh51zzYGxj0Fc0dPvwSieXO6OkjPkkV3dbYZlB383FNIKubGtZ871odo
PhzhfvvO/UnJQ9eQ+9cGLRwUL8TmuQA/NDtBNElCZaIdht+Ok3bbtUuhfBMUSXgQOwQve13mKfG3
NXIIuZ35FsrdnaXqc8QT5bmng1oabvpRFS9qsSf74GsCODdwMBiysFcDpDG5NkYdZubaSg4skwWL
wyFNZHBIpk7flyGDt774mZr/kHQh/vaURFeokBkCBZf06sOg5LS+Iyan2gicOfmjdJeON+VYyRMH
DoQshMsjWDEPdOvGG6nyT/9nhHzZZuGCRAOvEvf3KFOyn+0eQ8kOUjknZ91ljfVtDTh7XVeV4WOZ
5cEHZo/W/sFytQlfTMM5iZSSq9AmSHntgtgJ7HX84c2TbbE1uksftlnWhwlqEKzLG0MHgEK+zjp1
ygHzyjc0Oj5oLJai1o9h9f0LqKtFARAsHOxSUamhkOvAg59u8wfgVAPMOlCsmrNxZGq2PiXPFanf
kN74iqofWDpLQjeGTk7EPbTDTQ8gPWHcdtN0GZ2MULlN5tUpLzRfefOdMhcSX343DC6NQ1MS0cXI
Fa06PRFfi+b7pcIDqeVz9tTkcIf1aF0x/4GNGTGy/IR1EIWcAXYynZQK5+ZYSfS6e19y4J4zKrzg
aHtBcqvoJNcnv1sRfQxynVMCQzI3PdEFo8be2Cwqk3N/z+J+QlOwrgc7Dzr7UXtAyGtgaUgBnBqu
lap6TZXa8NvifywjN3huvFKd7ybZddfeFwTAMrwnAcjqr7swS9tOqKRQC5MrvsUB6JyxBQuWcG2Y
psNbOZlh+j1a9dCMCL+UXF7aMKusnTLz/UF3XUHrQCX1lrolydAbw4P0zUbOcn/cFQ7eDhpi4j05
JtfRKepo1m51LcV5JdoiuKKuZCoY8oqPnwwxdXWIKs+a42yIRmgwixq2oFOqcTcwtOA2De822LgS
vpi/lyQZ4BPz+M7jGkdyNe8WIG/vMQDrxfqZfGnG/dtusTDB33u2G6p21T8wSxTDvqWpQIWRVTTu
CBrL+XtcGs1gUXXmd2G6ZHkKprnHvD1OEcE5nLdY2wITTM9MUhwH/d1dX8WVkz3AwJQ1EzgGaizz
CdWK3WAxzTOBnUN1yCYWirEhQ+Rs16Mg78KMnKJlXnTtFnyffLxbcmmXyGf0N2J2auupIZNs2QTe
QNTK2MNf3NsGOzgEMALhtyaw0lcyQFznjMJX8mvodKr3CozA29wD2I8hqEvyU+YpY/02TzKV+zp3
rDNJSmhW3AIqz45VKNVUN4ZOHxdEe+LCKZA2EdBRFE69QBFObbVdweiIvcfU7ZcdFUvCOiIaHhgH
3cWZ0Gi3KW7slU9jhteH8YMKxGQaPBgDi7rZM4BhxQ5l/E4+c8mRjOUIa9zru1mRRON1ZstQt31K
C/zYcZ8MdAoo3BW5CPeE4MUBOBeHozXZbPXG4Lfsat2+jzi/3UdWvrYb9yJ1kH4CLLyhOywvCtri
Gq8FxjJS0urCnAnaK/46oIHSfQr67OJJladwD7x+fm+K3kLePEbWpSBVSVxz21ujc54HbQUwy5//
Rm6n80+Osum5jnLZntnV4pXdSBZkz0XkzHdSsW2YJIYTGlKPUEuCzOeO5sKwMmUQ5VDmOHrEQUuO
9bhL2qz9woS4Vo98m01zxkNHUNuSg0M7sUPEVMBj7i1/Ckoe7gwthjrG1+eSVOAywt5y0bCft7rE
ENPdEElEQZ1UAekjJbr2Dv99uHE03qoQcK6NyDZvzxUwaRA+TMOOsieCApYgw6ytRgtFAjoL05cV
ZaA8siUU83s1SkwoA+SGo/JVmcZI2e8ZlAThtC9jin5HRKa2XsMZayXHG8u+J8YH/rPVMhd4SvmE
iEvPEkY8PgbWg7QKRKodG6/vtiZyeNMZpdEWSH8+WEud39jbu/6h4AQ5G3s2GdIQYJwPkR9oklM4
gAsP72sQNo8YZ+2DINUGZGXbqGG/ZAj6X1lXpm8EqTbdsSlD62DqkTQSuw/VuQyZNz7PrDuLb2zy
Gs5dKNb8jyosAlHhgvLgsyD1+s8JycZZWr1NZuaMa33qrbS+mhVX7mZWpQfnWGKsj0Ncz9150dCx
2YJFQbWX2poh7SzEN/AnBrKOw++5tch4YCoxsU0jVyVIHycQePMZkg9A9gza5z/ghxotE3u9F77/
jN8vlLnclR4oAvQEY6U/qypp8VNLdoYuGcVMINm3NDuuQ+UfRm4dnDkEOzkbtVSASLFa6GvdsKt6
shUuKGYX+IdJRM3bnekLuIMsQFbKXzC+pFqaIVl3iTGgcwNGMvLqQzN9yiYy7OIuy8rPsQ4Lbx8S
O5+Trr4Gj0vjjMkOn1If4Fa8Q7hXVjnPiGhYcDDT9ZBDFE70ExMSwBtAImP/0DIUlxt0Nd1PmHQZ
k6fkTjosKOVYjE04aCxRFQT2FbR4m2ABk/AcGRstoWsX3XNLVWYfaRTcz2DQDuvhIjRH8keb9Wm2
UWehQUOLjZt6tS+ojggem1UXRi+ZrEO1W91CMRYe3X9MRA3tHU/eH0pqc0YoigLZ5iwGjTIp+99d
/EwCJbGK3rkXnX4O4RkFsWUZ5D+o0/CNLgR/3enYPRlFuqz+OEOOgj2msgv3IFv85E2HQ3Z2QFxW
f/EvefDnsL+6KPnyoQdIaJjME9jtzfZ00PAn5g+fZtb+kzhenx9D9E4MBTEwg8x3mrcpCdDPrH6e
4v9Ne7JAt6zLpvECECOELI+daLdC48eq0PjL6wAIhEorypboB1mAEsKOCxgQskmTPRCysPBKLx7i
o8ySbg62cs5JYszRkl6SMC/+DVKgMRPgz0aGMmHhYFK4Z21iXqcokpNKX2e1TlezsCyOW0Jpk9ge
64XIRIxmjy53zfAWNGHSboZ+bPJDM1k+SIhoTh9YqfGLu0oTrtc4rXuJRpiAG5WseAYMClbOKcQu
v6iwdco/7DN33yhNBuJRVtA+jnqw+kPr49I/EFNwrwwtFu2nvu7L46xQ+MdLJVdMfamjLoBl51+o
e+qKAAkqrYcl136yzYY2hF2s0b9vgSEG2FEFsANE9kQ4HG0VLilxBH5CNp9Tl8k/xkUcGbBCdLSl
Y7a+0UXTPWatDcox8X1df5RLsrJmCrCuv9LXg061JC1jjEIC7ZhbSPdIhJ5e9mJtRXc2VRa0V0q9
mf/QtYJ/MPZGiFWDKw9JFIYEHIoa/W2Knb4/kSeIa26BNZYwSucD+wjH3HsDux6yIRb4quDSpC68
jQKh4IoLQx2ZbnTjVxp2UoqLR5m8/GjWWVmnmSjO2yBqrEhMGv0PgYhFxPngE7UFw2AlhMFY7YAE
UGQdokCyMAEB2JESB96fzD+YqITdVyDaeRsU8WRHEOgZPDpVaPcebeBDhLUHBnos6mja3amkNXQi
XVqYHWZ9tw3Z4c5X/fIISsj1UcdGw73vwk69cwsvmfYwDsiJQYEPl7ud7FBtCJeFScqFq6/EWd6B
Vqhz6U2W2QLS5BXrljWCVtvILOpzMmQ6UcMgSNsxwcJ9EEpXv8PSHcmdpA34oVXLMrlDTMyxDmnN
RshPbNUmoZ2JiFgexheQVmRT0JNa2NZstzurwQh1tWmG77TFUZqDYzf9A69ptl6WcvJ/FlZJ105K
x7Bey2KxvweCibo4WTv5PpiyoSvHy08yKSdpFuOfrhcW/LQDOxiO4p3mOCVHofCsnoQRO3qYS3sM
b0NluKDBZjjvmemjBybVZc6dl1XMyRtjro3bEg4FN2XaqxU02q00ef44OyZM475VZO1ZhW6yMxdP
+VjTthIF6cgovM2MWbFqe6P3r4C+cXDkUqLXhyG5ZwpiiTNEzJnDwk2yJy4z22xYZAtnZ9YcDWbW
AptzUcLwOPW99YWd3/0dVj3xmjiV+wNxQNXfzrXaX81IeBoipIRBPJ1sUTRQZ1PnKSC/EsKQ71pI
MeHr0Qy7C1OKeHBGdOiJM7DWTbyR5NaW6e11IszNjXmpoUCN3YqcbyN5eJdtui6Bjjsfas/WMVa5
bxnkeXHd5Z7/zBa91LuZKKf7Cn5SyW5dQX2jVrXq7kbRQOrfZiLR8JUHpiH5kOklXZSXjB+ibCnF
7IJYKSzfEapRZ+Kl2DUhovQt9AOc4gMu37++O4XvJWUt6cxz1v2CLolaxJ3Nom+dad3+02Pjt5Oq
0gEjQ4vFCQz38ZNIDwBNAi3jo91lqNbJakaxA1rrsyYLKoqxXkCOyDntAzZV03gO6nC2t6XrsSAp
yXF+WnyG3cehGOfxZIY8fAFpwNzAZ2oR8aNrEodzPnPylsDpbAiooMtvooQMRRyhWXgM+0Ai5XFx
XZ6ICkeMDITMJeqPCMkPjx7C+oXGOIHLZZS6zYFJ02dvkmiqmdt9IfRB8BME2Cp3TJ4yluxp5TfD
Z9Am0XqiW9MTfNE2Aq0eJqt9VHzSzL9JA7Tv1KSgeiGJY3lctKRNyTCcnfC4pfW+IzGzfWDVFV4g
8QY8dALTDsiFFu70Sm5NdalBszmHRP3PZ5/DEDxpCwx/JCNrF62Jrw65D9bjJyp999HMFIVbh0gM
HbsKchfV1wJsI0YAkhFWMptOVmrTQRwoD/gEJ4yQgeW4XF6+U5FD4K3Pk+tJpr+lGZ5r+G1MjMcA
D9dHYJML8F2DqBCXCM4sMLFIptrpnsLMR1O95V9rFovrunQYXTDz9FiGciEaGEhhRfTxCmeABzuf
mO07iGteQSqYdm9mEz5TWPrtblzn5tINlT1tA8fHu96uFCRftEVZemBrMDEKL93hHHlQ87YUG160
q0YxvDeLpj3oMttAHVry4NhKZs47V7niDyZhzeGouT42XdO4n8XkhhfQk8VX2BJysSGiRZOXp0T/
3SqbjrpviVsgChfFzCZgQUaH44zBE2LOhLQ82Q7hblRD02J6bMuTh8hGH5e2nf0D4xmSgyghWdzO
JUrrA4kN7Y+VDE/ry7YXstYtqHgV/UwyHUkvnZ8iTL4ILKy+bL8tC5luHIE9oIYVLVJCQvgsRh+Z
qr2fsGzX8jQSKHAbAKzMGzdZxn9QLQqxXX0Pu+wqcHQfyaEwYsf0rK3Pk1nv1gUATMhWSYGLWO9h
ZEfrFgy/pZMGv7Kux+odWmO1Yq8j/jmbGrwSuFSr7JQ1jvWMu11hSguRXFzJZ0jsC/V5ghR6cXsT
HFpCtNITIb3VttYJco0Y8lFSH6MIIMnFeAsYGngECNl8BtoxHU2dXdjcLs9JzkN6xM65cDeLjMRP
FXCFIumDo7Onskcet0rTB6/Y4ojtrFOdeTvsR9gIEKoaAxrDJ4kJshqdSz4wP4eI7uks38mxEqRn
wCla5nsLgb8ETIlav6JJm+Bk2dWQ/y7LEouiVSuX8BVw/Gj5NtSPK5U9fw/O3p4Na6mcbYGhw9sR
E0X+nmh9Gtqadm4FBIE9kOQo/sdbjFVI9gFEjDuq/eivRkY6Ij/uWQS1Pu3CJqDtZ46jqvQz9RpG
mo+CNUzySl4cPksgjRHGTV4ShDCXpRo67y9VyFrsJy6ovy1ZOD+6kRDtUxT20KwMC5oVYYPL1oQn
sInO2CvUmVSCNDl3/eC8jpGoeS3ZVjj7Cj+VOZMdMf8jldn+3TAFqu4vTBXuMN8IlqBj2K1bZUPo
RktoDQ/g2oz17k5YoZIlZ8rAvLH0aJTTHMkW07FSv9UAZuxbkjLL/tOVxAUcFiSJfKZgrPwvHkDM
F/EA6Sk5Znz57i8lRts5LTlqPuZb3WxVRyk9u8S86vr/aKJ7BPwzX9E5mQVJslvL8Uf0kT5TuD9W
UFCAh7x7hCUkg7JPELAwFFtIeZOjs/BQnhPcrlg6XMSjnEguNPoksP1OkuSK3DoWCaNcvXVnaLGg
U+CcsInzrIBrTHtcQnaSWeLWAWaGNxpR9OzSCPj6DuyGEC+O07N3xu4y5Xt74id+QB2NOMsMgToJ
yxLeaZVBxUzOF1i1JkhdHr2MFfT7tJfVA89pQsLZxJQe6HEJgEaOtdjl0LF8PlKWyfPZzhDhMSMO
Qvle43EAFFcp6bEgbvWXnXfud492JnobcCcCxmdBeI7MoEnbFYV84Zy3SDhbDKNW2ATNdep8gjj7
tUarD8EmOg4sqci1d0bvosEGzwdKTJrtzgpDpov4WuptEM5+sEdiIKtPr2D1ccoMJflblIEw2egx
zcSNqAlE0HClRY66oKhF9spINqB5LxkUiMPYQ/FmtFvfwRRRAJ8VdLpkd7NdU4uedSN7Uk1fEVj5
9cMKpyrfM0lLfjUtkFI8i8jR9vVIRmZcO4aFFC0SOX6z7OYva53mr0waYR27oJP+jZkaXj6klOVW
ASn50+jOR84oCg+e6+A41qbG223QFgoGTStahXKzTDae+ULr2exqgm8icq38rjmOFjmWu0CFZLra
QFisUysmpc/cTM50DD26rxecNNPdW1jT6o4pTPY8Ylm/WXEaEErm28TthHYS/KR44EQZGiqxg7sw
sNgkCBqQ1lbEGR3qyCdmHoMnqFN3DMwT2uuwepeM7e4Rwtq98AssHicjcpFtmUQQNj0PRm9UdUv1
I8KovkAY6PLJehFDg8wl10BWcPmi1/gA2CtACeLcQXFvkAeIndLFkF8SMp0R4Vp+Vl6WzvjNj1WQ
2/fND6WS7y5we+l8NwO70yNu9DTat97gPYwh/QuW7yy14qkEanHmvlmhT1IC8m86orFeClhVjGfW
rl/HV9PabYn6W0McOGv4ZGKvA0ZgZzYTevnO3HL6upNMQc2YdWLumCT2FkxD5jOyceo0O+GilhYE
4E6iAh3Tyb5YyhZhPJM+2F1FNZGsGDGCY4Cc+2ljCD/j7ARjAXkui51ShQ/3rQuqpSKvIUtqgF4b
hL3yUrhJSoY4RBtk76SH0xMjhgLweu9e2mmVxWEO68LfkX7DyyMGIC+QE3kQXpkzh7CFloizHXyJ
ZeI5RbOG1jXyucXaMU1+Y2GZoudOcfNey3kVfD6Cvxs9FkIvwxtZeKp4Fuhz7uoc7SRUDeTk4F5m
mXlq4F6B4oPMh7e+WHIB0QpT8l7OkUu7ALm+Q9aXJ8mhFRmw/o0z8zlhocihqK7bevaUS0C49JtP
Gt352RZe4wCizfEhMCATZ5tFkkUTb/kI42XpvpK+vZLVZSrAHTusi3W4dTlWcdTkXXvQou/lux/l
dJUsI9c9NmxcDj3MnxHZN5satk+GLX4uXfnO8YoaHOew4H1SUhOHCGnr5zBJ908GTg5dEUclHNKI
cREyC9v+zBi8EkmJYpBocrsLfs55SWo1pQjJ8HSZBE0mHUE8sE24Lp9QAZHk5TmN99gvIiBRDdo4
9WI7SM6xTZ9A8MF2ruA9uGWU27sFWdM99EQE9mEF0PrGopk9SoOmujwIRhrIwNL/I5GB9uEK0cq1
z/7sRgX0eUGIgKqpZFgQjiSUjmr2f6JCgVbCxgyP4RIyl4e02gfVJapVsPcYUhDr0ldi3lI6upys
ZNGhLBfFzNJNa4RenD8dXHbcEQyfuZ6TGKpG+jcf7Z7AxXYCLR2t3h+dk8KXVkn+ix4IrAUaxD/Q
Y8l2cPCIn7yaUdmGAPLC+sU5jJQ/GXgIdxSJRH9WliORlFXQB69t68Oj8z3dN8d8RhWLCA5Q+UNG
u/2zZlZVbKWSxZvd+Y+znqPqURWze5VSl3O8qMAjI2aRYByjxbK9Yy9mH9QH60Bm4mAfco4ItJqv
9Omj2LNbXUkzWDVlTlUtBZVoPVBfQflbTYP9sqZ/hFKEABCCfVM+y86d8pt21/K3s7a+s6trrA2a
38yi7Ynp39df5YKG8FCvXjfHqFOJ3k41PeHZYfQ3xI10im5jlaJF8tDU9qeaSvPZO73s93VonGin
CsfyLm0aJV88E1N/gGMapJ9TBZA7ltbAgFzKRdzqhZ5iG6L3IyZ67lJinvrEXbhhE/ctCg3hdF00
rtOH6g0IThMF9rUl4aTeAiohGZTBlzdvW8fPPprFxnnllWAysBqxX4y2c4TeLrbnYahveEtaKtqm
QbWzOIt9sZeAsOoO5ylwjDDVNmq3oqb2e7Nx/tkvExas/EJAWtf8ZGw+woVWGVaphSdxTqoXOt/0
C/wewzWsWMy0tExSPw5S28KLmNaofevtQMwAIrtWwJGLVdZa43VtpO7ihb4nf52CXnGIzTKIthES
M4yEE2M+sGZ4UmZkxqpPKp9DXdt44wZL8zPeNSaYUhiwgoLiAZ+cIT007YD7tavqLoKZDpupY43R
pwWzs6LDv9N3huFkkwuN0NdYoYM8HBseTUU1eE5rHzICTcx6w3WcsZDtLez26snt8t7Z03l17cfS
2CvJXZ7XjdG+zJMBH7nI8CgPAo/zS935mg8WshzQCUTGGrcly+xoOasVGeN+Ji6nvvVhI8S1yEfO
x4uT+i3JKii1wwmcHeecD/egC/SBtbzWv9hDzcFXwoa0+FBZjZaZCBRYCbEzEGq7LVS3NlebYT1q
spoJLpiwMBnBRfUSd/zECL06OA1//TWr8DuBWGNVgVC304F1LjRz6sNq11n+1FdoNTc0/D3/UW1M
BsQuJS8AzfukrqMzV/OPIm1dAtisxSemwa6aOOr84UIWjb++2nDmvHM3VcChLGeZ5EnTCM+bnBKU
+FDyKJgxNGKh3PV7MEwHw/rgN/2PwRtQSgeRGUUkSiou6QYKUAo2iE4KeuhZsVLVcaI9d6U/Bqm9
dSB8QkIQtmm2Y4uGeBu5lq5e7ILMP7XpBeG5N7VwcSH3GgE23Vg/CP1SuN7Q3CikluEjMHS/zDbL
NN0G1oxr0EOIC7tEtOPvMfDW7AHXvHttHK3ekHnb9dHrXehgAjOIzcCgJc5m8agEq8ZlFtQ6jc0m
KO/HazFrOMiVSWa0Jv10J4K1gKJ+NAXqWGxAZfir5P0yO8CioiKShZJzM2aAxJCi2hEEdL4YXx68
PkLVnYPiFcclWgfWbSRmVjGKLcJQQTXjRoooAwmQlUD7WLUb093m1qVNb3pg0kTtzmgHS0JXolM5
+jr8chjbfrYof9G8IMK5ZVWRrw/WNP3H0Xk1R4qDUfQXUUUQIF47t9tu5zQvlO3xiAwiCfj1e9i3
rd2aWbsbpC/ce65d/gEx0qYPFYZLSDtgYhbk4G0Rhc8DfZrewVowX3VnUbLXPpXJCT18/IE2uDlD
K0N1jy7O5qWnnbodS42KsV8LNWIdmTi9sHDQ4QWgLr4CG/GlszV6cqbTgK7A3evS6YOHhIcXQ1gB
4eNqDWQ67CauvW/ZIqc/uoE/JDggGS5uWkcG2c6pmiK64YkmnQLC35rPYJpPNiNFu/MDegFIIt18
M/F921vjM1i+1egKUG3Anu0vbdOoZTj5w+KUfxdfztYN/4ewfE4dPT2Q/DrZt5Zr++9UhqIsSG+e
MnCb0BnQlmybrJPO+1SKac6PfBe5YhGNfdBnskjE6Z8m8Yb4UHhh9paySiVmLeflw7a3AtSfWVhG
CevvqOpf40ypFou922KiBIVXOAefCq24Y/0cx394eRcPGC4LfbQLOlH2jg5z9e33pSEuGX9TG5Zg
ANws++pzgJ3rWUkHlPmuu7JOcj90d64sGOwNRdyhoRzSVOhnwz8W59znFOYMZfIsXuqln26SKAPB
oLlbSLfJaizKTQAzHkiwvz5qeRZ80YaJ7r3EWHrDE2ZQ0Y8SZ5bbBDSCJKoLKL8KCPE3PixfnEKZ
kVGfQLZv3gs2Jw2JU3zrmPlnB6GZBjF4cFGJv/vExV+RMhAVCOuqMweSxtwekUXcTIxCwrJnRCXF
G4jIgMi2YrS8VzT6oj4ahEfOOV8JQJRTZBg9BT5+nsH0Y3EqgJ8n+8x3GnyfiOMuJmlURJQSLou9
5+D8o3Sx4rPdTHiMuiXLv3nJ2z8Gmzs02cD2PtgfkUs3Q0WMjkngEtrMFq35qMLYIcJ27NTbosvh
AcwUk+satwPyNoKlcXjUYqy+qcoi85tbHvdL4xOLuVNDm043mEvKpyoa5L8E/Ighk901EjGshIyV
JX2Vb5GGT8tbOAn33M14JbeWx9Zy2zORbVjhcBUdWajGSIGrAUpKWvniuZbtnOO2gkjVOsVaMTVO
6bG4WCPV0ZxnE+NCYkbPsh+R1ZTNWJaHtJ+CdmeozIiChMhOojBCY/J+p4a1cRKpGolMmzK7BE+J
mJHazGlJKBncw0BMubXPfd+/c3NrQPOxeNk91wub+DFyXVjybeizuK+nQIfb1OJ0OpCiMsljPIUr
Gxy4dta/x/lKGypaqVp0OzZGzE6Z7it3UrBrEoAQhl/SEEb8Bx1zU9crXyqEObznFHJiYzCqQI3F
Hu12T2aIkANs0Nov7t2IlfjfkoIK37ZGWPm2nJnlQEQgC6eE6qaeHdfDWcUzP7+x2aOChgFIN84c
ooNPmjo1Et7QWL9dptOLKOsov6kX1SQnK1DVXZUTnI3pT4+ju5nSxSO7WzDV2Y0Yyj4nHHLqJg0g
8r1ROWSXwW6rbLXQRvWdITnC/pl9l+QpfLoxyB3LbT94bOByK0wKesv82AdvFGTqzXMw1xx16aK0
PAP2LqfPEW8A8tXJj4rjwOTsCUKg/Dsi40OHP5aO+DRxP0x3xPwQ5Yk+FmAzLP6aELAeE/5GJm7D
ptGpfnBZyDuichEweLg8nkPjkj+MZkLY99Ji6KXPzmIv7DcBsAzXyvF7cmPstnQe/GVKvaPPbRQh
BbdE3jaHYcwLoxGhk5owAA9DQEgFX/nSni8RlV8IkswJxbiBCJ1bNCus8FkXalv+xRUlBT8E+c8n
9DhjSNwx0txNmXaMH/AzGnA4djdjl06dDpB9NQdQpATdEo67ErcLled0GzUkcx+EseUNZIn4ewxB
au6GwvGaD+rIMSPTnrPiywWS8QbGZCAWRFW/YTuaYyUm7w1LRvibcCMTdeHQEeARJ5mLoPNrhLbA
7FwNCw9jylT/o78e59NkZ+D6GgJA3tBkc+hjqOM21rHNJiTULlOaxAR+fAETvPxBlbJ8Ycv0/oA1
5pdxJWsdJnhY6g4hEqI1SgfTXUqYy3JaBkqGLX4SrEsRpeAHEdHOwicfRdOJJI5hdQrSnN8zN86C
B9RTlY3MhYpL3/mpGyy30AqteYdbMMRPToQK7D9n5W61FV0S73YIGLBFV1V+6yYw3bkB0ATbIPSy
4hLDs7IAMhOL8uTb/KlsE6PKZBiM1p7jE2SEcwfANcdWOLbh09L0pGwg009JsB7wtfE2kIiccoW+
eo1t/cUI73inED6Z/TglfcztjZqA0BR8afWu9coyu67q9lfeEvJkuqyYt2BwMpdV7JyfXEfnIKvz
mHiuH7wsiD/72BWngVgUFqSZmG6DKOvEOSOUEyYbNT80eyxHpKukEWv7+s0qspJGLKVrJssWQ/ze
G0vCdsQwuj3ctcQ0f6bWbcOdp51+ObK4zecbyVyL3TvE5eovOuKIDyLj/a4/ywCQ4BFfgWcOazjQ
/Obn1thvs3xlfwK3IE2EtZaOoycv4z2nchUBnjHs/UCWJBiDNm9Iq91kaFU2dm2RnasU5dRNEJWd
BsSL5jw+rNc5MJiCJC1X9Ku61XPcl4p1WcIWdO6qrUfQurtdCOgcnwsq+eQAR8t+qhXozY29fssM
Nss+PWLvySNGHDUnaqF6g5LIlPatbcvyROwkWRW0SIs+Ae5BKJBR2n9mc4iZIeKkPY2oXPl9kZ89
AKQJ4m/YYyneGRVoSp64JQ+Q9dJ8x/6C5Io48S3Yl6MPqUty5L4ad0Z0NwiHfekUeC2kxt6a97br
ae8hmceF2wYnP2Ig9NMvfeLOOBGXVN+NNtdz5DYmOiTCYTLFQrZaUPoWgrxbNB/tE/1Ei4kXH9Gv
LLWnL2QMGLIKpnS45b0vQ3S5dvOCMIPgb/Qc9C+tlZsYIOE8JPuh9v37jD3hAj8Tw2ja6uW75n1X
dFcDXGPG8r6Da5NFHyAUmLYx1AScr0QVhCc8N+zAAcnA3NO0f0iuvMjNjh6nTnXu6MLGfQtpuRoO
LE9Sd8/36mB2T4xkt1QM3rLXzHeibtfWbFqCI6qOnvPRTkFSOk9untHl6da3rGNfe3N79N2OT8FN
2SXwKCr0IZk126+D8E1Bs2WhRGhsZk47O03j8HeC7xKTAkVqB0IzDTivgoONxspMHa8Yk9XiCeHi
PF+zBnsVzzIY23oYGy5TkhLuWIYODEQHTrcjgAT/iyWHixCWvro/6grk/BnJJAqrNIeosPVxarys
RrCE+9nS2CSqsbvLLApcsh1ndjvW5PbMhlVP1dgXLmI/Qg4UTiH0DP2NsbgwdphgODrJW6vUTUD+
LbD6Tqp7puowgAw+HbMPpVim1zHryUyhbEjA0ylSKT9kbhd3kYJjQCIzzhkM20jBe09sGZZynMeW
lt8CQQlEPI2Gd9cxL2fEUCXD46I6Ek6YPMgbkjdIX2zyWF2c3JLRm7aH4VSQAZJvAjkijSAJbEZN
xlh+1QaYdhF2dYTZ6Zpbtq9J+AT8CIIvU3p5LR2boKoab9rvQsplv0NAacTWXm0Kp6BMJphGfkQX
biFdNeiqPHFqkhmK6+CTNkABVEl5oH4ZzH1DKtK+oEEP9woQh3fbyajV+5YgE7EZB3AEhzxzqbhG
8tSy8wQW7VerCYUddkRAm+QC/msX8uNOSRCC9YbYQqLKieVTupz1aAASphkFO2+yIFgdTFarjj2b
G1a6oeaKvjboSUKPb6NrxlOed92fLpt6H0UTec9ryjc4B+7tdujS5hbvrJbjKSCNr7vJbbdw0PFw
nX44usF9UBqYQ0iydMlXY9yJzabGs7hF6A7AsaWN+dJhk48oDmY9jwgzwbt8xnZRH8GJlfabQAye
P8HviNvrBAhr4dyntjATzMVgDUpNY2x2LqtnZosLpAX0aniGN5pBW/YclCHqg5BcbcniPqEizqjd
8SnlqguueCbIAWIDsDJaFsKF5m3tdmwZ8nzsVt9KmZNpl+YMFJ3IDx7nlNyBU5hIzqxNUDA7J8mu
J+oGlS7HP5vxYmY1G+9FISvaKJ5KEWcHNyHkEj7LAG74KS9tJ1oBLFY3PUVI9JFZaL8p+01OhOWs
DjQYhdC7Za6jP75V5MlOO9bSvTYkt+W7AkXyFcvZ9JxacWY2+F0Z9Ex08XLbQS6+qxhIPpUthTK7
yc7ceNJDpelj3H9SlkrpZgwh7QdCM7NziGh6PjaQasWnRbeekdGC+ifbjlamwPstaQGXshu75XMR
BiHulpe7AKRru6ZBPQuH7LtPh3LNv4pMoK8e4y3uQwagaNilnxcx61IkpXO/KeMGPYsdpvDYRMKI
+DqEyEsuEoocG8EyRh+5467zxYGMbkuSZkE8eX3lAIwFok7ls3/ESA9Ya9tyLAnyxUMFWQYwFTTQ
Hf1bPbgbl4Uj5HZ0bGnxIz1UaJyWnMvo8MnaAqCWE92IJJE6ILFuLT25891QKb/5yzBwYnoTO3aA
eb12U+dYgT9CpVdgaMcgD/l5kf0e+X2uvmpHRu5eTMmkLi6olYFkS2dK4uVj4rr6m6CGmyijOrt4
JNwFP8KuQSEyUex2hXPN0mj1TtH8vrUlPr0n9o6e+Gi83gLi4YrRSW9re2n9/TSBc9kjF86HX0EP
IWKWqglsjHbk8vWv7G39Ei1jHcOxpdLxkntJPLqDoinNWsx2xTy2V9ycY77nHCyqewBRAi0hiDt1
m/pINx5ahwb7O546uE97pxNTzPIYWWeCV54lTfDjU064q/Q3Lj48bjY8HgNTrJvIhrn8MWPNQwJf
do2dsner2RUZw2qv2bmYtqM9RT7sG/5GcMNf0TQsgXoR2BtYKrJiScNjzWp5/O6EdFqcuUljHUzd
Bs5R6p6aeQELmEAiCsnY2HUowiLCr2RsbEzTJSXW1rXIUGHPnYT1LSrwSBGuli6ChQuqllGdO6f1
bbhdOjDzd01scHgcRcCKFCIvzuTPPKNuRnjpJmo3irqZEVeaqLydcu3W5KYndNBjDAPk2zE+HBvD
KKpH+MAlEN/D/OB2wLPnsMqKEhvqbtWM2E+7FJRlODZAXQAzy8Y9LtnSTlcYtKFg4gYhB8GPPUWv
EyOPYt+V0RweBzw23aFBm51N29LvSxLvId3Yz2QHkazJcMptz7bXdOQKpyIvOPOw9HgATOp4ZPAM
atIKSQ6f6M0wUyxuCkgQMRCa/Ij6BhouPIYDVEFd5acSyIOoMWBwGJKeNoYOby3RQZm9mdmNN595
3/fBS6ARypK31AbEEpmQ1MttnZnE67CS09GyP2YSFjW7MMNawr9kW/FdDXNebXHbdWYzqdgWn7lM
2iy58N6EHrboHF1+jZcAZP6GuBBOaUbCNhl+ym5jqGUBiLiNzHQABbMV5DWwDpsAPMErwltAx9zw
y7Rc3B8Tsw/vln1Fbv8GFcp6pLiTBb4YsbSQhEnkTEOhFpNmHtjI5sE2huLkNWrwkBjOrBRuyoBJ
68kIma5uR9vjVCcqhMwrzDNo8Hpm/lsfKcefgjpu/Iu+gbEfEUauHEhD0VBSBISWjivPGOupJwSD
rkoYHnrh6CAI8H+zV78LQY+LB+lB0Blg6gJ0wglaJ8PTQPmloxum2R2guC2uzxT8ToXdt0ivIcQg
k12BE9ZGHmoga1rv8f26JYjFyg5tuQWbj096JvvAoF6X2TIe8ioLi8+YOmC8SJ68/miqlmyKUkWp
YY1eddFpnJzeHBvbIYHP6gS4IsYWGF2NM8+kK62U0TPj/n5EBpyg42y70gUPZqQkUV1B+9qXQzCd
C3or1KB8SOWuRK/GIhm1AgOzrEifUMpq5vz+mJNspGkbtjM+iGZXVdT8O8tEPaUR8wu6taQinQ7l
tLvpvLlPTgxs/PkUsvmzd6y07BeXByg62YQqf3PKM2Qss0Dc1l5PiK3bLu+6sN1hb5d5ZbCFd7i3
BGYRZkp+jIoAtwFz0WZKxjMRUfFvV3vEKTd+LLtf5CG+/0Vr4zR8JSjgtgEyFv9EuLI2j6jniL0Z
Jg+6Qp11ZXhgrgcDOdedta2JVmPd543WyDKPE6nbNXj6DEaTRYrvXJr6gjYkA6iXL3RRDlU7BVHh
T5g8lIuZTYIkxTCu8/TSdW0dXYAujDVu5gIdmyLE3t2zmqJUC5UisiTMUh6s0Koz1Jv15C8cipAb
kfLK5MPq63Q5lSAbO55tp4ovnALIpPpR9j8JW8cXu7AnVr44zlDKOzX1cCWQfzCbok5gKE7DtpG5
rP3NhF0OqMQc8A5YIE+JV4qC6I8DJMB/mD0KkT3VTYAAhQYluSFdJhzvkYpn6bmL/N6+hFMx+3uS
IZLXbhRSov6lB7yDX67fMom48iuoFFO5ygentYt99gKHJnesP0r6xW+Po7zi23C618FaZixVZP6V
W4PS6xtYDBZ/cnhZITTxmr85BrZ+wpJcuueF5LafQgVNDcoJwjh6vmZJSQxUxmXNl5lLB33ztx/R
gEEjjaLlkdys5L6G+DQf47L09ZYN7xpeU9thvQ9JcyZkpg2rEyrjROycpo40M1BEjo+9y67p0LfE
Ut0vPZP9Z7ZVpHDw+SQ1xy3xSBsWBv6RFglaXtLlbyAUvH9+nWYnJNVg7jFupS9CD0rfZIEH+oKc
HbjogbTs66xGnL9Ei5ZPoy3G+lAGsyNJWIoEUXqgbvVGBGn3rKspZzjNYXTIEDdXR5nW6l4KVtun
0WPaRexOEWFLHYmK3FudDoBHiSS2N17IAPo+qUoTgBofBOaGrpcMZFRmbQMnxYJABoAIz8xYpnNo
OTi9BxMK2oRKYe4hA1pf4fISt2MFIY5TB/EQIbVYY4ihiALrWLUxqRg5SoGc6bNoieppU/bQBIta
D7WcgBLCtcm8DaI0hSoTp9N6WmNqO+iA1/grVhjZdmFs+U/ojoDWD5VRj7q0s7/CyuzbijE5g7j/
IV1W5CPbz5dlPRDx3iNKLOceBnufMUoDx1vd+mAq0If1nb3qpKc4IgMJnFm+Qgv7C6yBELlZt3Db
BHlpfhyHGjgkyQDKRlin55EognXOhPsPKeAoyOaylrLf2UGj5wvadtXcIk7DEjFlySdV3xwQ4tWo
lwGvh39j/ITEK5wN+Xtl9c13Rnj83wzKpnOzJjm/WC2Syy1bxupG8yuluwQrOeMah7yNl9rpojfF
OfrkT3lToP/i8LXR4Lf2SwlStzmTxjMe2PvxKcs4JIjQa3yzDRGfdxQ3gGMn4M/xN2MrDzkHlLLi
aPuZ555sLdOfxbaXv5LlEomLw5IdIwi2uPKswpYnSr2ZNWXEb09Cta2wqvLqRDS5tgl3JeIPor2U
3932gAQF23GeFOYmtQ+5U+TMzEhgWm7MMIbwtxDa3yG16tWZb9AD2uygfd5Vtp+z6GgiOrrJymMg
3X3ROZceD2O6GbwJXxU3b3Wd29SM2BOMA5XIdaqdt0DXuV2WVr8NMh8+8DmC04ksmef7UFFHbofe
WTvEVDV/NMMgmCcpQ7bPyhq7v+1iY7yPekMYEmKRLJCXwq2C8RvnHeNZ4MPBtzIzL+XgCj1tWO7Z
v8Sezr9sWqvhVi8xcsxNUMXqx0HCk8OpWzrvJFOSvjc1wB1OU9Tw7gEZuazuBi396tDR1nlbL9R+
+yzKmEU4sXbRAXngQMYHUa7rS9v2L0ZBYdmzRl1RgogoCEiibidBDf4L3W5WJR6OI4RuW9MLDBMq
SdzPgHWwf9uRBja9VLingdp4SUlsL6IlzM7WCNbHiy3nLIeoIM4lbymLgz72qwuyMjJCAU7UP5m1
MI1OKeyfZS3yD5xk6juGg2f21czdjZojojPtxxBneyra+7ihStyqZISaXvet+gStjf0IbFPAaq6O
NcMgxRIP0aMP2Add47DzQ48sLIKqinKbC1z+BNyHayihsMQT4h8WjkFKEPNEPLd8KJ3A+wswYAR0
Llrvq0jQk5ywW9ARezViH8K+5nAfEGdU3XvYRnLu79TOr46NUe9q0tZfKajwDzBRSdzlu8KXyxnq
+gSisJxAJtpl1Hi7dHLwuzQm7wTVvB5AY6Iv7E96rCfAZtA0nKMToRDkpyoJL+pBkewSbMX2BneH
HB5NS8uzkS1W1Zu687NTNdAlXGadaADhLROAzUID5O8Ta8jCA2f3fKalEIiBiXINrKsR2DDCkx3T
9OwxmHrjO2PRxL4vG/YI/7DV4NPeD2EDbPQwIqZO1R3LP0KkjywavK7fZyGeUvoPd/QzPudcPVuT
7afAmKJ4aG+rwfdeOcTDcO8nSdZt57BQnx2Oie7vMuOvFntmub2zDQzebQK7hVd+6aQILkOPfQB7
CVKCkhAoNMa7fBaDvkOIN3eHwcw1gkIkMda086nEYp5218IFqWNGd0/seHFE+LBy9SafCzeC0RC6
7XsA57U+4sJt6uuMM9TCNhnDe96C4KqSB5K/UpfJ98LQBtXNjHiYxSlUB/zlJOJAHQuKbW6JxVwM
B2N6Wjig0XkRG6jwICMyOqMf6WkmRTiuQQNBxKGB5a3YLr49vSZL1Arcvl3ZHpAVOeXeQZH45CtM
ZruwJD+IcYpVvGYkBLh3cRNQvDKQQG7KZL8Vr0zlht+IF5haWfojkYBTwLWM9yew2QYSXLvlqVmP
/7DW5TFo/DE8NQ6jZbZaIGxOLHdc9Zd4L8SQ4ApFcKibBKF3iME3OZGgM3sszkVrVxc/GfrhLxe8
m94BheDzyjDsrRCdWjy7a73+hBJCxc9QptaN4rwI4ATFzGN9WB3jycEsoL6445R0T8JXiC6pYof3
cE7m9KgUpv+N7iZMZXTkSNbp5W0GK4lD8xJQMkKmCQpZbjNJzbutUCg5Tz5NPbuFkij17D6RGFS5
AUBI5QtkZ4oiqI/AG6T0JWCiZn6g6nHJBZBQoe6AO/q/HYCO+ZYxhuxeRscm9I2ZuEZAFFrhucyB
JD2alNL3o8ExEZw8xXAICVVlsJ4ny7iZlW8N70niy/qmNghqt0xWG5t4K91G9149dfaeQaXN3UA8
Zf3PdVgJHpCv+TBOkyphBOrB8XxG3z4W5zExjMyYx0RInxTSTvHoIUD9HPCDeXctqcX9wYkpMGAo
uNh95pyv6zCS3L7SItrJ6C3mvoQE7bZFdPLDhATfNykB4hYx4OQAiyfKAFmqFTfJS1PK+Yu6Yh4f
dUSAMxFFxvGPKOBcLENWI2S5QWteNXdKVV12Ia0hzK5NzfJnFwEwZGWN16NiuAO028OwiQ0QAL/r
QVdlAC7hMKHHanREVABute62RvnSt49T6cfZy5CPKfp+vhYOrTljGc81E8XWQxo4Ydu+0GkYokeV
o0o2UNbSE0ShRdwH7w0GlQmIxYBnnf8ivei9l9Hc/c0i2ugTRqjBP43Sd9J3rjzHemBibuInoTLd
nShjSBY0U+jhGfccrpTS70T1MKHNTvbrzsc52T6et32Qotyip2adza7JJoMkFtjN49KnOKXM6YiZ
hXRhtYiOxIHZtKHCdgkzkjeNwnCzD/y0K38AEsC1mJIw/dDCqPMksLEwUHLJxUI0Mr66AZMORHPa
TGdnzPCECWWCn5i89W7bMpgmfSi3uETDaHSvjMKJIskzntXdeoMF69Q1eI9c0EIMvOFEsQCswdIg
EwK+WXVOe1pGe1hpVRpDlR0h92RlM+cNUAEJirSt5HITh1iZmHlNMCP1KG0NINCQx9MxF1LbvEeg
0hZy+mNVafE4J1GSYJxKfBSbSLEhN8PEe58a7kcska16tROYL0znjXVnYXLAqdTxQm0R5FHNI1oT
4xrBm76ht+7/paZBjWQhwWej3KQ+fwRCBgN1KwVZTgH4F+M1FmQfNXHMDhmv386PB6yQyL+RJldm
ke95kGf1TiO3/0DXz3IvDSZDziw+w080NS6BQWSpnAOf+Lr9yGD8rV/WHU/nlvO15SG9g2nIYLPI
azm8gxUtvpbF7VakmomtbRIO3iOoIPNk3Lj/JLOy+ud2Iv+OyZu9cV0zAHFsEOZvJi5zbG5Ii74Y
jqK8amfdNvsWDoO1j8oi+4iGCgSeg/75M8Wn9myhjU+QNyM/2Rksi9cyITBrE7U1+isgbu1Pl1Ot
sGd380estN5bZHvuvzxN/09rGoZwu8iyRZ09BNqGfOnkRAOiPmZ7pypnFzgu5+KE9DTfsUUuLxJl
JuQjYo71BgUjTGUDrrTi0NP4F2ehSS/CHskiI4s510hFYXFUygCTkCsyztslm7FR6ATx2kZ2Nh0B
3Z5V4OgT9b9WNF2wJU2z/aXOqtO9a6owpYCpoHZmlRteekSHNk4qwSZc1g2/qybcJqWtCKPiJvCK
HmMR59VAWBTCVWmjUUGvmMXjkcOg/DWjFt+W4bxdgeCldTM0gf4JWfFFaPjKiuTXiIH8XlmQr/bD
IvS19xz5zJ2jghNJfMQ3zOhmgWFUfE6bgXOV7s1Kw/bcMgIF7zeq4rnVHaGULvc1ib41S9u9w8rl
n+gG68WgCD4tunHvYSqvdB2wTB07szxBcMLVvjVR5pbHNFaY0OakkJe2WKLXCgrGsB3gOKBurGts
I6lLkYIKBHtvxEbwwUI0o8+mlO7TOPbJo44d7kIlCNACOqCmq9ONFWAOpOTeJgFOdsHUt3zbI9X5
NvHIut4EE104G1YHR60Yp+nN2DOcTJpR9p7srFvU2V7FTDiJyrOP2GncDq3fP7JW0y+Zmuu7rCIe
a4NmhsGZ34XdYwH1kTGNCqd/Tp6hHWETFhy9vC/qQ2+TT36wLBLot+jOCbCUelr+YJ/Sz7IdFSIS
e/UG96NTlQfqJhLNee/rcWtblFP7yk8XszWpBG+FmM7eMOPLH7LcTr6xPYXMiEztpzs8jNlTRGMb
UjXG5dfgWeFPlPVjtuNJICOroSV7iqD98GM4+Hj2LBH0JVptCttFlRaTtqXJX9toRqdSWsa/VY1T
uYeIyklvwi7jAFUtgyRigzhXNxFwso92mkLMxwHfP1VDzKPBhYZAiLMBNvvQpM4DWYicUwC5nC/F
noiHqh7EsZv74sMf3OIDcEv12fcewkrHnsUtC4fsJa4CWNB9xbj+PJZZeSwmaH+7ib32JzIcOqQ4
1Ej5zYIIitoho+wN3RrypovaPDlBeWA53mFvHc+ion2WMYJv8E4ze66WlxE8U9NQDhBsg8jKCW1o
xvSO5EnmS/hDlntrwJj57UdJt/nsBRahyxhAJHYg7T3OuIWmvYUT60+RJOO9kZj0KK9dn6JtLMWy
CrGYgoGUK14tG6XXBuuojSZSqcjsmPZ02d5GBISQs2MOvOmGaMWvs21hmlOHzpvk/WWhHlQ56HFD
s7tRrRr6LcOhsWEvjhJgj3AC3jO5xvm7T/CXvVlyQ6x53nYSrNyYkAyhu5gWTIENE4eSo/Iqw0Vd
EMY00w7+faY+sy7x/qVInYINGq6O8XrRY8Iok/orBdVwsVOzwv+NA52YrkNJglXm6h3urzPfM6xt
oX+g2LpLpsktz042QTIB2lGCKnI1ZM+MxqU+VW22Ci9hUMB90q2t9hbo5fECqpJlomhReDKscPzr
qEvrd0CMffTXHx1eqzJY50g0/Qnm0kH9PqwCdm/0V8lr3sIkjLJGP+dTGX5HbWe4RTkD8anCAtnP
tiugKjEKvRWDALNJgwaqRwJNK46kHsKN457UZtO6bjkRfQBADnkoNkI4Oro4klhc4xDSKk5OflND
GpGG6n2fwB/zOdR9888jwUjtHVqhni12Z62mhKY7Y+V0PgCss8OdAm6ibcq8mn2uBQYdGOkYVgw8
bD/ecKOxGgH2xfZhSGX0hFSNqxvbmrpjJ8way7ZHejvbMdV7QThuBl2/jt8Q6mPrjJXxjk3P4pIv
Bz+5Qy7hmpk5ydVfXdG7uU352RZllVwoIMQ9379GFd5kyTcW5Pq1lCXj5yYWqrxREDYYzFs2E4KU
VVJ3aEdZP8ck5FA+58q/E7icwO9MgflUqueWZsch2l3iuCrcjwE59hvbLRt0PUysd4ZNl9yMGQ5J
hPpde+/R+OLN9y39zZtOHkYQxPW/CdcPebJILBCqiiH7khEOam+gkzxUdgIHCmde/xgRN8SoMaur
MwL2ZmT+FBI7thadDDvCyX0vgMyzD2FXvHqZiaEBVymrc6GSdfzf5egFB0zC5BWwf+U20glqW8+b
eEoJmKmuE8DtHwWniLCbRad6m/S5euuQk068uFV/lXU5WSwxeFk3bj7gXim8tifhIIp/ecAZ50Aa
rhiuZ/YzJ2P5rJaqrXZ+381/HKwXjywcen/LeF2D+oaHdY2Xfn1iyKx7D8PZnEmqFfZ26SJ75VHF
wDMcNeYKMMm0fDhIne9wA2KssAdAGnx8NmO30B8bdPqETRuoogmMRz4Muv15cmB32SxWKVpyy693
RWR5dw4FGFktaSkvpH9jVeLrdOud13qsDufJoxjrCZi0t5ZpXXbYVCdYgZwlMvs2t4J2j0ibT59j
KHwrRMrMNkHcw9xDN96J559frSkd/R64kvatnEbmGD2C58e5XK1SFLdyV4HXz9ZBD7ZYTUmLb6gQ
tGUDpoFTi+uGwJZ0HF8JNayeabzH7ynJcmxFHTE5FqOGZlsxsyw3CZHi9lYtpXN0e8IOqVdX827r
VfkbkvX2rYO8l3E5rk6G1JrZWEfAvOExZAR6eWMa/uNQkeEO70km96bozVcCFet9adi/bgKPKe6e
uLg0OGmJseyoqFnvOznQeqEOz9B+mSJ98wTuBVCcBNPfJJ1VPaErTNDqYJDHpxVX02fSUGttk4pJ
5Q5Wo3Pm5KKh7xChFDsLuYA5YSVQV8xcbLU8Jh9QGVOuHZLJSj/b4jUMIjz4qeIOYNUNJF3V5rss
2PgccEZ1e4foALaEGrEN4862tXZs8cfkifmyotxqams34YS0r/2UOdMuqgp0ZrNkTXvuSRh9wc/b
nQAG2qwHF+SOrGtZsbLCdrNhnw1LDHqBR8LbQeLxPgerhxvZkkDZnxP5H2nntSu3sqTpV2mc6yaG
STJpGtNzUXY5SctIKko3xJLZ9N7z6eejDhqziiKqIM2+OAfY2lBUJtNERvwGMvthXi6S6WUX7elm
o7nBAxS1SnCDFZ5cimWWBwXaMw8o7MBHtARxHR/ykvQqsQ20IWwDcwNASvi+0lmtVSQQnbw/2qIv
2y3JJ1cHNOXy2cKrzD+Uwhy+1uEwK75UGoRhWq4GCAbgHth2NW3+Sq3VQLZAg4ayUYAbf4oQtEEl
RuChtykzwJc7I47R4lHVEHBIhaI2MnVhLl6bApHpLUe49mFCbwiYjOzxjurAbGHE2hgjzXxnlpWt
g7ifbsUQhfUhS83kZI9jIDcFKlsAMMgXkpumLhxcpGHyeUe8uniGUD1EqrTiafNP1EZwILUGNNdt
qlg1aoWkMtQejd7wbnxKJVDbB/yv0RtK3k1jZyhcL36XfTQt7E920CY8533E+fy1DfqAXlFe2mJX
Zl7P8xU/328UBtAaaYe6oKhEL09/QhumqHbwLaPHMK70HlgDf7iDsDyxL6CS4Lltk+TsdKkE7mSk
oL79UPcfky7Tmz3uTsaxs1Q8lQYZt+/I94bwqPGkDDcGF5HK7m9R06mVWHxH4Cl6FS1aL9uqULLq
Izrt9lOqtnQW+0mr1KNsQYaCW6543NFDCNHvRoGKGo9WRq/QTrOfkMtFvk1UD84G1pNi2iuGGSgw
umB3cKyHCjUV3iko7ZHcBbhedjsuzIpMBmUvt4tthPqqtjFfDXOyK7gxugCI6QezO7XZdjdeKw2A
kFjYZQebjPenTgHS30XgyEkwobU8QhfiwpU5bTtIWM1PmxJNRUlCsxBTghXnHTsV1j2yFDL9DGKI
1l1RN8aeggqIECp6POQSlBY+Um8rHkqKcnCskirrP6YIGlobADl0W8Dm4KoMjFmjLBlZ0SzXj/Wo
n8rwplZlarGK0xHRe8qt7Y8JZFW0rysgFjsBXsONOd1/ZBxHLyMStOE2k+a0t3lyoo+f+/Kz3kbZ
vVrjZLIzcp0uui7zr6mlA6NBQ6p4RNgs+DDptgHRoE3Gf6jSDj9V6CxfSCeLO5t6a7QrkPhDtcpo
0n2C2ujngA/8TJMKpFDcUtoPgxzh+tLJDDDl6Vxpc4q2HmjipNhOQeaJ37PD0DQi1+36Asl3rJ3b
HyRf1FDZlEWUPAGaCUwwqnbeaZQiOJ53IhhbDhFVk53z4sBFyw5N0JnWRhNjH0O3qVTL6zapTR+6
3U5iGJuHMNZy+ssAreqv+AAwTVZMj5kCdx2q+q2PTn9L6yYfS5BHlJXps2eTRsVrK5SUDnDI+pxt
NBo9PDbYBQ70ukeVnVIK34kNbj2wsLezTIeO63uJfEgTO/rwqAGbgUshOcHKR0+zNJo3aAuY+K9F
ZtL6nzVTqKm9bfnmMEDLSCL8j0YWMpYvEabQiOT3hdXeY13nGAejHSN5NDE0zL7DadUs9CK0ou7R
YCxyc4+wAyKJd7qDMiv5vy9aROeDRJiweCl6Ds27wG6tOruxHTyXzHv4+jQg9mFgh0zIoBco7uzr
GHaEsUeKcEBGJcC3bqNS31fn1wMvfDh9A6mao0yPCTr96RHIN607JDw5JFOj4cLnhqqtuwj/QGU7
iCzHdQKwE4arEK1mLbAeofYI9/EJwRycgbdBAGUdyQWN4wf2T3CKHBTGNlEFLpXMIswEHFpT6rzP
yfV2Bpal7yXQevzuK6AiSc35tIF/rXytKLj9YxpG9ZlablVvI6QGSKhSjFq2TejJE01tHHzaXBNg
8CSm57swh0CzU3070bddZ1b/zJBhPAB6I5plTyoJDx8oO17nsY7kKALkBs+xYfzHNiFaY4SdDnSE
gPWT+UBpiPfwsNQbIIWapARRVO+KVpHjBrVv55uV9OMBpXeq81hqNCCP2oYqmmXooOL6tgm/DED0
v/oY5YX7IdMz6k481nAcoy8mb/gd9N5tHg3TDYQpsnwEgknKiqFEwt2fZGvwv4r9zkgLhL9511mA
gKYGxuFgkq1uUQD1qj2KRxjE5xJXkbDLHJfKOvAVqLCpeWfSwgdSWccAIJ0mVZ5V06A+I/Wo/Ceg
CDtu00nK9t6OKu2FnA/klu+QGG8mFefQfW+AedlIibCSoap6dIv3CXySIqOhsoX8CPoo1Gw83HVD
scq7Zl4iuwjajHJU+2EKUZASgHc9L7L8LQZmEZIfYrI/mbxoaaaCo9Dwzus0iGBgP/ESKWPc1PsR
fNhAG4scTqPoUxQQwDke8D/jEQzAGzWCDOOQNqhs86ausuYu8mrf3IWd1ndbW3oUI5Bf4b9GV0du
oiz3voEkqk8OqFCSVEgWP6Uo9R8IhHUsE3NkZRdag1j8gG7tJmwQL91BbTNOjkr195BRpX4CMEZ9
ibHFNy0Y+yckloZvMtOLd5qJoe0hpIfj7bGqMZx9jQkbN6Y+SxvpFX3rnaFBPN7Kkg+MP4NZJVtc
NaiqoeXqqBuUttAssDtvpFkaRT+yJMObNasz5T2iTgnab5Za3WVxhr6yZdrlMQ0xcLx1oNzfq00V
u1bAgYxHKEKCO/QOwCCCbga/JBrTsDbeFKYnMB4Cnh9iXN+CMB6/9ygY874GbVJv5OiH4YbCMG8f
nsOIzjId3Pw1NdFPZqD1X7SpyR89yYeivphRiMgUdOuxENORyx179TVKZUabvg2fYzFXWMNUHztE
1m3Wm4HnHPS7gaoNrz1IBCSvEAIsv49e1RzRVhGHHZwFBSEHeE9TeHJGYZm7ACyhcyhoUBcbEgI6
BYgqS0h6gssagfM+QCgCgy2Yv9DncG6z+u88/kZsksuhuec7QhuKhBfOry6qcZuWowgxy0KT9qyp
YH2RjjHTkqcUNRreXhlwOPwoPvDEGnixK6Fsb6hMVuW2NYV8RMZneIW/WL1GvFi+08v1Wx580+Am
cIuf6X82LrLd1cuARjkqQ4FAXkfoJiNGBJKJ+E+Yb6AvyfT3JfqkxU2pWgHCGpXT4cHVFjSC7kJw
/dhTmfAItP2//uN//Z///X34L/9n/pgnI232/8ja9DEPs6b+738Z//oPugrzv7398d//snSpqoY0
HFCVFgVPMKj8+ffX5zDz+Y/FfwZqGNRVTaO50NPmXYcUfuEF3ePlINZ5EMkDQXUMxxaaIR3dNO3z
IJMdShuxiNitc3V85DTCsVMp/afKs42tPk7g99GFCY6Xo85/65uh/TuqqePcotOCEvoiKk/3zm6R
LXUdy2qeEhmZL7qeKcoeb7AQRtcIaM9OTPVI7giT+nJwcy24paPMrFl8FWMxr4BKKECAJnWjuhof
Zn6Z/URa5T2g3Oplt0VV9VCZLsdcnWZb4zmD0rylW/NvevMtRYrPr9moiYuHFlTpifrfD1qq4Zdu
gpg2BqI/ZL3A/uZy2JV5FiohcZ5WHQd79vOwHUCzQpZh7Jrl8Jx6FJY7OwalQ8ZHB3/gTXqKxQxD
Ak6bONvLwRfrd/7IBLdpatoQ9YQuzoOP2kibMatjN9FKEtEchssdEOykvbkcZ2VuhWqYcEMsjYGa
znkcs+K5SRgGqeBxoygB5zoXEoWVvms+9yg8HjMsF75cjir5WxdLWAD5JFkzLcOAiXEe1abbPHiZ
Fbks8ll2FFLmiHVAEQE7zJsieHc53Opksl1YsgbcDGv+OW8WECQHDHqUInZBDtH9FJE8BXqA9tXl
MCt7Q6iOaoI0t03TkssFI6Z6QNEicb18gO+Jn06FoTq9M4vrBvxUGWje4XLItc8nVJYnaH0Qt3L+
8zcjw/Fel1irxm7YG1r43Nsx2ZxCpHHv94WRf7VLX+1Q8ORxfHc59Nqk4rLEBuGItUBOnIf2a5To
EcZmtMVInT5CdrdE6tbv/mKFvo2zWKF2F0+2CCUMEQB3ELxL/wXIW7nH/wyqQRCir5v74be/GBzF
Ls1EYlnjBjkfnCjsiWqxnriWkzfdhzgute7JBMq0+5s4umOCWLWZx8UkwsCz0gHirzvw/EL4u1Yn
/zmvwD9eWSirX8sUdDdsHaG05YDozQMqarPUBYA8m97Lwd8jaIr94uUBrS5IR1NphKrCsrXF10oS
6VFuCzLXhEX1iQQiEHtd1R10+KLa4oUn9VqAoovIVi9HXtt9kGn+J7Kunn8yzjD4GGDiXMTD1Q/C
StBW5OgRkE4QBv5WN9S5LkdcG6umaoj3gF7X2AbnERG0ivCQrDM3agH1eqQc75pqSJ9UhI0Rbsxp
ZlIyiq9EXTs7NZYkzX/ThA28iBqWxlT0dZa5WKo4NFjUqfiGBmHhWvg2fL88wrU5fRtrsTxp7eYD
JDe+Zqg3nx2lmUW1SpyJBwjETx188+f/v4CL5eMApVf1Lsrc1E4qBqeYYbaHW1S8iFozvpQZjNa/
WDecXogQU7DgYbmYzwAPSa3A6s7N+8Q40jqTzTs7wthuOyW2RD3Niszy/vIw13ajZguDa1cT0lju
EqDh0F+rNnFpBtfltvIwl90PNK+vTOfqCv1/cZZ7QmZRKSI7SdAlDV7pxI7QHAL9KbRjaX/EArYP
b7Hwta4lbKtL9E3YxenZoPURdFaduB1aVYLqSeqBSypp+h3xpDfCK2fbWjiuP9t2LKHxKReLJmiQ
1JjCMAW8p3qHGJ7ULZmhj8B0Gn68/OHWJlQX7HZp2qaKAcj5luc6LHxorqS/mjF8n7kHd5kO9GCT
2P6R1+oN7+z2ykdc24QcL1KV/KOBjTiPaaYU8GXABdjTDbK2iB8Vt7CcrHu8unwKiFlZPVwepZjP
ymV+putwFcGwaI5ma+chR+QKG1MxuJbsJni1wB1UXXerdDmgDJBUc3kI4ir1oIGuoWIXzUH2s7Hm
5Z+x+l1NQFtoZjqWLec/f5PcTE5TyVS3I1fxkcXYIJ/R3qOuAxWbFwc118vRVj+tTTIsBS09vu15
NBkpGBKOQeR6QJNvIQUXgOshGT+bKRXAIint0+CoxpUTdu0k0FEUnfM3Q4dgfR7VQDJtrsbOmXCg
QiYYu3pXU0kcdpdHtzaXJDJkwDaMKCkWCzeB5Q3OpItdAzOg+3bwivYwxFMpQCaU3pXjbT2YZDfa
mjanw+eD6vIeuwtnjFzUTI1XZKCVOzX3TaRa1XZ/eVxrm8PQTZV3Ph0Ax1iEavQRjJWi89WEauMh
T+NnOwTl+IjfB3B6CILllS+2tk4oZxkSlQNb1dXFdizTXE0t6Llu21SINQf50H8ba5MyS6tDJsbA
rxqqI/UYNJkvj3VtWtkOMOsNnt6qushw7NoruRAFyT4Ve3w+w0Lsp0zq/c5G7eFKMLEaTWpYcGPy
zApdjJMb0ctGkF8u8NZqW1Ak/6gJC40Pq9SPCmSqHYdAC+PbHPsXAxFlVCAD036sIQne0zeUKB5h
sUZri1rv51gpzdvL0yHmX7A8pcgz5yIMBR5S6PNlhvNqnmB4mrjw5wFqeybeaUo1/YwhqINfEzGg
Xak/dQ5+lah/igaLEt592iHADePyb1nbxjyfHYvNZVIfW3yapu9VgYJ55CY5No4ICqoIk+S9Wgd/
cde9DbT8KpE21HGR85RN1frrVKDSstM6IcRtm4M8v7K75tNnOcMWS9cCtKBJaPXnM6zWEoymXVKF
oC+UbwHKKmCPKtOi7YPeG8U5bD0BaYfvESKqt5fndC048kHzlTc/b7V5I745/k2dCgk+U/bJQjsK
5HQEP/0RdwdDeUFad4yOJR3P6B2aq3HzMbAAtR0v/4CVHUB6z/qn9gQ7RixG3xZ9UNX8rpPUUKhC
dTZpzRujkdlnIFSB/ufD5finuc9NR1lk+Z5OOvQdKKE5cHHa6gXRS6TXRInCyEGC+A93VlajcJP5
ffWgVKD1/uL+0yxyDBINOrQUyM+nWxsgEMal4ZwEKHt7rlhztFLAL52nUeBZ4xmgmJ8lLn/Zlbtp
7ahBjUYzTAsUD02uxUae0WFlROfjZHYmfbau1QRHjD85j0UKyPhAzdjPnmEPgTm0nV45kT1DmVAx
ztsrnoNot950/fDgo9iD00gxtvq7cYDL4F5eEOs/1J5PX/Y5p91iSeq0CuGYat7JQXEpP1Khw5ta
ld34iJ6HirzJSFNMdDYdNLsZpvbWU2foRxCGA53zopPe0S+5rjCxdmLryGqwjyJRoyv529rCpRrk
cPtq7F65mM8KYmLvFap96hVYmzjdtw8hFhTfEVBppz9PmzRSYb7IrzN4WVuLUcT0VZy0T3qHBDJt
sImeYVH24l7pMr9EWbTuA2NbtMIJP1z+HPMwFqfTvDslO1M3eAgvholZw6CRgTgn8OyoKrQNfhN9
InjxGxkYmA91JfN/YPsnX+tCJM8DuuPRzeWfsJIMUBySzDXkGgQNFscxlvQSgrjnnEC30aNFMwZu
cZEbn1pvghajdZH9Fd3uWN5ejruS9pAVI2kldZ1Ns0xWcc5uofgJ7wQ3pgdrwp2bzRJyaF/7Uxwe
EQsOsytjnY+75XSjNCwEV4FN52GRak1GjNpL4XmnGFnl8K7o6LFFca45OP5Bh4XV2Fb0l+BQo8AW
dF8uj3htTWOnRxPAoUot5CI62miZgCOmnKJU0cYdDLsEQK1ml3p00xlNNV65+sT8Fy6Gi4wPs2zq
JgeivdjrfcfqwWzdo1RcixokgW3dTl6ci89+NKjPXZmPL1EzznL9YQmqbtCiG1vJkD9MMRNmarJc
3Su2p14pZq+lPWQ8lJhVoeu/X8o4lWA6VejKSaK58dmvpu5dzNzQWkW+Mdp1dZci0deYCBJmCSRT
2t7OYxKg34S00Txdlz/MylLkIlat+fEiqM4s7g3PokyFE6VySjxaBjwKZWT8nJIQrBxVqWpH4j5o
V5b/ylLkFS50NGZoQUEPPb+rUstUcWD0nVNbWvpdjm081raYXNs7xyxjYGpYXdVHih++B/AzTLzP
l8e8ku4xXOqoVL5VYRjzYn2TmogE5zoAGdZJ6eMUN1KngHM8duClLsdZm1u6FhKpKvriurY4XgTI
vRJqhHNKwhTcVDYK9cEKOnw5aqRRkf7Pu+7pcsiVE03nTKF6Q1xq34uhDaJz8gBHgxNYqvo+6vU+
ODahFgOHw3BwC3iKFnPu95w6lwOvjvVX7wRmP6fL/M3fzKlsgbA4fe+cakSm79LCK4FFaSgWW6pl
feqEj/TAX0Sk9M5xpgth2otV1NG+HtG08E5oHzt3Sqj5X6DRwqChaIsWMaan4nA54sohxk3FE3zu
e3FpLL5n1eaAdr3GOcUcpgcf0en7WAs/xtXQfrocaW2FkklycrElNfkrk3kzm/Tny4YMzj6NlRHu
YCLhK6L046T9xVeDpgrGV6VT+dspiYwndfZUsU9GWTdHtTHKYAu3wHzWFXRaD1muiK+XR7Y2h2wI
QBG/mrLLK9ccRBvCHmCdzMp4kH3oIW4VYFYw2DoMpf68lqFL4TCN1BfnStT5shyCIIww16b4A6gN
MGU+gSQKegROVBtKyuWxrX01bnQTPAZZJgnFebAIuWZ0sEPnZLMY95ImzQw+QozyL77a2zjaeRy9
Kwc96SbnhJpT/5w4WN4dch0CChI9s36CrTXpj8tDW/lsc7fFdiTzKMjZzkOK0e6wHdHtk6Jpr4YX
O6dJn05VXJpPlwOtFS+JZFu8Qrm5Ucg/j5RmAzIeyHSfHBsrybSp1He4P/kWur5VdkQcBbtX6UC0
zZXQPskeXL1WF8nPyz9j5TgzqAaQrUiSUGtZrGl4yuH1NLBuGuTo9cgUn3rcHLfES98L/E+vDHtl
fnkkUyilUqPC5lscZjm2qGHrOcoJRX0S8Mn2n2IvEMjZaE7758t0zjul5AGOL5+6iOXEpZdmmuGd
lClDSR37rxHH3HCumP7xJErs6ASFNhJO6hDnnxIRP8zHIqGcDLsGfYuiPJjOKpVKfYOtXlZ/EhHw
6yvPipXkgiNj3u46aAFae+dBIft4ftVMPg0hDKpegsy390Ib8CqRPYr1O2xLtOBdEfgh/tRDeW3h
rOV3xLdAfdAUBgq8WL84bppVOXi+C+FFdAeNheTADehmKwKwfk9C+totZYkQLGaGGVA8JNkXSNDI
SkMLx+Lhz78BP4XGsUOiqBqLjWuCDtEyS/FdaCcwBgX6sTRVM9QnYrDzkZzEx8sBtZWtA/4FpDLZ
ANekMf/5m7sL+FuBmpTFB7AVlICpi0g35RFU3oy9CCxEB7GU9B+BcOp4iRdFZLhd0nUTtmk4LB1U
tDejGx8vFRQJ7EmE71E4RYS2pxtWHRzTQLxJpIaPsv/E7d+fBm7Qd5FdK+KDXc90K24WNQa6mfTA
Ur3CsPYFkA7/AUGwpvp2ebRrq41SlkrlAKULburzwfrIX9W90SonbMk9KwaRWTrDh1SM2cehy6yn
VFjp7ZCY1kOHUdL+cvC1Q4PnDTqH6Pqx4BZLraxBm4dO5LvIwNefvRDxHizdsnoTU+W8Emv+uxbv
KZBMFqmdRYWLx8v5QBGBgMUvR++EiARPRJQWvAopCpSLEGDu3+FWCM1dQg+uEQfv1X6DHLwRXVnM
K9ktHV5OLU4vjXL8ok6ra3Vbjc38qEOkDAdXrK78Fy8L1GcO8qTftZDS342NHNJ//nymudPnBgwT
QDnxfPS+lcLOsRrv5KHytjdrCLTYusJFUwM5HS/HWrsBpeWARaJwD+54WRgpSwm8GNYMOXwwIdVQ
pN6DqgCeRHAnGh5FjhPUwbYbDY0xCSUKk0Jwy7Akq6G4Uopae0ZLmwoJLSeas7+BojKMUgVOXbzb
TTt8aLFne9QKxzzao8CZ0FOyFwuDBiw1TJRdUql/NhMsSetKmdh6aGttwsHPnSv3ytoy4GOYVA3o
b5JInn+N1qFg0Ha2dyq0FIFsE8CzepNj265usFUoxEZFBxFNHcv6i/VnG46kIE8OayzBG77llKLA
cPkUJjb0Pase2g9qMHu0+ZTvt5MC2mqP8zQ2zpfXxNqZaoOAkzjKSrAji5s0CHrpow/onPQYZUcb
WaKN2ibhhywSt8ir91c++2o4FEfJw2b5nuXzQ51yWM5NwHJ3qvSTOVAA3RSRom0HCwWTO26+sHt/
eYRr5wsHKJkzTVyAW4utjcpCXzhRyzftsG7ehJ6JSyrKEPH7glYcjLrSSCGDxW3yqTLq7GAEjf1y
+SesHaeMFt1cchWUu+f0/s3FlUPIqqvBdE4hlg83HUlSg5Sp9aONgi6/ksKv3RvzdUGCQH1ALssu
YUwl3RwYrkQX5QYaH7wcLsHhR6oCYxH4XitP5tSgSW0XoDz/4ogxKfpIkxoBGGRz8YIYlRyN85ab
o6+o7gRY4j6bvmlEewPHQWNvxj17pxk9d9Ttgx8Agj/IHGzn7R/POAVJMB9UJU0uscVGrgUAhQpV
8lMzU8MGrbDKo+yb104py/DKjK98XV6dKiUn6o+UfxZfN40npLGwDXCntApvY7RwUJzEavMgpdGX
V06olQ00dxnIPOi6UW2d//zNUmo7dcDWJgzdDur90wxB24xemrzrYMZh7JVf66Ov7J5fjVTQFrBr
fkN8wIeL4GOWodvqsQ7ROQoHFKmrpkoeTH/8paY3mt/UdDLuYAEEwf2gthja/vnXnIsxc80Cjfjf
0JD4hsd4cIAbUObWOuC3/GMP4NM1alW/ckL96mct8hHzbbDF0mk6qEHtoIUuqnrO9xBMsnpMI9Ee
qxHZfFJt1B82pBIIiEje4C9N3qEcvxkgd8G0gJdD9VmX5qut5JO2haI7VlfWwNqCo38zX1OANhxT
P18DemwA6w/4haNqDMgsVYFtHFO9QTecIjgqSpdnf3XJgXVXOUFpQ+qLcPjjSYB2DuEqqNGHRMN+
6jAgSY1qJECf4MEw22+XQ65/BMdEnNuigULKfz5ELwh8HxSK72aaA7JqA1vMfMYUZ0RXAHnq/KZT
kfG5bZAZeshSx8Qax7FiK9i0iLfequQulLXKGDASvlXFD7s1enEF57z2FajFzBcnRTsKhec/MWP8
WK+CVQ8QXoiQ5DJwc8B14EapEOe58g1Wg839X5CdMxJpMR9IPltpbSqhK/Dn9D/Uk9I0hwm70+Y4
Ien2z+Xpn0+s5RaYGwj6nAkDMVskBWUnRwujgchNyyxIdrIGr/iMWtx09brQ1iKxiIGSSAFuZhEJ
VLpEViVF6bNU0OCMKXW/ItoAf0zD+LjcgnhC9UEDNEuxORpuPT0q9uBZcwwZZXmDoHx3uDz2tdUu
AV1zc1It4rl9/lmTpmgDvVcj1/4ahVV3JzOlfC+8IPQwiDDqa+f5Wk7OXQmI7d/x5KK8XRu1r6NT
EbqGEYnuFr+tNj20+gDrWzWD+5Iqi/eIv4W/Nc0GfyBeQDDR06DMg784ZU2wp5T5Qbrx/c9HPt8l
ZFAIlGlZWo4bbGyj3ZR1+g9JA3X757PMpWmYlE5VcsHFep6a3pkgikZQdyTy//VgpfhEtsD6NmpX
YlhAaqZeyU1WMiMKqNwiOkWj+Wg5H9+ACZcm8jR0U9622TvHG+LmKJA8fIdOqh8fwrL3x2NbIHqJ
XcqQoT1/edBrdykbmOojXWEH8+7zH1CgAExKQG6k1M1crUi7AnkkGjzbRlegiqoBP3s/UHT8hBFL
uLGUzPgLCC58NEZPHZQiqD4fNG/yB0UxW09ld7t6rnSf+2LEpDlxuKfSLnUvD3ftzKIEQ74pSUXF
shddkd2DJKwDN0APLLozkeHb4yGhH9Isb9Wby8HWqmOAY3jHwECjmvBrn70ZWD8ULfQrSoK4NOCk
UKXitaLuoB9FmnNrZLo63QVNgrACQiuh860le0EHOnIa/k3NIK7kEWvnCOtbhxQMJg8vkfOJDvU2
s3Jv9JH7U6w7fyJLakvDCvfFiPjHjj5M+nh5Cub1uzy1Kdewm8h8Cb1YXnKojSjSuTNTr0GtWPO0
zrhDUdPM94Ui/W2p2B3aCCiM+ldOjvXINAf/HflX4e7N3KterGIUapMB23ar7+nsyu4ZIrMDhH1Q
rHepkwLUckiIsv1fjNm2JGk3GCmQLeezbOD6onC5+O4IkekJxKF3Z9eob752/NGmA/dj31mTWv78
87C/MJ5zgqJZ1uLjCpCLFCKbAHSuaA4damCbkGP8JkAF43NX9EODsEIUT38xWpsWIfsJVp62fNuh
dSvbwafkmqP8/+LhYPNS47B3V6rooh3iFP+jjZ8o+OVdHu5asYbDglt+PrKBOc1b/c0HRs1IcvuG
yqlFpmu8txEev0XkAWkbX20s3Bohwyd2WFn3QGyxMLasnVKyGLaiaicEAtRC+9QArfb/Igejk0Mr
nHWv8eI8/106KkYzPsx3myGASYd3RP8VCcLmhx033pfLk7C2oSkP6hZonvmQWcQykXBhFRu+6yeI
xW3zzhq6XVnBHrI60e4SBJf+5nMbrGuqBpCwzTlNezPrFL3gLalJ6M4eOM/DhP2sHRbDP1oad4j4
UlXYqcrVXuPqOA0qsoAr5+N7sbbRVQjRrA4CN5rCyaWf06qPvVPq07MHrKnaGUjKXuu4z+tneXSR
3VIPonDB1biYWwSHEBCWXegiMVJ/qaJ6Vpuc7GJr6andXrmG104rXs6EMsg8uSzOpzXX0iysoA5C
oQ1qtD2wT3ni1YDPQz7oVXJIrBj5jyrMkbL68yU0Q4GpBFEqoPR5HlmfooYHG5dvgNzPaxcH9gP6
VB1i6lrwtRxpIlxJs9bmlWIvN+KMU+Vzngf0lERDTEEPXMwRwF1reM+od3Eti2aPbEwUXoEgrWRY
NDTRz+eRSPdg2aFCQayYBXp4OvNMrx9qbKoKDgN/RO4snerxfdvGGIRYyax1FGKHWhwuT/DKeC0g
hzPBkLYULfHz8eqINecT1lkuCmTartAK3g6NtH+MoBxfLoda2Sa8jVhCM6obNszi5sGyCO0jI43c
wchwiJ0mQxR3CrUgrAXtAfhn72RjeWUBrSxdKgumM5MoKU8v96bZYiSS1UbIc6kTO8epAgeJRGH9
g96bvK/8JDl6ApzrlWU0HzSL7clTSNo8APiH2u35tFrI7nQK1qsngLWzE5kadsVT2pZwqS5P6ur4
2P6MkPcQRNHzQKPpaaZfDWCdDQzet0li4TsRU072djY618lTnetmvaVfD7r/cui178m+nKlNlByE
vThsjUDD4GVMgFj4ff6ACJhx6KKiQdjf0HaNUMYrp9DanAIfmVk3PDbZNOdDhadVJthkATTokPi9
FTIGJGsVSX8Fp7JWSkEgAYAFLSadZ+3iWYf2V6Y4aOGdwCP2txHy6MjnKf3taI3KFgGe+KOWIod0
9KscAeNe+UGpB7EZ32xM9PKkiarXZDUlHq56d2VdrZ0X8Bx1cBAk2L81H8p0Ql++re0TaCFHvSsx
CPVvNKvp248RzgzKplSM9hkghV4eDbpT/u2ff3OyBqpxEK34/8U3t7pOIrsHWhaTF7xfgnrcjUD2
DuNgyi0mK39BDLaA/4CK5OTQ6Pecf3PeJIGOvZh3qmGXf1MLXcsx4jKxYtiFxaSEG7Ohenw/THhi
P10e6tpyA7PAtT7fPMAGz0N7yEXToUiVk2eByNrqStl2yN1b9fe/iMMdB3FtRoEs4bgelkUpSqD0
k6ZwuImLykq2BgW6awiQtZOePi+iDdSpLLEsEOYI+qKxARwR/cFmixxWeg9qF5PaNg8/XR7SeigK
kaSZvC+XPassbRSElwmlK3F806Xqt9ir+k9FzV36F5HANQCDIp2lDHP+kTT0qnDaDb1TGgbNLs5y
/GmLTn1gDXtXruq1QVFxoxIxf6rfhAzKWHZTSrv5JEK0wce0TrF2D7Gs3fiF01+5K9eOdbIQ0Kq8
TKHHzj/mTSKLPnWto0OsnMzAx2EqVHs8362imzBCwPv81qHtON05+pRf+XTzhlpeXM58njsq6bOx
rLjoCfVYCSDY5WlSvbI/ipfEUr8VreY8iCjwEGg3Z238sCgfmriprqQjK+O2VfIRRD+oBPzWb1c8
+LCN3/E8SZ3sRanTYdyOnVPca7JLvpqlE75UDvKPV47VlauMxxoXy9zF5ipdFAJi5AlH344DN7Hs
7Mt8TwO9rNFiNpXYeCZriK4cLqsBWbLzEc6LeLluG7TKu0JG5LVY5XxGA9t7HGr/RaRtLLhIEv/K
AH8/zMBBUaScke5EXMK8y1lYN0cY6zQiqPaM6iL3FUmY/np5O/72+aCO8OXAg1CfpZ06D/vNstUj
Nc0UHGvdGrGyFycTdrPpBqsINtaoNwjO6XaISqb8Y62MRdxFaoBKRzQIvCRc+N1cCp4ln5AxzI/4
3vdYLIUqQu+j96d34RyU+o0QDscBCPrzwSYDCzPA1sTt+Jo7nn7GLq6Q2sXRSntG5DL/07OOeDwv
aRLDl53P8PN4Ag4klVLkKUw47B08iUJXN9i/FsqHEMBR8qdbcQ431wUpjdncvIsUFrOMXLP6uEQ4
3UaOJujzHU4/2U1cyeqYF4a5xcDXurIvfl9AbH9e75zPYD5BCp2PcRzyIjXkkLtz+eR20Jz72AtR
HjZ7qt1pGVF5DPrqCkzxt5NdJyivaJNnH6etXKza3surAOXW3BWYOFm7gArVczJG6rgrm6uvoNVg
gHb5lDA9aLafjzAu5IjaR1K4JfnO5zbPiyeroMOP7Lc6/GnGPA/sTaxFttaFdtVrY1a4yYiNyx7t
cmR4ARuiVXp53/92nM2BZgADidrcZ128IrWpiGhL9SinFIX91MeoseI+HW89y9cQAbXbKyn62jKB
hW5T0+MxAAj6fBIHboMKyGLmNlCubxsWxy3S72O/wV9U3lt5rTyVYbO/PMjfcm8G+TboYpkIGWKk
qUe5m1b59MDKUDB8DQdsu23sXj63ZeJ/C7DJ3HTYNV05WNdWDZJDYBsBGeqmtZhgbGHsAb2GHFBB
VoPnSuxuN3QoaO9obQ+nywP97bKYB0q6jRbfrJSx1BTz7MQCwd7kLrL85VOMVTNq6HmWXSuCr04o
DHyY+BYsrOVm1xTdUqa6zdxppD3ppFhL+c70s1K9b0NuqSMarTKgrVZkyZWj+7cs59cI/ycy/bTz
9VNOneZjr5e5qMvbnwub4pk5AXjVWh8rjbZzPk56MWBhhyWXN4OllY+Xp3htwwiLCQYpKtAEWJxz
Rov8eoEbogso4l7TCuO9hvU0lgeYGHaDln29HG5lv4CzQcqRM5UG4rLMVDgc2ux9lI5yo6EaMaQY
Zf5fzs5sN24cWtdPJEDzcKuaXLbjJG6nY/tGsN0dUfNEanr68ynnnL1TcsEFN5BGLoIGixS5uLjW
P/gUJQke2QMyof7tgCnD/uNRz0wSXh0vAMaGPrsuG2aomZSB8stH4PreTaJX0QFyXXkN6RHLwwxJ
kOazaQ7wJS5i0NWgLjzukNV3rYe2WzLHx7KW2W4UrdlctWjfyk9fxafjrOJPhUbLiLBr+YgIdYQt
DzzzQ69608NTmuLHx8t4ZrPy2Oa78TFAFq9zRVUkJARJVTx2Vt0YcLoDdTRU270tSOrHJkuhJmMb
wGMsbBenl/sUC8ng8PGPOPstHWhQZB/czutCbKsaI6H4y7dEWJ3SUjYfYhn5VyQk82GW4OY/Hu9M
wAOH5hsg8hjzXbKjDA22c2+Vj3WGFYgmiXJhR9v1ap6Dsrywbc5ODkwxioY6BLZ1Jmc6DbaqUVwR
iBKF+VQ139NT149tJ4w73C/jC8fx7OR4YS14NE7IWhTI8GK8ZmcmV2V9ezsqW+vCWg2i3GrJGFgX
juG5w4/2JOVBGj80lZfZ/5GUu7XptXmXVI+cDpxxUxxY5sjTvxu+Ut+41OddZHXer89/P1T/QMOg
5UHxZpU9xq5eZri0c0Jsw/8S1AY0L5Tzn0uvuKQYcu7rwamAO0+PSSfQnM7PqBCmHiYcfqRE3/y2
sNJEu65w85q+kCOP0bOuNHqLF/bM2VWFtQq+i2Ik/52OivQ/5WrYO49presPIMl86yD1MXs1GtN/
aKLsS6ULJKI/XtYzV6aBGi9x/HdtZV3u9aQNZNLqikc96pIfAW6koVRm7W/9ITFwJC2dQIRi8s3q
SmBgLS7keWcnDRsMmYBF2GmNVaXXU0WGhmhXnqODHkWRCPugifxQk62xU2JG7DrvUbf+eNbnvrAD
ceY3LZLYswrrCBdIgbsuwWBoCxBN/rzhjqyv0mYRWAcv8x+muRArgHMR7njHnn5bGG1WiTchYn2G
mT9hW9FsW/jJ32Zd9kdHgijdZGZcX4Bdn/u27OFF/YE+BV2Z01FxWYoskKpIhZkRutYTukCkQfFP
Q8dUcRyUtlOWLd8yKbK/Pl7fc5+VNNqnWufyl77ay3jD4BPZIVLW9NL7gmQ5vm6YEBRhXdfT1myL
ehs49SVttDP3GtFlQQMwKk1b43S+ba8j4JHEzJdk78qx3OF+wKV3W04wKrdJV2PEkuGSjKtXEDn3
ou2914/nveybk2LXoi4LKACoJhuajt/pL5iz3tCjhl9QmrOfXid9Ib7SP/HH/cfjnIn3jLO8U+ha
GO+QNmYq7LbxkBpqMCjBDC2flDq2c5tVOLbhS3D1H4aDwUg5eZE3WAPyqMGYlOPd9BHZC3ZSBX/L
vHUjO5rhmlU5gn6fj0rs2/8dcBXs52F2eS+j3q2ItBj+eNoYKi3oftYtj0Cs3LB7G5PyNWuG+QKE
50xoYGiANLRRFzrQ6qh6bWVmmYeukhVjFxS6CnP5Pa4d6u8mGIJ/MhTmL2yaM4eFERdQNUp6QOZX
I6JSPkobI9PHtmnFV90SHiCtEfdTfJraX7jVBxh5ufjbfPxRz52WP4ddrbHq8fczbC17DOL2paor
76a0ZYaXTNU3L3XU3gAk+oqvmLrGK7Vqdh+PfnaZKUcDq0DIjETp9KR05QQ4SvKF576OH8Ee3jRF
PL1I3Z4OtvSGz+fXPBeA7fBE4896ByPZnWnpkOWPrpKvXVvhDWXFxqPWG84lqekzURdYHwV9xMaQ
5lo/UgylojLQBRrwuX4dNXVxbbXRqMJOi9UhkYnEGFhEi0Px5/HQS/j5Y+jVJ8UKMEvQX84fjTaF
VuM1gbcLNNv5KUkDL6zouV3LPQkyHBgHEW91hYJHp/ef2eljVageU5TZlP212eQ9ln6aF2wzzcTA
rG/wfLr6eOucC34UumjjwYcAR7raOqWKA5lroL5Bt043owMdzYcY8GarTl3IE84ORQ7IK/A35Gs1
VIQquDKElj4CQW6PfjN3x76C+ZmjJn7/H2ZFG5UpQcviBjs9EFo1OdmEN+cjprjpwcccMBwzZd8l
HhfJfxgKL+VFI5Ei/pq84M1sXGPxRmjnBrPEPpvsvStsnKFE7lXjhThz7jwg+vI/o602ipyyEflH
pBFNDOpwbKuBdn0xosHeJDkeAQ2uR1GIhLB3qJ2uvJACvcd2cyQAByIkgroB+2W1rDPgSz3uGb1Q
JISYoQ85Kp6mOaCnAE3MA2M9mreU4Zy/Cly8segA5X+d4/Z9icNxbi8hTEbIg5nFG2aVG5iNmjBl
TIvHYuiGfS8y74bGfLtzHVyhw89/YfDsSMTAXuakrAIBhtKwrQwt50rB8iEpVGps6qQDVN1IWs8f
D3ZujcHh2IsWJXqfNDBOt27udLU2lVX6SN9UTuB8jWzYTfqsdn3eYsRruYYaNh3+r9O1gdPaXYC5
Wr0F9dV8//innAlKvA+JvRhg4JqwBgjGQSrGLkdcLqly77ZMBivYeNoQOtFbVGTLNy/MS/v7zE1G
8xv7QLRjFizbaq3phLn4zwLwasCcvjpA84y9h1eu9zSkbYMwQOKX2edvT7p8IGRQql4y/FXKIM0K
1dV5TB59VabX0TxW+EwHw3gFzVS/i3td+7QUNwif5WnqMNyikrOKhEg66Jh4Rgj+TpoXQhr2jxhx
5t+grvobN42HSwOeSaXBzPAhSRGQzlg3p6xBVrrXM2BqpO5GSXOsdpkxGPqFpTy3ZVCm5gHMo5sL
bbV5OyN2x9jwWcpey76baYf3d1HZQ3wz0OKMD03tU1uM0JgYPzsyJ4bW1IJfo0wEquH02CQJaAnT
gOJTDgEP6566uUC+yapzgLxZjB4JONp24wSl988nj8myb7jWeKIh7oigw+nIiA/pSA0H6jE2aI9v
POyxFJ1pV0DpTtzR2hjlLPdTb1wKFe9iIAMvVSNAKUAUqa6cDpyWvp9UYzEgiC/bL1XVX8cKHWKs
4IvhsyWxJalcFHlpchg0G1cbFpcnrKYD4T1mdjf9xC9yvE8wldoE/eR9NtouQ9ESJuIAcOCUnM6q
aQdn7I3Ue1S0PoddpYEH2FnCGW+KEhu4j7/du3CzTIsqGFkzuBtwU6eD1alFRpXa+ZMPS30Xd/H8
yx7c6afo9OrHss8u5bPvDsgyOZOiGtV+qI5rCfe5tvKulVn5NAin2Nlt1wqcs4LiJg/q+RkRsvGI
1GbwH6bJOx5YGi5KUKJWny+KpFuOENSfmqB1t2Wpa3oI9wTkY+AWV7jgSuM/jehgl8JXQuh01cKp
OYkpzfD8qajnIRzh+H4pPBV/EZgc7uvKHy6M9y4vYl3Jm/1FcWOR0F3NcLLcetBGv3ga4QPtJpVo
O6k74w+6LWqPdatowiIbUx4OQfRJCyMuDF7xMGzBIxPX3z05izIVWCdP6V+10WKDOW/kJfOiNRmI
FIecixIF1yLEQpKe032KnIim3M4yXoyxmfZVW8snSn1QA2YdgrIlnuqx0/YZLIEf1B2621R134FD
yYePj8tvSaA/SjL8DuB+v/UIF4Aj8fb0d5SVBCmiz82zY+auVoeWlo/9DR7LCq11FSA0FVZwCpId
Whg6PIksja0u9LCpH77OuT3bV7HyK/UmJZoc20IG/t8eznmvXgawC34LtuDI7ycVQAawrUF/1w5u
9y9YXecnBsZ6Fxp20d9ZtauStwtTW+LK6dSwNgMZA5luCXXruCNdOdRJZCTP4wDc+Q6kg3zG2Bab
aNJesPWTp8e7DJVo5yqxGtvaNe6o59auTMp8vpn02jC+eYkm8nAW3iC2U5nGE0zPZK4P2lRl0Z0B
pLo6pjFFDwwr0dg51oVZGN+zjH/03N5yLiAnVtGNux7gBAd+IZovipVL0eKP1sIMoC/yvGZ6AWpc
3ZsqSFQYGFgrSDOI927ZX6CIQV5dLyLCpQAngPpRICV5XMfTZCi1HCbes5MntXPQuomHWAgwvnGv
52L04l3TI3W98YDFGF9aBXEsQONo2jlRZZTYaHt2sW/T2H/WhdCMbRRMRRoC/+r9TZO4tcCpXrTl
fYH9ZRYO1Rx/dRTcj1vHlxb28TIYyoPwG6P82dlRFN+0qBrNzdd5lHUjv2ALWxxsix7L/ZwiKnmV
VQpzSGwJtBqHX7sd+wPdmPZaT8uiw/J3NJJvsxEPX0q3NX0IjCp9dTuB6WFlt/ODXaLBs+20njOZ
e3mzT6dp7K9w5cyiQ5X2ZrcZ87jCPi5v0nSv6mBU16M/t1TgBmuK3LuqL/K3jLJYH3pm1DY7z8JJ
8GWyJwTluyz30k1eZE4cjmhx2unezYco+QseSP4UTCzZTUmj3Ns0TpGnX+oGvW5FscCmNR9Kp3G0
G6uJvGeP9EjsrCbIvzbtrCQSC9iQHxwk1OJdF0y5fRxxfq230gQ3uZv7dqh3OM7mMpT5GNwjr2rW
oT44XXAAqZdF4eRAVd+McWdhJFxbk9zD6VHJsdWo06BsMGv3HZdZdFWhPFCEwK9G8RA0Q+3vSsMV
/rZToFtvS12vcyS33SLodyh76MkGLO7o3fR2ZXg0D1CX2zRNlEIPmkb/b4syqXvjTWbQPPB6stWd
UzmlDQZgzq5NhY7AX7XgzN62ZTve6U6rVJg7IgnQqp3b+Nj05hhwAbaNs7OtyigOmgq89IuemZl7
VyfSBd2LtP581SV+GoTSF6DYi7mEoG+P2k2iaMhtej0dyucYZTS1GbnmX32386ZN41b1N8Lnsmqp
HY+Ye5tiurHQlsjvvGqY/4lnKdDKlpVXYy6MjAriD7neRp4Z1n0y+BvuLHc6xJjHFHfzoGtGHloZ
wbXeagUSAl9sEpPoAasbQx2bJg6ML7beauUxwpd6rDaWasriAS97Ld6PaB+KF6N3m/Jrp3u5rLad
zCNzN0RmjRaVVyR6+nekCSXMcDA6rzI3xZAUzl860EP3pqiAWB29poormka8HjYcPSUfdF8zy3hv
zpZV41OfaF4fDoVrR9fD4I64lbRJnLWwu/vcT2WInQgyj21kZmJrulNEZR1jpcd6ErH+Q8Stfj/T
HIzDlriQHhNCs7FH8t/8N8Iz7MY2UArYwhbHd9TsW916mIU2DS+GVVvAUXpdpT+GunfubM0Sza2j
uJtCIhTCyb4f46/aREMwbmLHlO22D1zAOYNZFfo9vsXpvwqoq3On67yLJip7bjhqaTFvcGt1DjMy
z0aot5776s6l9bNBDsNgewucs91pxnk4qq0hhwTqdV1YoXIUb8wmxpy08bqqQ3HLR1rCLuoRwNGc
GMjmzurNxxi72HSZVnzrAC76oXArf7wqabZMYd/FEda8XlkV1w2WVN1eF1IcZyu3jG0rcTIPg0lO
EiU8LVX6jqSqKrYo1Ppfe23WmrCz3dLY2pFTiYNlp6aN1bGDC/G+hTGaHXuYSx1YBEwcnSeESYq3
qLc517nKO7FFlLa3v8LHk+o6b9GjvUWRPu2LfarPtnudtJH46eTp1G3z2XIEYv0mnuFeEzsP0NDT
YavNk4dJLLqPfRWHjc87emOim/01trNIPuYByKUNbSIzxSFQX2ZX1b22pbdv1nuyAES6akWI+l71
Zn+lD6XJo62FS7IpRlHMN92QR+or/GsEE3IYuo8tzaNfXG92/CMup2k/GqhbvUnPjc2N081AvVD6
z7uDU8/lNz3IAmdTuW3q7KzRVvV+ouXUb2q3sce9RnMTBHeGE2Y4ZSAfr3K6JGJbRrb3E3fWZLoZ
5MI29nPHVkclg8UGtUqqcJilLG/bDMzXrnaT0T2WxsB+hqVtuiF9xKq9t5MyqQ9gmXp3F+klmPSu
9jTjtu/RGzK2HZJVxutUIFN1p0MzhUrvjGlu3sZLIRU0QMx6wgIf1SbiNVP/VOlQV8kBnjoezdu8
FnOx+TgbWrUzaPwtfkjAWah5UY1ai93TPI9UMGXzSxo7XX9VxTJ/aFCZVl8jK+KM+1wjuFozxXFf
SWnVYVEq/5MyOcuvoMJH3kK1BKmWNdsPrwMDc2rXeImsHC9jgv6jIYOshGJySYzyXarEULzdqYDD
1uRFbZ+mSpAXUhHL2nwhKpaP3STjG08k7bOs56k/1IaXXTI4Wb1YmJxLjRRIMEKMvOPXZYMMqayM
xFa8BrktnFDz6uHO6AvjVmrIpMU1jgJeVeOgMEqjvvB5V5WDpa9LdZFixe83obMG2JXOQGeo1dJX
Keux2WSTmzwVlKS27pjnl94My9KdJNY+QOHfPTmAQrCtVyW9ro19h/5U+hILqd2ncKLkF+6Oqtoa
8Bn8rRNTyD2UTu8EX4sC+veu0WXT79p4JinLrBRmAZyy5hgByn+wQQP3lHll0P+KBuFX9haqvkr+
HjSh63t4JoV+TIK2+6cpXTcnbvpFdTMDcuyvyPVK6wLW9d3GgayPxAhPMw4jj91V3alPR7dDUsp5
mcmW2+U2N+JvmSnam0HrWzZto6r2Qq3r3edjzIW+vjAnF+G51SusVaU/mRR8X5ZbS4XwI4bkWmmU
TsIqiNUlFVxn/TRicSiNLHV/WLBsndUc4wG50Vkk+suY4oS2r2ujVN9GrcOp3OEhM+yc1phh9fD1
nG1p5v4z6Ize3NCcgS01If0x5mEKozP/SzSI8LkHmKRze2fWpTKuMLt2g/sZd+8av/LFXbkMa8sS
9b/JVEcO6XkPO2EMK4Q+kh81N1m8i9DhKO4CPy+KjQl0MduZyjSe0JgcjNC1mwbsZE0XjUdOnXbX
VSFm8WC3tdN+i0uzUnipW6OqtqC89Xij4eat+RvkOqP0WNiASsMqiUwMjyFtajvPzJy030i3N7w9
asA4kG9Gu/PQziFYUCDfFb3TL+bilSxpokVp3Xf39swV9jOI4qJ89UTrdJ+sXRGrFqIgzzsdWgy1
q1XIQoU4TYZ2mJ7oF8S7ZC5xLBKJf+fN1isWj9qFPtf6SnBhv/FAhstFIdWkpXUaIWUrRmMQUn/S
Kt4Ke3fK4v2kZeY3PXfy+KD7c781/dxKw0wg2hF2bpXZFzb++rDxG1DmJURTAqHdtlY1HWJdi/Og
NJ9iN7Y2np9lD+VQiZAKvk3KAZXtQjHyXeHl94gcbNAT6AdQGTiddVYbymnSznzybLKKRELez0Wb
7IcqikJtcOcD6hzGpkzk31qipTeGsuON3+SXBPXPzJyV59AjWEGhyVzV0wpHFBzw3HqKZJIcdZhX
O7tvp+8Ar/QbJdVw9XEC8Ns3/s+ozcQXEisX1KKuym1xOvF28tTgDK79NKVB948nc/cu4N3j3kCn
8fQwUakfbKXM5vyA/ZfGE7fV2p0y+3reRgP4tD1Yi+hCQWNVPaVZwo9CUxYeA/Vae00siLHgUVDd
7CdgQGJjorW086tG6eHcl8NzUaFFsJ9bK9J/XliNZXnXq0EHE7oNt+Z7OdMum8C3ERmfhPCjv8GY
tMUWcc36qhHSCnaiEtO8zaJUPGVB1f6ke5ruIN7qxidvm2UBIP4RhQEaQ+RYboY/Kjp2kFSpM4zO
k+p6/1vamt4mCoQrSQIbj6TTrzJ1+HjuZ9Ycxx8q/1R0FkrtKvjTjdS1GdXapzpJfqWDXd3odoX7
VAHtaku5Tv6NE5H5OdzQ8qERCIFRbKMkvIhonM6zNyhJ6IVyn/px0K9sXeDLMczzeE+B2w59J4sv
kXHOhDdErJZFRewBWMtqZQNy7LyvS+epbLu53ZVTO9/g9+LNIbLc0R34LJltrNTphw18oGqjt9Z0
ob2+zgiXSTNVCtg0BhZx19NJK6uRet4xaR01gIME/HFNjl5tRh5ZWz2DelgkVrmdRueS49G7ut0y
NLhREFrgV/E+WsLPH/tKWRTYsC/0n5IxyoYvacmOuBe57YAGyRxT7dAPy9o7qN7WZnKVb+16XvDD
JkWn/K5C8k4ci3TQrno3UvMvzOdNlYQ6XYdk33WeMb6N9iBVilOOMO5n6BX+pobMdQs1qKs/fUlQ
gaRVhZ4+3SMA6qdzadoKgaoqZxlrrvDUUTINxWjnoCWCLLszQBRdSKff7x1GBNxGH8mnB7EW0ndj
OzIkNeqnfoB0NNuafBw1Oe2lKIrrAPuqq87Sp0PN1XbIuUgvBIVla54GJ74egdEjSVvOy+qOwpFQ
2ryN3aegF+pg+pXcxiIYUaMd5/3HweDMfUjw5UiiQQtQkobH6eIKqqlTNNbukzu0KLop9JuOMjCU
CKvGteW291VOFUsZXzCUL4MryXHbmfS1gN0ldRV/Ojjxc7imgLDr/tJNP/05iCLZfT4Z7lMzmf13
4UbNTtRTvvdEbYQzzNKDl9uflCslODEoCw4NC4l3xOdOBx19DfZlLd0nUkTv4Fb68Jp6HqCQDv7O
5xqv/28sNDwo4COct348USK2ujbN3CejMtO/B9QUwxLV/2NXVeWFb/s+/CzzQlhjufHBj69ibhMA
y9L48k+522NvxQ0c9rHZbqasOiZOrG3iGSVH04mTC/v3/MCocAGch9e2nqOwqAnZveM+aUMXbMek
L6/wpsAFqgwQ01bVrh/al8gxigvxdq0kwuIiqsOgPMDJKZE8Pf2QTq8SxxZN/myPKJU8gC8OjNDy
Y4PWr9LzsHLo9uynwhrsfVPYjbdlb2UG5jj1UNzYwpBs+KGmitz1VrqzcFy5ZJZ55sDRUyTDXzC0
EJrXnb+kklVWFaP1LGr5HEV5tnf6VGysPDe3WYwFIVhMe2N3cx028ZhvujEODimlu+3HJ/99kMGq
ChQmRh0IHrjrBFQmeqeE6P0nxLoEwKN+/NY1vfYyDY52qfr0PuUAAYlaBC9rm+7+GlIHwLwuXF5g
TxkdiJvIsNpjJJwU0L2u/T0bMkNfs710qpdTexpF6ROBd6f2Q2+eJOB0M6Rz7OWz2yfPrWnRvKAJ
/6Twqeh4VNkK/UU1/vPxip4bEP25xSZhKTut/Z0oSwwitvX0ue+c6ScA3m4XtKZ+gNAwPSqpv348
3O/keD1B8guoKYubGy3r0wnCvfVq5Xnxc5P4tftXVWRmvaGe1uk3udCTUKspjSKw9U83iuimtbBW
DCdPGoeanHfXu10GknJIVL53BpzoH2uorheW5MyHR8gsII6Tg0C+XGVAUzBOVhJ1/lPU2vW2cki8
0lHmVMOy4c0ulB+2IuWC+XhlzmxtBFvhl/G2gPK1pkdrXd7M2GszKhovwJUy83YORudR19Luklzp
+1jH3votK0m2SXKy/JY/Ei0td9JcoJv2rHtJumm6qj8UbZeHJen7jSt0dT8Zqt7EGaSSz86S0SBS
ADzDTfEd7aDGpKAblMifkRTzrBCUUrkZOhxBwqywL0nvntlsjAaaDmgmFGX0kFfzxG9LTUOXPWOb
qZubUjYjzoU2QrzftBRjx50tK2faxjlqX7s8G3zvBar2+LWmBxuFjhnpv3SEEL2bqe6baYcOpZ8+
ZLJjn35yWXhLga32MEGi0Pyufpdgi4lbiRSvycSls6mwG92SJU/RDmHqS/iJd19/yVSQ9eQJywsW
MMfpqsxZ0WLzFIjXwoyy297N8oNfFPTJWZ6wrzTrR+smt1bXtxeu2HexZikTUUAgP0WeCkbG6cCi
HKmUUdh7SbkfXijRzTd9X4/f67wZX6CGXLL/OD8eIC7ycKpT74pFpWdV9piZL1FXlFdmjl1XP5b5
rkQwrwljVJkvVKfODcgLBu14mjNclasJelE+JEk02i8AMfyXuR/db2VOd0zH93Br9fZFK+d3NVHC
E7ZNnOHfrzZv/SkNXbTKMbU3v2iVu62GRvLiMQUt8ChIyhurFXn/mhuT52hHAeG5ugcRLeVfpTU1
8T6x5r5prwpjnLoL35p8nK95EukXDjBcCS5Rz3if13R6nLYSNeY3UAEC8WAz6ASZFFjexNsMY+k7
0a1P7eYQa34+f7VbukG0BTsed1rqiOCujs1iiwhN6W1HwymGO1krpGFKz9a7q7b0hvI4ajFCQzlE
awQYAUU5V3OX2MlVi3Vnvx/0vtAeZaSAP1KotPKdr6R4s8gVBDY9kux86I2kvM9yZODFBgZoOaU7
t7bapglLOsc/6N9q02MgpPdkOTyMvxh2Yj+Rm6f522z3sdqlQZmLDYCF/FVI6SVhXXrY7tU4hh6C
uEFlf+jHSXxrzJZShawt/teNo/MYQX2PLuhwrGLXSe69NFX3aFVG45VWRsVfNnimKdQWHNN2Sj3a
gFo21jeTKc2HOeik8TwVM5ZbVZYV6deeFsCNiyZkEs50FPPFEsQtfnT2qOtHf+zAuoVzB25627lW
ehtAefWv7di3VOjFWotxSt5mOCgndSCPdEpE829XUDnadI3R0pGZzeo+hY9s06RPsvwWPyFL5/MF
0Q/HU/i7dEY1uaHjZjbyQYPQtkkFNeCAVLN2GxXFGGySwavaB7eZhD7slN3UWblzIzR5BV5AsfD3
I5D2x1lLdfstE3067JOCKu8+aDTrl51Ec1VAZPIDCubuACRquHABvwuLSzlrAXyT38JbXZf1jCDW
k6LWpzdChDyIfFD7xJbxfnlVhy34O8R3sdzWkyG78AR4N7IHSQwQLX1USi5cA6dxsXKRBiim3v7H
HfSiRWACXtEWBJ3xnf5S9aMFnYP9BNXPKjhIbONpHHx8/bwrHZB4IMqC0hS4wYUod/oDpmJMnKIo
418Sjb74u+VL/1EbjJlErGi/wjlP05u5idpdKlTxg9tpupDXv0u5wNlSO6AVycuLbvMqIaHdZpQ8
XLJX0nvjkOBpE2/rciqtEP2SOw1DOZ9melBfAk2uAzbVRCqZJNyk3EvSvXp75X4jx7rV3dcJCfd9
M0/NsTb9+pCjPopCYoMDxscrba+CIm1sVCeQaaD7Cf527eWo8hi9YW8MXlFs82YwRH0eassdfQEE
t84mF9Q7SFtuIfQ8XEqKp19U17R65pYNXqkUJaE9dv2DU8XFv4BunE8KoyH/hEDBkk+SvZiLF9Tp
WOZkR1NiDtGrjivUVdrN8rpLGh1dXORZmv6ilPLvBPzPm+X3gMCSIP9xWEhjTgdEEjvPk6AKaFo7
4rvXB/3XyIeE3OuDPE4Yv8VhVFMzKNraPlpN/WLKWrv6+EO+exL//hFwusij2LlgA05/RNsbNY3t
PHgtGmW228id/TAhw/shZD9dD5Nv74SbZm/DGEf/mmIevuZOqRehU+j+/uPfso4f//enUKqmP0TN
eE2Szkulj7Psg9c68JV7DPq+bMNeYUoaBgMqNlvLaGbaj1X63VBT/P3j0d9vaT4/Oir/f/TVQiDE
ZTsKuc/XZiiTrdv5U7yxxGW33vdnlXF80ioo6NQg1mSryTLHIZAdC56b2V92ACfHnaVz4Gocbtwk
mC+0ec6NB3YF/jOWQEByVzGp6n13CoLJfx0Hx0LNdcTufJqGDQ459rNs2uTC/XPuyELeIDPm0AKP
X9b5j0dZvyB5xyIOXvO4db6ZYxs/lcIfj7Od5pfIZOfmRiedUsNCNiJ7PB0ra8kIW5yPXzGq98ZD
pdz8prISfw61XAuw7c0d68entwlYAYPXDWUbxIxWy2kb5eBraRW9apGh4k1H9yre6xlX+YUQe+Y0
LLYFfDQ6lTRqV4++Gu+PCYeC6LXT62pTlVEAKqLWdi6GvVdmO+WbporahzRtu8PHUzzzBZdXBvR9
qAbUpVdf0JQIcNpNG7wa2LgHh1mfU1yrbHve6SPwuwtZw/rO5NQjR8kDHhFFFL/WrHY3MaWWG7H2
mtua3S0F2SkPO9MVb1Gt5WQRsghjK4geP57kma1DkEcAgsoYu/Rd3Rk3FSrMDssbtTFCE1V/xVNx
PGoYGeycTF2ydzk3HlwViDE84RhzyV3+OBY0A9vc0CftdcFHXGuwcrZ9BYtqp/lJemuzCpfa7ec+
46KDRR60UGTM1Wek7ZQGERImrzGam/EWVm200Uw3LTelSKMLu/VM9GQsXkoc/d/9r9Pp5c4gulr0
0Wtp18qkkWwDLzPGWb8QXc7tFvIO3vt079kuqxMf9G1jZbMXvXpFrI6zOUy7LM+Sa/rW0a3XzPmx
nebowiV5btDFgJyiNjw8MBunkxurqAqyTsVvGi+FjZ23ww4faQw9hNFcqVrZX2ozSS+cwveDopdG
MdOkgYqaxppvMES9nkS6G7+pRECPLZymp0MEKW3vj3FzW5ptUIewwO3txwfj/Zdk3CUDoq4FDWht
zEPFuh1j4XEmMmm1YcOHICWhZPTr43Heb08CKBpNLCd4G/q0p4uKK5pbdJUSb+PgBbfWVExhOnju
vW1qwe7zQy0sCvAevA34wadDFXGSpRgPJgw1FLeTZqYPeEuCbUbK4tNh5bcBI+wX7twFVnM6VNx0
ooPWwawCq/xSaJ12HCeDo9CLW1901f7jmZ3ZJGhzcDkQQxcxm1VUsaPaK1QCf6fTO2ebeKN8DDQr
PxZBmoCZs0wUaKtLwuzrZxaLSAcFnXBaF5T51nME39KWdlklb7o+DAfLTKOthUtqmEyZdUeFWcIz
HM2/AXmMuyDT3Quh5tzGIbVYSmELe2utxR8lzeQ1lpa8UZ3rj1yT6cb2yvzem/vk+PHyvg/avAqo
ZCONzllgt55+Tafye2d2m+KtG3Or2elFUmXffCTzzR9UqOT3uIZ0fUl46tyg1MI4aDwmSW1W37So
swwIe1W9GQMkXx0f4+/UhazbaSzFFSIb44XodmY86gQ8nDHw5Cm3TjTKwJ1b4E/Vm9V6TgiUOUFb
dOjkdpgG+1dKmfjCjf/+Ay63IA0pNPYoaq7rmQCD0jJWY/6mT+a896vY+9EnFsZARj9/0juGzwfJ
DsliuhGgdKkWn35B0ohKDEOdvWkRnYKHKWt5/kdBVGjHCrrAw8f75d3Mlncc7PdF2Ir273opUZmM
6+H/kHZey3FjaZ5/lY66Rw+82ZjuCyAtjUhREknVDUKiUgfe+2fbu3mx+YHVu6tEKojldKhKIQVF
nsTBMZ/5Gy1sXmaZpz8btI9chQCVy1fSuv/BWGRmICTmUgfFsPMnAz1WmPIUti+anBugBJC12nIn
QvCopXCtBXFxzpCEU5udcyOejDzxfLBOh7Nc+urw4gx1faP5oemVRW/cDV107JxoG6pZvLL3Lu4h
0HKAgcGnqWwDZ4nIzAvbzxIRqS9yLBO+4IlXyluVWuFK3nf5zmZSH2bjdOqp0mnz9vglMHPiru7I
09SXhh4F7Fo8Rq6Cwe8aL5GdtShwnqezlJ/3NWPt4J+iv0wP+HwwpTbgvLRO8iMxWg3wY2Z8gRca
edOQWABAw8yDyOZsRaxmP95emhfVBmRCkViYVa7Rn5VBKJ0PrQ2mlrZVV/2kZGp+CxE6uyazGh/K
CLZRUon+R4F44OdIV4Yr3CbtRzUd+5W5XlqFzXhnS0OrlEI6cQ3/n3+IMJMGP5+M5qRpYLu3kxn5
lWuErSipi40t8iahjPYRYv/6F0lPA0Bxo6Yc0t6oYmrGqfqtiUG/HxNZyeXdygwtV9xM0eA6Q6iW
LBkBi8WH00IERJrEUE+IFWkPne5r3ySQVs9UvCsczBTobAPVo21JJnpdRllneY4hKTOnMZ+DCb17
rKZ4eIKF0a4pMlxASOcPB4B0dlhjpQIfPp85pbKTplMm9SRXjXMb0nl6VvCBLF21trW7Ho5g7zoN
skpuT7k+delOBMGmq4r+0OgBFNpALwNj5X0ur475Q5EIEwmQ1cxs7fMPZXXEiV1sKqdpTIaTUSr5
TyOhqqrz1h4QK1vzPPvN+mGDUqOerTDJvvVlJA6xKA2UwTpFeSXjRtFnDaqIVtq4ZVCLu7wuMvnG
CkbZ1ZOotTc5V/WDn+mdCz8w/ZGNxDO7QG3SaPP24rmcCUq/c7JOAgSme5mX2EmOrkSr+D/i1vgm
xaZPuz/r+hvfQrsxjarT28Mtz2MqvfTW4eaz1EhIlrVK32lrqBCqOAkuAXeS8YippVK6roq6OfZa
1l3pvR1s3x50eXi9Dop3FxV+cLtUfs/fNnS5AI4Zg+YTkNVGC/Q9LS8HQmCu3Lfonu4HNGaOtYDR
+/bIv5ldzmjq2hS6Z7Dy4rX3U1AaRiuJEzpF/deisfNNEIXatd4O8Wawg8Pbw13MLgwiNEc5pbnt
0CBZPCiRkhyGURSd2Dh16moIa70MWjvWSHSkvUtdC4VeQ+/W8szlVYQUCLM6F0QAFVwWhBVca1pc
I+JTlbB1oNzkG+FUvoHXL/fee1csg9HahFlOKDZrV5+/zaKy1M7O2vgEtCIc3RJOq7RNNKof4O+l
LcIdVfHOyJ3no44P9UwDF0QssTjDIElGNMq79GQIkR0q37avYQP7xykEwvr2K/zNVDIUAFwuGkRs
lpy7CVJ3EctFegoSNdymjiLthkBVM2iJFAhWnutiec7PhePInGFijrHUIaEKGSkStmMn0IuBF8aD
dmhpRu3HsZPuUzzn/ifjIVRjE2QCzF065sgNqKZICfNTGBkCRYgiL5ujrA7GtaiyXHKLQtdWoJMX
e39+RHbDfNyAD12+ujigJy/FVnoyo2j46Edlsa3yyHSrNgZwI9dqc1PqxmyTXPRrQdNv3iXXCzpI
rJ058Zu//kuENhokDAKq5ylohxw6U1fmh7rso5BOd2rev71wfvMuGYy0hHOcWH5J1cgyLUwTrc5P
UxZr2xz3+i2QwmHfocro9VDvVs6a347HzUnrdMaSLSc2VdU2KNIhP7VVZB4oSMS4BVbpPRdXdqi5
5lfaAZeTibqSQl0XfPRsPrSYzHJILdGnSnyarF5+KEVbbigwj/cU8tew45chJ0EU3CYS51fdM3lx
jioF+E6CpeQk7LLAhGdSEzQXbPPJqdXoI47xcMYiuQQ51Wl3JpzDXd1N5UoL8XKC+RA0CLg90CGh
snW+eqhKjnI05mxOa4r2RpxHyE1k2g9rKOJD7eTvReswEh5dwGEpGlBqWtaz0TXuikaaslM96t/q
tmwOQuPiKiZrE5Iq7d5erpevE2gYnVjKkrN1+VK2CopQG2u+1J60WPc/hPKEcE3khEdd607vHwkk
IWEHzX3a24tYL3SwyWykqjv5vVrcTKoTbPtOhDvM5qv920Mt7l9gXUhago4FwqAgA7a04xmnGqkO
KVV/iizX4QvX6paqmngsRG0eU9sQGz+Q6zXSym9HnSFlnHMaAfa8kH45ZnqAmn0TNMpPCA+6vm3s
Un1s9Kbdg9DRXrRCTZ5aRFaU9x3m88NSDKHFQzLP9b/MP+nMgohWGvXnqI4KLlyZrz0INLk/Bmnt
K24UV93KzT9fs78koX+NiEgfref5DFiWQ80B/xhVZNrPYKCLJNp8elQjS1qp8iz23V+jzE9FjAGl
dwnPSxsKk1mmaD8bcDxHBFeASfYS1M88znCZHFV8Q9+HW2PI1+o8VxQpJvH24myzh3ZwpFTXfpY5
Ltvb+fd0X44hFI6wBSQ1EXC8vVIX2++vETm94S5QJSS3PV8zRZmhEqgm+k8giOG2diLzGAaolUqd
Lm3fHupyPkm26APQJuMXbbnzodreCWdnrkC4shirEYTYFG6MOvcREZdTqBNa+/3dI6KsRkKs6UA3
+P98REXYeW+AnBGuHtXOVWs7HyOyXmcTVTpE3xoDt5WVebkFkRxjHrnmufDhMJyPOPoYkMY60h1u
q6CrdttCREEIRBp/1slgb/E7E9800HDZt7efdL6IzncE482qg+SwULOXQGInNgLTSSqEVUF9yrdi
aIMjKmG2q5WFeBJprNyjdYPjiVXr1+YoW2uu05frCN1KuE7clAhNMAXnD96oTmc2ch4JNzZ0wCdY
Ot4xy1C49XyNIXKx/WcdVGAu81iUvZZmn0WW95JUW52g34J+CohtVHy6IhXFe98mA0GyYf1Ao2I/
zm/7lwPV6sthrDp5YMX66RRvHXT31U3SIOL1MeNINF0QdY24alUUOFZOn1cQ7tkrZXDiuLlySJ+C
c+58cL80g76YNJaSD31p3E1UEdXrICnEfZhqCJElttXIYMMBG25GqZSdK8VHmgwW0pR7ZSTMzC2z
fGxcNe5TssBBIVaJXIQRQv0+T9FV85BaaHQXpKyJOS4qH+E3I2pz6aNZFUF2ZURSJ0O0xyzP1Ux5
JC5WBsSSCteHGxoOnq4J+ztKRdlzkAaoMZqTVWnt1p8qW8s3FIEm+EIVah3Pb6/2i13GZTN7IxFN
UzZGZvl8aqgol1oyaIpwTSetj1ntp7eaXqZeEBTZnySCw3Nt29UaM2CRQtA1QiWDM4wdTnpNGnE+
bGcgNKPXqSrcAApRfezLfKy8vkOJ7zopOiu5givVX6PoVqTbkibIWh5xcYJCgZkVh+fOHNzUJfLG
hOYFvafXApSoVGd0Ab421LHB8ste7mTtd1MXxsqpffHQjIm0JZodRE5z2ff8oUGKI6TToafk6kb+
I8fK7S5Dn5zGbe9cqcOg7w3Q/TtzmMyVHfCbpyXqxqyaq3emYyzOUtKj2HBitBTdsQoPViPK+CBU
dRIPTajV+k1OFJyuxNoXK4seOcWoWQAUohWkk/OnVYTeRi2FwggErq67DUqEjadUhpK6aS8KTyok
57YCwOKvHDWv9bWz7U5GAwZyZvaBJIHyez4yYkm5k2oaFJNG7prsaiCdrCuvaDUleWrg+oMw1lul
Odg4AoaNZ9nAd24GM8zaWyvrucJ3ZNRoXFToPt617SQFrlKpwNBTKW2Lje00+j4gWIXHV9ToRxNk
I/jmQuUV1o8gTsx2oxMey0dLI1lFbImenX/tNOxm1ZUySwnxy5LqaaunqRx+MGOKLBv0qatikwBy
fKekN9EdZx4u8GQ96FxSyD+fj5j4WSbvUZ96p90Y6hcnCdx0/PS+g2Q5yGLS47ZvtEkJ1CftE3IZ
kjuMbnjnrKyp5TpeDrJIIpsA929DEuoTqZurKZ6QrqrwaK/p/y6X7mIYbXE6mRaU7EJ6fRZxsB7k
T+Nx7UmWUcZyiEUGlQvDIIngnSA0ENwojSuNG/NFfG6+qA9vv5jlqbMcaXHqlFDILbliJOUuvkKF
y9gat8EVdixvD7M2Z4uLRAXrn8O7U5/822wTbeRPONXf/3tDLE6xsNcbX/JD9YmD2tM3vhtspd3b
Q7y6mPx6dixnaxF8hVgQaUXJY5Tfyg/lfhfCOnDbLx04/R+h5IbPzlFspCNSccZaRXSpFbDcp8vs
Lw2lMm56ni8S+0o/1L43pvdy3biVZFwpqosezAfD3grtqGiSKxklgJyjJF9P9Y7PvOnR7DA/I85W
QzB+e1qWIelyVhYniAx4P0oG1lBgfU/7j3X2ta1Wzo/fbgiui7n+TO9kSdpUAyI/NDhYP7H7Ob1S
/nT+FBuxyw9vP8lvl+kvwyx2Qz5GoRPEDJP/jA/5y/gsHcf9vzfEYidIZtFoKe3Kp3YrtvMyHd33
RtOv7+OXp1jshEaDTj4l8xBXxY24Uo/lMV7bCfMJdLETfhljsROqQC+sSmcM5S5z3O4GTBaua9X3
onJbzYt/yN//vWlbxAu1cGSpSVn9+c/pWnrUrrL92stf8tL/2mG/PNNiHVuxEhQSotJP/p/FjbrP
/zTve+7tq67aNY/BF31ym+dgxZxlbcUtLsYmzocqCBlzHD3pySw3UuE5n80v/97sLW7GrBAJCo/M
Xr8dDn8tOu349hC/vXwpmhIvI97FNj0PI3DYmQDpxeqTVV3l0idb/2T0k6v1X/+9YRZrW86Fn0QT
wxTB1jH2UXxVFF6or2zS13b0r8ubFB+6EamPibcAWKDFBdxY8M6rRJ6+OrUdZK4SDu1HH3hjB00c
Yvouz3KUCVHCCg8SZh3ZJkar8WcYVzphB1YIK1WH5eQCyAB3NYNYgbrQOl6cS2M/VFrU+MpXO06w
f5OH7K4iQiZcKzWXNHRYiaTmWTx//FkMhw43YkAUVZfsJJTW+DixE/wpjNTRXT8KE1ydfWstLFze
HET/JD3kAeBWAc4s5erbwUeWW1f9r12t2mXggXVr5SsS48lWPJpV9TsduwDUAJMjxgUpP3PdXy/Z
XwoNCXDVUFRJ8adWpobHvstkz5Zws7KMCQvgqCnWRAOXG5y8mStrrhMjeqHhLnO+LxrqVGCvtPBb
rUrh9RTE4Z2Jp+Etgsb23ZRP+U0CYH+l2Hjx/mZ/MMVmUhGmobWy2IyplsiDhPAyCp4qKBSqDnuM
AVTv7b148fZQxZ877QC5qcGB9jp/NKmwEVxPlexbJZVO4SHBnX9yZkvlPRCTdOXGuXwkmDCzxyb4
Q9LUpSipXVAPxPgm/VaYWXtTYdv4MSuNtYmb38bZwgcAP8PIFASFoDQsocaSj1SRHpvmlzDIu10h
mcZtZ4XKIRLpY2935kHCtqJwJUnpvKnt+pVMfNkHAxhCI9EmL4WDw+ZbOmAbchKXUiDsL2XAtQDV
dbCrb9YgAxzP8qBF2dauwhCs9QSL9zOKlJnquKYQsXSKE/7ZyqS/AiwX80HdHw0+IKb8YQnx5jr0
EWbXxWMjoX2MFEhcW9neaJtOfEyR7rCuqybTlQ0d6Kr2BELIjivrrL5PFWoLxQkP33b0vRr1vLhx
TQjZZuk6SW3WV6laG8WGdLfpUm8UFLcOo15H+jutjZhS+iJwHUFEsX6Y0/NVWiYOtgZ9rH8ZO1P6
AEoYUeGO7uxTZadKt0MEJwcE9fbOuNj0Nk09SlNsQZpEAJ/Ox6xYwIFtpvaXQmHSKHr6LlIY1hUa
89rRByd8q+dWuXIDX65d9jywIp6WTB48/vmgvtp3yVTU/pegDmh8VZFeJzhp1hoc8baxrX3Sa8p4
DNNOzmAGqJm/UXs4zCunwjKjfHUchtsLGIQdCU7y/GN0cxqmQ7H+Yk6inj6gqCKqDQ7kpnYMQJ2V
m6minrelQlOQCEapb6wEOxfH0qwqMndYqKZBwliWluSo0I1QVvPHKR7DnqZANAw7o/THwM1aU6wd
TBfDMdfg7VhcIIAAvC4OeFtUFm4bVvyYTElCzafOYMBLEbRyN2beP7+9si5mdya0cGMCVuZuBh56
Prt9DInMCFrpC3ZT48ek1VqvSLRsX8Sid+2J2tKYRMOGgp29sqYvz6bXAiHeOfMvoHyLRU2VykAf
JqketaCSPlSp49zoXeR8yMfW8Hho/VqLU/Wj4uvBB10JfqpKk67EZRf7ihtt5gvOhEH+sGQMOkYa
65Ioica5bKJZly/eFmof/+h7I7vSS/E1RLds+74pR9ubNj0YKOIgzLuXmB1D7+eIojUeqyLP7mu6
oB/7tNe7j0iHTz971WrMTWpMZfTBDyZ/rd+zfOGUn+lvs7Dg13DdLp04UUYv487uh0czt+wbP6EM
+b0uVCfxQi2q6BqA5kn3o970+3xEFPe9b/21/M11SBOA3y9QLn4nKH2a4fjYkxwpXhCp9lUW2218
pXWY0Lg52PUPWa0Wn6KyNq+ybgy/a7k/GCun2zIEnj8H0HzIFTOSkVL1+cKXDKV3xraUH8u68UeX
IKGo9r3aJBVCeEKALGrTYgUBczkmwGNkAhj2r4bb+ZjtkOLygFT/o4M1yqbRO+duKh2kR2JpA8pn
TfB5ubrBheH0g64JSYeM6NziJImNZlLruqgeownBkKBr+lvEPaad5DhCdUsWOhq/af3j7eW9DKw0
WAjcUMirsrq46xfbWsSGVoCYNx61FlvpWeYyejL0UVu7E383DpsH1UAGo5+0uBfStrfDCt0fzslO
Cq8mX0osL1WrSl9ZsssDmQcCkclZDDJkpsXMX/8lxq+b0UGmrVUeRTzUbqz4+bZHuNsNZH/NwvBy
czIUUT2EAKCuwE3Ph3JaqJOYLCmPCJznN9pUWddtr/u0ZlmisBGiTRPk0/ekQ+Lo7bd2uTRh3M0+
dABgeGdLFLFSOxaapar8iHmatcuSypKvSiIO2y0JXz9rLTZK7x4R6j+tYJYoAeESMtHHmRzXnSwe
rSCud75pNTtHyZytjbyJa0GoXIFoXOwGAKcwt9BgBPWCzddibkVG937M2ukxytVkX42UlTLgvZ7M
HjmKVDa3Rd4+v/2MF2sUzPCMX9Dn63zW2jx/n0oXQ0Cvsukxzh3pLk40fafVY75yofx2FBs0FkR0
CHJLQrEvcDVosQx8dJSh2YxlomM5FAwrByYfnU/7a/CO4NSMqcONF49EWCuLLNDosqlFKiP84kuV
hKBfNWJYamp5GX8fzDKsZTeIYUcYLkC00olcLQqD7HmqOiOdFeFBUP8AZ1GPB7NPbGxWmiTA5TbK
cJvxEkBXzndaIdYYuw5iDP6z5kR+V3pSYPaV4wK4biWu6ME0J0+bej+9q7W8hU6cDXVj7ml8txS6
IhgoitePVWDEGx9j13FAeNcq0mtR+PgGuHTmqfzu65pFEnhRM2km1XYby6Ajzi5g+V242YkN+KNK
O/rxWqIXnXFoMQHGpGPM1VIx3QCEdGxRmUR50u16SBo3ToRDzQc4HFrVbxAUGsp4a5S1HV+jSxbk
z2Gk5vkn9OGCMDpi8KbDhu5N2cdVacyGUQRuoajY+LgBUjal5KpqkWBOo2h5R54jNSb9wN4oyyOV
DSV6miIVT3s38FGsUN2pLwKzJVOiXnFIZWOc7poaKaQ9WZ0d/wTn5WA+oQuUHu98Y2wpe2JZGO0q
jLHCFzhVWbYNcYshMcW/EIyJDOi8u+q5QfwdybcZ/cyHJpZ3Jao+vWeUU2c+aognla5mxGq6G8J8
ku9toQfNjSoSI8TFRivaWLiJFswycVGDnahr6XGbfGgUPwHwMrR4Ox+gUFvSQQit6R50cDAp2sWc
91tncBLjPq7waPkqyxRaBk+JUmQ4PFhLulaxSLJcHBVVyk+oZhezcq06hFs/0XpjZwgcXvaOk0ny
ZlTrof6Er2Cd7UdC3WBfUJcfj4FZJN2mGDQ/2nRZIOqNZUtC93q/T/rrVmiVvsemxem9qtSwXdL9
rqiusJo07U+xLbX28+iPTjV5UQfcZTtISS68sGoDY494SxrATjDtbkc8BmfBsGtMdpPJrjp35GeH
m04BnxJ7TohjCQIzwJyt0VXN3o4rFjsWWlsELUrM+XA6bMZ7KZCk6YqOlGju+q5Vw6+dWuvGvvdB
k3yZukTDLV4kQ++m6PBN30SEx94WL5Q2zQjq6tnAjeJbLX+GjgN82jK1wLS3ulWgw4k6qa7tTBPL
+VuAlvpMbDU7hFtcURu1nMFpGaGLu3aLjJSrJX5dfeYj2P1xIGtNDlHZOfK21bUhfciBoBankjQ/
xmAHaZP70VZKQ/ZCVLGAwqk9El8qyw/TnXLSx9wrYssYM09OlKpGp56oON3w6rQQJ7gJ85QPhR5Y
eCgnod/5f5Z8JIx5JKzVfGOT1DoiHH2Z+cM3vRsGH2qOJhBtTjMOgtso9lNxhN4Z2qaXF03UzC5S
cqZ8ttMAnUwdxABhUJiJaDJcWKgtN6uSCUk5dB2Q9h8Z4ImwOcRqxHxs1JKM6AdcCTvcZjCQnO9v
3xcXtzCSG38ZfJKNUS1dxDQ8TITFWyJ9VpI6AwMmAyn0kqoabs0k5MCRsyJcuRaX0Q1UZWC1HNvk
gNBHl+UMUD7Agyop/RoFVtlsfKE61a6VQm14QU7FsH6+/YTLCEef40IgWQTd4DQAE57fiFmEMYJT
xRXD9Y7jtX5RBSdoC5l9HVcdZ44aR1aX8eKnpt4HqjEoX9/+BBcPDOJpNj93ANrCXF+iU4D0FwUH
T/JUYNv25ARa8GOQ7fqjqpfY+b17rFdln1mvEXjv8mbWaowMx8aKnlpUWw95YQzqhrp007lBWtrl
Sgx3Mbe4epBLU/bW0cZCtup8blV9lHBua+Mnpc9xSwP05jzgT9vc92Ga7jEkVL8S5sbqprCS/Ont
J73ocIAEp5CAdgPQfhQBlvlUqBsS5slp84SevP+5MCPKF7taDEWBf7KU6e02EVjbe3hoqi95NYoB
ehP8g9by1EkflI+d5UvDSt36tbHwa8iCciKpAdMBQYbltpySOg1hSIpKfkRzrtPCfYCCFLrxmU1k
cs+ZNQzJrgH8rFPQiSaLWmIUVPazyKwUKF7dJXWOHLiM843nlJktDhQEM1NssGDjjNGKflUB82J5
khNT1Ueaa1Z3Bax2/hIdKR+F5mfq84AgoLlPrTJWD33hEAkRIQVrGcdFFWZWmidyJCoGyj9zXM7H
C0tWYjga8nMaTbr2gfK7Omx8W6uLXTiUKfipXnA87FVVaiLFtTiCxL0ojF7bVYaF++Tb6+hiDQP5
JVgGPIlw9PyRzj/OUMqqaHQrfK5r39oqSTwAmUNd14iUeqNOQbfzJ6P0BinOVnpUlxM/a4HwH3JA
AEeNRXTLy5fCglvhmbSMeFObAuSTC9/RkXSFv52+sxaAfjNh9MyfMGd+0TI5T5u+nlJC32drsuIj
fLLwaNaO9BAGTXQ0WzV5J5yF8RD+UjjuX51HlmZTmaRUjZ8M9bPS5D5WR2aXPjZh6lebpszVyq0n
A9adlvr6Sg/icl5JgWat/Xn/AY5fVCF62rjzUT88GyHGM1dl5EjZbRBmU7SxMuS6V+b1Nwt6vtIQ
wIfljur4UsQio0GW9l1fPUsQn+TPYVQTt9elneF4Mgo9uqJCgKxejv1GugEF3AybAJXI0LPzMF4r
UiwvdFK/WayZj4J4MsjneXJ+qR2kcWoHcdcHzzM8dTMapn+stQ+VpXmCmtbh7b1zOdNkF9AAqRwT
tzDi+WCDr6LwXY/Os41kwhcoCMp9VJjobMuoXz68PdZr5+jsZJ0F1oldYR+ggAiu93ww38wax2wr
6TltMkFehT6uVYce8rMOndC8SNLxY05sn94gaSVLuL8iPvBYlLTzbgpNEqKh+TObXGADU/X+Fzkq
h9l2GsNY+1A1Xa3cxmMRJFcp0DWE1DEJM74Eg91/evtBLiYNyD8BAdVQpEHoUs9v8Jc31AgcZa1M
Vp5o5FjBFWuj/GqTFAZoFMSmtHnvaEhZoDuKVPVrL2Mxa1payejkpuaTLsXGE4a2wMpMydiWRWGv
bIR5X529oFk1A10zWDazYuayFz6i4YYlrWnMGFRlzsbEJiyn+pAik76hlaK7Ea/1yLUbbcWk5++N
K2dB5VmIHS8IcMDLzmdrgBqKw9J+8slHQjpGThbvEoGXyrUQsiOtxD4XGw163SyTDItpHndJLWjR
PqXkI6PjbLSNp3eT5kWtEFdMQQ2kO4tWcDbL8Vg1AJzpVdOEp5i7BJDFIZbWTi+r3zvVvLftTlxV
sdl+7vP0iYxozZH7YjRaE3PFHq40Ujlgjc8XaVH3TUxPYXiBOEDvfapkfHCt3An3qlWExXZEnXit
Iris9gBXMecofSbEcKIu+X1J11R9G0/yi+P42T00i+y6jaxyZUP85smoTs/yJ/ONT8pz/mTYrYaZ
bufyi9T63aPRGcMWK4Nkk4+INrqqVJ7etwHxZZIBalOAp+YPfGMxXotfOCGpH79gZS67pRMk264b
U7eLymkloLh8NLosvDS2O+VjwrnzR6MQxdxWSfOSDWa1l4up35OU3BYEkLcoKnXvzDVe0e/geWae
w8x6WwxHEBuVozmNqG32s7OG3eyELhLPzM01n6n5R/16tBgE+dSn5z3A0Ymc6PmTDdGMabDQ5Kmt
NsenPZ2OIeoMNwE2yY9vv6+LSeRFYT+AtBmXKBnjIjxFhdYctcloX8bGSZ5tdFpsYYUFvo9NcKiE
uXKtzeHl+ZPN24vqJvVoLtLlojfkCXwCDJkXYRXWsxHJBjW0Qe4xtm6tIduiswHkdYYeiXeelzQh
kSWgLcaW4zpadkP1vpDHyc7SFyfnlnOJ4nx3Igv2hg5X6JW1cjmrnCf0suk0c3qxOM9fYGWWHcax
xsh5YjoHkcfdTwvmwZOd0D1vRb52fl2AjaG/0Ged1SVApIBdWmQ1lLiCBJKT9B2BG3v4bgJxm46S
FYW+4tlJ5We1Z01jXKjbCRuN/lgMIUYTWRnmwXH0DRQJ3S5kMbpFazfppunCKGswBeuzqLmOuBdU
V5FDWWpxG9L8VHFbhIQsL4mQOZZwHq1aGijI0BRrWljLmZyxIGgbcQPQwoZJt8ga5FpJ09FE+Hv0
lfEhp4J5SJyx3CLmFH81lLFfeXPLrQeDiJLFq3MP5xh52/mbk9tC8tWy0v5EzCjywIUMLj738T6m
+7WWPC9vgFmwiat7xplxokBmOx8rD9kDOqnwd6QeO/NUyE6ErJgYRSslmxafnXwnppIyshoZ3IZe
FwKCHNywnMmintPMVhEedLVIizY1mC4dPxa9al2OX/wKVibmogBhIlsCNIZEfybjArc6/7TcnEGX
+EXy0upO05/UEqNZCKpd3OPTTS1X2mpBLcenTkh4zg8NyvQfBQ7FmSfsLISiFNEBK/OVuGRxoFCM
mdV54CSxubEIWsYJLZnRJEly82DlBCKq1jk76B7U2WRbbGOkkvZ1kafbtw/NZQ70OiokVseCHYzF
2bKIkIoq8s3EaB4QBQObE/XBIcmc8ipXKX5URt9dE0B0O51T2zOh6d1hg7oGTF/sjPkzAFYi8AQ6
yA5ZKtK19lTlvu6UD0UfF5GHxplie2k72nurqu0PjQiDNZ7fbyabqt6sggAsi6xrsWDB8fbFkCvl
Q9yO2n3WD8Vewo3mORBOs7FtjpzJ19X925P920FBRdJ5A9BwoSYqhQCEmrSvHlKseI4BvYq9rJTh
LZJqvgeZsXOlPOpX3vDiGHidXCTDDBYVFS6gUeeLvTTsgupLUz9AaYdrFlUcchoQZriU79Vp/2ss
k3Ii3SMcg5dxTBJJFV0OtXoIcsnMji0FBBlvj1z3r6eprsUug1hGb0e1I+WhUiJ93AS+WkWubktq
A5dNEeX7Lkt0PTj8iAZmLCEIqSWscYLoNtAVyR/6NtLgvdnJoXFkmin+EK9s4MUh+NdQczDAiNTH
liIeyOo0ai9n2L4kobiVHKXbtnmwFmwvkrXXUaB/c9hy/xMALK6RRgnJNcoiexjyMbht8/plSqXh
E1i3ACEmo9pqyHng4BWVByCUf769gpeLaZ5N6sb6LAMBQXUJhY0kYUWd0MMHaXKij9zSkufkU3eF
Ol6+sll+M5szmnAOBMicQAGdr1saUEMiGWn+IHWoEIp6aO5wAIi/vf1Av5nNGRVCbQLEK05pi6Ax
SWMfwyCpeIgV2Hq4olVe5PvmRnMCa9u1ennoRp02dTn7mmPAviYWtzz6ZjUU2OdcSCB/57Tm/CmT
Mu41q+059OUquJP9gi61rIVyskGDv/gzM4S/dlfPG/6XwJUFNMNDybmRgZuVteZT6pcyBqiOIg5K
tX3AuxQxtlqR1Y2aTdj0gPvJxCahd/oh85v2xSmb9AoUS/PSOkH6oiDo9z3hOf7lyPUfL8P/Qmft
/q/B63/+J39/yQuYvCJoFn/95234UuV1/rP5z/nb/u8/O/+mf94Vp+xTU51Oze23Yvkvz76Rn/+v
8Tffmm9nf9lmyN6OH9tTNT6c6jZpXgfhk87/8v/3i387vf6Uz2Nx+scfL/jHN/NPE2Ge/fGvLx1/
/OOP1yPwP379+f/64odvKd/3+b/+dxWH4+niW07f6uYff+j6323qBkg8UeUmAJ/Nn/vT/BXV+Dt3
LRc28Ap87NDv+ONvWV41Ad+k/p12FXsTICpa7pQ1//gbEtXzlzSDn4duA8AWMnbUxfQ//s9HO3tJ
/++l/S1r0/s8zJr6H38slu5srcJ1PY8+e9nQITtfRxbyfmZBjd7jzv7aBv0N+tvXKcoB6dCv7FIk
m88X7etgRAivuQgTsaROx22tNiDFOg8BuHT6lEaFUlzVmRIGLp3jMnPVYlCV28Bwop/VVGX2Pg20
vtsqdWsfME+XUvpoRMyujRtw8VGyy9Y4xkJE9b3KFZkdMnw3g50xoftyLOvUHK7V0m/Kg2n11q0W
JmV+F3O+3xh12IgPiNOH46Z3qqG8DoxRlLtJVxOkLFMbpQa1mYx6p0gYDOG6V03buFSnbAOtZ/4m
A+yBq/uGFu+btmnuwZNYyq7T4ky7aou0jL0kK9P0oAPnSrxC7e4Io/lJDYUA4vgiLb46sQ2YPY8n
jWppbZW6W3VQudyorbX7KBd2RKe8NwLXrCYE2Et+gAd9vBM7TmsZUX85kju6JXIg3fbDIB9JNvN2
UzU9/T9vkvW43CPsp6Q3XREamb5JWpJ7N5qQjDyqThb5Xgr01nH7Imxjz64Vp9oHE+3vWT5HHrz6
vwn7jibJcavbX4QIerOlSVtpylf1BlHt6ECQAAiAxK//TultnkYR0m7Uo+nMBEHg3nOPafAQwZTs
YfUZw5T+zW7a8aObTPTekz4qEOcFz/9+rH2fPII1k1SYPc9w3yJr2QYG1n7o92Ab6kSByAUFNdf3
3zRQXs0En2jAKe+srhEi5sP0FD7QuoWFR7LE13xOn5qknSucW2/wGR+KDfbUoH5DytwGH61OX5Kt
fyJ8GWpJgtt3SXoBrTUrmOOPOm12hkZeOXoKLvqpdxRbFh8BVNOia8YYw4+8KQd8h6LvxKlL9ClH
Ck5p1mCHyn4o/HDZTyN8KkjclTAsuiHPHAQBZyvIhA+Y1ctqGOxjELbnDtlxsIgku2xhFhYPo61A
SssqgYc9dvQ3nJ6KSH6zDHxxQr7aVqwUoKwbg0uwxk8RR0Q6HIq+WhWctrQBXMTmalCJqYSj497n
aheJ+J4ZVvUr7AHg/3c1vt6BWfK0+c11cJIc4MV5Mn5f0EzDAiVVuhh6eSHUVmsQXxSxE+wDNthL
wcxn4zf/Gxaep+RhSsw9Dto/wK9L5MJJKELMc6i9OubbFXmuUPJr+gqqDsLj6YFEvas1mi2sHz2u
iaOwM1k+MgZ/1CDtKheAy+Ul7vu7deUEsXEZgMaRNCs/NilADr7AZ8TPSFJEw4jGBO9JxXj7HskG
iuNc30wGekgKc4MCTU6Vt2Dck/y3T/KpaMC2SjvRY6Sr/qg1YGhMtakyoNnQR1SSOUwKfcTlDeqC
aN+XZJjaIhb52QbugbvuDg/TDar+tDTOu66UN3ApiOFk6w0RyCNgZ9EZ2Wk0RGgaAiHegjlnVZct
a5E7tc+YRlTb8oEv+hBk+Cn5AqCUDLXw2unuuvavZOqJjsiD8XOzlyI5c6Y/knA9LCHIURGMqIou
Vj9bmRuwIEK9A7UmKreJkgqcDBSaAbKt8KMDNuYFFepnSFI0stQd+6hTD8sMFH9L+ns4w6gsn+d7
PtLlKnvQ2I1wB00m8Efa9I8fJrtxyqbzNjRPsw/+S7smtoYBqQMgMkFeK2WGkBf3gLw8JD4FE+h1
4fAXyQVLoUz+rXooF9/xc6rnT5obWlMel9C8/Zk65Cw3AUmLnIByhRF/vPakMGO3FjLLK9ZBcqTS
4AY0Hn+ydGfVevO+Q1BYOHYw4kphEcJ0fouUf2q38NjQ4QwFBy+GfKk9Qx/VoKPCQVqH/TQ+9rSX
heyQW2ditpRDGL81mY+AGLgBlzMqymLCCGyXiuSHH5tzEA/ZnaZBWi8zD+p+Sl9WkaTHXtiDiIcj
jBzXEuYkB4z868yKb/4f/HJkspUBnDpAPPTd04BrGkOp8bJyQfcD1DdyGtKDv2JIO6a/rWynittt
T1DTFyZthjptwSwNKQL8cFj8csxHDhsoehFw55IPeqkbEexA1l4fPCXiMoLm4cgNOa3Zhm+KGgu6
JzF4b+BGtged6h1t5joKMVuLevrI0uaajPKXiLG/J2SfTV0b13kmasQRoAnL4Cjjbd3L6OVVoGxa
JHCWQ8svFc7d5oo5aL1tMq2TsV1rXBL8ir0+1b5npX9ZmctL3ypy88JRVbmG5VfIepD8ZjASjcEA
B0KrNCdrLSmNiz4350mwk5hDVco8/RtaWAoUPhx0qrUJoBaCrXVWOU8cM04w+uXeOc6gjuwiOhz0
tLaHgHePDZOf0BxeptF/gZg9KMYp3cvQS2zpXPoO4CL8o/qRXDmqbXAd2QXQ04W3eoa3sotLFm+7
TImf+dy+QIEU/dlG5lVxIm5porfHQWxsv4bdDpffT/DJPhe4lhb5KLZjT7wDDdhaxXQ+tJoHYKPO
WS3tdORQVRYUcS/b2hysiP+aqQ3LwMzZoY/a+W7G3p59JF3WaDIAKPl8fGkobkyNtqDUjIVYKDwk
7q2vHKnyhTZQGCsL+6dkfgriLayizr+4if0dOTwVcj3PsDEJr92AF2qMlC7jjoP+6mAx3fEY16zU
N50rUPfhwsarZuTvUHNE5TwDTkG4POqFXL8hYYCXIKcii7iNScFHup1SOYPPmMujh8K1zMfu3GNv
FLzxQNlN+0++cH2cvRiD4zmvvcn9aObxkeB4ohCjFhb9/yUY46AKuyF68BCDUwar7goDylQ1Rv0B
MtQTxueP8SQvWcqfMUsNa39rku+7z9ZxG0RPLt9AHRw9+P45jz1nifuMVx0UiG3c04mNeJYe1M8N
EZVvRv0o1NyfEclymdWcI0PI+2zwRhQQ5OiHBEgkTvMkrXM7kt82BOq3rtPVX7unuAOhkaYoefKM
+G/AD3bcxt0+midSTi75dHycd6BQpbulDabCH/HYYfQW3kK57JVbFxQsg62NR4/IoalBCTlGgb6B
tvNlo/WCHR49gD1hqoSyHfIIR5hj5Fc9wq8g3LKpHBZcDjBuQ8mcgsE4wFgicmd/yMHD5Ob35LEa
CPmZdbEsQvS+yRDenMxv/dK9zCaqkKp7kS0MvxqAmUMuCnA+cbtNiVd1zju4Lr5jhvC4OMh0guhj
dQw/F9UFCrkWMJvIipV5X0vWTbAAi9/wa6ciE+tPY4NXL11k0aX2PEr/JcdGHANPniKdGMDwllRa
Nt1tHEdsxVzCMFGJz7kHLU47GlwnfJn12MsGRVk0b0zvM7nO7WOX9SOulYyka2kSy/90NgCnpW2F
CcphY+NT4wXDegF32/owKY7HtpIujs9zB9r9nviUk2ICip8eoFfy+NcARPvdwtDMiGKDQtGAupyH
F6UjDyUhkJqylwp/SZRyrm6eDGn+P9Dkf4B63/NyWLaiawYRCezIf9oBNjzA8gE4KKfxe7bQQ9RZ
Tdh0D9y0tCm3bluBKcRU/Y+h/Xfz9//38fhgaNJB34DUEJNeTGf+vf+awXzQICvoMvIn0CGCmcCK
z/aLmEuWIRyggDQaqQ39BuelEjlGeO5IxAk8rHOuKkyWhmeAhrAVgPHUx/B9HcLik0NQAbu7yg1L
xqpsIwDwBhBez3CUW4sxhGcTHIF4CNMXGXsvWk5wzGqIWe//HZf5z1VFZwvTAag+wEf4jzE2LCvb
lJlUl8so2ZuKQQgxHjuA+o9bmGwk/UjEkHn1f//Uf04Gvh8mUJF/EbuA0GIi++9rOhC3hI1nvTLp
DeugZZzD11D4kQL/fYUCQQZm64sp7vAmjeOKLmPdMoJAmgTwEPY8Jkj//Rv9g+T2r90FETRm+d9u
z/8xfjNA9OBmL71SYzefxxTk13VQ5NKjAb2TeSYXMaXUlASupf/jo/+jv/8X6PA9KQlBQAFu8O9r
4bck03k4I2Iktc1P02RwR145pP0l0pTw1GXqkqz67z/3n3sa4nPgpwHCCcBsBDnjH59pkcSYphSB
tJq505geONXAUD/+x4f8c3MBef+etGRwXQTjJfsnfw+ERKfGFFnh/nO+Y5U73sak2qvi5w9z4rvp
Iyr8R1waPgKIg7LMDjj0d//9K+DT/oloQFv57SYAZSVG1uAT/uP1HXq0eCmoXeXSinM+TC8tMunR
tqMzCTEBekbSpoTrWnxa2+E2j/FxXnD0jlmnDhsDUxZl3ve9DIsQseCYm9Jcnda0/ZsQfaSNZkM5
gsOOgz0cHgPp2spXmEcjpPx9mdMBx3w076OEVWnelk4lOwXQIN6m54nFp7RL7nNvq8SXVUKm6yKD
w8JmVSREHicRTt9+FSXlsN5ZTIb7Ogwh20GJ+IAAPwxmydoWEKredUg/pEdhlzI+A/z75aA8yEzW
QhxDryyx7zJeTzHDKsebeafafkKA8emZ+R3uEdBP8DPB6Vr1S1+nM1pK2FseETMuipXkL40NqrHB
M6LebuiSPeLnjxin3HITpWd4Q/7qA7JzCywibQNUysEJoDCsf/bbETKBZAeF9l6l2WkMsypZ0Xvn
3g9LxXO7IHlG0Ac7NIfNhk/dBPK5gfNBnKjP0UdxGMp3rMrLZLQuQJXfwcVx32/daSTxByo0dM3N
tR3h2Bng/0wa+GTN+t2kaFZ6H3z1WYBuQfZxS34NuF+Bp464JM0fENpecE7n8OBze9vZE4U9eom3
syITfQWlGKqKealdq0qw5Z7aMPiIh7a0enxz+XTSY8SKBNK/Yl7VLgVnvJ2ToqfDcZIBvFPzTw5p
bONwjPTiGmz9u22679r4ANrhDoKJr9HmiO8Lp6ews88MSLQYwxpz6x8kSQ+ZylG/4sFC6n9Tir20
jX8aI8EwYlclbCohJwmz6XvQy9HL9Pwz6QDmND2QhwRlWpl67TMKyle7KNi54ykiuwi7COMk/1ET
IAp2uS0hf2n0ZndCQEDZUcl+8SlMd9LzH+C7u3cBPyejrpFhwPFx3lhR0j1ELj2tuTOwasUzhmLS
1d/0NddmeyK3qeADBiLMPWxxF5Y6VI9Eh8uVQ4YDXKG/hpk6oxG+EaGw5bcx25E2OiG66ozW9JQ7
vGd6S/vdnE99gfivdK8lC2vY/XWHdhy22zDND6Yf9pRqB4CiN0vhWeiVDDpMDVdWErrtGEnyGgEd
O0ZCk0eAM397ZlxpFvKONLofU7SkpSMbREtgmh413ra6m7rPJV9ekpGO5bola6WwFl7q9jgPlnLb
IKBrcWjwcXogPCkXOtywrhWfJgWyoJ+XiYNOOtggDBPTmkByhLrPC5A8IzZZR6y7pIoe2OSCt20F
SWDb9EsOyRP+NYWw3Ezv2YzLUABme5Dwji0nlIlFPC8MDrk2g1n2os9qFX9pEJ84ApIAukxtLXw3
FPDouuQtZAVKvxNlIS+QZaNaBzOfsC9TuOAA24Q/Oia/H5H0xImI9gBaiwUWEZfBmF/mfqtB9HkB
N6Vm4M2CxuZISfHtExPfvMRc47X5VENQaF/sZbAe/DHezxSVtIIJHgXW6Kbt2mn/RvN4BxOcBzl1
X9D2IEqK1AHREHPFJRHrbobpD9/gqbl1P0fu1+3kHToW3dfEK2Xmzmpr4sJnbOfl015k/qd2X37r
v2s396ccBrtyH42MtO9Kema/2BSBFyHaAyunSnFN6slKuEXNQYMv14lap/neH5M/CbE5Q8M/ezvm
b2nR9Z07Ukh6VZ2Av/EFD3RAc8i9KhPZ82eWdvGTtr0EJIxFz3E2NgEisojhj8j6m68e6ZDokUNF
JtTwFqE3xObfhrc8bZGXp9a15EHQv/j5IO4AkX8vxD9CEw3ZcA4nFUv+Ep3EwALNGkOu2S326AZK
ayuXOzyRstJfQ+/v6gCSnNpFA+CkDPjbmnmXaUCnAOMmoAxxU8SNATGpde4yd95rHBj/yfN6RYFr
pq+6I7AmVRHmbcwGdwh9kM8T4EeeEWSNcjZMl5/wdBCnvp83QJEeVGCsQTAsT7egajKo2jbG94Kp
Y5J3Z+QQRiVZEGY0ZSBBOYruarPJpTNG1JaRh8xm98UGUfktiatAsldl+23J0ej+xBs/KlAL+EA/
UNq2g3xbVPghoPYoFjlACJeqoAQLipzCTFzVah83szxEGweBKE2X6VewLb9DcPT3Pk380ggCEHgU
FOiW39HlM/fMBFkpZ8gObqMMEs4FmKcBX6vYJvHp2Xk+ga/k/KLN0J4/jb7rAHWMrLsBq4r++Jg6
7JSvRFv3IvJNoRIeA1HECM+d4b3Qh5Vym4YVcxayt6CjN4mmgRxxtLYGaEzuj5ViWcwKA+FbVzY0
Wn90bfRLN148HvLU+tclH/UOCUW8SslIdw0BYFH1Bimhu85Dll4xDHN7AX6SQKMJ8RtMpR632cod
uCDou6SFXVaNd7mrJ+hgAdRlwXRDQIL+aAQT11H7Da1ERlQFCwcPWPmU/VR6TOvBsPlpnUd6bJAv
HFMUM6G3XrPWdORo4hBKFtTd+ZNBffGykEaeZMCcBmGoGx/B3MBG7v1qBW5VZaAKPWAzwkpLrrtI
tffNrOk+I9ObAaC9ZnCmzFwA4xmPd3W/bnFptnmftWQop47Y9zaWT36up7K1OAA7Y5NHIUZWKgTv
fZClDQFwdTT6y6F6fnGjjLYadMMyWvvbGNAy79M6mpH+h4QU/I0ie4Ozv18QbMcylXwuhVz7Qx7w
lADfnNgzShFWQLueHVsY2D/lI29fvU1v20s+RY0pQBQ+QoG2XmwnoneuW1GiEaW7YIyaOgfSted9
PsD+SNoyC+h6730b7weX20OU62E5xHBS2KN9EFBo9gYHuh91XRHifT6YfBY1XYCRro154NlqPzAX
S6rV6WfMEt1ZLuRbCkrheUmHPHvBuX+T8Eo/QVv+rZ9FgVfKQViIoZKs32cT8L7QOw/x/IWl+Vzb
/AqP5R1mX0fp5n3v1r3fqLQSqe13AmJfD3i6TA8wZcj+mLjlD7Rxux45ZEDVY289Si3pvsG+/L49
jYMYPjDsvAY4RDmBVthhInbGjEgUraJ4XL2B6tYadwRn85EOicLKM9ixpvF8n9Jtn9FOPXKwIyAy
8Q+pyeupY/MRIxGvsBGbYJ7gLnhDtjL3tayJsIC05fCF2388aM/WWyuyHZJVv5YGDwcM07gSgb2r
ca7aDC7lI07vxuo/TRI/JQFRaF3kKeD9gw2+ZdCRvg9Z/guSFlfBzqrYgM1UJl7gpe8kHIkb6KlF
X8kQ0C+B5rAgjb14XDL43+ennsyQsbbLRWTZvRlI2Tk1HGAKAnmTWfdr1Jl6bTDSwywDt2EnDw0H
85Vo514zn75GTRKUGNvpQnL7glhoUYfxhHuXM+5j7IAaAvYrWaHg6/DDoggbiu+KMkRi32HCEMY7
9p1v61lEDmudx91dQ0eLWU7IUA1YBteJ7C4ZDS+pJghcMxCJAa5cTlSxEoZAafFtG1MvAvVrgfkk
WmjBuMYwYBVgc8o4PWIVeJFHYisVTw92zVzJNCjlUrYtUgAwO/oNfQ7bE8AVt4WHj4xF63XgWfjs
WTIUYs3us2LjLh4j/iOx6mLWEQLqvN3bkLhHwVGpNvHwCruBtyVGmFhMew3MNLqlFKwP7gt4nITb
qZHAfxsrf2TJourRW/IOF1yqbpPezF8+iLnCyfLZ9yY99Rm42cozH3ygaBbc0D0g3TQBZU9shxh4
wE7IbS4pUihqCzJypRDBDXX4lO3GULtiNM0dUZoORoDpdfIm9lshZukxCIa08tO5Dv+FNtDpCCHb
fsCZhyobY+hx2fGevDmePsKsHcs975pcl0kD0XTHVVb21p+fOuVKvrBaeSvS6Sltl/0KKfrPBRwG
oJg0RzX3XZQ0W3JsmekR1IFbrysZHOafQ1jsPIP5Yt8SkELmfQMcXt9NAnf6Yka2cIUIZVo7jnJe
b8AKkwiXuVfhoMecFJdlYOnVt32tTb5HfT0fXNg9YnxZtJO6JU7cVtnXA3g3OsKsGrDO3psw2ZIp
RipS5X/hcD7rYuHLe2SJKe2aIsqj9c5ypWS3+d1c9tNMSr01kI72oM8F0wyPAxfUM5Kj9s1CukPS
uxJHy5fx4U00eMFlCqKzr6cTkKVfGGVENQ7EumvSCP7EuK8twMkC7BjQ8CA3L9pV3qHnOGuFHTCZ
/plxGK1g0jlmgSvyCdR5GfMymDFHSxt5FUsg72uUn0HlH54ihsixgKN2oCk7GmHvLGlU8d16CYwi
RKGHVYNR5L1324JTEubJq/GCtqDcr2QQfAkWvMaExk+YvKOggsvSZ+rDSybtJISOfGjwlEdIZoK4
gHD4cyJthswGFh27zr2QLZ8e8wb2KAK+RrWNs6lYNk53eH2OMQKlyg4pwLuwBySQ0FZg9rp6FXBG
/wrzirXs2/bDm1Au5oZjVBT3yD6nY61j1NhWX3DxwUkiFiAYcJqcg8SEuwCz8ALxL48NtMSUYNlF
+lcGPujaff6YrklTdyJGLTTppowIWvSYX3O+BXuWYRTPPFtufLm3Lj/HyTQeO9Q2RZujIerDxp3Y
3G01uGc9uGY4KRIEjP5BDuAdRlhfGoLEMoYbZKiSs0CQ5X2YgA2Y9G3BFYyWIjxKTKGPTIUnn2O8
5CPUAi+vfBNbMBcLZjdPUdbfB8yZLqYZM4DIFn4eVj8YouN9M0hZWMCoQalzl56FlcC72/m0Jbgg
I8Rm4VZG8KKSnB0aHWwHeFc9Y7pBimgBDo8iZEfnZGl2Xk8eOxkfNTHjB4QFDdQkiD7fSIjfC1c8
2WKSOduuQEDA8yIkuBWNujKmshcTI0suGFxTgZfR1TPSZXE3uAlPWL2tSq8HnenklMPOpZjUhuhC
SGTKltNDMHU/I8fX35ON4KTA4/y0Du6nJ+GnBYdCsN76TyEiwEDp/DmG8u68mddLk5BjOlpWgxat
qnGYX8C6+UO7oS0cztiaj+FX3A28nLPFL1eMxqHeTOusXzHSU6J0MCBolQiKYG3uMA/rS/hVlDHs
HHfwEL2m8FErv5GHIDLPSEW6YYVgdZGMh9Xog9KY97Rxcg6DditjKoa9wHEM4PnWGzqhwp7zG4Da
H5BCSIRkZK+b9v9i3qjBoZ2OXhDdW99EBwjLPmDNn+zR/5K601JgGpbwcoVGZm8tu29Nj6kL3DYO
+djinuowCA098XNWQM2XZSDwXCFXFUV3INWi5PNwU2IekXmD9Y9J/BPKZnxEGrVHB9vBEvK8J+jH
sxKUIVb52jvz0ewH1uqiRQV4aq3PfzPGgz0Sb48m6T80pI0oHdIHGGtkFzavz0MLrF1Ay1xoNV8D
GGeUi+sgPg3mVyG81y1P7824FrBSCfFFvlXYMZEl5NIvftzd9IwXmnjsEWPvH/GCWiiP+/Mcrltp
Q7FBn9KdYf+zhkUyMIkXBu42ME+4xfPwu4nw5nQxqdohnLF7UCKOwgP5qAsBMpt8RVDHd5uTxaTc
rIlQn9MaGXkcfw7mdIQ/KxjdHtQ2v7aCPbsU9AjRkxcI5N+nqD1gFePCi/EPG7uvM/9A8XvMBTpc
9B6AEyXCUjfQOLBH8rUScJMqAaNhxoG4z1jMz8bKV7YB5iFKPMIcGGXqLM+9aC6hZw+6N/IA3c0E
yy19p9Q/wyrykuXqifdsLqSK3yI1LqUk4OX23vgOZ0EgrezWu/Y1jTC+mjuQ3aftuFL2FWXra997
+yQHKasLx49Esv4NoWxJYY23a7EwD5gWKEB641QkuLWLZukfVs23wgfMiCce9UdE4/0SK3jtkGvv
woXfO53ic81HjAJV9QNajLH3imaYYBiZTCUJImBoQJRWmEzn5pY04D9oBfpMA4+caP0ycjpsxKDy
gAHKzrLc4H8CnJ1m79nM7ZtoHQKYcddFE4NfTUtZ3VABCcFEgZBljwMzzyl2bo58zsKmcCLNzHKA
XegtWVFRkljSIl4J+kDMFFB/YZ6Pxn7Xyu6OxhDC3W/JZEay+xaNAhATxB2YmNbjkgwf+bdHCpJ7
psriCIo2jBjZ0id1mIyiRlgVthPvv1ijHkDeM3u0ubs58Npq5Eh/5qu5iwSWqEwhUKAxTzaLP0QO
Lh+LhgJvV7XwvHLJuGMr8L2pw3/Y54Do4FaG0hn6JCRToniMpPwRr/IXa+HTjQ7L4VRcSRm5BpAM
CwMaVAg1X04WR3EVhCs0cNK7w5MVqDqN0bRRetti9rB5cJcPh0sjAE+FUsNLxluzJ1jQvNrVgmnN
9Oc4eAPmZOHeS+gJnL6+8GD8Ukw+Cnqq4cMCWfe1dSYHOS/5yrQPPbnCx450pnWm7eO3FqpYUrCv
YiaQ+cKm05DbN9iNv0wKTWsuxgdIi7qq84aXaEPmVoJcWjYmsoKlVVxi+gpY1F4aT1xnm11nGp69
iYRVyzoGUp75tcDzFl5R7Lnl3p5FmAM6k6FgEuZoI3cSg0IN1WIGbJB9VbBJ8cpN3tsS4VZvM/Dy
+wBhNHYTgMoDVhnbpQXJYETYzOgoQDMM0QXDpAkIjZerw0rANQEL5DFw04qw3nm5eCF/3oSFr1DU
ZIfGR0MQQtaPpQrimmYr3ilWQj3+BR7/8uEJAGfRNOJAC+9N3kbFprj3pCLcdMUQdOS0rfS3kSA/
wGVn/LmOPrmky8xK7eW1b+n5W2MDAJRvTz5FsK3I9XmSeQK60zSXq/LyczuxcM9nWN5b2d1U7wEe
ozFwxw7nzJbqF0UBJcDLj4BHOPs72JiVmO/ON4rdWkRdklQb4slQcmZg9KmWzG9gyqqXhE7qvjGP
3i3xp3qWXK8PNAGFwvcHHaLO0haKItiwnRvYhWY4OfcLAFH05WbX5R3OHpRxk/gZJzoqkYGYPYRt
nu/kFEYFRq5urFIj5QNcy5661XOlGKMv1mfbwbiMHlDyoc33PvhKfykyJUcRx69OgHAKNhaivTL2
exibrmwlAKchsZ9uAPPDtcl9WL2t8gP9BlrDe5cnpuhRQBT/75WZ567GyOw34tf82tfiBtOWrvSi
PjhgIN/sfbKm1aLW73Sd4AdrfIK3FT8/WZaDbdcnCZOgI6wtgjoJgz85goFLE/josFt2Jsbh/M5A
u4KdKDA1X7yLdkDRl06112Rn8ODdaSbNa4QefgfKITTajteYFIIdCZ+vQgdrvxf/orgAF1MUBGQK
1wSJKSl3zO5cYtCEGnBjWO4fxxZPakhxOMJzrtZAdMDSQz0n4UBYaS8CbzCNf+qWXqPIwqSr79IK
nKkYVmTLfPHi3GJhNphgxC3WzD/NMOm5EsBgVdhIINwhZGTFNvAhKNNY4m4AGa/kvFFga8ziJix/
TabY4uBljPQVvhsbdtIJBby1gaYsSTrMd/zFD8Z9bLqR11KBpwxtzPcgKUFbPqLciZOTgjqjbHwB
1tc3gt36Ch3rMB9EMF/B5u/R3yLxDaI7kPcY5h5LEt7FjIkVDpyj4eluhsPNNTTU7XKeCSRpdPEI
nxrUQNAHF8ZHa5uiIaw02epgtCeMH98NSX6Os8Z2TSdRzlP+GgiFbZU/E6DnrHkF/nCDtw+7biDZ
VnrLBVwEOrgS59Fh5T5i4C1BGdtGcHOA2Vkri8ChDOx9CvCJBODgCpiqzkAzxs+Y5ggeQyoZXPYu
PI5S2HqlcZGS5Tg6sNQg4QHh2+7llL/IEH3K4IJPYs1bbvnFJGgqErRJACw2jcQarNcCOlTzTlvz
YaxDGwfofR0zb+e7/DUN1bPFvk1nvVWA3oHe5vXK8Xa2KCcb9WNsjYcxF49qalMOS1a02VG2lYJO
byCr1Ivhx62nF228X2sYPMnVh3sFDQAxKFohl74pWWiuHPyiPHWVjcJaz3A2i6fhiY1K1sMCdiW+
8V+QZa9e36o9o+ZxsDYoYSHoVW5cGT6S1RBNHhqXwVUR5DQIjyXwWfMVIqUcCg7//7g7k+XGkWxN
v4p2916zZhZmgJtrFpw0KxSiQhmZGxpEMTAPxEQA19qsN/0Qve5VLXrXy97lm/ST9AdSyBIopaQU
cSuzM6wqLSgxHA7348fP8J//TGQws4u1TMKtJPAUF9ey/XMgNy0O8gE04NBmUpPJzH4k33y7SFeb
CocXn8keBGMlWVpuxq01lGgK4tgnka5820T2DZzhJN0secL1fG4RPE2l9AyH8oRmFT+LdT2N6BoW
1zkhpIykq3GTr117pGfZpUcpbqrbn0siA0jNKS7LsRo7P+t1GlO1X4WnfqmfZKoISrM8tUXlNNBt
+5j6m3ldgntKpegc2t1wtgZ+hfdIQ1HFcVf+wvoeq8H3wbq+XqjKZ+zxHz3HPxdjqwljy3eW4IMr
1ReQmli0Wf9cDwCt6J64uYDiDPCuirGnSJuvLuwj2F+0ULTFGc7G+TDwJ0rDEijoUaTN3I1msDBE
fceeUH+WFCe/FLOK8FpQFD+tKd79jLOyvlFhjZyjo8hOexvHG1eKeObFCZn5DHi1I8fBRHEHhPlL
I5mEAz33p/4g02gaKllfh1Zizbx6TYBOyrJxmAvB5pRu4uNajeSpVIVfJaeuwcuKwORI9yY5uIiN
oMcTmXb1k5Diponk2eFxocXCpPHeHcNejBcLfbmwNut5FBIgHeW2toClku4oY+pO8mlRq1PqBnhd
N5bHml2fZkkB4BseViccg44px7pFQMbfxMWxrAg/EyilRR3Gu8Hd+rnWZVRELIjH2HRL2iEPPxty
/K1WyObAVnmV2WlIx7UsBZpmuDMho++QrQg3jiWpE7nSLmpgBqAg4KQA56PAaSjHSTx31poLpDzg
5CkbqGyBP8vx4EGKHWMSagDTh9TBjkqVdpw0zdQwRYbHQKOPhbIupjrET0Bq1WWCs3RFqdqtvrC/
LHSMuKReEsRUp2K0HkxreAJ5Y4vAX+P+yLr1kANjn9Bz1DqtbMoCXOtOr5RTfxjP01g928T52FOj
Rk0KgRnC2Vh76blUUsPpo59GYOmdUawk9WToD5fYJhSApA7BIsF4sPzB4t6Fw4m4vbSexWvZIGAJ
iRRQOi1IR5UcEuuDWA7uRKZgZeH5xqMOVxhATFrZFxQ/rEcWeGjKQ9dk9DXvxM6oMIlwBse5a3wb
DAZfay3+LFT6ZlzCHhkGeUnyUVPHalSKLJY+1WsSsIo7TEdU2SYTlf7YRT38gpUwIbOSjxxbngc+
FJZFWUysQfijFabLtRdgrkWkBvWLoKYdiwXfo0jxqq9k13mUS1Pd1wez1IezreZWJ/BO2berJVD1
kOrEDj13Y6o8ZKuCvM0IuNKV5Aya0KldhzMxW8DhIZHyjethPUvX+WllyMGUfT9zKwhMk4gAubuA
8r1wzwaK/GMQAhRNB0Nh5qTWdS3nxeWgcn9KnOxrQ4p5mqXGgniEa43tXKW9FXXNuhfOaCwYjf0U
YtA89DgpgjJLoJKc0nuSqjdP4UpdgDfIi/W5IObfardG1BgmGi14vYkh+vQAVYJ6FC5c/dzNBrM4
D+mIUVmLuWhAgkqdzTfANPkYm/va9cXZxtNorOgp5YOQD36s0pwZ5yoQUtIso2oh6/iGjn3MalD9
ahjut1IRVnYiZ3OlCClkCFOUsifVpOQb2tcS2z5kfQXYaeE3g3MsGAzHlVdfO7Yl30jUAMD5n6rc
NqSvxwmY/XEJ5fUos+I7kOcXat1YISl2d2TcpUFTWp/grnpDjyz6mptxTQSDnFOVTwh3nvqRLQH2
Wp9pgxq2WwdLJc+9W30jffECLZg4Q186pr8CaJaNR6AEbFGDd89DH+c+tRcJgd9YAEY3oNPRMWhM
CR5D3sk6Z+/r4cyJaW1yaYhJqn+WKUb0iGFa1gKaT7GiRwZNHIiuwi+snvt2E+0Sci+fyCDeq7Hn
BYlEKaigepeVFvGosC6pmoGPtRjH61xwbkuJAOW09Kg+OSPbP4QdTg2zMaRiQ5lDI5Mj9yiHsieY
Q5WpSzo8y1kkxtpU1PCaplS9u0hDpeXT2oDy4nPhDYJVkWPbDNYx6nudMeiFo+pVOtVVjDsKbTwO
ZDrEzMCNct2V5pRueBeWnPJRgAUvTKjczfNV4Dd0ppQsqyeVqNTJjwnhVp+E4B3BUVbfyrPmv9a2
clquvIr4M7Wco3AtDuSTMoD1j7YLwoOSyxJZHBfLPEpJ/y6KKAguStsokjMSQ2yMaFXDnyAmZV6l
VtQMCtb9fi1mbrXcSEVhLEvAJ3dwMEIgq3ASmBZ0Eie1hZF6U2zESJlIdeBdymKhV1Dq+tFxSalF
dSnAz6VMDMz18FjbWPJ6CiJYBpBjrYFsGPhL3liE1FWYq2KRHUsLPU9mRW4b7gm3Z8m618JmMfMS
rdKvm540w3PYg4z8J6w+Ohan4Duj8cJHdY42Q2Mz+OamTiyMKBvCd7W9TBMINtgE4WhVGkEuWJMT
njgg7KcKuDEPxEa8wDqjD8yxVflA+hfpRrxV9MXQmVLgIdbHhR8OaJVYpLlzGWv6wD4d5psU7BBl
gMEDMRm7PLaJzYAycrUcE9fe5LFMNNYLi8UZqXXPHZc+bKifVeqmgnk60DSMK/LF5ZcoIDN9liqg
7if+mvLfM0uhOeTlRqdOjtgICQ/KfAmMeIk8EGC5FEp1WoqbYkkUK9xgchmxcGkXOla9IHgucWvB
k4QbUavUb5mVbKqpvM5BLNBIdthg+wZ+CJjO3cwMS0tIiNqpCJxiLUqTvMGOngl5aifgYXxIiIlI
wl0+MpRC0qnzwNeQPosg2osbza81ejvSDWcxI10M2DWPjUi/0HHnTmvQuMmYpZRw/cu4KiYDEHAG
OS5q/j87Ibb7hSfpGmMlenUeCWEtnaoDGkdc1ZrPJYJaBxw9FKNic+LVKfBRoUgJrg5s0AAjJ1qg
PoAR2nPFqwnDCJ4Wfw0Ty1ZJmfl1dLkWYuPcBd/zMKjinHtTtaITEgubCxD7l65EApLWSANQJ8Wg
yL7QnTm1Ie4LY/KJagXr8SBSMBc8AG2E+gYA+q20phSD2PVZEQcFhXELy50FaeiTBm3SlkbpcCn6
RJ5HJd1j3An4iBCDSLVcp0AWxeAexIh477hcLCO52MIxsa0GE0XOVOUuVgshmeGpDeNLmGqhBRWq
wk+A6rM61wGqrAlDxt/lMK3D49AB5z3eCCVQNRdAr0zzWE36caBSyTByap0aD3tTAtSxUiN3T0GV
4sC7UuCD7HMzWMdjw6GyIdcG5Y2q2beeUwLOLaXNoNqMpMVGis9CLdh8t3iudxUSNiHcBkO3OE2U
qFjgFpOuojpTuU2Jd6xBanlqNpXialBTHOEkRC5UxV7q5drQRiG9Kkd5KBpm4PnxdVkM02tVGRDV
sSWXrBwxLGJMpVV91d2SozxMvUz6XLpMZ0yiyz9V3Y2hTVxXyZaRRCO0UVLmvnRZAPU7UfyAQp0a
rhEK4NQgO8Ns8MjIpALKs+HBPsvtxNtgsskAuDCeB+kYnDz5V8WRWF8AJGDWRXBV1DlsUe+0ELkI
q0AEp5CGC3IfSQNqrxYlHWvWm/UVtc2oSFIrX7MspepFllJtmsJVvz5xKsh6x0M4hsDaGtngVqVo
yJq4siyfLOTAvsgI+l5HAiVQUOEH+lgEhLCeZXog3krVMC+YrOBQpjLwT9PFpprndiReE9IgYB6v
iVaOEwFuScN3Yus0gsE9B165pl97sSbMdqzl8OhTD2oVnwFmRd8A26JCiCylMN/XCvz4slDb2aSm
b7Uwwo9axGNIhuQV1SeyPZET6gQzxxOLibuoBkNCFMC5IaJ3L4j7hMkshiLuInFqIxsNh1V0Goha
8U2j9TfurypyDyUlweUoirhwI4N9KiNt83OiRW4w1pTAiPBGVHUzoiovvbQrTbgH54T1Hw8iYhiK
bX0GX8M/U9ASVLuUQgQYE/vYHq3hafoegDuG1ZzS8vFiA8XyyHAdAyLxmpjmFPVSJjMnpHxsVFFW
6Tb1fwWtF0KskTPBCAZASDgNNCZJB6Zfu8VPqVsC5TU25TWlzoYxwdL370gZ+tV0I6agPYUBcFHy
vJZy5eUaOhxidWUxidPI+C6kcXZVDCkZwwCOwURBZz6ja1UWUlQRGD8VURnfAoHKLx1aTN0nawRh
TIUCshRIPsWqjpVq8zTUAHwCAKSMT6kMc1E7yjcQdnw3lLAgrg38LXsioNjJvEDifzOktw9ghFT3
bxd2eqFkfppN8cWx1tOsvA2zyv42TNdEuwQ9UECaeLYfmqkghV/KgSDcq3AmXvhFHtw7mrgmbKdS
tj3wRNyprI6J/vh5cEP2BLSdMIjlCcgmIRp5sVKcpnmifXfguL6sKgGrhApkaUYUzr8Dmgqrpafa
FjtTA80JhEKQJxuxVOe5v04HJzRRL66IwhRTaUNf4okg25sb/N3bjMYGKCtlA5A5Uyv3toKza5UX
vpnTTmSqEYmrp3Vxg9lvXUvcRl8M8obeuasngMNLZ0gZtz2kEDfRkvGazCgIk6ZSV1/b12s7yi/k
KBpOPF93dYBUg+yqpkMkcHNbtJeONVyAG1HS6CscLDiYNdieMak+jwLgggpbQayTL8AkjAde2/qi
yAsARpkVDS7UOBW+wtzmLCMQJwPK6uARnRWkhUnzEZWmdSmn89QxCJtjDQycmW0R2wVOKCDaLo3q
4rFE9yH6pSeVFoBiqZMrF7cimdbgoMtjn/AGB2pbNFEbeZEfy3JFswoxEK8lrUYusfaQe7GsQg2A
aED3NsMn5VCl9OA5G2Sh+p0E/eCzaPkuQX2hIPy9/XeFMyR5S0HIegKaoj4H3TX8OXcycSnUlKRN
CM/FN7adDxMK5OWEIAqYo1NvIKAznDJAw/j0kKGEEZTosbyQgdukOoD+1F1z+UTc0GCOVL4mNOfJ
t8IIPKZUqaeSQHZ/kxYED8E7gruC4WtkLUoMbptmVYxOrADUeySqQFFc17tPANVMVNFVz4W1htYt
FCjQRjaBsbNwPTCwWkFsLcuqkNNZlqt+OA6oGVjhXiwuIyqPJ7pTVjOBNiYTFwqHMWYDqUC9JuQ4
KgW4wkZw4TSOODbzmjhp6B4HQ6lIR7Se1sIpdZn+/SbEe4cqx6auqFqk+kyMqEWfDgl6fweoLGkj
2RK1uw0HGVUm+uvNcQgVfTzGUbDLeSrpEik8GTIlYj3UiMDtWUgP2Xaxsqy2aRsTA8XkAKuAEXFF
rJHuZyXB1wVFWSEtAbg7sZ+1xAgpUvRZkUwkuMVfjcUlWPHBRKBh0TiECfk6EZzKdUfgoqlCYG7Q
DHhBRF1Z4Frh8KtmWNYxVebKXIpInJZ5qd7ZGmw1TWuHQBi5eHTfFLEMKWxUDJBLWmZ/sdOyvgJh
JX3Z1Bod8oQsbBDrVI86XzRwsosRTMVrZTocWJhISWXbX/R8KMpnchbUs3ydxN98ckZ39lCnrMBJ
viYRKOXEWHsPYr22uI1BURPh1S7JAWCxOwKYVarGEol/rVGqu6ae3p+FcCoQKxMKxCWsfM5PvcC3
G0URGcER7UnzGzGokrM4UZwrspxLEeaPfCxYtLGcWgWsG3eR5FXalKINNhQqH+4RL8kk5UQY2oNk
urv9N04O1pqSTI6WA8B9EitVeV3nth2PjUWChBfEWYpzxUJKaRVCp7mpvq17GzZXzWWYDlJ5FiAp
yQjGAcLM2wGIhHMiIqpzgRy4UVpea2sLk0uGawqAeq5ySW2kiJ8oZcnB97whcknhvCiMaYpqD7Ix
uCzh3mtkBZQ9JY6qIFSzTKNfy6UGb7N3mVVGSVMVUVHP1RwOZUplChbIW6wZhLJPLqhNVpXeiZzQ
ZHkKg4gKLKPO8YylbFN4J7Fd8v2dFiAps9DODJgELBwkb12OwbB61HtuFRhlBnqlEomi/cV4kW1A
zOW2Aq+6Su9mHgZEFkBMFPFI2nV69YZDRwonHxthHinCCRhO8PTgFQZw5IOVsbHTatXDl4A1GBPK
J9BVKWOqf4nuj42tQZiifISvQVZ78TkhAjm4Bp82hP8tB5E4pj5W8maWqivDk6GtNR1qtAYPueGg
HteLEOVV1ZwLkM6+dzcInHU6JvarkcwF3YNUg9NcDRPu01EJlgOGkCLT9HGeYUjRMHxRC+PQxq8a
02KOnayE2A8v4qoU3ZPc59mjBOJ4ezIYRMmPyJBGYBMicGta+mVOZGqRgEKBWA/suaQMrXmWwqAM
MDmzzmKHXpsjUUsF6qwhCs9O15JU+aSMwEWP6jpUB8e26FCLPgIYKGVfVTwQY4pZRBFhvtZASumD
xnx39cK/2+1hQiA+nfmp5eUnRegJ6mjNt6Mx/upwSZaykI+JBJETFuQUShtH9XO0ipEZY8EWBEAs
eUlhkG8vVGPm0it4shGoX/+Cv7DQj7XSEShO2ATBUtYIcqLzqyqg2UJFyFXdZMKtFSbKel6Czlmc
4dkjfkpSkocBFOXdpfIQkXeIvISTQPcWoIbcjfQZnMXCx0+0IeYguOinZAg96viHeRkOT9JSlH/G
yje+eevF1DUGYKgcymsaNC+U3zeDGNnbWOGd5UglV4h/VWwUCj1k3B5CEaNhFVg3Fp2S1lSaZaCV
su9SMvyJ8kE0oqpyWc8yofxxW7b3SBTV4UBa/hZR1W0U8L997qkOZ9X7uKyOV1HDApXuD9XM5unT
H2fXkFO9RWP15KvTfZKrHeHWI8vVltPpNvrYl1rOqGZGzwd6JzGWAt9bhxhrO9KWlOu1EXwT7q78
Ae4sefiDKsgcf1nHWuYPBZR+FFqPv6Yz4Q8CdArUfBM/av7sHvhkiZ7P/Tkd2Me+89obrLYb05CD
Pc6I7X66K79jCVTxBwFGQ/JV9C5o/lDo+mQJROEHgA6QyxnEDpo/UOmy5H+iFWg66hwkBIr2g9bw
58EN0Xl16QeFpnO6BuPj458/26uLDWXbQe8uyT9QV0u5tE4V9ZNtH4iCxNEYUj8/3D3jT7TjMmx0
B721xrvptL3UKAPZ/oHe8OnLD5EIwRAbyoBff/9eoX/HOv2qRcf46Q9b/ems0idcgm9+odWezwd4
1BqNaoDzgILxzldvYRrcDb7TIM3nf19GaJOQH2xP9ZNfNFyLTz5Gy5UZvvGd5VMSw92t9GSEVm1s
p/04l8f1ev4mnYlPG4XHIrU/PHFWiZks7Wr7i+rxrXeEiJ++J84ScsDdg5uVgEq2/dg8teFafHzl
J4L06pBhxtOyvWFFCAYOHDd1OhOll9WBI05hy4hX7ayalxcJqqK0/7ENv//1rxpWyKNPwWp/Yckw
GQeO/SlPs8T099ZBF5o+1YfMed7QVb40ZzjoG5V2yNifm5PQnbFGtx0F7nJFxZaADYL+Loc94xrD
yIr2n0LfPFpjyPyfa4kuP+qzp+T/IBFN3yndyIy5J4ga3YMgmW5acUiiaNAzivuhu2QfeNDI9DlD
R/PMzFZMbjfe9oBCTNr0Bxdp1afi6lC10P66PbAfeNzlKo3iKDOD7lYRIVSHuEmqJsBXLlNc+EyE
P/IwE2jH6r6d9vatZBl+VcRBRxogRyeU1f76gLcam4lzf48AHl2tMnuV+Gb40FlMQ+FqowcPHChI
iAQlMVbtbq1/87EvaeFfrbznurlr4/7+3z/denRzq9Wf3gvdu6dzr/z/cAf5FsrSbNe9kQbM1N/c
hHce1E+hFfmdQZ8pySeS+85BR1GWbsywM2zDcH7oZEer0OnyGMNLdPCgOfiPB6cdqFlXuYdhx7b5
8HTM5xfm71/Xm1Wc3/uou+j7Eef0CFJLK+o85LVj+c7Nm6yCaJngzy6P3n5eDxI4JtiQECTvvEcP
wgKxWZREHTWmQnZ0qLiMGQDj4mhnEoa/rlE7ciM/r14179yGsRmvju5WyUPH8nr1cn7nyBPXuceS
6Ui89sya/f3SObWqOHu6DE3ry0OXe7rOzSxC7/lHxzkuRUenaD2IyRQQXtIdVhd7mHdGZUrcVdd6
D6fzlmN/bJI07SyE8cz6/P3bd2zedw+h0cP2Hdt718BzG/wDM30mCKAdDt+y8S//O1sdPfzLaRE5
SefUkYY5fPjzVVh1Nu0Fx+z3r8WFc79vFQBdPHy2Fxi6lBC0AzVaDW7+9uMLRt87lQ/z3VuFprfF
oVri0nwwLTNdmkk71m7CPWzbpVlFWdYVh1et33cuxKXpm5uODqYVaTv7j68vw+4N2sMpvuQiXS67
wtB0wT1823K0r5N3LmmxabLQz8j7HrXYxzV3GdWN/l3nXZnQehDjKwcTv335rQT3cWVsR+3eF2IT
mz10jXf38WDkpKmZt8NtZ/08GJL/I4TwzvNx88vfc7KEHbOQnEL7nI+fkBs8k4eOIiYZeviw81W1
tFe+341CSEIPM36MOz2LQUpND5VDd3G+CleW6bcDNfsnNd3YDh6XcGpiHl2sorBzUCSxBytoHgXP
4ntNC8iDJ50/mB2JI9Rx+Ki3UddLk+QeLuj5L/8zOiLj+8vfj5Dno+vkl/8VLp1unJYeVT3MnmO4
F8qT5B4OzK0Z1vsKWmryMIdu4lfr2QFXehBo2kh4Tmgezcy0cxNKSg+6lDSDs2fTS2oPizwlDkMm
xmlXdXu8+7hgf37mg0haD8L2sxPcm/ebrsbQeliInQ6dPzvfeg9aY+QkR7cYcx0lSry+XfSP31Wf
7qtVZ+90qaFUb+jV9SHEPuQT3zwwf1wcdpvM+gsGYl/M3MEN/tZ+/3E7sUuq/fW2Ykx0oWvL9XGB
HNPIL2xyIO2GNlqzaZt56M10uSrBabfjbE3lBm5x6LBz0wmzo+vG4FptjYHLxjsBfdAOvdX6b8vn
DvHzWtL6a+hkq4cXsm1Sg5s69D1+Da2+kBUme/ua0ZS+06v4NdPVzna7CYC0hoCR2p+9oK934/9x
BxgYOE0hDj3AT+ffvCTYh6c/mj4iIrawkc6z2t+0P3xNRkamnSCQ7WJuF7iHGMS4ipNuoKCPCMSx
WZuIc+LEnfkKr8naO0XtNOm6EtsmGYcekdM0MVcdO4Ouuu3UX5Db98913Y6y3TBJbD9+fNCzKNnz
pkSpB20H5a3pZO30trPtw9S6WN2bYVdlgupoH/PxVfgM60I7ynayfVizX0BydANFz7Eh+e8OuczN
/ME5+pSY+57Iq0iNd4rYnP663aiL1MMhe7yQmjkfTQOHtOVe/EXq4V76kd62RyMz9J7uI4iP9uPH
heOnVbDqSIek9XDwrqIjhO5f0qN9G4Zm44fP+Ri8QHg0z+8fHGBWzrJzFBUJqqnDn3Gbh/dHp+kz
HIoocA3SF/vwJ3y6z48u87QjkY+j97BG/3EznU9v7qaT/3rUCM8qYcH25R/MkKDgJYqSIQFUUmiY
+NZrvXRZv3KF9wip2aII29v/L4Sp+W6RoESOuzq6B1P/U71K7k3H7Q7cg8r4lKAyupq0BwMA7Wb5
5sMqtVsZbO4qqYeFuKxgHepeVg0o/lBDCGLI/U3rQdPDMUtvv3Z2zRLIPcwVhMt99NDdsz4ikvPE
ObrgWuoosT6SvxzwLnirjxDnCWClo/PmP/NPN0+XGB6D9uPHb9LT8IFEw16cWsRnOljSGLm7dWIf
GYwzM+6qBrEPc+i8SiwamOydDAKGhy/DDrANH2kXK0Nh2+Fj74KzL4zdg2Cc4+FBtfBsSXo41xdm
F15G06fD1+LSXJrRsyOi9rDKlw1acA8VL/aRZABz8OAUXcNb1Hq46xqMRLV/pvtAlV2t4m7KU9R7
2LprMzGXK/9Fw9XoZXzvmakiDns429cUDUEsAbyOONfuZt5e/6+Cy9/r9zmhZcaojc7IYg/ScWub
zr6HI/VhW9yarvN8pcm8tK/w8Wvq1nSAH7Tj7GysHjQRDW29xizcV3N0EW2f9fE5f63vVy8sh9LD
vO+cVRaaQTvH7Xr0oeo+45lGxdFpBrY7PvrbETR5cDLmjyfz6eNE6vF6eJHHB57nUNzYpAP/dtT+
1XnpobrSR7J0HhPv8KuX9A21L33YPpfOw4O/OpqaadfL30ajf9uyQov8Wkz5Wqj4cdXmtuNRUxOy
ar/+def8P90pKuMorXnTR347ibG9VUw2KHH8//vf/kfqmZV5dJxUZJKYwQkw2MBsd62jD8lBaHIf
IMhbB2j6AIhlF1eo00xZburFD3WOwPR4pteKe/q3Cd0jK/wl5+gLpQ5mJwM11FUIYnp46CTyHiIW
8Nb0cCOdoOOV0EyYMqweNu/cpE2Y04nEiQKBG4hHDl+3a3PgO4Ol7ZgDWoq14zVa6fEZPYSv53ja
L4zcgw66MOPM3jNrdkvz5iXwxwWWdqWkf8HIkk86oes39iA8n/ByQdU9lZ839/Zthbitl+3OVezh
NI1WvuXk3cu9BzeGLlEs7DbPfbJK6pUVFXvRCqkH45LJm3v5xud11L8/xTLKfYtiy84Oyj1Md7Jq
gmwdtdhHJuE0YRm6OIg+cM7TNNsvQ2760B967Y3rVaO724Eavd0Hzhkyx/1F0HtQ1zMziVYv2W6v
1g6/07KaJWa4XD1diYbT5NAFPnbuKX3bSz324YAe56RI0lXVTrHZumEPeZjjVUImrDtsH+sAQKi7
un0A08dJBFazI77g+9ol+bj/dpLjgSedRRD7QI6fEuvYUw5iH8jx08z0u7MVe1iFs1WyJ2CQmR++
uGe4LZQIdbO4Yh830IWZFXvS0EfS4MLJ7HzfNBH7qE6e+1FhevtT7mGNLxz0erYKcZf2cEV95CUu
8nJFfiZPumZ5H+GNSzrjsiatlG0dCbUHtUYk19zDEao9HBEc46w72T6iFL9BKSH2gbwmKbExu7qi
j6sZxr19xdYH5uAazpt8r9ZG7ANXekPEYs/ZgGWqFbuP3xzNid5PNoME6GHgrdZMnLATipD68Drm
8R74EMaSHiZcmDh0yUM7UnOUJamPJd6sHrqXh9QH9m6+cTIQCPtiLPVx5X31Gnxnx7iE06ddmY9L
2yOW65yEwUPUdRv7SGrfNZQWyN3YyToaQ+qlmhf2r6aQLukKdB9ezRwgSfdSlfogKCDAump4RC67
6Qj48/sAae6yxeQyV6Tlu7MXKVzp4bI6j9Ko6Kz2cEiF+tv1MG/HQ3757825eck1g9UT7s7hkBoc
AzCdrLz9uD8utCZtMfOHhtaezr852/85mPGV79R7GuVwhULH2sw8utmj2Osj4z31j+amX5hE49pp
bqMNPVyNx/CdrAIS308Hfk4K+PtDT+BvHhpWtqfjEjhvP35cb1+xwIlp5Z0Zi6+Wa7wzinFNeU83
jyC+HRV4KrDTXzkeX/rpE3rMzilp/9W7fv8YVNna9m0dSWe0x0OD2vlH+AWCzCcb+Ix87Olk/9PO
3Kckv+9u2eGi8In1RhC2wdmRmdxTbtkOurWY2g8fFzb4ynLH756OPsAEzWw5zt3T0cM11fD1UBGD
GHeG7gPsNTYrzP6Xrqk+fNfxnnT0QU4yiQJqkbtEqn24mO24L7Nx9YFEoiRwv9KwD48QZf9AoV7e
Ldvvgz7jhBoZpz1uO+XUQyTmDDne2z+xjwqLSzNpqtSpWuxMuQ++NmIlWdpQUWTdodX248d10TVR
6yxqDIyOHSr1UWWxq+k8d2jttdWmV6vC6WqQPmAru6dc5MuuiS71YaDf4t47D+bDdvq30T3Us+2S
b++CPmKkDe5ptz5j5DJKX1KGUh95u91C3TkkVSi1bbyDhn9xpxWeweb6YLSiA0fmpPbRnZNYzotK
nvKRdj0/LsJf568+oQd7dkSsco9OjU5Eh898jC0LUrYdaCtSfcBY5mbXKpL0HhJG86ZAe5rjjuyz
XUl9ZCh30okJk9m//N1fBZ34Bl1Y20X6uJxsX+DS5AndYBVUFH3gcXcvsLsFjv51l7z8t3bWzdbK
0A6/6ao8NZtbG/6fVB61JRc/1Ox/xUX4o3jvEdlnTOp9BICJD32njeSjvn660xoBKIrxh5pGOMcw
YIN/M3z7x+37jvj9L7jvidU4q90ioD4ApSMKEPaymn2EG0eJSTvFp2LUB8XWGFh8xyDtA/s5jvxo
n761D8jzdIkv0Q1H9cEtMsPxWdoN9+4ekWsf6buZ6Xu/GWodttv58VvrmDbpezLcS0kDyGECUx3R
EPtA7TQFJIRPOte3aPThqaySvF3OrTP4tlJ9O0z+Ncn3Jyv1cULuSKTU8Nd0Q0d/5urolzp1/AUv
hR0tD6XsZhB1NqcPC3MEVGs/XNiH4dqo2+hFB6qPqshx1Hid/3q+IoERWv/2kv/Zhze4Tac1LAKY
yI0ifuk5fQBLxlHU2mSdYEMf6JKZ4zpPdVAfFXczkucN50dLSbVNaDrL5Hkp8KvsTu9MRzzehU0/
xmelxn2kOx7H31bDNpvdhBmIqO/aRDWV3g+dTenjYiAA2cm090Ejc7ICKPEoodt3uFxOCAL47c86
LwH+vxWKj9/z55SE3ONatyNtr7g+uE/HdkJNHbH7FxwVsQ/c9tVqczQ2/Rey5H1AB66cvYBqH8CB
OzMkRdk1J/qIkVyZFOt1drCPM9ss8M8r0qldFDtZ/PZRHxe7aydbEtt68XKhwVUPDzBjkmnNKzzv
fSH2U/BEe/t2nttTM+zhOHJJpRQivVwI3UcqexcuOln5JGX+y9GnlKBsClX4LtLcnFjSYhTzjfPQ
7tgp9B1rX/bju34bedimnVWT+jAlbinP7862D2qF2xzk2t5ke5DMH9leZxd5n9Gauutk0Qbt8GV+
ZmRKfZQPjps69yZr0x7adqKN8KsEGXWdRmcqUCKBgsU+sKSPqLb5tkHd0SWQx+Toc07ZLvbii2ac
3pRKClBDGUTBaP33dpObPy7+pb3QPPBQx+fp2zSn9HXA0dNvtzHfd+E23iLHeoLreKlz4T/3LXfO
eBOP+rW3azuB1+qraeVN9qijVPrgobjJ0z1SDqmPquXbX/4PDOvV6umRhLi4/fhbGvslCfjnRP31
F1pMttuy3atH8X0lrn8g9Oeld+9b+l/qbfkXfMsXGmv+9d7ypT6ef7K3fEOkH2+DpY+T+e//DwAA
//8=</cx:binary>
              </cx:geoCache>
            </cx:geography>
          </cx:layoutPr>
        </cx:series>
      </cx:plotAreaRegion>
    </cx:plotArea>
    <cx:legend pos="r" align="min" overlay="0"/>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497">
  <cs:axisTitle>
    <cs:lnRef idx="0"/>
    <cs:fillRef idx="0"/>
    <cs:effectRef idx="0"/>
    <cs:fontRef idx="minor">
      <a:schemeClr val="lt1">
        <a:lumMod val="95000"/>
      </a:schemeClr>
    </cs:fontRef>
    <cs:defRPr sz="900"/>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categoryAxis>
  <cs:chartArea>
    <cs:lnRef idx="0"/>
    <cs:fillRef idx="0"/>
    <cs:effectRef idx="0"/>
    <cs:fontRef idx="minor">
      <a:schemeClr val="dk1"/>
    </cs:fontRef>
    <cs:spPr>
      <a:solidFill>
        <a:schemeClr val="dk1"/>
      </a:solidFill>
    </cs:spPr>
    <cs:defRPr sz="1000"/>
  </cs:chartArea>
  <cs:dataLabel>
    <cs:lnRef idx="0"/>
    <cs:fillRef idx="0"/>
    <cs:effectRef idx="0"/>
    <cs:fontRef idx="minor">
      <a:schemeClr val="lt1">
        <a:lumMod val="9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lt1"/>
    </cs:fontRef>
    <cs:spPr>
      <a:solidFill>
        <a:schemeClr val="phClr"/>
      </a:solidFill>
      <a:ln w="3175">
        <a:solidFill>
          <a:schemeClr val="dk1"/>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9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30000"/>
          </a:schemeClr>
        </a:solidFill>
        <a:round/>
      </a:ln>
    </cs:spPr>
  </cs:gridlineMajor>
  <cs:gridlineMinor>
    <cs:lnRef idx="0"/>
    <cs:fillRef idx="0"/>
    <cs:effectRef idx="0"/>
    <cs:fontRef idx="minor">
      <a:schemeClr val="lt1"/>
    </cs:fontRef>
    <cs:spPr>
      <a:ln>
        <a:solidFill>
          <a:schemeClr val="lt1">
            <a:lumMod val="95000"/>
            <a:alpha val="3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9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1400"/>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9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9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46919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695752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4196562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595131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325095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196150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709562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2211750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680075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3393030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12272457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2442878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37816336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1086331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3434241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9655340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CEADF1-BBAA-4400-9050-2811B661203C}" type="datetimeFigureOut">
              <a:rPr lang="en-US" smtClean="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A99B80-E4DC-466E-9DC7-A42BA1B9B595}" type="slidenum">
              <a:rPr lang="en-US" smtClean="0"/>
              <a:t>‹#›</a:t>
            </a:fld>
            <a:endParaRPr lang="en-US" dirty="0"/>
          </a:p>
        </p:txBody>
      </p:sp>
    </p:spTree>
    <p:extLst>
      <p:ext uri="{BB962C8B-B14F-4D97-AF65-F5344CB8AC3E}">
        <p14:creationId xmlns:p14="http://schemas.microsoft.com/office/powerpoint/2010/main" val="31184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2CEADF1-BBAA-4400-9050-2811B661203C}" type="datetimeFigureOut">
              <a:rPr lang="en-US" smtClean="0"/>
              <a:t>10/19/2025</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0A99B80-E4DC-466E-9DC7-A42BA1B9B595}" type="slidenum">
              <a:rPr lang="en-US" smtClean="0"/>
              <a:t>‹#›</a:t>
            </a:fld>
            <a:endParaRPr lang="en-US" dirty="0"/>
          </a:p>
        </p:txBody>
      </p:sp>
    </p:spTree>
    <p:extLst>
      <p:ext uri="{BB962C8B-B14F-4D97-AF65-F5344CB8AC3E}">
        <p14:creationId xmlns:p14="http://schemas.microsoft.com/office/powerpoint/2010/main" val="3904721778"/>
      </p:ext>
    </p:extLst>
  </p:cSld>
  <p:clrMap bg1="lt1" tx1="dk1" bg2="lt2" tx2="dk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 id="2147484119" r:id="rId12"/>
    <p:sldLayoutId id="2147484120" r:id="rId13"/>
    <p:sldLayoutId id="2147484121" r:id="rId14"/>
    <p:sldLayoutId id="2147484122" r:id="rId15"/>
    <p:sldLayoutId id="2147484123" r:id="rId16"/>
    <p:sldLayoutId id="2147484124"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4/relationships/chartEx" Target="../charts/chartEx1.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6F064-BBD7-424E-A26E-8DA90DDF1E3E}"/>
              </a:ext>
            </a:extLst>
          </p:cNvPr>
          <p:cNvSpPr>
            <a:spLocks noGrp="1"/>
          </p:cNvSpPr>
          <p:nvPr>
            <p:ph type="ctrTitle"/>
          </p:nvPr>
        </p:nvSpPr>
        <p:spPr/>
        <p:txBody>
          <a:bodyPr>
            <a:normAutofit/>
          </a:bodyPr>
          <a:lstStyle/>
          <a:p>
            <a:r>
              <a:rPr lang="en-US" b="1" dirty="0"/>
              <a:t>Financial Data Analytics Report</a:t>
            </a:r>
          </a:p>
        </p:txBody>
      </p:sp>
      <p:sp>
        <p:nvSpPr>
          <p:cNvPr id="3" name="Subtitle 2">
            <a:extLst>
              <a:ext uri="{FF2B5EF4-FFF2-40B4-BE49-F238E27FC236}">
                <a16:creationId xmlns:a16="http://schemas.microsoft.com/office/drawing/2014/main" id="{B87773F9-FF8F-4568-8033-D9E75926226C}"/>
              </a:ext>
            </a:extLst>
          </p:cNvPr>
          <p:cNvSpPr>
            <a:spLocks noGrp="1"/>
          </p:cNvSpPr>
          <p:nvPr>
            <p:ph type="subTitle" idx="1"/>
          </p:nvPr>
        </p:nvSpPr>
        <p:spPr/>
        <p:txBody>
          <a:bodyPr>
            <a:normAutofit/>
          </a:bodyPr>
          <a:lstStyle/>
          <a:p>
            <a:r>
              <a:rPr lang="en-US" dirty="0"/>
              <a:t>By: Moses Oketch</a:t>
            </a:r>
          </a:p>
          <a:p>
            <a:r>
              <a:rPr lang="en-US" dirty="0"/>
              <a:t>Date: 5</a:t>
            </a:r>
            <a:r>
              <a:rPr lang="en-US" baseline="30000" dirty="0"/>
              <a:t>th</a:t>
            </a:r>
            <a:r>
              <a:rPr lang="en-US" dirty="0"/>
              <a:t> October, 2025</a:t>
            </a:r>
          </a:p>
        </p:txBody>
      </p:sp>
    </p:spTree>
    <p:extLst>
      <p:ext uri="{BB962C8B-B14F-4D97-AF65-F5344CB8AC3E}">
        <p14:creationId xmlns:p14="http://schemas.microsoft.com/office/powerpoint/2010/main" val="169261509"/>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B069D-426D-49D3-9026-C6838AF2FCAF}"/>
              </a:ext>
            </a:extLst>
          </p:cNvPr>
          <p:cNvSpPr>
            <a:spLocks noGrp="1"/>
          </p:cNvSpPr>
          <p:nvPr>
            <p:ph type="title"/>
          </p:nvPr>
        </p:nvSpPr>
        <p:spPr/>
        <p:txBody>
          <a:bodyPr/>
          <a:lstStyle/>
          <a:p>
            <a:r>
              <a:rPr lang="en-US" b="1" dirty="0"/>
              <a:t>1. Business Understanding</a:t>
            </a:r>
          </a:p>
        </p:txBody>
      </p:sp>
      <p:sp>
        <p:nvSpPr>
          <p:cNvPr id="3" name="Content Placeholder 2">
            <a:extLst>
              <a:ext uri="{FF2B5EF4-FFF2-40B4-BE49-F238E27FC236}">
                <a16:creationId xmlns:a16="http://schemas.microsoft.com/office/drawing/2014/main" id="{D9B11F2D-AA00-4CD4-B3B0-A013F64F77D6}"/>
              </a:ext>
            </a:extLst>
          </p:cNvPr>
          <p:cNvSpPr>
            <a:spLocks noGrp="1"/>
          </p:cNvSpPr>
          <p:nvPr>
            <p:ph idx="1"/>
          </p:nvPr>
        </p:nvSpPr>
        <p:spPr/>
        <p:txBody>
          <a:bodyPr>
            <a:normAutofit fontScale="92500" lnSpcReduction="10000"/>
          </a:bodyPr>
          <a:lstStyle/>
          <a:p>
            <a:pPr marL="0" indent="0">
              <a:buNone/>
            </a:pPr>
            <a:r>
              <a:rPr lang="en-US" sz="1400" b="1" dirty="0"/>
              <a:t>1.1</a:t>
            </a:r>
            <a:r>
              <a:rPr lang="en-US" sz="1400" dirty="0"/>
              <a:t>: </a:t>
            </a:r>
            <a:r>
              <a:rPr lang="en-US" sz="1400" b="1" dirty="0"/>
              <a:t>Project Objective</a:t>
            </a:r>
          </a:p>
          <a:p>
            <a:pPr marL="0" indent="0">
              <a:buNone/>
            </a:pPr>
            <a:r>
              <a:rPr lang="en-US" sz="1600" dirty="0"/>
              <a:t>The primary goal of this project is to analyze financial data in order to provide insights and recommendations for  improving the organization's budget performance and identifying tangible cost-saving opportunities. This will be achieved by specifically tracking revenue, expenses, and profit across different product categories and geographical regions.</a:t>
            </a:r>
          </a:p>
          <a:p>
            <a:pPr marL="0" indent="0">
              <a:buNone/>
            </a:pPr>
            <a:r>
              <a:rPr lang="en-US" sz="1600" b="1" dirty="0"/>
              <a:t>1.2: Key Business Questions</a:t>
            </a:r>
          </a:p>
          <a:p>
            <a:pPr>
              <a:buFont typeface="Wingdings" panose="05000000000000000000" pitchFamily="2" charset="2"/>
              <a:buChar char="v"/>
            </a:pPr>
            <a:r>
              <a:rPr lang="en-US" sz="1600" dirty="0"/>
              <a:t>Which Product categories and regions generate the highest and lowest profits?</a:t>
            </a:r>
          </a:p>
          <a:p>
            <a:pPr>
              <a:buFont typeface="Wingdings" panose="05000000000000000000" pitchFamily="2" charset="2"/>
              <a:buChar char="v"/>
            </a:pPr>
            <a:r>
              <a:rPr lang="en-US" sz="1600" dirty="0"/>
              <a:t>What are the monthly sales trend?</a:t>
            </a:r>
          </a:p>
          <a:p>
            <a:pPr>
              <a:buFont typeface="Wingdings" panose="05000000000000000000" pitchFamily="2" charset="2"/>
              <a:buChar char="v"/>
            </a:pPr>
            <a:r>
              <a:rPr lang="en-US" sz="1600" dirty="0"/>
              <a:t>Which product/region combinations should be prioritized for increased investment and sales efforts?</a:t>
            </a:r>
          </a:p>
          <a:p>
            <a:pPr>
              <a:buFont typeface="Wingdings" panose="05000000000000000000" pitchFamily="2" charset="2"/>
              <a:buChar char="v"/>
            </a:pPr>
            <a:r>
              <a:rPr lang="en-US" sz="1600" dirty="0"/>
              <a:t>Where are the largest sources of expenses, and which regions/products offer the best opportunities for cost-saving?</a:t>
            </a:r>
          </a:p>
          <a:p>
            <a:pPr>
              <a:buFont typeface="Wingdings" panose="05000000000000000000" pitchFamily="2" charset="2"/>
              <a:buChar char="v"/>
            </a:pPr>
            <a:r>
              <a:rPr lang="en-US" sz="1600" dirty="0"/>
              <a:t>What data-driven recommendations can be made to inform future budgeting decisions?</a:t>
            </a:r>
          </a:p>
          <a:p>
            <a:pPr marL="0" indent="0">
              <a:buNone/>
            </a:pPr>
            <a:endParaRPr lang="en-US" sz="1600" dirty="0"/>
          </a:p>
          <a:p>
            <a:pPr marL="0" indent="0">
              <a:buNone/>
            </a:pPr>
            <a:endParaRPr lang="en-US" sz="1600" b="1" dirty="0"/>
          </a:p>
        </p:txBody>
      </p:sp>
    </p:spTree>
    <p:extLst>
      <p:ext uri="{BB962C8B-B14F-4D97-AF65-F5344CB8AC3E}">
        <p14:creationId xmlns:p14="http://schemas.microsoft.com/office/powerpoint/2010/main" val="2157827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5F8DE-AEBA-4D69-B56B-2F1A9A33CC68}"/>
              </a:ext>
            </a:extLst>
          </p:cNvPr>
          <p:cNvSpPr>
            <a:spLocks noGrp="1"/>
          </p:cNvSpPr>
          <p:nvPr>
            <p:ph type="title"/>
          </p:nvPr>
        </p:nvSpPr>
        <p:spPr/>
        <p:txBody>
          <a:bodyPr/>
          <a:lstStyle/>
          <a:p>
            <a:r>
              <a:rPr lang="en-US" b="1" dirty="0"/>
              <a:t>Data Understanding</a:t>
            </a:r>
          </a:p>
        </p:txBody>
      </p:sp>
      <p:sp>
        <p:nvSpPr>
          <p:cNvPr id="3" name="Content Placeholder 2">
            <a:extLst>
              <a:ext uri="{FF2B5EF4-FFF2-40B4-BE49-F238E27FC236}">
                <a16:creationId xmlns:a16="http://schemas.microsoft.com/office/drawing/2014/main" id="{04797A87-5B09-478B-9820-A623A31F0E8B}"/>
              </a:ext>
            </a:extLst>
          </p:cNvPr>
          <p:cNvSpPr>
            <a:spLocks noGrp="1"/>
          </p:cNvSpPr>
          <p:nvPr>
            <p:ph idx="1"/>
          </p:nvPr>
        </p:nvSpPr>
        <p:spPr/>
        <p:txBody>
          <a:bodyPr/>
          <a:lstStyle/>
          <a:p>
            <a:pPr marL="0" indent="0">
              <a:buNone/>
            </a:pPr>
            <a:r>
              <a:rPr lang="en-US" dirty="0"/>
              <a:t>This dataset was obtained from Microsoft Financial Sample Workbook. It contains sales transactional data for different products by country and segments. It has 697 rows and 16 columns.</a:t>
            </a:r>
          </a:p>
        </p:txBody>
      </p:sp>
    </p:spTree>
    <p:extLst>
      <p:ext uri="{BB962C8B-B14F-4D97-AF65-F5344CB8AC3E}">
        <p14:creationId xmlns:p14="http://schemas.microsoft.com/office/powerpoint/2010/main" val="380835797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8BE3C-071C-45A2-904A-142C70CC24AD}"/>
              </a:ext>
            </a:extLst>
          </p:cNvPr>
          <p:cNvSpPr>
            <a:spLocks noGrp="1"/>
          </p:cNvSpPr>
          <p:nvPr>
            <p:ph type="title"/>
          </p:nvPr>
        </p:nvSpPr>
        <p:spPr/>
        <p:txBody>
          <a:bodyPr/>
          <a:lstStyle/>
          <a:p>
            <a:r>
              <a:rPr lang="en-US" b="1" dirty="0"/>
              <a:t>Data Analysis</a:t>
            </a:r>
          </a:p>
        </p:txBody>
      </p:sp>
      <p:sp>
        <p:nvSpPr>
          <p:cNvPr id="3" name="Text Placeholder 2">
            <a:extLst>
              <a:ext uri="{FF2B5EF4-FFF2-40B4-BE49-F238E27FC236}">
                <a16:creationId xmlns:a16="http://schemas.microsoft.com/office/drawing/2014/main" id="{70018D74-ACEE-435D-977B-ADBEE1D51FB2}"/>
              </a:ext>
            </a:extLst>
          </p:cNvPr>
          <p:cNvSpPr>
            <a:spLocks noGrp="1"/>
          </p:cNvSpPr>
          <p:nvPr>
            <p:ph type="body" idx="1"/>
          </p:nvPr>
        </p:nvSpPr>
        <p:spPr/>
        <p:txBody>
          <a:bodyPr/>
          <a:lstStyle/>
          <a:p>
            <a:r>
              <a:rPr lang="en-US" b="1" dirty="0"/>
              <a:t>Key Findings:</a:t>
            </a:r>
          </a:p>
        </p:txBody>
      </p:sp>
    </p:spTree>
    <p:extLst>
      <p:ext uri="{BB962C8B-B14F-4D97-AF65-F5344CB8AC3E}">
        <p14:creationId xmlns:p14="http://schemas.microsoft.com/office/powerpoint/2010/main" val="3728304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C04C8-C54C-4ABE-881E-6C79D80C13BE}"/>
              </a:ext>
            </a:extLst>
          </p:cNvPr>
          <p:cNvSpPr>
            <a:spLocks noGrp="1"/>
          </p:cNvSpPr>
          <p:nvPr>
            <p:ph type="title"/>
          </p:nvPr>
        </p:nvSpPr>
        <p:spPr/>
        <p:txBody>
          <a:bodyPr/>
          <a:lstStyle/>
          <a:p>
            <a:r>
              <a:rPr lang="en-US" b="1" dirty="0"/>
              <a:t>Profit by Product</a:t>
            </a:r>
          </a:p>
        </p:txBody>
      </p:sp>
      <p:graphicFrame>
        <p:nvGraphicFramePr>
          <p:cNvPr id="5" name="Content Placeholder 4">
            <a:extLst>
              <a:ext uri="{FF2B5EF4-FFF2-40B4-BE49-F238E27FC236}">
                <a16:creationId xmlns:a16="http://schemas.microsoft.com/office/drawing/2014/main" id="{767AFC5F-1E34-4292-BC9F-521067AFF4DC}"/>
              </a:ext>
            </a:extLst>
          </p:cNvPr>
          <p:cNvGraphicFramePr>
            <a:graphicFrameLocks noGrp="1"/>
          </p:cNvGraphicFramePr>
          <p:nvPr>
            <p:ph idx="1"/>
            <p:extLst>
              <p:ext uri="{D42A27DB-BD31-4B8C-83A1-F6EECF244321}">
                <p14:modId xmlns:p14="http://schemas.microsoft.com/office/powerpoint/2010/main" val="3481977043"/>
              </p:ext>
            </p:extLst>
          </p:nvPr>
        </p:nvGraphicFramePr>
        <p:xfrm>
          <a:off x="5183188" y="2057400"/>
          <a:ext cx="6325640" cy="3811588"/>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BA7246C8-9308-4920-829A-B00F8F38A212}"/>
              </a:ext>
            </a:extLst>
          </p:cNvPr>
          <p:cNvSpPr>
            <a:spLocks noGrp="1"/>
          </p:cNvSpPr>
          <p:nvPr>
            <p:ph type="body" sz="half" idx="2"/>
          </p:nvPr>
        </p:nvSpPr>
        <p:spPr/>
        <p:txBody>
          <a:bodyPr>
            <a:normAutofit lnSpcReduction="10000"/>
          </a:bodyPr>
          <a:lstStyle/>
          <a:p>
            <a:endParaRPr lang="en-US" dirty="0"/>
          </a:p>
          <a:p>
            <a:endParaRPr lang="en-US" dirty="0"/>
          </a:p>
          <a:p>
            <a:endParaRPr lang="en-US" dirty="0"/>
          </a:p>
          <a:p>
            <a:r>
              <a:rPr lang="en-US" dirty="0"/>
              <a:t>Products Paseo, Montana and Carretera made profits while products Vello, VTT and Amarrila realized losses.</a:t>
            </a:r>
          </a:p>
        </p:txBody>
      </p:sp>
    </p:spTree>
    <p:extLst>
      <p:ext uri="{BB962C8B-B14F-4D97-AF65-F5344CB8AC3E}">
        <p14:creationId xmlns:p14="http://schemas.microsoft.com/office/powerpoint/2010/main" val="1472520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7FB98-A435-4B19-8BEF-718EBAC019B3}"/>
              </a:ext>
            </a:extLst>
          </p:cNvPr>
          <p:cNvSpPr>
            <a:spLocks noGrp="1"/>
          </p:cNvSpPr>
          <p:nvPr>
            <p:ph type="title"/>
          </p:nvPr>
        </p:nvSpPr>
        <p:spPr/>
        <p:txBody>
          <a:bodyPr/>
          <a:lstStyle/>
          <a:p>
            <a:r>
              <a:rPr lang="en-US" b="1" dirty="0"/>
              <a:t>Profits by Region</a:t>
            </a:r>
          </a:p>
        </p:txBody>
      </p:sp>
      <mc:AlternateContent xmlns:mc="http://schemas.openxmlformats.org/markup-compatibility/2006" xmlns:cx4="http://schemas.microsoft.com/office/drawing/2016/5/10/chartex">
        <mc:Choice Requires="cx4">
          <p:graphicFrame>
            <p:nvGraphicFramePr>
              <p:cNvPr id="10" name="Content Placeholder 9">
                <a:extLst>
                  <a:ext uri="{FF2B5EF4-FFF2-40B4-BE49-F238E27FC236}">
                    <a16:creationId xmlns:a16="http://schemas.microsoft.com/office/drawing/2014/main" id="{587E849C-40C2-4C91-B517-986E410AD019}"/>
                  </a:ext>
                </a:extLst>
              </p:cNvPr>
              <p:cNvGraphicFramePr>
                <a:graphicFrameLocks noGrp="1"/>
              </p:cNvGraphicFramePr>
              <p:nvPr>
                <p:ph idx="1"/>
                <p:extLst>
                  <p:ext uri="{D42A27DB-BD31-4B8C-83A1-F6EECF244321}">
                    <p14:modId xmlns:p14="http://schemas.microsoft.com/office/powerpoint/2010/main" val="1863280070"/>
                  </p:ext>
                </p:extLst>
              </p:nvPr>
            </p:nvGraphicFramePr>
            <p:xfrm>
              <a:off x="5180012" y="2057399"/>
              <a:ext cx="6172200" cy="3901967"/>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10" name="Content Placeholder 9">
                <a:extLst>
                  <a:ext uri="{FF2B5EF4-FFF2-40B4-BE49-F238E27FC236}">
                    <a16:creationId xmlns:a16="http://schemas.microsoft.com/office/drawing/2014/main" id="{587E849C-40C2-4C91-B517-986E410AD019}"/>
                  </a:ext>
                </a:extLst>
              </p:cNvPr>
              <p:cNvPicPr>
                <a:picLocks noGrp="1" noRot="1" noChangeAspect="1" noMove="1" noResize="1" noEditPoints="1" noAdjustHandles="1" noChangeArrowheads="1" noChangeShapeType="1"/>
              </p:cNvPicPr>
              <p:nvPr/>
            </p:nvPicPr>
            <p:blipFill>
              <a:blip r:embed="rId3"/>
              <a:stretch>
                <a:fillRect/>
              </a:stretch>
            </p:blipFill>
            <p:spPr>
              <a:xfrm>
                <a:off x="5180012" y="2057399"/>
                <a:ext cx="6172200" cy="3901967"/>
              </a:xfrm>
              <a:prstGeom prst="rect">
                <a:avLst/>
              </a:prstGeom>
            </p:spPr>
          </p:pic>
        </mc:Fallback>
      </mc:AlternateContent>
      <p:sp>
        <p:nvSpPr>
          <p:cNvPr id="4" name="Text Placeholder 3">
            <a:extLst>
              <a:ext uri="{FF2B5EF4-FFF2-40B4-BE49-F238E27FC236}">
                <a16:creationId xmlns:a16="http://schemas.microsoft.com/office/drawing/2014/main" id="{5C96E843-BA57-4280-8CFB-439629B28FAB}"/>
              </a:ext>
            </a:extLst>
          </p:cNvPr>
          <p:cNvSpPr>
            <a:spLocks noGrp="1"/>
          </p:cNvSpPr>
          <p:nvPr>
            <p:ph type="body" sz="half" idx="2"/>
          </p:nvPr>
        </p:nvSpPr>
        <p:spPr/>
        <p:txBody>
          <a:bodyPr/>
          <a:lstStyle/>
          <a:p>
            <a:endParaRPr lang="en-US" dirty="0"/>
          </a:p>
          <a:p>
            <a:endParaRPr lang="en-US" dirty="0"/>
          </a:p>
          <a:p>
            <a:r>
              <a:rPr lang="en-US" dirty="0"/>
              <a:t>Germany had the highest profit followed by Mexico, United States, France and Canada.</a:t>
            </a:r>
          </a:p>
        </p:txBody>
      </p:sp>
    </p:spTree>
    <p:extLst>
      <p:ext uri="{BB962C8B-B14F-4D97-AF65-F5344CB8AC3E}">
        <p14:creationId xmlns:p14="http://schemas.microsoft.com/office/powerpoint/2010/main" val="316348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EDBBE-9E05-4926-8097-4C33D38006AB}"/>
              </a:ext>
            </a:extLst>
          </p:cNvPr>
          <p:cNvSpPr>
            <a:spLocks noGrp="1"/>
          </p:cNvSpPr>
          <p:nvPr>
            <p:ph type="title"/>
          </p:nvPr>
        </p:nvSpPr>
        <p:spPr/>
        <p:txBody>
          <a:bodyPr/>
          <a:lstStyle/>
          <a:p>
            <a:r>
              <a:rPr lang="en-US" b="1" dirty="0"/>
              <a:t>CoGs by Product and Country</a:t>
            </a:r>
          </a:p>
        </p:txBody>
      </p:sp>
      <p:sp>
        <p:nvSpPr>
          <p:cNvPr id="3" name="Text Placeholder 2">
            <a:extLst>
              <a:ext uri="{FF2B5EF4-FFF2-40B4-BE49-F238E27FC236}">
                <a16:creationId xmlns:a16="http://schemas.microsoft.com/office/drawing/2014/main" id="{D3CC806E-6175-4229-BD44-26B8F37A1FE7}"/>
              </a:ext>
            </a:extLst>
          </p:cNvPr>
          <p:cNvSpPr>
            <a:spLocks noGrp="1"/>
          </p:cNvSpPr>
          <p:nvPr>
            <p:ph type="body" idx="1"/>
          </p:nvPr>
        </p:nvSpPr>
        <p:spPr/>
        <p:txBody>
          <a:bodyPr>
            <a:normAutofit fontScale="62500" lnSpcReduction="20000"/>
          </a:bodyPr>
          <a:lstStyle/>
          <a:p>
            <a:r>
              <a:rPr lang="en-US" b="0" dirty="0"/>
              <a:t>Products VTT, Amarilla and Vello had higher CoGs as compared to others.</a:t>
            </a:r>
          </a:p>
        </p:txBody>
      </p:sp>
      <p:graphicFrame>
        <p:nvGraphicFramePr>
          <p:cNvPr id="7" name="Content Placeholder 6">
            <a:extLst>
              <a:ext uri="{FF2B5EF4-FFF2-40B4-BE49-F238E27FC236}">
                <a16:creationId xmlns:a16="http://schemas.microsoft.com/office/drawing/2014/main" id="{0D44F153-AAAC-41A1-BE2F-4C607C3AC466}"/>
              </a:ext>
            </a:extLst>
          </p:cNvPr>
          <p:cNvGraphicFramePr>
            <a:graphicFrameLocks noGrp="1"/>
          </p:cNvGraphicFramePr>
          <p:nvPr>
            <p:ph sz="half" idx="2"/>
            <p:extLst>
              <p:ext uri="{D42A27DB-BD31-4B8C-83A1-F6EECF244321}">
                <p14:modId xmlns:p14="http://schemas.microsoft.com/office/powerpoint/2010/main" val="19222691"/>
              </p:ext>
            </p:extLst>
          </p:nvPr>
        </p:nvGraphicFramePr>
        <p:xfrm>
          <a:off x="1484313" y="3335338"/>
          <a:ext cx="4894262" cy="2455862"/>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Placeholder 4">
            <a:extLst>
              <a:ext uri="{FF2B5EF4-FFF2-40B4-BE49-F238E27FC236}">
                <a16:creationId xmlns:a16="http://schemas.microsoft.com/office/drawing/2014/main" id="{9C8E7E0B-A746-4A33-9F7B-B5B19BE09CA6}"/>
              </a:ext>
            </a:extLst>
          </p:cNvPr>
          <p:cNvSpPr>
            <a:spLocks noGrp="1"/>
          </p:cNvSpPr>
          <p:nvPr>
            <p:ph type="body" sz="quarter" idx="3"/>
          </p:nvPr>
        </p:nvSpPr>
        <p:spPr/>
        <p:txBody>
          <a:bodyPr>
            <a:normAutofit fontScale="62500" lnSpcReduction="20000"/>
          </a:bodyPr>
          <a:lstStyle/>
          <a:p>
            <a:r>
              <a:rPr lang="en-US" b="0" dirty="0"/>
              <a:t>Canada France, and USA had higher CoGs </a:t>
            </a:r>
          </a:p>
        </p:txBody>
      </p:sp>
      <p:graphicFrame>
        <p:nvGraphicFramePr>
          <p:cNvPr id="8" name="Content Placeholder 7">
            <a:extLst>
              <a:ext uri="{FF2B5EF4-FFF2-40B4-BE49-F238E27FC236}">
                <a16:creationId xmlns:a16="http://schemas.microsoft.com/office/drawing/2014/main" id="{25977415-6F41-4BA5-A1A2-72E15B25B496}"/>
              </a:ext>
            </a:extLst>
          </p:cNvPr>
          <p:cNvGraphicFramePr>
            <a:graphicFrameLocks noGrp="1"/>
          </p:cNvGraphicFramePr>
          <p:nvPr>
            <p:ph sz="quarter" idx="4"/>
          </p:nvPr>
        </p:nvGraphicFramePr>
        <p:xfrm>
          <a:off x="6607175" y="3335338"/>
          <a:ext cx="4895850" cy="24558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63193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DBDFE-9074-4296-92F8-8FB3FF6746D3}"/>
              </a:ext>
            </a:extLst>
          </p:cNvPr>
          <p:cNvSpPr>
            <a:spLocks noGrp="1"/>
          </p:cNvSpPr>
          <p:nvPr>
            <p:ph type="title"/>
          </p:nvPr>
        </p:nvSpPr>
        <p:spPr/>
        <p:txBody>
          <a:bodyPr/>
          <a:lstStyle/>
          <a:p>
            <a:r>
              <a:rPr lang="en-US" dirty="0"/>
              <a:t>CoGs vs Sales vs Profit per Segment</a:t>
            </a:r>
          </a:p>
        </p:txBody>
      </p:sp>
      <p:graphicFrame>
        <p:nvGraphicFramePr>
          <p:cNvPr id="5" name="Content Placeholder 4">
            <a:extLst>
              <a:ext uri="{FF2B5EF4-FFF2-40B4-BE49-F238E27FC236}">
                <a16:creationId xmlns:a16="http://schemas.microsoft.com/office/drawing/2014/main" id="{BAB1A8D4-46FC-41C5-8801-A8B016F4EEC1}"/>
              </a:ext>
            </a:extLst>
          </p:cNvPr>
          <p:cNvGraphicFramePr>
            <a:graphicFrameLocks noGrp="1"/>
          </p:cNvGraphicFramePr>
          <p:nvPr>
            <p:ph idx="1"/>
          </p:nvPr>
        </p:nvGraphicFramePr>
        <p:xfrm>
          <a:off x="5262563" y="685800"/>
          <a:ext cx="6240462" cy="51054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CD1215C4-6E3E-462C-A4DD-937743B162F9}"/>
              </a:ext>
            </a:extLst>
          </p:cNvPr>
          <p:cNvSpPr>
            <a:spLocks noGrp="1"/>
          </p:cNvSpPr>
          <p:nvPr>
            <p:ph type="body" sz="half" idx="2"/>
          </p:nvPr>
        </p:nvSpPr>
        <p:spPr/>
        <p:txBody>
          <a:bodyPr>
            <a:normAutofit/>
          </a:bodyPr>
          <a:lstStyle/>
          <a:p>
            <a:endParaRPr lang="en-US" dirty="0"/>
          </a:p>
          <a:p>
            <a:r>
              <a:rPr lang="en-US" dirty="0"/>
              <a:t>Government and small business had higher CoGs and also higher sales and profits while Midmarket and Channel Partners had relatively lower CoGs and sales leading to negative profits.</a:t>
            </a:r>
          </a:p>
        </p:txBody>
      </p:sp>
    </p:spTree>
    <p:extLst>
      <p:ext uri="{BB962C8B-B14F-4D97-AF65-F5344CB8AC3E}">
        <p14:creationId xmlns:p14="http://schemas.microsoft.com/office/powerpoint/2010/main" val="2285100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00C43-6F85-4CE8-B5C6-9C49291E9272}"/>
              </a:ext>
            </a:extLst>
          </p:cNvPr>
          <p:cNvSpPr>
            <a:spLocks noGrp="1"/>
          </p:cNvSpPr>
          <p:nvPr>
            <p:ph type="title"/>
          </p:nvPr>
        </p:nvSpPr>
        <p:spPr/>
        <p:txBody>
          <a:bodyPr/>
          <a:lstStyle/>
          <a:p>
            <a:r>
              <a:rPr lang="en-US" b="1" dirty="0"/>
              <a:t>Discount vs Profit by Product</a:t>
            </a:r>
          </a:p>
        </p:txBody>
      </p:sp>
      <p:graphicFrame>
        <p:nvGraphicFramePr>
          <p:cNvPr id="5" name="Content Placeholder 4">
            <a:extLst>
              <a:ext uri="{FF2B5EF4-FFF2-40B4-BE49-F238E27FC236}">
                <a16:creationId xmlns:a16="http://schemas.microsoft.com/office/drawing/2014/main" id="{A488C8FA-7F22-4496-B5C2-E453E0D7D080}"/>
              </a:ext>
            </a:extLst>
          </p:cNvPr>
          <p:cNvGraphicFramePr>
            <a:graphicFrameLocks noGrp="1"/>
          </p:cNvGraphicFramePr>
          <p:nvPr>
            <p:ph idx="1"/>
          </p:nvPr>
        </p:nvGraphicFramePr>
        <p:xfrm>
          <a:off x="5262563" y="685800"/>
          <a:ext cx="6240462" cy="51054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18E13B54-5DDC-4836-AC1D-77BADA59D1E7}"/>
              </a:ext>
            </a:extLst>
          </p:cNvPr>
          <p:cNvSpPr>
            <a:spLocks noGrp="1"/>
          </p:cNvSpPr>
          <p:nvPr>
            <p:ph type="body" sz="half" idx="2"/>
          </p:nvPr>
        </p:nvSpPr>
        <p:spPr/>
        <p:txBody>
          <a:bodyPr/>
          <a:lstStyle/>
          <a:p>
            <a:r>
              <a:rPr lang="en-US" dirty="0"/>
              <a:t>All products had discounts, even though some still made huge losses.</a:t>
            </a:r>
          </a:p>
        </p:txBody>
      </p:sp>
    </p:spTree>
    <p:extLst>
      <p:ext uri="{BB962C8B-B14F-4D97-AF65-F5344CB8AC3E}">
        <p14:creationId xmlns:p14="http://schemas.microsoft.com/office/powerpoint/2010/main" val="3188293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78D3D-758F-44C5-9417-A0C7E4B0CB70}"/>
              </a:ext>
            </a:extLst>
          </p:cNvPr>
          <p:cNvSpPr>
            <a:spLocks noGrp="1"/>
          </p:cNvSpPr>
          <p:nvPr>
            <p:ph type="title"/>
          </p:nvPr>
        </p:nvSpPr>
        <p:spPr/>
        <p:txBody>
          <a:bodyPr/>
          <a:lstStyle/>
          <a:p>
            <a:r>
              <a:rPr lang="en-US" dirty="0"/>
              <a:t>Sales Trend and Profit Margin</a:t>
            </a:r>
          </a:p>
        </p:txBody>
      </p:sp>
      <p:sp>
        <p:nvSpPr>
          <p:cNvPr id="3" name="Text Placeholder 2">
            <a:extLst>
              <a:ext uri="{FF2B5EF4-FFF2-40B4-BE49-F238E27FC236}">
                <a16:creationId xmlns:a16="http://schemas.microsoft.com/office/drawing/2014/main" id="{F49E46AF-22C4-4479-9E52-174E5D2B29E9}"/>
              </a:ext>
            </a:extLst>
          </p:cNvPr>
          <p:cNvSpPr>
            <a:spLocks noGrp="1"/>
          </p:cNvSpPr>
          <p:nvPr>
            <p:ph type="body" idx="1"/>
          </p:nvPr>
        </p:nvSpPr>
        <p:spPr/>
        <p:txBody>
          <a:bodyPr>
            <a:normAutofit fontScale="40000" lnSpcReduction="20000"/>
          </a:bodyPr>
          <a:lstStyle/>
          <a:p>
            <a:r>
              <a:rPr lang="en-US" b="0" dirty="0"/>
              <a:t>Sales were lower at the beginning of the year with highest sales being realized in the month of October.</a:t>
            </a:r>
          </a:p>
        </p:txBody>
      </p:sp>
      <p:graphicFrame>
        <p:nvGraphicFramePr>
          <p:cNvPr id="7" name="Content Placeholder 6">
            <a:extLst>
              <a:ext uri="{FF2B5EF4-FFF2-40B4-BE49-F238E27FC236}">
                <a16:creationId xmlns:a16="http://schemas.microsoft.com/office/drawing/2014/main" id="{B8C868C3-807E-40DA-8D58-83EEDD74E432}"/>
              </a:ext>
            </a:extLst>
          </p:cNvPr>
          <p:cNvGraphicFramePr>
            <a:graphicFrameLocks noGrp="1"/>
          </p:cNvGraphicFramePr>
          <p:nvPr>
            <p:ph sz="half" idx="2"/>
          </p:nvPr>
        </p:nvGraphicFramePr>
        <p:xfrm>
          <a:off x="1484313" y="3335338"/>
          <a:ext cx="4894262" cy="2455862"/>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Placeholder 4">
            <a:extLst>
              <a:ext uri="{FF2B5EF4-FFF2-40B4-BE49-F238E27FC236}">
                <a16:creationId xmlns:a16="http://schemas.microsoft.com/office/drawing/2014/main" id="{06BFB826-96AA-4A6D-AA89-0FE4E4816AAA}"/>
              </a:ext>
            </a:extLst>
          </p:cNvPr>
          <p:cNvSpPr>
            <a:spLocks noGrp="1"/>
          </p:cNvSpPr>
          <p:nvPr>
            <p:ph type="body" sz="quarter" idx="3"/>
          </p:nvPr>
        </p:nvSpPr>
        <p:spPr/>
        <p:txBody>
          <a:bodyPr>
            <a:normAutofit fontScale="40000" lnSpcReduction="20000"/>
          </a:bodyPr>
          <a:lstStyle/>
          <a:p>
            <a:r>
              <a:rPr lang="en-US" b="0" dirty="0"/>
              <a:t>Paseo with 30% of units sold, Montana and Carretera with 13% of units sold realized profits while VTT and Velo with 15% and Amarilla with 14% units sold made losses. In overall, there was a low profit margin of 11%.</a:t>
            </a:r>
          </a:p>
        </p:txBody>
      </p:sp>
      <p:graphicFrame>
        <p:nvGraphicFramePr>
          <p:cNvPr id="8" name="Content Placeholder 7">
            <a:extLst>
              <a:ext uri="{FF2B5EF4-FFF2-40B4-BE49-F238E27FC236}">
                <a16:creationId xmlns:a16="http://schemas.microsoft.com/office/drawing/2014/main" id="{46606106-EC19-4BF4-9FF0-227C8A253FAB}"/>
              </a:ext>
            </a:extLst>
          </p:cNvPr>
          <p:cNvGraphicFramePr>
            <a:graphicFrameLocks noGrp="1"/>
          </p:cNvGraphicFramePr>
          <p:nvPr>
            <p:ph sz="quarter" idx="4"/>
          </p:nvPr>
        </p:nvGraphicFramePr>
        <p:xfrm>
          <a:off x="6607175" y="3335338"/>
          <a:ext cx="4895850" cy="24558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86408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EB864-8F3C-4565-9D82-5722B30B3F19}"/>
              </a:ext>
            </a:extLst>
          </p:cNvPr>
          <p:cNvSpPr>
            <a:spLocks noGrp="1"/>
          </p:cNvSpPr>
          <p:nvPr>
            <p:ph type="title"/>
          </p:nvPr>
        </p:nvSpPr>
        <p:spPr/>
        <p:txBody>
          <a:bodyPr/>
          <a:lstStyle/>
          <a:p>
            <a:r>
              <a:rPr lang="en-US" b="1" dirty="0"/>
              <a:t>Conclusion</a:t>
            </a:r>
          </a:p>
        </p:txBody>
      </p:sp>
      <p:sp>
        <p:nvSpPr>
          <p:cNvPr id="3" name="Content Placeholder 2">
            <a:extLst>
              <a:ext uri="{FF2B5EF4-FFF2-40B4-BE49-F238E27FC236}">
                <a16:creationId xmlns:a16="http://schemas.microsoft.com/office/drawing/2014/main" id="{50B163F7-426F-4B3D-8AE6-A1960DD21B0F}"/>
              </a:ext>
            </a:extLst>
          </p:cNvPr>
          <p:cNvSpPr>
            <a:spLocks noGrp="1"/>
          </p:cNvSpPr>
          <p:nvPr>
            <p:ph idx="1"/>
          </p:nvPr>
        </p:nvSpPr>
        <p:spPr/>
        <p:txBody>
          <a:bodyPr>
            <a:normAutofit fontScale="62500" lnSpcReduction="20000"/>
          </a:bodyPr>
          <a:lstStyle/>
          <a:p>
            <a:r>
              <a:rPr lang="en-US" dirty="0"/>
              <a:t>Products such as Paseo, Montana and Carretera made significant profits. This was attributed to lower expenses and higher sales. Products such as Velo, VTT and Amarilla had higher cost of goods thus leading to losses.</a:t>
            </a:r>
          </a:p>
          <a:p>
            <a:r>
              <a:rPr lang="en-US" dirty="0"/>
              <a:t>Countries such as Germany and Mexico had lower COGs that led to significant profits. Also, Government and Small business segments had higher COGs even though they still made profit.</a:t>
            </a:r>
          </a:p>
          <a:p>
            <a:r>
              <a:rPr lang="en-US" dirty="0"/>
              <a:t>Monthly sales analysis showed there was noticeable seasonality, with peak sales around October. </a:t>
            </a:r>
          </a:p>
          <a:p>
            <a:r>
              <a:rPr lang="en-US" dirty="0"/>
              <a:t>Units sold per product does not necessarily translate to higher profits as some products such as VTT had a lot of units sold(15%) but still made losses.</a:t>
            </a:r>
          </a:p>
          <a:p>
            <a:r>
              <a:rPr lang="en-US" dirty="0"/>
              <a:t>Key factor that generally affects profit by products is the cost of goods sold that varies across different regions and segments. With a profit margin of 11%, this suggest that a significant portion of sales is consumed by expenses. There is also no significant relationship between discount offered and profit realized.</a:t>
            </a:r>
          </a:p>
          <a:p>
            <a:endParaRPr lang="en-US" dirty="0"/>
          </a:p>
        </p:txBody>
      </p:sp>
    </p:spTree>
    <p:extLst>
      <p:ext uri="{BB962C8B-B14F-4D97-AF65-F5344CB8AC3E}">
        <p14:creationId xmlns:p14="http://schemas.microsoft.com/office/powerpoint/2010/main" val="1834919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BC5DD-C051-42E5-9B94-636CBCE27EE4}"/>
              </a:ext>
            </a:extLst>
          </p:cNvPr>
          <p:cNvSpPr>
            <a:spLocks noGrp="1"/>
          </p:cNvSpPr>
          <p:nvPr>
            <p:ph type="title"/>
          </p:nvPr>
        </p:nvSpPr>
        <p:spPr/>
        <p:txBody>
          <a:bodyPr/>
          <a:lstStyle/>
          <a:p>
            <a:r>
              <a:rPr lang="en-US" b="1" dirty="0"/>
              <a:t>Recommendation</a:t>
            </a:r>
          </a:p>
        </p:txBody>
      </p:sp>
      <p:sp>
        <p:nvSpPr>
          <p:cNvPr id="3" name="Content Placeholder 2">
            <a:extLst>
              <a:ext uri="{FF2B5EF4-FFF2-40B4-BE49-F238E27FC236}">
                <a16:creationId xmlns:a16="http://schemas.microsoft.com/office/drawing/2014/main" id="{E1DD49CC-1CED-48BA-86E0-C12B6347B109}"/>
              </a:ext>
            </a:extLst>
          </p:cNvPr>
          <p:cNvSpPr>
            <a:spLocks noGrp="1"/>
          </p:cNvSpPr>
          <p:nvPr>
            <p:ph idx="1"/>
          </p:nvPr>
        </p:nvSpPr>
        <p:spPr/>
        <p:txBody>
          <a:bodyPr>
            <a:normAutofit fontScale="55000" lnSpcReduction="20000"/>
          </a:bodyPr>
          <a:lstStyle/>
          <a:p>
            <a:r>
              <a:rPr lang="en-US" dirty="0"/>
              <a:t>Revenue Growth: Concentrate investment on higher margin products by increasing marketing and sales resource allocations. These products(Paseo, Montana and Carretera) have higher profit margins and sales indicating efficiency and strong market demands.</a:t>
            </a:r>
          </a:p>
          <a:p>
            <a:r>
              <a:rPr lang="en-US" dirty="0"/>
              <a:t>Optimize efficiency in low margin products: Review production, logistics and distribution costs for products such as VTT, Amarilla and Velo.</a:t>
            </a:r>
          </a:p>
          <a:p>
            <a:r>
              <a:rPr lang="en-US" dirty="0"/>
              <a:t>Leverage Data-Driven Forecasting and Planning: Use historical monthly trends to create predictive sales models that anticipate seasonal peaks. Align procurement, staffing, and production schedules with these demand cycles to minimize overstocking or shortages.</a:t>
            </a:r>
          </a:p>
          <a:p>
            <a:r>
              <a:rPr lang="en-US" dirty="0"/>
              <a:t>Reassess Pricing and Discount Strategies: Conduct a detailed discount-effectiveness analysis to ensure that promotional discounts directly translate to higher sales rather than margin erosion. Adopt value-based pricing for high-demand, high-margin products to maximize revenue.</a:t>
            </a:r>
          </a:p>
          <a:p>
            <a:r>
              <a:rPr lang="en-US" dirty="0"/>
              <a:t>Invest in Continuous Process Improvement: Introduce expense tracking systems to improve decision making speed.</a:t>
            </a:r>
          </a:p>
          <a:p>
            <a:r>
              <a:rPr lang="en-US" dirty="0"/>
              <a:t>Strengthen higher performing regions: Expand distribution networks and marketing across Regions such as Germany and Mexico.</a:t>
            </a:r>
          </a:p>
          <a:p>
            <a:r>
              <a:rPr lang="en-US" dirty="0"/>
              <a:t>Segment-Level Strategy: Focus on more sales to Government and small business that already have higher margins.</a:t>
            </a:r>
          </a:p>
          <a:p>
            <a:pPr marL="0" indent="0">
              <a:buNone/>
            </a:pPr>
            <a:endParaRPr lang="en-US" dirty="0"/>
          </a:p>
        </p:txBody>
      </p:sp>
    </p:spTree>
    <p:extLst>
      <p:ext uri="{BB962C8B-B14F-4D97-AF65-F5344CB8AC3E}">
        <p14:creationId xmlns:p14="http://schemas.microsoft.com/office/powerpoint/2010/main" val="1991178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DD46F-6253-42CF-B3C2-DD64D95565CC}"/>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36489460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157</TotalTime>
  <Words>781</Words>
  <Application>Microsoft Office PowerPoint</Application>
  <PresentationFormat>Widescreen</PresentationFormat>
  <Paragraphs>59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Corbel</vt:lpstr>
      <vt:lpstr>Wingdings</vt:lpstr>
      <vt:lpstr>Parallax</vt:lpstr>
      <vt:lpstr>Financial Data Analytics Report</vt:lpstr>
      <vt:lpstr>1. Business Understanding</vt:lpstr>
      <vt:lpstr>Data Understanding</vt:lpstr>
      <vt:lpstr>Data Analysis</vt:lpstr>
      <vt:lpstr>Profit by Product</vt:lpstr>
      <vt:lpstr>Profits by Region</vt:lpstr>
      <vt:lpstr>CoGs by Product and Country</vt:lpstr>
      <vt:lpstr>CoGs vs Sales vs Profit per Segment</vt:lpstr>
      <vt:lpstr>Discount vs Profit by Product</vt:lpstr>
      <vt:lpstr>Sales Trend and Profit Margin</vt:lpstr>
      <vt:lpstr>Conclusion</vt:lpstr>
      <vt:lpstr>Recommendation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Data Analytics Report</dc:title>
  <dc:creator>Moses Oketch</dc:creator>
  <cp:lastModifiedBy>Moses Oketch</cp:lastModifiedBy>
  <cp:revision>18</cp:revision>
  <dcterms:created xsi:type="dcterms:W3CDTF">2025-10-04T22:39:20Z</dcterms:created>
  <dcterms:modified xsi:type="dcterms:W3CDTF">2025-10-19T15:09:39Z</dcterms:modified>
</cp:coreProperties>
</file>